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9.xml" ContentType="application/vnd.openxmlformats-officedocument.themeOverride+xml"/>
  <Override PartName="/ppt/notesSlides/notesSlide22.xml" ContentType="application/vnd.openxmlformats-officedocument.presentationml.notesSlide+xml"/>
  <Override PartName="/ppt/theme/themeOverride20.xml" ContentType="application/vnd.openxmlformats-officedocument.themeOverride+xml"/>
  <Override PartName="/ppt/notesSlides/notesSlide23.xml" ContentType="application/vnd.openxmlformats-officedocument.presentationml.notesSlide+xml"/>
  <Override PartName="/ppt/theme/themeOverride2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4056" r:id="rId2"/>
    <p:sldMasterId id="2147484057" r:id="rId3"/>
    <p:sldMasterId id="2147484058" r:id="rId4"/>
    <p:sldMasterId id="2147484059" r:id="rId5"/>
    <p:sldMasterId id="2147484060" r:id="rId6"/>
    <p:sldMasterId id="2147484061" r:id="rId7"/>
    <p:sldMasterId id="2147484062" r:id="rId8"/>
    <p:sldMasterId id="2147484063" r:id="rId9"/>
    <p:sldMasterId id="2147484064" r:id="rId10"/>
    <p:sldMasterId id="2147484065" r:id="rId11"/>
    <p:sldMasterId id="2147484066" r:id="rId12"/>
  </p:sldMasterIdLst>
  <p:notesMasterIdLst>
    <p:notesMasterId r:id="rId46"/>
  </p:notesMasterIdLst>
  <p:sldIdLst>
    <p:sldId id="256" r:id="rId13"/>
    <p:sldId id="614" r:id="rId14"/>
    <p:sldId id="555" r:id="rId15"/>
    <p:sldId id="424" r:id="rId16"/>
    <p:sldId id="480" r:id="rId17"/>
    <p:sldId id="545" r:id="rId18"/>
    <p:sldId id="528" r:id="rId19"/>
    <p:sldId id="481" r:id="rId20"/>
    <p:sldId id="482" r:id="rId21"/>
    <p:sldId id="520" r:id="rId22"/>
    <p:sldId id="428" r:id="rId23"/>
    <p:sldId id="526" r:id="rId24"/>
    <p:sldId id="559" r:id="rId25"/>
    <p:sldId id="527" r:id="rId26"/>
    <p:sldId id="434" r:id="rId27"/>
    <p:sldId id="436" r:id="rId28"/>
    <p:sldId id="494" r:id="rId29"/>
    <p:sldId id="557" r:id="rId30"/>
    <p:sldId id="539" r:id="rId31"/>
    <p:sldId id="605" r:id="rId32"/>
    <p:sldId id="435" r:id="rId33"/>
    <p:sldId id="628" r:id="rId34"/>
    <p:sldId id="629" r:id="rId35"/>
    <p:sldId id="616" r:id="rId36"/>
    <p:sldId id="620" r:id="rId37"/>
    <p:sldId id="621" r:id="rId38"/>
    <p:sldId id="623" r:id="rId39"/>
    <p:sldId id="618" r:id="rId40"/>
    <p:sldId id="627" r:id="rId41"/>
    <p:sldId id="622" r:id="rId42"/>
    <p:sldId id="524" r:id="rId43"/>
    <p:sldId id="624" r:id="rId44"/>
    <p:sldId id="625" r:id="rId45"/>
  </p:sldIdLst>
  <p:sldSz cx="9144000" cy="6858000" type="screen4x3"/>
  <p:notesSz cx="6781800" cy="9067800"/>
  <p:custDataLst>
    <p:tags r:id="rId47"/>
  </p:custDataLst>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6B25"/>
    <a:srgbClr val="003300"/>
    <a:srgbClr val="0000FF"/>
    <a:srgbClr val="85FFE0"/>
    <a:srgbClr val="E0FFA3"/>
    <a:srgbClr val="CCFF66"/>
    <a:srgbClr val="DED4F0"/>
    <a:srgbClr val="E6E6FA"/>
    <a:srgbClr val="612A8A"/>
    <a:srgbClr val="E8F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4" autoAdjust="0"/>
    <p:restoredTop sz="69283" autoAdjust="0"/>
  </p:normalViewPr>
  <p:slideViewPr>
    <p:cSldViewPr>
      <p:cViewPr varScale="1">
        <p:scale>
          <a:sx n="56" d="100"/>
          <a:sy n="56" d="100"/>
        </p:scale>
        <p:origin x="1416" y="43"/>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notesMaster" Target="notesMasters/notesMaster1.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879DC-4457-40DE-9C65-30381A0F379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F492B01-DC55-48AA-832A-276F9137FC1F}">
      <dgm:prSet phldrT="[Text]"/>
      <dgm:spPr>
        <a:solidFill>
          <a:schemeClr val="accent1">
            <a:lumMod val="40000"/>
            <a:lumOff val="60000"/>
          </a:schemeClr>
        </a:solidFill>
        <a:ln>
          <a:solidFill>
            <a:schemeClr val="tx1"/>
          </a:solidFill>
        </a:ln>
      </dgm:spPr>
      <dgm:t>
        <a:bodyPr/>
        <a:lstStyle/>
        <a:p>
          <a:r>
            <a:rPr lang="en-US" dirty="0">
              <a:solidFill>
                <a:schemeClr val="tx1"/>
              </a:solidFill>
              <a:latin typeface="Adobe Gothic Std B" panose="020B0800000000000000" pitchFamily="34" charset="-128"/>
              <a:ea typeface="Adobe Gothic Std B" panose="020B0800000000000000" pitchFamily="34" charset="-128"/>
            </a:rPr>
            <a:t>Number</a:t>
          </a:r>
        </a:p>
        <a:p>
          <a:r>
            <a:rPr lang="en-US" dirty="0">
              <a:solidFill>
                <a:schemeClr val="tx1"/>
              </a:solidFill>
              <a:latin typeface="Adobe Gothic Std B" panose="020B0800000000000000" pitchFamily="34" charset="-128"/>
              <a:ea typeface="Adobe Gothic Std B" panose="020B0800000000000000" pitchFamily="34" charset="-128"/>
            </a:rPr>
            <a:t>&lt;abstract&gt;</a:t>
          </a:r>
        </a:p>
      </dgm:t>
    </dgm:pt>
    <dgm:pt modelId="{C6B5FE91-12B1-450C-BFC3-2A2ABAB0AE4A}" type="parTrans" cxnId="{9C276F43-2760-40E6-BC97-B12DF0C5608B}">
      <dgm:prSet/>
      <dgm:spPr/>
      <dgm:t>
        <a:bodyPr/>
        <a:lstStyle/>
        <a:p>
          <a:endParaRPr lang="en-US"/>
        </a:p>
      </dgm:t>
    </dgm:pt>
    <dgm:pt modelId="{54E66DAD-A795-4361-B77C-9C8C13277F87}" type="sibTrans" cxnId="{9C276F43-2760-40E6-BC97-B12DF0C5608B}">
      <dgm:prSet/>
      <dgm:spPr/>
      <dgm:t>
        <a:bodyPr/>
        <a:lstStyle/>
        <a:p>
          <a:endParaRPr lang="en-US"/>
        </a:p>
      </dgm:t>
    </dgm:pt>
    <dgm:pt modelId="{41049194-C87A-45F4-8D29-F1F9E18F7BC7}">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Integer</a:t>
          </a:r>
        </a:p>
      </dgm:t>
    </dgm:pt>
    <dgm:pt modelId="{7118F389-97B3-4C61-85D2-81A605E06842}" type="parTrans" cxnId="{2AFC83FC-FD81-4253-925D-1295DE3C50F7}">
      <dgm:prSet/>
      <dgm:spPr/>
      <dgm:t>
        <a:bodyPr/>
        <a:lstStyle/>
        <a:p>
          <a:endParaRPr lang="en-US"/>
        </a:p>
      </dgm:t>
    </dgm:pt>
    <dgm:pt modelId="{0C3FCC4B-40EC-4C61-A71E-76A9E72F362F}" type="sibTrans" cxnId="{2AFC83FC-FD81-4253-925D-1295DE3C50F7}">
      <dgm:prSet/>
      <dgm:spPr/>
      <dgm:t>
        <a:bodyPr/>
        <a:lstStyle/>
        <a:p>
          <a:endParaRPr lang="en-US"/>
        </a:p>
      </dgm:t>
    </dgm:pt>
    <dgm:pt modelId="{BC3AC93A-44D9-4A2A-BA43-420E0BB165C4}">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Double</a:t>
          </a:r>
        </a:p>
      </dgm:t>
    </dgm:pt>
    <dgm:pt modelId="{CD1B2BDD-B10D-4320-9834-5F5A71A0EDC2}" type="parTrans" cxnId="{8D2E42F3-CBA4-4C3D-82F2-48C710125B74}">
      <dgm:prSet/>
      <dgm:spPr/>
      <dgm:t>
        <a:bodyPr/>
        <a:lstStyle/>
        <a:p>
          <a:endParaRPr lang="en-US"/>
        </a:p>
      </dgm:t>
    </dgm:pt>
    <dgm:pt modelId="{E1265262-7551-4102-86EA-5568AF97A2B0}" type="sibTrans" cxnId="{8D2E42F3-CBA4-4C3D-82F2-48C710125B74}">
      <dgm:prSet/>
      <dgm:spPr/>
      <dgm:t>
        <a:bodyPr/>
        <a:lstStyle/>
        <a:p>
          <a:endParaRPr lang="en-US"/>
        </a:p>
      </dgm:t>
    </dgm:pt>
    <dgm:pt modelId="{274D4C26-91F3-46A2-B5F8-37E5F0F46D3B}">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Short</a:t>
          </a:r>
        </a:p>
      </dgm:t>
    </dgm:pt>
    <dgm:pt modelId="{0F4F1658-3445-4D93-A869-CAAF607863CC}" type="sibTrans" cxnId="{4EEB7AC0-3659-4FE9-8BAB-CCA10F52AF7B}">
      <dgm:prSet/>
      <dgm:spPr/>
      <dgm:t>
        <a:bodyPr/>
        <a:lstStyle/>
        <a:p>
          <a:endParaRPr lang="en-US"/>
        </a:p>
      </dgm:t>
    </dgm:pt>
    <dgm:pt modelId="{50BE08CC-0E93-422A-AADF-6E1768491051}" type="parTrans" cxnId="{4EEB7AC0-3659-4FE9-8BAB-CCA10F52AF7B}">
      <dgm:prSet/>
      <dgm:spPr/>
      <dgm:t>
        <a:bodyPr/>
        <a:lstStyle/>
        <a:p>
          <a:endParaRPr lang="en-US"/>
        </a:p>
      </dgm:t>
    </dgm:pt>
    <dgm:pt modelId="{2601DE31-41C5-4381-9657-2F02674CA954}">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Byte</a:t>
          </a:r>
        </a:p>
      </dgm:t>
    </dgm:pt>
    <dgm:pt modelId="{3F74E0AC-407F-47AF-A1DB-B1F02443931B}" type="parTrans" cxnId="{0A22FF69-0E00-4191-8538-B11D473D818F}">
      <dgm:prSet/>
      <dgm:spPr/>
      <dgm:t>
        <a:bodyPr/>
        <a:lstStyle/>
        <a:p>
          <a:endParaRPr lang="en-US"/>
        </a:p>
      </dgm:t>
    </dgm:pt>
    <dgm:pt modelId="{26F4B1E2-AFF0-447B-93D8-CB93B3F26B4A}" type="sibTrans" cxnId="{0A22FF69-0E00-4191-8538-B11D473D818F}">
      <dgm:prSet/>
      <dgm:spPr/>
      <dgm:t>
        <a:bodyPr/>
        <a:lstStyle/>
        <a:p>
          <a:endParaRPr lang="en-US"/>
        </a:p>
      </dgm:t>
    </dgm:pt>
    <dgm:pt modelId="{58AC89A7-936B-49E4-9F32-3CFA25F26D14}" type="pres">
      <dgm:prSet presAssocID="{B9B879DC-4457-40DE-9C65-30381A0F3791}" presName="hierChild1" presStyleCnt="0">
        <dgm:presLayoutVars>
          <dgm:orgChart val="1"/>
          <dgm:chPref val="1"/>
          <dgm:dir/>
          <dgm:animOne val="branch"/>
          <dgm:animLvl val="lvl"/>
          <dgm:resizeHandles/>
        </dgm:presLayoutVars>
      </dgm:prSet>
      <dgm:spPr/>
    </dgm:pt>
    <dgm:pt modelId="{A0DF5CC1-47B6-4A8E-B74C-A171170665E3}" type="pres">
      <dgm:prSet presAssocID="{1F492B01-DC55-48AA-832A-276F9137FC1F}" presName="hierRoot1" presStyleCnt="0">
        <dgm:presLayoutVars>
          <dgm:hierBranch val="init"/>
        </dgm:presLayoutVars>
      </dgm:prSet>
      <dgm:spPr/>
    </dgm:pt>
    <dgm:pt modelId="{D5FF9208-E9F5-427E-9D89-8E0CC4FA1E82}" type="pres">
      <dgm:prSet presAssocID="{1F492B01-DC55-48AA-832A-276F9137FC1F}" presName="rootComposite1" presStyleCnt="0"/>
      <dgm:spPr/>
    </dgm:pt>
    <dgm:pt modelId="{E3DDA9C2-D4CD-423C-98DD-DE735B1FEC85}" type="pres">
      <dgm:prSet presAssocID="{1F492B01-DC55-48AA-832A-276F9137FC1F}" presName="rootText1" presStyleLbl="node0" presStyleIdx="0" presStyleCnt="1" custScaleX="111162" custScaleY="150724">
        <dgm:presLayoutVars>
          <dgm:chPref val="3"/>
        </dgm:presLayoutVars>
      </dgm:prSet>
      <dgm:spPr/>
    </dgm:pt>
    <dgm:pt modelId="{B502F7C6-28AD-4923-A82E-46B959DF7E0A}" type="pres">
      <dgm:prSet presAssocID="{1F492B01-DC55-48AA-832A-276F9137FC1F}" presName="rootConnector1" presStyleLbl="node1" presStyleIdx="0" presStyleCnt="0"/>
      <dgm:spPr/>
    </dgm:pt>
    <dgm:pt modelId="{3EDEFC82-414B-47F5-BDF5-81BEE24B1C6D}" type="pres">
      <dgm:prSet presAssocID="{1F492B01-DC55-48AA-832A-276F9137FC1F}" presName="hierChild2" presStyleCnt="0"/>
      <dgm:spPr/>
    </dgm:pt>
    <dgm:pt modelId="{CF1EAA82-B988-4D85-8DBC-500ACAD55660}" type="pres">
      <dgm:prSet presAssocID="{7118F389-97B3-4C61-85D2-81A605E06842}" presName="Name37" presStyleLbl="parChTrans1D2" presStyleIdx="0" presStyleCnt="4"/>
      <dgm:spPr/>
    </dgm:pt>
    <dgm:pt modelId="{C27A8F77-5AA9-4BED-BAB9-169CA0919C20}" type="pres">
      <dgm:prSet presAssocID="{41049194-C87A-45F4-8D29-F1F9E18F7BC7}" presName="hierRoot2" presStyleCnt="0">
        <dgm:presLayoutVars>
          <dgm:hierBranch val="init"/>
        </dgm:presLayoutVars>
      </dgm:prSet>
      <dgm:spPr/>
    </dgm:pt>
    <dgm:pt modelId="{46092A65-B07B-4EE1-841B-E80796631092}" type="pres">
      <dgm:prSet presAssocID="{41049194-C87A-45F4-8D29-F1F9E18F7BC7}" presName="rootComposite" presStyleCnt="0"/>
      <dgm:spPr/>
    </dgm:pt>
    <dgm:pt modelId="{72D2C682-B704-4A88-B2B7-74A7B6F42D17}" type="pres">
      <dgm:prSet presAssocID="{41049194-C87A-45F4-8D29-F1F9E18F7BC7}" presName="rootText" presStyleLbl="node2" presStyleIdx="0" presStyleCnt="4">
        <dgm:presLayoutVars>
          <dgm:chPref val="3"/>
        </dgm:presLayoutVars>
      </dgm:prSet>
      <dgm:spPr/>
    </dgm:pt>
    <dgm:pt modelId="{69B47A48-9979-4848-8697-4549782D0BA8}" type="pres">
      <dgm:prSet presAssocID="{41049194-C87A-45F4-8D29-F1F9E18F7BC7}" presName="rootConnector" presStyleLbl="node2" presStyleIdx="0" presStyleCnt="4"/>
      <dgm:spPr/>
    </dgm:pt>
    <dgm:pt modelId="{1198A15B-332C-4AE4-A6C6-7E20E64FBA01}" type="pres">
      <dgm:prSet presAssocID="{41049194-C87A-45F4-8D29-F1F9E18F7BC7}" presName="hierChild4" presStyleCnt="0"/>
      <dgm:spPr/>
    </dgm:pt>
    <dgm:pt modelId="{0EA114D8-2748-4BF9-91A3-90EFE19D8220}" type="pres">
      <dgm:prSet presAssocID="{41049194-C87A-45F4-8D29-F1F9E18F7BC7}" presName="hierChild5" presStyleCnt="0"/>
      <dgm:spPr/>
    </dgm:pt>
    <dgm:pt modelId="{99B5E614-540E-4A29-A560-5AAEA5457E33}" type="pres">
      <dgm:prSet presAssocID="{CD1B2BDD-B10D-4320-9834-5F5A71A0EDC2}" presName="Name37" presStyleLbl="parChTrans1D2" presStyleIdx="1" presStyleCnt="4"/>
      <dgm:spPr/>
    </dgm:pt>
    <dgm:pt modelId="{8DA00758-E9EA-46E0-9560-FC789A23BA68}" type="pres">
      <dgm:prSet presAssocID="{BC3AC93A-44D9-4A2A-BA43-420E0BB165C4}" presName="hierRoot2" presStyleCnt="0">
        <dgm:presLayoutVars>
          <dgm:hierBranch val="init"/>
        </dgm:presLayoutVars>
      </dgm:prSet>
      <dgm:spPr/>
    </dgm:pt>
    <dgm:pt modelId="{6F69E3AF-BF26-4DC0-82CD-53769FA37AE1}" type="pres">
      <dgm:prSet presAssocID="{BC3AC93A-44D9-4A2A-BA43-420E0BB165C4}" presName="rootComposite" presStyleCnt="0"/>
      <dgm:spPr/>
    </dgm:pt>
    <dgm:pt modelId="{C20FF222-F09E-43A9-B7DA-1C55D662DC3D}" type="pres">
      <dgm:prSet presAssocID="{BC3AC93A-44D9-4A2A-BA43-420E0BB165C4}" presName="rootText" presStyleLbl="node2" presStyleIdx="1" presStyleCnt="4">
        <dgm:presLayoutVars>
          <dgm:chPref val="3"/>
        </dgm:presLayoutVars>
      </dgm:prSet>
      <dgm:spPr/>
    </dgm:pt>
    <dgm:pt modelId="{44153607-9079-4E91-B6F7-72544336BDFF}" type="pres">
      <dgm:prSet presAssocID="{BC3AC93A-44D9-4A2A-BA43-420E0BB165C4}" presName="rootConnector" presStyleLbl="node2" presStyleIdx="1" presStyleCnt="4"/>
      <dgm:spPr/>
    </dgm:pt>
    <dgm:pt modelId="{F1B7D80C-C58E-4617-BB93-9E0C353C7C8A}" type="pres">
      <dgm:prSet presAssocID="{BC3AC93A-44D9-4A2A-BA43-420E0BB165C4}" presName="hierChild4" presStyleCnt="0"/>
      <dgm:spPr/>
    </dgm:pt>
    <dgm:pt modelId="{742FA9CE-DDBC-47B3-B4C2-EBACB5DADF72}" type="pres">
      <dgm:prSet presAssocID="{BC3AC93A-44D9-4A2A-BA43-420E0BB165C4}" presName="hierChild5" presStyleCnt="0"/>
      <dgm:spPr/>
    </dgm:pt>
    <dgm:pt modelId="{2C5ED1D6-A790-44DB-A8EE-F573397F5953}" type="pres">
      <dgm:prSet presAssocID="{50BE08CC-0E93-422A-AADF-6E1768491051}" presName="Name37" presStyleLbl="parChTrans1D2" presStyleIdx="2" presStyleCnt="4"/>
      <dgm:spPr/>
    </dgm:pt>
    <dgm:pt modelId="{875A5C55-3106-4197-80FF-1EF2B299FAD6}" type="pres">
      <dgm:prSet presAssocID="{274D4C26-91F3-46A2-B5F8-37E5F0F46D3B}" presName="hierRoot2" presStyleCnt="0">
        <dgm:presLayoutVars>
          <dgm:hierBranch val="init"/>
        </dgm:presLayoutVars>
      </dgm:prSet>
      <dgm:spPr/>
    </dgm:pt>
    <dgm:pt modelId="{C8B6127B-3356-481B-9D59-70C255C35DA2}" type="pres">
      <dgm:prSet presAssocID="{274D4C26-91F3-46A2-B5F8-37E5F0F46D3B}" presName="rootComposite" presStyleCnt="0"/>
      <dgm:spPr/>
    </dgm:pt>
    <dgm:pt modelId="{B9F5889A-8994-43CA-B7E3-667AAB2B7390}" type="pres">
      <dgm:prSet presAssocID="{274D4C26-91F3-46A2-B5F8-37E5F0F46D3B}" presName="rootText" presStyleLbl="node2" presStyleIdx="2" presStyleCnt="4">
        <dgm:presLayoutVars>
          <dgm:chPref val="3"/>
        </dgm:presLayoutVars>
      </dgm:prSet>
      <dgm:spPr/>
    </dgm:pt>
    <dgm:pt modelId="{ED26A380-25A6-4C59-9E37-B77ADCB8ADB9}" type="pres">
      <dgm:prSet presAssocID="{274D4C26-91F3-46A2-B5F8-37E5F0F46D3B}" presName="rootConnector" presStyleLbl="node2" presStyleIdx="2" presStyleCnt="4"/>
      <dgm:spPr/>
    </dgm:pt>
    <dgm:pt modelId="{871D623A-2E2F-48AC-B9DC-4FA4F3A4CEB8}" type="pres">
      <dgm:prSet presAssocID="{274D4C26-91F3-46A2-B5F8-37E5F0F46D3B}" presName="hierChild4" presStyleCnt="0"/>
      <dgm:spPr/>
    </dgm:pt>
    <dgm:pt modelId="{FDB1DA6C-253C-442B-BB5C-5090CD2C0D9B}" type="pres">
      <dgm:prSet presAssocID="{274D4C26-91F3-46A2-B5F8-37E5F0F46D3B}" presName="hierChild5" presStyleCnt="0"/>
      <dgm:spPr/>
    </dgm:pt>
    <dgm:pt modelId="{43028CDB-D870-4F1E-A86B-7FC5076CB301}" type="pres">
      <dgm:prSet presAssocID="{3F74E0AC-407F-47AF-A1DB-B1F02443931B}" presName="Name37" presStyleLbl="parChTrans1D2" presStyleIdx="3" presStyleCnt="4"/>
      <dgm:spPr/>
    </dgm:pt>
    <dgm:pt modelId="{CEC32DCE-963C-42F7-8BEA-EBB0B7479968}" type="pres">
      <dgm:prSet presAssocID="{2601DE31-41C5-4381-9657-2F02674CA954}" presName="hierRoot2" presStyleCnt="0">
        <dgm:presLayoutVars>
          <dgm:hierBranch val="init"/>
        </dgm:presLayoutVars>
      </dgm:prSet>
      <dgm:spPr/>
    </dgm:pt>
    <dgm:pt modelId="{61871B61-B004-46ED-BBDE-83C49E66744B}" type="pres">
      <dgm:prSet presAssocID="{2601DE31-41C5-4381-9657-2F02674CA954}" presName="rootComposite" presStyleCnt="0"/>
      <dgm:spPr/>
    </dgm:pt>
    <dgm:pt modelId="{4DB242D4-BC64-4B78-8930-1165E54C5F46}" type="pres">
      <dgm:prSet presAssocID="{2601DE31-41C5-4381-9657-2F02674CA954}" presName="rootText" presStyleLbl="node2" presStyleIdx="3" presStyleCnt="4">
        <dgm:presLayoutVars>
          <dgm:chPref val="3"/>
        </dgm:presLayoutVars>
      </dgm:prSet>
      <dgm:spPr/>
    </dgm:pt>
    <dgm:pt modelId="{E0EF8DF3-5721-40F0-A66B-ADD796E9C908}" type="pres">
      <dgm:prSet presAssocID="{2601DE31-41C5-4381-9657-2F02674CA954}" presName="rootConnector" presStyleLbl="node2" presStyleIdx="3" presStyleCnt="4"/>
      <dgm:spPr/>
    </dgm:pt>
    <dgm:pt modelId="{BFF34333-189C-4E65-88DB-E6D0F8F820FA}" type="pres">
      <dgm:prSet presAssocID="{2601DE31-41C5-4381-9657-2F02674CA954}" presName="hierChild4" presStyleCnt="0"/>
      <dgm:spPr/>
    </dgm:pt>
    <dgm:pt modelId="{86757342-D507-4113-AC4F-85F52D9C04F8}" type="pres">
      <dgm:prSet presAssocID="{2601DE31-41C5-4381-9657-2F02674CA954}" presName="hierChild5" presStyleCnt="0"/>
      <dgm:spPr/>
    </dgm:pt>
    <dgm:pt modelId="{9C3B195A-65A1-4195-AB7A-F787E58AB905}" type="pres">
      <dgm:prSet presAssocID="{1F492B01-DC55-48AA-832A-276F9137FC1F}" presName="hierChild3" presStyleCnt="0"/>
      <dgm:spPr/>
    </dgm:pt>
  </dgm:ptLst>
  <dgm:cxnLst>
    <dgm:cxn modelId="{BE792D1A-F0F7-44BE-88B7-D0D95CC9E4C9}" type="presOf" srcId="{274D4C26-91F3-46A2-B5F8-37E5F0F46D3B}" destId="{B9F5889A-8994-43CA-B7E3-667AAB2B7390}" srcOrd="0" destOrd="0" presId="urn:microsoft.com/office/officeart/2005/8/layout/orgChart1"/>
    <dgm:cxn modelId="{661FD22A-3ECD-41CB-A4D8-67EDEC3CC0FB}" type="presOf" srcId="{274D4C26-91F3-46A2-B5F8-37E5F0F46D3B}" destId="{ED26A380-25A6-4C59-9E37-B77ADCB8ADB9}" srcOrd="1" destOrd="0" presId="urn:microsoft.com/office/officeart/2005/8/layout/orgChart1"/>
    <dgm:cxn modelId="{E02B5F32-A1C1-47D9-9F92-26E7BC40425A}" type="presOf" srcId="{BC3AC93A-44D9-4A2A-BA43-420E0BB165C4}" destId="{44153607-9079-4E91-B6F7-72544336BDFF}" srcOrd="1" destOrd="0" presId="urn:microsoft.com/office/officeart/2005/8/layout/orgChart1"/>
    <dgm:cxn modelId="{A66D6B5D-55AD-4AB3-BEB6-742ACDA3EFE2}" type="presOf" srcId="{1F492B01-DC55-48AA-832A-276F9137FC1F}" destId="{E3DDA9C2-D4CD-423C-98DD-DE735B1FEC85}" srcOrd="0" destOrd="0" presId="urn:microsoft.com/office/officeart/2005/8/layout/orgChart1"/>
    <dgm:cxn modelId="{9C276F43-2760-40E6-BC97-B12DF0C5608B}" srcId="{B9B879DC-4457-40DE-9C65-30381A0F3791}" destId="{1F492B01-DC55-48AA-832A-276F9137FC1F}" srcOrd="0" destOrd="0" parTransId="{C6B5FE91-12B1-450C-BFC3-2A2ABAB0AE4A}" sibTransId="{54E66DAD-A795-4361-B77C-9C8C13277F87}"/>
    <dgm:cxn modelId="{0CC9C863-5EC1-45C3-84B0-BBA8AD66FD4B}" type="presOf" srcId="{3F74E0AC-407F-47AF-A1DB-B1F02443931B}" destId="{43028CDB-D870-4F1E-A86B-7FC5076CB301}" srcOrd="0" destOrd="0" presId="urn:microsoft.com/office/officeart/2005/8/layout/orgChart1"/>
    <dgm:cxn modelId="{45865249-6CA9-4727-85C8-E181145DD938}" type="presOf" srcId="{CD1B2BDD-B10D-4320-9834-5F5A71A0EDC2}" destId="{99B5E614-540E-4A29-A560-5AAEA5457E33}" srcOrd="0" destOrd="0" presId="urn:microsoft.com/office/officeart/2005/8/layout/orgChart1"/>
    <dgm:cxn modelId="{0A22FF69-0E00-4191-8538-B11D473D818F}" srcId="{1F492B01-DC55-48AA-832A-276F9137FC1F}" destId="{2601DE31-41C5-4381-9657-2F02674CA954}" srcOrd="3" destOrd="0" parTransId="{3F74E0AC-407F-47AF-A1DB-B1F02443931B}" sibTransId="{26F4B1E2-AFF0-447B-93D8-CB93B3F26B4A}"/>
    <dgm:cxn modelId="{52C9F173-870D-456E-A471-83542C68D2DF}" type="presOf" srcId="{B9B879DC-4457-40DE-9C65-30381A0F3791}" destId="{58AC89A7-936B-49E4-9F32-3CFA25F26D14}" srcOrd="0" destOrd="0" presId="urn:microsoft.com/office/officeart/2005/8/layout/orgChart1"/>
    <dgm:cxn modelId="{5FA99B58-09E4-47FE-AFBD-7C05818F4D6A}" type="presOf" srcId="{41049194-C87A-45F4-8D29-F1F9E18F7BC7}" destId="{69B47A48-9979-4848-8697-4549782D0BA8}" srcOrd="1" destOrd="0" presId="urn:microsoft.com/office/officeart/2005/8/layout/orgChart1"/>
    <dgm:cxn modelId="{3E27EE78-A1D6-4BF2-AEEB-7FCFB32C4CC9}" type="presOf" srcId="{41049194-C87A-45F4-8D29-F1F9E18F7BC7}" destId="{72D2C682-B704-4A88-B2B7-74A7B6F42D17}" srcOrd="0" destOrd="0" presId="urn:microsoft.com/office/officeart/2005/8/layout/orgChart1"/>
    <dgm:cxn modelId="{DDA76E97-C5F5-42EE-A114-A2FB973E7D7E}" type="presOf" srcId="{BC3AC93A-44D9-4A2A-BA43-420E0BB165C4}" destId="{C20FF222-F09E-43A9-B7DA-1C55D662DC3D}" srcOrd="0" destOrd="0" presId="urn:microsoft.com/office/officeart/2005/8/layout/orgChart1"/>
    <dgm:cxn modelId="{4EEB7AC0-3659-4FE9-8BAB-CCA10F52AF7B}" srcId="{1F492B01-DC55-48AA-832A-276F9137FC1F}" destId="{274D4C26-91F3-46A2-B5F8-37E5F0F46D3B}" srcOrd="2" destOrd="0" parTransId="{50BE08CC-0E93-422A-AADF-6E1768491051}" sibTransId="{0F4F1658-3445-4D93-A869-CAAF607863CC}"/>
    <dgm:cxn modelId="{144113EB-43A2-4C89-B802-376B5AFF47D0}" type="presOf" srcId="{50BE08CC-0E93-422A-AADF-6E1768491051}" destId="{2C5ED1D6-A790-44DB-A8EE-F573397F5953}" srcOrd="0" destOrd="0" presId="urn:microsoft.com/office/officeart/2005/8/layout/orgChart1"/>
    <dgm:cxn modelId="{AD7CF5ED-4065-4F4D-B1C7-F1C89B5906CF}" type="presOf" srcId="{7118F389-97B3-4C61-85D2-81A605E06842}" destId="{CF1EAA82-B988-4D85-8DBC-500ACAD55660}" srcOrd="0" destOrd="0" presId="urn:microsoft.com/office/officeart/2005/8/layout/orgChart1"/>
    <dgm:cxn modelId="{8D2E42F3-CBA4-4C3D-82F2-48C710125B74}" srcId="{1F492B01-DC55-48AA-832A-276F9137FC1F}" destId="{BC3AC93A-44D9-4A2A-BA43-420E0BB165C4}" srcOrd="1" destOrd="0" parTransId="{CD1B2BDD-B10D-4320-9834-5F5A71A0EDC2}" sibTransId="{E1265262-7551-4102-86EA-5568AF97A2B0}"/>
    <dgm:cxn modelId="{025846F7-9B4F-4448-B201-CFFF4FCA0400}" type="presOf" srcId="{2601DE31-41C5-4381-9657-2F02674CA954}" destId="{E0EF8DF3-5721-40F0-A66B-ADD796E9C908}" srcOrd="1" destOrd="0" presId="urn:microsoft.com/office/officeart/2005/8/layout/orgChart1"/>
    <dgm:cxn modelId="{2AFC83FC-FD81-4253-925D-1295DE3C50F7}" srcId="{1F492B01-DC55-48AA-832A-276F9137FC1F}" destId="{41049194-C87A-45F4-8D29-F1F9E18F7BC7}" srcOrd="0" destOrd="0" parTransId="{7118F389-97B3-4C61-85D2-81A605E06842}" sibTransId="{0C3FCC4B-40EC-4C61-A71E-76A9E72F362F}"/>
    <dgm:cxn modelId="{BF1C1FFE-FD7B-48C8-9B2D-9167D5E8C625}" type="presOf" srcId="{1F492B01-DC55-48AA-832A-276F9137FC1F}" destId="{B502F7C6-28AD-4923-A82E-46B959DF7E0A}" srcOrd="1" destOrd="0" presId="urn:microsoft.com/office/officeart/2005/8/layout/orgChart1"/>
    <dgm:cxn modelId="{BBA1ABFF-4172-4963-A769-85D7CFF77400}" type="presOf" srcId="{2601DE31-41C5-4381-9657-2F02674CA954}" destId="{4DB242D4-BC64-4B78-8930-1165E54C5F46}" srcOrd="0" destOrd="0" presId="urn:microsoft.com/office/officeart/2005/8/layout/orgChart1"/>
    <dgm:cxn modelId="{678F7800-D571-4681-86FD-BBC93A7C08E8}" type="presParOf" srcId="{58AC89A7-936B-49E4-9F32-3CFA25F26D14}" destId="{A0DF5CC1-47B6-4A8E-B74C-A171170665E3}" srcOrd="0" destOrd="0" presId="urn:microsoft.com/office/officeart/2005/8/layout/orgChart1"/>
    <dgm:cxn modelId="{392183C7-338F-4A56-8B81-8AEC9674A45D}" type="presParOf" srcId="{A0DF5CC1-47B6-4A8E-B74C-A171170665E3}" destId="{D5FF9208-E9F5-427E-9D89-8E0CC4FA1E82}" srcOrd="0" destOrd="0" presId="urn:microsoft.com/office/officeart/2005/8/layout/orgChart1"/>
    <dgm:cxn modelId="{6C7C5BE7-A508-4846-AFCD-0A551BABF554}" type="presParOf" srcId="{D5FF9208-E9F5-427E-9D89-8E0CC4FA1E82}" destId="{E3DDA9C2-D4CD-423C-98DD-DE735B1FEC85}" srcOrd="0" destOrd="0" presId="urn:microsoft.com/office/officeart/2005/8/layout/orgChart1"/>
    <dgm:cxn modelId="{B48942EC-65D1-45DE-8B1D-B348DB625592}" type="presParOf" srcId="{D5FF9208-E9F5-427E-9D89-8E0CC4FA1E82}" destId="{B502F7C6-28AD-4923-A82E-46B959DF7E0A}" srcOrd="1" destOrd="0" presId="urn:microsoft.com/office/officeart/2005/8/layout/orgChart1"/>
    <dgm:cxn modelId="{14D2B089-3F90-4A59-92DA-B3990DB7D45C}" type="presParOf" srcId="{A0DF5CC1-47B6-4A8E-B74C-A171170665E3}" destId="{3EDEFC82-414B-47F5-BDF5-81BEE24B1C6D}" srcOrd="1" destOrd="0" presId="urn:microsoft.com/office/officeart/2005/8/layout/orgChart1"/>
    <dgm:cxn modelId="{3BDA8A2D-EC06-49C0-9629-AEE0092AB24B}" type="presParOf" srcId="{3EDEFC82-414B-47F5-BDF5-81BEE24B1C6D}" destId="{CF1EAA82-B988-4D85-8DBC-500ACAD55660}" srcOrd="0" destOrd="0" presId="urn:microsoft.com/office/officeart/2005/8/layout/orgChart1"/>
    <dgm:cxn modelId="{F8E0BF81-524A-4625-8488-14CDD9841764}" type="presParOf" srcId="{3EDEFC82-414B-47F5-BDF5-81BEE24B1C6D}" destId="{C27A8F77-5AA9-4BED-BAB9-169CA0919C20}" srcOrd="1" destOrd="0" presId="urn:microsoft.com/office/officeart/2005/8/layout/orgChart1"/>
    <dgm:cxn modelId="{F50CEA6D-0758-42F4-A11C-56D6EF0C1067}" type="presParOf" srcId="{C27A8F77-5AA9-4BED-BAB9-169CA0919C20}" destId="{46092A65-B07B-4EE1-841B-E80796631092}" srcOrd="0" destOrd="0" presId="urn:microsoft.com/office/officeart/2005/8/layout/orgChart1"/>
    <dgm:cxn modelId="{13CFAE5B-0E01-4A30-B11B-C5D65611095C}" type="presParOf" srcId="{46092A65-B07B-4EE1-841B-E80796631092}" destId="{72D2C682-B704-4A88-B2B7-74A7B6F42D17}" srcOrd="0" destOrd="0" presId="urn:microsoft.com/office/officeart/2005/8/layout/orgChart1"/>
    <dgm:cxn modelId="{4C9F6D99-663B-42D0-83E5-78AEE241B2FA}" type="presParOf" srcId="{46092A65-B07B-4EE1-841B-E80796631092}" destId="{69B47A48-9979-4848-8697-4549782D0BA8}" srcOrd="1" destOrd="0" presId="urn:microsoft.com/office/officeart/2005/8/layout/orgChart1"/>
    <dgm:cxn modelId="{55EDE7A5-3967-4F23-8F4F-A89D0D975903}" type="presParOf" srcId="{C27A8F77-5AA9-4BED-BAB9-169CA0919C20}" destId="{1198A15B-332C-4AE4-A6C6-7E20E64FBA01}" srcOrd="1" destOrd="0" presId="urn:microsoft.com/office/officeart/2005/8/layout/orgChart1"/>
    <dgm:cxn modelId="{5FBD4B6F-DB56-4B8A-A5CB-A73D50A89299}" type="presParOf" srcId="{C27A8F77-5AA9-4BED-BAB9-169CA0919C20}" destId="{0EA114D8-2748-4BF9-91A3-90EFE19D8220}" srcOrd="2" destOrd="0" presId="urn:microsoft.com/office/officeart/2005/8/layout/orgChart1"/>
    <dgm:cxn modelId="{86E9BD67-B910-44F9-83F1-835177C0D7A8}" type="presParOf" srcId="{3EDEFC82-414B-47F5-BDF5-81BEE24B1C6D}" destId="{99B5E614-540E-4A29-A560-5AAEA5457E33}" srcOrd="2" destOrd="0" presId="urn:microsoft.com/office/officeart/2005/8/layout/orgChart1"/>
    <dgm:cxn modelId="{DD74F0A3-97F5-45FC-9797-ACF33DA59FCC}" type="presParOf" srcId="{3EDEFC82-414B-47F5-BDF5-81BEE24B1C6D}" destId="{8DA00758-E9EA-46E0-9560-FC789A23BA68}" srcOrd="3" destOrd="0" presId="urn:microsoft.com/office/officeart/2005/8/layout/orgChart1"/>
    <dgm:cxn modelId="{AB0AE9D7-0BDE-487E-BD30-D25A98C28B54}" type="presParOf" srcId="{8DA00758-E9EA-46E0-9560-FC789A23BA68}" destId="{6F69E3AF-BF26-4DC0-82CD-53769FA37AE1}" srcOrd="0" destOrd="0" presId="urn:microsoft.com/office/officeart/2005/8/layout/orgChart1"/>
    <dgm:cxn modelId="{FC677062-3291-4C63-8C5A-78BBB6245AEA}" type="presParOf" srcId="{6F69E3AF-BF26-4DC0-82CD-53769FA37AE1}" destId="{C20FF222-F09E-43A9-B7DA-1C55D662DC3D}" srcOrd="0" destOrd="0" presId="urn:microsoft.com/office/officeart/2005/8/layout/orgChart1"/>
    <dgm:cxn modelId="{0DC9317F-C67A-4027-B076-F308BF74C7F1}" type="presParOf" srcId="{6F69E3AF-BF26-4DC0-82CD-53769FA37AE1}" destId="{44153607-9079-4E91-B6F7-72544336BDFF}" srcOrd="1" destOrd="0" presId="urn:microsoft.com/office/officeart/2005/8/layout/orgChart1"/>
    <dgm:cxn modelId="{F77000CD-7059-442F-A3D1-837333A737F5}" type="presParOf" srcId="{8DA00758-E9EA-46E0-9560-FC789A23BA68}" destId="{F1B7D80C-C58E-4617-BB93-9E0C353C7C8A}" srcOrd="1" destOrd="0" presId="urn:microsoft.com/office/officeart/2005/8/layout/orgChart1"/>
    <dgm:cxn modelId="{6BEDBCCE-14E2-4B27-8A9B-AC82B47EBE80}" type="presParOf" srcId="{8DA00758-E9EA-46E0-9560-FC789A23BA68}" destId="{742FA9CE-DDBC-47B3-B4C2-EBACB5DADF72}" srcOrd="2" destOrd="0" presId="urn:microsoft.com/office/officeart/2005/8/layout/orgChart1"/>
    <dgm:cxn modelId="{CC8D7ED8-6B74-43EA-8733-DF05485F3CA5}" type="presParOf" srcId="{3EDEFC82-414B-47F5-BDF5-81BEE24B1C6D}" destId="{2C5ED1D6-A790-44DB-A8EE-F573397F5953}" srcOrd="4" destOrd="0" presId="urn:microsoft.com/office/officeart/2005/8/layout/orgChart1"/>
    <dgm:cxn modelId="{DA286382-B916-4071-B5A4-CF466CF1FF81}" type="presParOf" srcId="{3EDEFC82-414B-47F5-BDF5-81BEE24B1C6D}" destId="{875A5C55-3106-4197-80FF-1EF2B299FAD6}" srcOrd="5" destOrd="0" presId="urn:microsoft.com/office/officeart/2005/8/layout/orgChart1"/>
    <dgm:cxn modelId="{402DB8A8-2D75-4688-AA08-CD30F9073273}" type="presParOf" srcId="{875A5C55-3106-4197-80FF-1EF2B299FAD6}" destId="{C8B6127B-3356-481B-9D59-70C255C35DA2}" srcOrd="0" destOrd="0" presId="urn:microsoft.com/office/officeart/2005/8/layout/orgChart1"/>
    <dgm:cxn modelId="{98714431-2641-44EB-AE87-2A4BD7039085}" type="presParOf" srcId="{C8B6127B-3356-481B-9D59-70C255C35DA2}" destId="{B9F5889A-8994-43CA-B7E3-667AAB2B7390}" srcOrd="0" destOrd="0" presId="urn:microsoft.com/office/officeart/2005/8/layout/orgChart1"/>
    <dgm:cxn modelId="{C0DB7716-A31A-491F-94C4-7B215C7D576D}" type="presParOf" srcId="{C8B6127B-3356-481B-9D59-70C255C35DA2}" destId="{ED26A380-25A6-4C59-9E37-B77ADCB8ADB9}" srcOrd="1" destOrd="0" presId="urn:microsoft.com/office/officeart/2005/8/layout/orgChart1"/>
    <dgm:cxn modelId="{8247225C-966B-480D-AAD2-62441068E963}" type="presParOf" srcId="{875A5C55-3106-4197-80FF-1EF2B299FAD6}" destId="{871D623A-2E2F-48AC-B9DC-4FA4F3A4CEB8}" srcOrd="1" destOrd="0" presId="urn:microsoft.com/office/officeart/2005/8/layout/orgChart1"/>
    <dgm:cxn modelId="{B8DF6805-2853-4A8C-81A7-25F1832BD824}" type="presParOf" srcId="{875A5C55-3106-4197-80FF-1EF2B299FAD6}" destId="{FDB1DA6C-253C-442B-BB5C-5090CD2C0D9B}" srcOrd="2" destOrd="0" presId="urn:microsoft.com/office/officeart/2005/8/layout/orgChart1"/>
    <dgm:cxn modelId="{EE435205-14F7-44F0-9D95-E8EB10F1162C}" type="presParOf" srcId="{3EDEFC82-414B-47F5-BDF5-81BEE24B1C6D}" destId="{43028CDB-D870-4F1E-A86B-7FC5076CB301}" srcOrd="6" destOrd="0" presId="urn:microsoft.com/office/officeart/2005/8/layout/orgChart1"/>
    <dgm:cxn modelId="{7DAA3A25-06E9-4D07-A3D1-9E7F94FA2875}" type="presParOf" srcId="{3EDEFC82-414B-47F5-BDF5-81BEE24B1C6D}" destId="{CEC32DCE-963C-42F7-8BEA-EBB0B7479968}" srcOrd="7" destOrd="0" presId="urn:microsoft.com/office/officeart/2005/8/layout/orgChart1"/>
    <dgm:cxn modelId="{7B2E61B2-6A27-49DC-BCEC-A9E89342894B}" type="presParOf" srcId="{CEC32DCE-963C-42F7-8BEA-EBB0B7479968}" destId="{61871B61-B004-46ED-BBDE-83C49E66744B}" srcOrd="0" destOrd="0" presId="urn:microsoft.com/office/officeart/2005/8/layout/orgChart1"/>
    <dgm:cxn modelId="{480649D4-3C89-41B6-B3B0-D20E327DEBAC}" type="presParOf" srcId="{61871B61-B004-46ED-BBDE-83C49E66744B}" destId="{4DB242D4-BC64-4B78-8930-1165E54C5F46}" srcOrd="0" destOrd="0" presId="urn:microsoft.com/office/officeart/2005/8/layout/orgChart1"/>
    <dgm:cxn modelId="{B37C407E-EBD7-4E27-AC9D-9AEDEE7BBD30}" type="presParOf" srcId="{61871B61-B004-46ED-BBDE-83C49E66744B}" destId="{E0EF8DF3-5721-40F0-A66B-ADD796E9C908}" srcOrd="1" destOrd="0" presId="urn:microsoft.com/office/officeart/2005/8/layout/orgChart1"/>
    <dgm:cxn modelId="{8704BB9F-5CA5-4CF6-9BE6-EDD022FA2B95}" type="presParOf" srcId="{CEC32DCE-963C-42F7-8BEA-EBB0B7479968}" destId="{BFF34333-189C-4E65-88DB-E6D0F8F820FA}" srcOrd="1" destOrd="0" presId="urn:microsoft.com/office/officeart/2005/8/layout/orgChart1"/>
    <dgm:cxn modelId="{513EC5D9-90A2-42C0-B689-67F6CE10A7C9}" type="presParOf" srcId="{CEC32DCE-963C-42F7-8BEA-EBB0B7479968}" destId="{86757342-D507-4113-AC4F-85F52D9C04F8}" srcOrd="2" destOrd="0" presId="urn:microsoft.com/office/officeart/2005/8/layout/orgChart1"/>
    <dgm:cxn modelId="{3DD388DD-1C0E-42A9-9DFB-D7154BF02C23}" type="presParOf" srcId="{A0DF5CC1-47B6-4A8E-B74C-A171170665E3}" destId="{9C3B195A-65A1-4195-AB7A-F787E58AB90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8CDB-D870-4F1E-A86B-7FC5076CB301}">
      <dsp:nvSpPr>
        <dsp:cNvPr id="0" name=""/>
        <dsp:cNvSpPr/>
      </dsp:nvSpPr>
      <dsp:spPr>
        <a:xfrm>
          <a:off x="4343286" y="3241192"/>
          <a:ext cx="3401688" cy="393583"/>
        </a:xfrm>
        <a:custGeom>
          <a:avLst/>
          <a:gdLst/>
          <a:ahLst/>
          <a:cxnLst/>
          <a:rect l="0" t="0" r="0" b="0"/>
          <a:pathLst>
            <a:path>
              <a:moveTo>
                <a:pt x="0" y="0"/>
              </a:moveTo>
              <a:lnTo>
                <a:pt x="0" y="196791"/>
              </a:lnTo>
              <a:lnTo>
                <a:pt x="3401688" y="196791"/>
              </a:lnTo>
              <a:lnTo>
                <a:pt x="3401688"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5ED1D6-A790-44DB-A8EE-F573397F5953}">
      <dsp:nvSpPr>
        <dsp:cNvPr id="0" name=""/>
        <dsp:cNvSpPr/>
      </dsp:nvSpPr>
      <dsp:spPr>
        <a:xfrm>
          <a:off x="4343286" y="3241192"/>
          <a:ext cx="1133896" cy="393583"/>
        </a:xfrm>
        <a:custGeom>
          <a:avLst/>
          <a:gdLst/>
          <a:ahLst/>
          <a:cxnLst/>
          <a:rect l="0" t="0" r="0" b="0"/>
          <a:pathLst>
            <a:path>
              <a:moveTo>
                <a:pt x="0" y="0"/>
              </a:moveTo>
              <a:lnTo>
                <a:pt x="0" y="196791"/>
              </a:lnTo>
              <a:lnTo>
                <a:pt x="1133896" y="196791"/>
              </a:lnTo>
              <a:lnTo>
                <a:pt x="1133896"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B5E614-540E-4A29-A560-5AAEA5457E33}">
      <dsp:nvSpPr>
        <dsp:cNvPr id="0" name=""/>
        <dsp:cNvSpPr/>
      </dsp:nvSpPr>
      <dsp:spPr>
        <a:xfrm>
          <a:off x="3209389" y="3241192"/>
          <a:ext cx="1133896" cy="393583"/>
        </a:xfrm>
        <a:custGeom>
          <a:avLst/>
          <a:gdLst/>
          <a:ahLst/>
          <a:cxnLst/>
          <a:rect l="0" t="0" r="0" b="0"/>
          <a:pathLst>
            <a:path>
              <a:moveTo>
                <a:pt x="1133896" y="0"/>
              </a:moveTo>
              <a:lnTo>
                <a:pt x="1133896" y="196791"/>
              </a:lnTo>
              <a:lnTo>
                <a:pt x="0" y="196791"/>
              </a:lnTo>
              <a:lnTo>
                <a:pt x="0"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1EAA82-B988-4D85-8DBC-500ACAD55660}">
      <dsp:nvSpPr>
        <dsp:cNvPr id="0" name=""/>
        <dsp:cNvSpPr/>
      </dsp:nvSpPr>
      <dsp:spPr>
        <a:xfrm>
          <a:off x="941597" y="3241192"/>
          <a:ext cx="3401688" cy="393583"/>
        </a:xfrm>
        <a:custGeom>
          <a:avLst/>
          <a:gdLst/>
          <a:ahLst/>
          <a:cxnLst/>
          <a:rect l="0" t="0" r="0" b="0"/>
          <a:pathLst>
            <a:path>
              <a:moveTo>
                <a:pt x="3401688" y="0"/>
              </a:moveTo>
              <a:lnTo>
                <a:pt x="3401688" y="196791"/>
              </a:lnTo>
              <a:lnTo>
                <a:pt x="0" y="196791"/>
              </a:lnTo>
              <a:lnTo>
                <a:pt x="0"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DA9C2-D4CD-423C-98DD-DE735B1FEC85}">
      <dsp:nvSpPr>
        <dsp:cNvPr id="0" name=""/>
        <dsp:cNvSpPr/>
      </dsp:nvSpPr>
      <dsp:spPr>
        <a:xfrm>
          <a:off x="3301582" y="1828751"/>
          <a:ext cx="2083407" cy="1412441"/>
        </a:xfrm>
        <a:prstGeom prst="rect">
          <a:avLst/>
        </a:prstGeom>
        <a:solidFill>
          <a:schemeClr val="accent1">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Number</a:t>
          </a:r>
        </a:p>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&lt;abstract&gt;</a:t>
          </a:r>
        </a:p>
      </dsp:txBody>
      <dsp:txXfrm>
        <a:off x="3301582" y="1828751"/>
        <a:ext cx="2083407" cy="1412441"/>
      </dsp:txXfrm>
    </dsp:sp>
    <dsp:sp modelId="{72D2C682-B704-4A88-B2B7-74A7B6F42D17}">
      <dsp:nvSpPr>
        <dsp:cNvPr id="0" name=""/>
        <dsp:cNvSpPr/>
      </dsp:nvSpPr>
      <dsp:spPr>
        <a:xfrm>
          <a:off x="4493"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Integer</a:t>
          </a:r>
        </a:p>
      </dsp:txBody>
      <dsp:txXfrm>
        <a:off x="4493" y="3634776"/>
        <a:ext cx="1874208" cy="937104"/>
      </dsp:txXfrm>
    </dsp:sp>
    <dsp:sp modelId="{C20FF222-F09E-43A9-B7DA-1C55D662DC3D}">
      <dsp:nvSpPr>
        <dsp:cNvPr id="0" name=""/>
        <dsp:cNvSpPr/>
      </dsp:nvSpPr>
      <dsp:spPr>
        <a:xfrm>
          <a:off x="2272285"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Double</a:t>
          </a:r>
        </a:p>
      </dsp:txBody>
      <dsp:txXfrm>
        <a:off x="2272285" y="3634776"/>
        <a:ext cx="1874208" cy="937104"/>
      </dsp:txXfrm>
    </dsp:sp>
    <dsp:sp modelId="{B9F5889A-8994-43CA-B7E3-667AAB2B7390}">
      <dsp:nvSpPr>
        <dsp:cNvPr id="0" name=""/>
        <dsp:cNvSpPr/>
      </dsp:nvSpPr>
      <dsp:spPr>
        <a:xfrm>
          <a:off x="4540077"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Short</a:t>
          </a:r>
        </a:p>
      </dsp:txBody>
      <dsp:txXfrm>
        <a:off x="4540077" y="3634776"/>
        <a:ext cx="1874208" cy="937104"/>
      </dsp:txXfrm>
    </dsp:sp>
    <dsp:sp modelId="{4DB242D4-BC64-4B78-8930-1165E54C5F46}">
      <dsp:nvSpPr>
        <dsp:cNvPr id="0" name=""/>
        <dsp:cNvSpPr/>
      </dsp:nvSpPr>
      <dsp:spPr>
        <a:xfrm>
          <a:off x="6807870"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Byte</a:t>
          </a:r>
        </a:p>
      </dsp:txBody>
      <dsp:txXfrm>
        <a:off x="6807870" y="3634776"/>
        <a:ext cx="1874208" cy="93710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55725" y="8613775"/>
            <a:ext cx="54260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191" tIns="45596" rIns="91191" bIns="45596"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buFont typeface="Arial" panose="020B0604020202020204" pitchFamily="34" charset="0"/>
              <a:buNone/>
              <a:defRPr/>
            </a:pPr>
            <a:r>
              <a:rPr lang="en-US" altLang="en-US" sz="1200">
                <a:latin typeface="Tahoma" panose="020B0604030504040204" pitchFamily="34" charset="0"/>
              </a:rPr>
              <a:t>©A+ Computer Science     www.apluscompsci.com                 </a:t>
            </a:r>
            <a:fld id="{77B7E586-1463-4EF8-8F26-543236E3D625}" type="slidenum">
              <a:rPr lang="en-US" altLang="en-US" sz="1200" smtClean="0">
                <a:latin typeface="Tahoma" panose="020B0604030504040204" pitchFamily="34" charset="0"/>
              </a:rPr>
              <a:pPr algn="r">
                <a:buFont typeface="Arial" panose="020B0604020202020204" pitchFamily="34" charset="0"/>
                <a:buNone/>
                <a:defRPr/>
              </a:pPr>
              <a:t>‹#›</a:t>
            </a:fld>
            <a:endParaRPr lang="en-US" altLang="en-US"/>
          </a:p>
        </p:txBody>
      </p:sp>
    </p:spTree>
    <p:extLst>
      <p:ext uri="{BB962C8B-B14F-4D97-AF65-F5344CB8AC3E}">
        <p14:creationId xmlns:p14="http://schemas.microsoft.com/office/powerpoint/2010/main" val="2788700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Abstract Classes are used to create hierarchies of classes.   Abstract classes are used to setup future classes.</a:t>
            </a:r>
          </a:p>
          <a:p>
            <a:r>
              <a:rPr lang="en-US" altLang="en-US" sz="1600"/>
              <a:t>An abstract class can not be instantiated.  </a:t>
            </a:r>
          </a:p>
        </p:txBody>
      </p:sp>
    </p:spTree>
    <p:extLst>
      <p:ext uri="{BB962C8B-B14F-4D97-AF65-F5344CB8AC3E}">
        <p14:creationId xmlns:p14="http://schemas.microsoft.com/office/powerpoint/2010/main" val="3918140577"/>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Abstract Classes are used to create hierarchies of classes.   Abstract classes are used to setup future classes.</a:t>
            </a:r>
          </a:p>
          <a:p>
            <a:r>
              <a:rPr lang="en-US" altLang="en-US" sz="1600"/>
              <a:t>An abstract class can not be instantiated.  </a:t>
            </a:r>
          </a:p>
        </p:txBody>
      </p:sp>
    </p:spTree>
    <p:extLst>
      <p:ext uri="{BB962C8B-B14F-4D97-AF65-F5344CB8AC3E}">
        <p14:creationId xmlns:p14="http://schemas.microsoft.com/office/powerpoint/2010/main" val="3877825565"/>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example, Mammal is the abstract class.  You would never have just a Mammal.  For instance, you would not walk outside and go “Hey, look at that Mammal!”  Mammal would be used to create something more specific, like a Dog, Human, or Whale.</a:t>
            </a:r>
          </a:p>
        </p:txBody>
      </p:sp>
    </p:spTree>
    <p:extLst>
      <p:ext uri="{BB962C8B-B14F-4D97-AF65-F5344CB8AC3E}">
        <p14:creationId xmlns:p14="http://schemas.microsoft.com/office/powerpoint/2010/main" val="2557382608"/>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All abstract methods in the Abstract class must be implemented by the sub class extending the abstract class.</a:t>
            </a:r>
          </a:p>
          <a:p>
            <a:r>
              <a:rPr lang="en-US" altLang="en-US" sz="1600"/>
              <a:t>This process is very similar to implementing an interface.   When implementing an interface, all abstract methods in the interface must be implemented in the class.  All methods in an interface are Abstract.</a:t>
            </a:r>
          </a:p>
        </p:txBody>
      </p:sp>
    </p:spTree>
    <p:extLst>
      <p:ext uri="{BB962C8B-B14F-4D97-AF65-F5344CB8AC3E}">
        <p14:creationId xmlns:p14="http://schemas.microsoft.com/office/powerpoint/2010/main" val="2447275374"/>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Monster is an abstract class.   </a:t>
            </a:r>
          </a:p>
          <a:p>
            <a:r>
              <a:rPr lang="en-US" altLang="en-US" sz="1600">
                <a:latin typeface="Courier New" panose="02070309020205020404" pitchFamily="49" charset="0"/>
              </a:rPr>
              <a:t>Monster x = new Monster();</a:t>
            </a:r>
            <a:r>
              <a:rPr lang="en-US" altLang="en-US" sz="1600"/>
              <a:t>   	//illegal</a:t>
            </a:r>
          </a:p>
          <a:p>
            <a:r>
              <a:rPr lang="en-US" altLang="en-US" sz="1600">
                <a:latin typeface="Courier New" panose="02070309020205020404" pitchFamily="49" charset="0"/>
              </a:rPr>
              <a:t>Monster y = new Ghost();</a:t>
            </a:r>
            <a:r>
              <a:rPr lang="en-US" altLang="en-US" sz="1600"/>
              <a:t>  	 //legal</a:t>
            </a:r>
          </a:p>
          <a:p>
            <a:r>
              <a:rPr lang="en-US" altLang="en-US" sz="1600"/>
              <a:t>Monster cannot be instantiated.</a:t>
            </a:r>
          </a:p>
          <a:p>
            <a:r>
              <a:rPr lang="en-US" altLang="en-US" sz="1600"/>
              <a:t>Monster contains one abstract method, method </a:t>
            </a:r>
            <a:r>
              <a:rPr lang="en-US" altLang="en-US" sz="1600">
                <a:latin typeface="Courier New" panose="02070309020205020404" pitchFamily="49" charset="0"/>
              </a:rPr>
              <a:t>talk();</a:t>
            </a:r>
          </a:p>
          <a:p>
            <a:r>
              <a:rPr lang="en-US" altLang="en-US" sz="1600"/>
              <a:t>The assumption is that all Monsters will have a name and name related methods.  Also, it is assumed that all Monsters will talk.  </a:t>
            </a:r>
            <a:br>
              <a:rPr lang="en-US" altLang="en-US" sz="1600"/>
            </a:br>
            <a:r>
              <a:rPr lang="en-US" altLang="en-US" sz="1600"/>
              <a:t>There is no way to know at the Monster level what exactly a particular type of Monster will say.  The </a:t>
            </a:r>
            <a:r>
              <a:rPr lang="en-US" altLang="en-US" sz="1600">
                <a:latin typeface="Courier New" panose="02070309020205020404" pitchFamily="49" charset="0"/>
              </a:rPr>
              <a:t>talk()</a:t>
            </a:r>
            <a:r>
              <a:rPr lang="en-US" altLang="en-US" sz="1600"/>
              <a:t> method is abstract because it makes no sense it implement </a:t>
            </a:r>
            <a:r>
              <a:rPr lang="en-US" altLang="en-US" sz="1600">
                <a:latin typeface="Courier New" panose="02070309020205020404" pitchFamily="49" charset="0"/>
              </a:rPr>
              <a:t>talk()</a:t>
            </a:r>
            <a:r>
              <a:rPr lang="en-US" altLang="en-US" sz="1600"/>
              <a:t> at the Monster level.  It makes more sense to write </a:t>
            </a:r>
            <a:r>
              <a:rPr lang="en-US" altLang="en-US" sz="1600">
                <a:latin typeface="Courier New" panose="02070309020205020404" pitchFamily="49" charset="0"/>
              </a:rPr>
              <a:t>talk()</a:t>
            </a:r>
            <a:r>
              <a:rPr lang="en-US" altLang="en-US" sz="1600"/>
              <a:t> for each specific Monster as each specific Monster will say something specific.</a:t>
            </a:r>
          </a:p>
        </p:txBody>
      </p:sp>
    </p:spTree>
    <p:extLst>
      <p:ext uri="{BB962C8B-B14F-4D97-AF65-F5344CB8AC3E}">
        <p14:creationId xmlns:p14="http://schemas.microsoft.com/office/powerpoint/2010/main" val="667894714"/>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Each Monster will say something specific.  A Ghost will say something different than a Werewolf and a Yetti will say something different from a Vampire.</a:t>
            </a:r>
          </a:p>
          <a:p>
            <a:r>
              <a:rPr lang="en-US" altLang="en-US" sz="1600"/>
              <a:t>Thus, the </a:t>
            </a:r>
            <a:r>
              <a:rPr lang="en-US" altLang="en-US" sz="1600">
                <a:latin typeface="Courier New" panose="02070309020205020404" pitchFamily="49" charset="0"/>
              </a:rPr>
              <a:t>talk()</a:t>
            </a:r>
            <a:r>
              <a:rPr lang="en-US" altLang="en-US" sz="1600"/>
              <a:t> method is abstract as it will be written in each of the specific Monsters in a way specific to each Monster.</a:t>
            </a:r>
          </a:p>
        </p:txBody>
      </p:sp>
    </p:spTree>
    <p:extLst>
      <p:ext uri="{BB962C8B-B14F-4D97-AF65-F5344CB8AC3E}">
        <p14:creationId xmlns:p14="http://schemas.microsoft.com/office/powerpoint/2010/main" val="1518536189"/>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Vampire is a Monster, but it is a Monster that talks in its own specific way.</a:t>
            </a:r>
          </a:p>
          <a:p>
            <a:r>
              <a:rPr lang="en-US" altLang="en-US" sz="1600"/>
              <a:t>A Vampire says “I want to drink your blood!”.</a:t>
            </a:r>
          </a:p>
        </p:txBody>
      </p:sp>
    </p:spTree>
    <p:extLst>
      <p:ext uri="{BB962C8B-B14F-4D97-AF65-F5344CB8AC3E}">
        <p14:creationId xmlns:p14="http://schemas.microsoft.com/office/powerpoint/2010/main" val="2567832369"/>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Ghost is a Monster, but it is a Monster that talks in its own specific way.</a:t>
            </a:r>
          </a:p>
          <a:p>
            <a:r>
              <a:rPr lang="en-US" altLang="en-US" sz="1600"/>
              <a:t>A Ghost says “Where did I go?”.</a:t>
            </a:r>
          </a:p>
          <a:p>
            <a:endParaRPr lang="en-US" altLang="en-US"/>
          </a:p>
        </p:txBody>
      </p:sp>
    </p:spTree>
    <p:extLst>
      <p:ext uri="{BB962C8B-B14F-4D97-AF65-F5344CB8AC3E}">
        <p14:creationId xmlns:p14="http://schemas.microsoft.com/office/powerpoint/2010/main" val="3217309806"/>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Ghost is a Monster, but it is a Monster that talks in its own specific way.</a:t>
            </a:r>
          </a:p>
          <a:p>
            <a:r>
              <a:rPr lang="en-US" altLang="en-US" sz="1600"/>
              <a:t>A Ghost says “Where did I go?”.</a:t>
            </a:r>
          </a:p>
          <a:p>
            <a:endParaRPr lang="en-US" altLang="en-US"/>
          </a:p>
        </p:txBody>
      </p:sp>
    </p:spTree>
    <p:extLst>
      <p:ext uri="{BB962C8B-B14F-4D97-AF65-F5344CB8AC3E}">
        <p14:creationId xmlns:p14="http://schemas.microsoft.com/office/powerpoint/2010/main" val="379081231"/>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example, Monster is the abstract class.  You would never have just a Monster.  Monster would be used to create something more specific.</a:t>
            </a:r>
          </a:p>
          <a:p>
            <a:r>
              <a:rPr lang="en-US" altLang="en-US" sz="1600"/>
              <a:t>A Vampire is a specific type of Monster.</a:t>
            </a:r>
          </a:p>
          <a:p>
            <a:r>
              <a:rPr lang="en-US" altLang="en-US" sz="1600"/>
              <a:t>A Ghost is a specific type of Monster.</a:t>
            </a:r>
          </a:p>
          <a:p>
            <a:r>
              <a:rPr lang="en-US" altLang="en-US" sz="1600"/>
              <a:t>A Witch is a specific type of Monster.</a:t>
            </a:r>
          </a:p>
          <a:p>
            <a:r>
              <a:rPr lang="en-US" altLang="en-US" sz="1600"/>
              <a:t>A Skeleton is a specific type of Monster.</a:t>
            </a:r>
          </a:p>
          <a:p>
            <a:r>
              <a:rPr lang="en-US" altLang="en-US" sz="1600"/>
              <a:t>A Sasquatch is a specific type of Monster.</a:t>
            </a:r>
          </a:p>
          <a:p>
            <a:r>
              <a:rPr lang="en-US" altLang="en-US" sz="1600"/>
              <a:t>A Student is a specific type of Monster.</a:t>
            </a:r>
          </a:p>
          <a:p>
            <a:endParaRPr lang="en-US" altLang="en-US" sz="1600"/>
          </a:p>
          <a:p>
            <a:endParaRPr lang="en-US" altLang="en-US"/>
          </a:p>
        </p:txBody>
      </p:sp>
    </p:spTree>
    <p:extLst>
      <p:ext uri="{BB962C8B-B14F-4D97-AF65-F5344CB8AC3E}">
        <p14:creationId xmlns:p14="http://schemas.microsoft.com/office/powerpoint/2010/main" val="4150044213"/>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section of code, random Monsters are loaded into the monsters array.   Monsters is an array of Monster references.  Monsters can refer to any type of Monster.   Vampire, Witch, and Ghost extend Monster; thus, they are Monster Objects.</a:t>
            </a:r>
          </a:p>
        </p:txBody>
      </p:sp>
    </p:spTree>
    <p:extLst>
      <p:ext uri="{BB962C8B-B14F-4D97-AF65-F5344CB8AC3E}">
        <p14:creationId xmlns:p14="http://schemas.microsoft.com/office/powerpoint/2010/main" val="2534898191"/>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The </a:t>
            </a:r>
            <a:r>
              <a:rPr lang="en-US" altLang="en-US" sz="1600">
                <a:latin typeface="Courier New" panose="02070309020205020404" pitchFamily="49" charset="0"/>
              </a:rPr>
              <a:t>monstersTalk()</a:t>
            </a:r>
            <a:r>
              <a:rPr lang="en-US" altLang="en-US" sz="1600"/>
              <a:t> method will make each Monster talk.  Java does not need to know which type of Monster each reference refers to.  Java knows that each reference is a Monster and that Monster has a </a:t>
            </a:r>
            <a:r>
              <a:rPr lang="en-US" altLang="en-US" sz="1600">
                <a:latin typeface="Courier New" panose="02070309020205020404" pitchFamily="49" charset="0"/>
              </a:rPr>
              <a:t>talk()</a:t>
            </a:r>
            <a:r>
              <a:rPr lang="en-US" altLang="en-US" sz="1600"/>
              <a:t> method.   Java will dynamically call the appropriate Monster </a:t>
            </a:r>
            <a:r>
              <a:rPr lang="en-US" altLang="en-US" sz="1600">
                <a:latin typeface="Courier New" panose="02070309020205020404" pitchFamily="49" charset="0"/>
              </a:rPr>
              <a:t>talk()</a:t>
            </a:r>
            <a:r>
              <a:rPr lang="en-US" altLang="en-US" sz="1600"/>
              <a:t> for each Monster at run-time.  This is a very good example of dynamic binding.</a:t>
            </a:r>
          </a:p>
        </p:txBody>
      </p:sp>
    </p:spTree>
    <p:extLst>
      <p:ext uri="{BB962C8B-B14F-4D97-AF65-F5344CB8AC3E}">
        <p14:creationId xmlns:p14="http://schemas.microsoft.com/office/powerpoint/2010/main" val="9448531"/>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2960871642"/>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3279068923"/>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3195681971"/>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2203654982"/>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803194708"/>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322241460"/>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endParaRPr lang="en-US" dirty="0"/>
          </a:p>
        </p:txBody>
      </p:sp>
    </p:spTree>
    <p:extLst>
      <p:ext uri="{BB962C8B-B14F-4D97-AF65-F5344CB8AC3E}">
        <p14:creationId xmlns:p14="http://schemas.microsoft.com/office/powerpoint/2010/main" val="4047835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endParaRPr lang="en-US" dirty="0"/>
          </a:p>
        </p:txBody>
      </p:sp>
    </p:spTree>
    <p:extLst>
      <p:ext uri="{BB962C8B-B14F-4D97-AF65-F5344CB8AC3E}">
        <p14:creationId xmlns:p14="http://schemas.microsoft.com/office/powerpoint/2010/main" val="4048588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2284263781"/>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1690613836"/>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908987154"/>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9ADC5FA8-C370-424E-A8B4-D43D735C8C0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3826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41F77CA3-9BF6-445F-9289-19F3FDE7A77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46945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CC461D0B-CAE4-4634-B87C-E9BE2FEE57B3}"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757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70E3F603-019E-4E1E-BA4F-B95A1645CB6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338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F3D9637-DF2A-4782-A2E2-F007EC1952F7}" type="slidenum">
              <a:rPr lang="en-US" altLang="en-US"/>
              <a:pPr>
                <a:defRPr/>
              </a:pPr>
              <a:t>‹#›</a:t>
            </a:fld>
            <a:endParaRPr lang="en-US" altLang="en-US"/>
          </a:p>
        </p:txBody>
      </p:sp>
      <p:sp>
        <p:nvSpPr>
          <p:cNvPr id="9"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3382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24EAB6D4-AB6F-4FA1-9E7B-40962469D65B}" type="slidenum">
              <a:rPr lang="en-US" altLang="en-US"/>
              <a:pPr>
                <a:defRPr/>
              </a:pPr>
              <a:t>‹#›</a:t>
            </a:fld>
            <a:endParaRPr lang="en-US" altLang="en-US"/>
          </a:p>
        </p:txBody>
      </p:sp>
      <p:sp>
        <p:nvSpPr>
          <p:cNvPr id="5"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2117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E9AEF6E1-39D0-4D60-9B29-5A6FC36EBE14}" type="slidenum">
              <a:rPr lang="en-US" altLang="en-US"/>
              <a:pPr>
                <a:defRPr/>
              </a:pPr>
              <a:t>‹#›</a:t>
            </a:fld>
            <a:endParaRPr lang="en-US" altLang="en-US"/>
          </a:p>
        </p:txBody>
      </p:sp>
      <p:sp>
        <p:nvSpPr>
          <p:cNvPr id="4"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8564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931E5A9F-81C1-4BF2-8633-21FEF327667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4433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AF2A8D0-9739-4656-AEB3-A01AE03BDDA7}"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6169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A9971D4C-366A-45D9-96EC-25C7D40EB64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92417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0EC4CB99-451D-4679-8871-51DC7392039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4279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9B792-B7B5-4700-950D-AD044E3A1B9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4206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B95F4B1-F05C-4E03-B56F-E24E038148F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10570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5F7EECD-7253-4DAF-ACB2-4C3E2F111A6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9565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588D33E7-4EE3-4FE7-8787-DC4740A1ABF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5873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6BC5FB5F-7883-42CF-B88D-FB34EAEE36A7}"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31604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BC9D030C-6B50-4549-A747-CBCC28EB0021}"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35957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851E6AF2-BCE6-40BE-A3A1-EF5A153B0628}"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35765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98B03902-10E7-493A-BC50-F2DE6CEB9B2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452698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CB28AB-E4B6-4221-A475-9B8056CA548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11949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2E1FC80-DE79-479F-A471-C9975695589B}"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94640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5548B48-0E00-4A58-BECD-563BE1558A0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30833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7F6AEFC0-842D-43A4-B6FC-1713D89CB703}"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906384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C42829C-1BA6-41A4-9983-4CD415D2FB1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35988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CD661FA-2DFC-4847-8CE6-347EFCD7647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1057542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553B4C-55EE-44A1-B46B-033F697BC6A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12978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D371D0F-EF7E-4F86-A143-8AC6D4C44BB0}"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07890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D87D990-FBAE-412B-91AF-3A62BA8468E4}"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07057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95D9F4-52BA-49F5-BE3E-3E8358A59C3D}"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244024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9C731CE-C56E-44EF-8FA8-5B57C9387DC2}"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74160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F93010C1-3040-4677-B6FE-429DA93E3A16}"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321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2C9F7-BC98-41C8-9AE2-4FB6C76A50C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3329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3050A8E-4EB9-4382-A706-A712933E59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72614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3FDB985-4E13-45A0-80BD-6156CADF0CD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75061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1B50271-BD60-45BB-9309-C1751F15E41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9172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8A014CD-7BC8-49DD-AF28-2D44B7AC9A9D}"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02178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E70AC9E4-4D5B-4486-AD04-64B1E7B83597}"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772542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E437B79C-22E7-4B4A-968B-04649900D463}"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820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649E93DF-3CBC-46D1-9AD2-0E6E183D2840}"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1352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51D00532-049D-4324-B262-2B41E1C57DBC}"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34497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A055BD-6210-4F27-8352-D9C1E9A4AE1C}"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87632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9B7DA1C-4115-483C-B184-24E0F462F02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774774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7BF0AF3-DF95-4ECF-A328-E076119A9C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87031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733F2CE-BD94-4C9D-BCAC-840E6434619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55887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468F5E5A-548B-4A1B-A350-CF5BAB6A60C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734807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1F18FDD-536D-42DD-AAB9-38E0C061B0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341610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E2B566D-D608-48C4-BF47-C6A530C9E62C}"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505533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F5A191E7-3506-47CD-933A-29E8B0A621B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525775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333E29F6-780D-466E-914E-FE467DC9B965}"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07630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0C309E8C-9B46-4F7A-A66F-ADF8175F8F86}"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80848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73E0FC03-B032-4B10-A3B4-01A83FD95C5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40075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3E65580C-D68B-4561-8796-79BD12E6BB21}"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19800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61EF5C0-2698-4545-8310-29BE88EBF9F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004428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532D20B6-4999-4D7E-AEA0-E803DDEB2A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78263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1B45943-44CA-45B2-8467-07AB381823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084458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A857C9C-A449-4AD7-B375-09A6D80167D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951672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525B4AE2-43E1-4550-B2CB-E5398BD292F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991894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C210246C-10A8-4BF5-91C2-78D882699030}"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5399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27C1B3AF-AA14-4001-B428-51471F9205EE}"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918827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7"/>
          <p:cNvSpPr>
            <a:spLocks noGrp="1" noChangeArrowheads="1"/>
          </p:cNvSpPr>
          <p:nvPr>
            <p:ph type="sldNum" sz="quarter" idx="11"/>
          </p:nvPr>
        </p:nvSpPr>
        <p:spPr>
          <a:ln/>
        </p:spPr>
        <p:txBody>
          <a:bodyPr/>
          <a:lstStyle>
            <a:lvl1pPr>
              <a:defRPr/>
            </a:lvl1pPr>
          </a:lstStyle>
          <a:p>
            <a:pPr>
              <a:defRPr/>
            </a:pPr>
            <a:fld id="{EB9D66E1-08CD-464F-B6C1-1D838D4D67AC}" type="slidenum">
              <a:rPr lang="en-US" altLang="en-US"/>
              <a:pPr>
                <a:defRPr/>
              </a:pPr>
              <a:t>‹#›</a:t>
            </a:fld>
            <a:endParaRPr lang="en-US" altLang="en-US"/>
          </a:p>
        </p:txBody>
      </p:sp>
      <p:sp>
        <p:nvSpPr>
          <p:cNvPr id="9"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630315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7"/>
          <p:cNvSpPr>
            <a:spLocks noGrp="1" noChangeArrowheads="1"/>
          </p:cNvSpPr>
          <p:nvPr>
            <p:ph type="sldNum" sz="quarter" idx="11"/>
          </p:nvPr>
        </p:nvSpPr>
        <p:spPr>
          <a:ln/>
        </p:spPr>
        <p:txBody>
          <a:bodyPr/>
          <a:lstStyle>
            <a:lvl1pPr>
              <a:defRPr/>
            </a:lvl1pPr>
          </a:lstStyle>
          <a:p>
            <a:pPr>
              <a:defRPr/>
            </a:pPr>
            <a:fld id="{796F1C04-8083-4F62-89EF-2521ECB43EDC}" type="slidenum">
              <a:rPr lang="en-US" altLang="en-US"/>
              <a:pPr>
                <a:defRPr/>
              </a:pPr>
              <a:t>‹#›</a:t>
            </a:fld>
            <a:endParaRPr lang="en-US" altLang="en-US"/>
          </a:p>
        </p:txBody>
      </p:sp>
      <p:sp>
        <p:nvSpPr>
          <p:cNvPr id="5"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81094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7"/>
          <p:cNvSpPr>
            <a:spLocks noGrp="1" noChangeArrowheads="1"/>
          </p:cNvSpPr>
          <p:nvPr>
            <p:ph type="sldNum" sz="quarter" idx="11"/>
          </p:nvPr>
        </p:nvSpPr>
        <p:spPr>
          <a:ln/>
        </p:spPr>
        <p:txBody>
          <a:bodyPr/>
          <a:lstStyle>
            <a:lvl1pPr>
              <a:defRPr/>
            </a:lvl1pPr>
          </a:lstStyle>
          <a:p>
            <a:pPr>
              <a:defRPr/>
            </a:pPr>
            <a:fld id="{3628440D-71B4-48A1-B8AA-2A4A930E295F}" type="slidenum">
              <a:rPr lang="en-US" altLang="en-US"/>
              <a:pPr>
                <a:defRPr/>
              </a:pPr>
              <a:t>‹#›</a:t>
            </a:fld>
            <a:endParaRPr lang="en-US" altLang="en-US"/>
          </a:p>
        </p:txBody>
      </p:sp>
      <p:sp>
        <p:nvSpPr>
          <p:cNvPr id="4"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146B0C9E-CD73-480B-91B7-2340640834E6}"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17041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E61AE376-A336-407F-B408-1BB80E189B8A}"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64934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4B6DB145-DFF4-474F-9D8C-46E311E21EDA}"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6509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9DBE2B3-6239-4831-B5B5-F6329CF37225}"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94250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DD66BBBB-9CD4-4A02-84DD-31E464516816}"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55612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848E82DD-DA66-4C0D-B251-067C06043FA5}"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53594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4AD3FDD2-9B1E-4908-8736-35A723E4EE82}"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47221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86CD41E1-F0F9-47CF-94FB-5712B4BF9FD0}"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087642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3"/>
          <p:cNvSpPr>
            <a:spLocks noGrp="1" noChangeArrowheads="1"/>
          </p:cNvSpPr>
          <p:nvPr>
            <p:ph type="sldNum" sz="quarter" idx="11"/>
          </p:nvPr>
        </p:nvSpPr>
        <p:spPr>
          <a:ln/>
        </p:spPr>
        <p:txBody>
          <a:bodyPr/>
          <a:lstStyle>
            <a:lvl1pPr>
              <a:defRPr/>
            </a:lvl1pPr>
          </a:lstStyle>
          <a:p>
            <a:pPr>
              <a:defRPr/>
            </a:pPr>
            <a:fld id="{3AD5BB0E-7CF2-45BF-B01F-2509A2050AD3}" type="slidenum">
              <a:rPr lang="en-US" altLang="en-US"/>
              <a:pPr>
                <a:defRPr/>
              </a:pPr>
              <a:t>‹#›</a:t>
            </a:fld>
            <a:endParaRPr lang="en-US" altLang="en-US"/>
          </a:p>
        </p:txBody>
      </p:sp>
      <p:sp>
        <p:nvSpPr>
          <p:cNvPr id="9"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174098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3"/>
          <p:cNvSpPr>
            <a:spLocks noGrp="1" noChangeArrowheads="1"/>
          </p:cNvSpPr>
          <p:nvPr>
            <p:ph type="sldNum" sz="quarter" idx="11"/>
          </p:nvPr>
        </p:nvSpPr>
        <p:spPr>
          <a:ln/>
        </p:spPr>
        <p:txBody>
          <a:bodyPr/>
          <a:lstStyle>
            <a:lvl1pPr>
              <a:defRPr/>
            </a:lvl1pPr>
          </a:lstStyle>
          <a:p>
            <a:pPr>
              <a:defRPr/>
            </a:pPr>
            <a:fld id="{28FCBD54-07C8-4B98-8564-BC0D22F3E073}" type="slidenum">
              <a:rPr lang="en-US" altLang="en-US"/>
              <a:pPr>
                <a:defRPr/>
              </a:pPr>
              <a:t>‹#›</a:t>
            </a:fld>
            <a:endParaRPr lang="en-US" altLang="en-US"/>
          </a:p>
        </p:txBody>
      </p:sp>
      <p:sp>
        <p:nvSpPr>
          <p:cNvPr id="5"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04700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3"/>
          <p:cNvSpPr>
            <a:spLocks noGrp="1" noChangeArrowheads="1"/>
          </p:cNvSpPr>
          <p:nvPr>
            <p:ph type="sldNum" sz="quarter" idx="11"/>
          </p:nvPr>
        </p:nvSpPr>
        <p:spPr>
          <a:ln/>
        </p:spPr>
        <p:txBody>
          <a:bodyPr/>
          <a:lstStyle>
            <a:lvl1pPr>
              <a:defRPr/>
            </a:lvl1pPr>
          </a:lstStyle>
          <a:p>
            <a:pPr>
              <a:defRPr/>
            </a:pPr>
            <a:fld id="{F2D1D33E-507B-43F8-96F5-BDCD2808CBDB}" type="slidenum">
              <a:rPr lang="en-US" altLang="en-US"/>
              <a:pPr>
                <a:defRPr/>
              </a:pPr>
              <a:t>‹#›</a:t>
            </a:fld>
            <a:endParaRPr lang="en-US" altLang="en-US"/>
          </a:p>
        </p:txBody>
      </p:sp>
      <p:sp>
        <p:nvSpPr>
          <p:cNvPr id="4"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6254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C32EC66B-41BC-4E6F-98AA-7F3AD673AE78}"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1769644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F860B58D-9D44-4E31-9A12-153E7FCCBB2D}"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25962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A047D58D-F2F4-442D-AFA2-7876C6361890}"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593681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6BB6F1D7-6DF9-4D14-BF3C-9537034128D8}"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373968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25AE6384-7356-4155-AEC3-56D3561EF0AB}"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7073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116E700E-CE38-41D6-9EAF-5841CDAA91D4}"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1378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AAA09A3-E3D5-43DE-B80C-2817E1C91332}"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8352853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AD66B65E-C1BF-478B-8CA5-3B4E3D1FE004}"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594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2"/>
          <p:cNvSpPr>
            <a:spLocks noGrp="1" noChangeArrowheads="1"/>
          </p:cNvSpPr>
          <p:nvPr>
            <p:ph type="sldNum" sz="quarter" idx="11"/>
          </p:nvPr>
        </p:nvSpPr>
        <p:spPr>
          <a:ln/>
        </p:spPr>
        <p:txBody>
          <a:bodyPr/>
          <a:lstStyle>
            <a:lvl1pPr>
              <a:defRPr/>
            </a:lvl1pPr>
          </a:lstStyle>
          <a:p>
            <a:pPr>
              <a:defRPr/>
            </a:pPr>
            <a:fld id="{22CEC328-1180-4C75-A08F-D9D2D78508B9}" type="slidenum">
              <a:rPr lang="en-US" altLang="en-US"/>
              <a:pPr>
                <a:defRPr/>
              </a:pPr>
              <a:t>‹#›</a:t>
            </a:fld>
            <a:endParaRPr lang="en-US" altLang="en-US"/>
          </a:p>
        </p:txBody>
      </p:sp>
      <p:sp>
        <p:nvSpPr>
          <p:cNvPr id="9"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246538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2"/>
          <p:cNvSpPr>
            <a:spLocks noGrp="1" noChangeArrowheads="1"/>
          </p:cNvSpPr>
          <p:nvPr>
            <p:ph type="sldNum" sz="quarter" idx="11"/>
          </p:nvPr>
        </p:nvSpPr>
        <p:spPr>
          <a:ln/>
        </p:spPr>
        <p:txBody>
          <a:bodyPr/>
          <a:lstStyle>
            <a:lvl1pPr>
              <a:defRPr/>
            </a:lvl1pPr>
          </a:lstStyle>
          <a:p>
            <a:pPr>
              <a:defRPr/>
            </a:pPr>
            <a:fld id="{125299AA-3D69-4909-84AD-EDC544CD6657}" type="slidenum">
              <a:rPr lang="en-US" altLang="en-US"/>
              <a:pPr>
                <a:defRPr/>
              </a:pPr>
              <a:t>‹#›</a:t>
            </a:fld>
            <a:endParaRPr lang="en-US" altLang="en-US"/>
          </a:p>
        </p:txBody>
      </p:sp>
      <p:sp>
        <p:nvSpPr>
          <p:cNvPr id="5"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994785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2"/>
          <p:cNvSpPr>
            <a:spLocks noGrp="1" noChangeArrowheads="1"/>
          </p:cNvSpPr>
          <p:nvPr>
            <p:ph type="sldNum" sz="quarter" idx="11"/>
          </p:nvPr>
        </p:nvSpPr>
        <p:spPr>
          <a:ln/>
        </p:spPr>
        <p:txBody>
          <a:bodyPr/>
          <a:lstStyle>
            <a:lvl1pPr>
              <a:defRPr/>
            </a:lvl1pPr>
          </a:lstStyle>
          <a:p>
            <a:pPr>
              <a:defRPr/>
            </a:pPr>
            <a:fld id="{8CFC3AF5-0017-4CEC-AB1B-6A0A12B49859}" type="slidenum">
              <a:rPr lang="en-US" altLang="en-US"/>
              <a:pPr>
                <a:defRPr/>
              </a:pPr>
              <a:t>‹#›</a:t>
            </a:fld>
            <a:endParaRPr lang="en-US" altLang="en-US"/>
          </a:p>
        </p:txBody>
      </p:sp>
      <p:sp>
        <p:nvSpPr>
          <p:cNvPr id="4"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12230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D0A05B03-D322-4884-A55B-3D8A27DA0578}"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7332005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1CD50709-4A2F-440C-8A90-05A6A0A60839}"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5471446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4CAC8CF-E168-407F-B7AC-942D61CF5C08}"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601349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30D44E1-24D9-4C3A-9C70-6C4AA1EAE863}"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51371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DFB6D2C-C1CC-46F4-9923-04762D9162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599965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D8C789B2-8535-4931-A8AB-3AB0187D1B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402825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7F825A39-3063-4B2D-80BE-D2BF1B562F4A}"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43963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1BC1F51F-7361-418E-B19B-B49478CF3CA8}"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73208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FD1A76C0-3667-46D1-A477-0138073865BA}"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2617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FFEE81EF-C2A8-4B25-93A2-7E2008415AA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43029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571CA3A7-5960-484A-B371-95B261D5C327}"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312954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8DA4DA74-AAE1-40B0-90C3-273D1DD3D0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315826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A387A65D-E40F-423C-B022-33542D947C29}"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883395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8CC54853-07A5-4506-A75B-0AAC48203051}"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60352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FA653E93-7DF4-4373-929A-40EF8EC3478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271812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24941772-8D82-404B-9371-D9640828CCD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669531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668B2539-1108-4A0F-B33F-C317DD07B514}"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28906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0D7ACC9C-3570-4175-BE2C-25B05C0DE6A3}"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7870805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02CADFDD-A964-49A7-96DC-8B1211A35A8A}"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8091629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25067C78-5618-44FD-80BB-F879BF0B22A2}"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5369294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7346613E-509A-4EA9-9808-5B57B9244EC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467312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00BEC586-0982-4FAC-BA0C-BDD07953588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763400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C64EB8B1-EDE2-4501-B8F6-C5790BC92D54}"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8440064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79DD588-F37B-4821-8157-AABD8886C7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295667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30FE8753-5ECF-40A9-9042-2CCDFBBAC6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439690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E82B245B-6ECA-4C0C-984C-1604DD00A362}"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0482344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022D1AD-F44C-43EE-B943-88120ABD0BC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704282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614D8B5-A87E-4D86-9683-66D6AD7FD2AF}"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845621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2D7BA20D-AF83-4D4F-AB18-9228F7A6DC15}"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86004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375CBC6F-450A-49D5-B54D-A537D2DB30E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434222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F9AB5460-05DC-4CF7-AE29-94AA49FFD818}"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013735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1C789927-64D9-4D48-A995-5925A89B22DC}"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1325072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56D945-19C4-440D-B9FE-EFC867DCDE31}"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73861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23437BB6-C493-4796-914C-507EC820CBA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301287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4BF7E57-4067-4A24-BA5F-86A4248300B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54752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BE3FB7C-9066-4C22-9222-534A8F5FDF6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022470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01E643A-5D32-43E3-B0A9-673CFA901A0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73748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A17E3908-127A-4778-9F5A-C4D252F0E93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455211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3F9E37A8-5627-4635-BC67-597A743F8FFE}"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631746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513C53B-0596-4671-A687-5F60BA8DEED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40761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5CFD44F-DE07-4A54-A051-4F80167C0079}"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1454427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5202EA6-07FF-4A4F-94BE-6257B9399811}"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562641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3B4505E-1620-49C6-94D9-A0A60FDE39E7}"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8415902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40B840CE-ECC8-40F2-9DD1-E840F2F0415E}"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5028865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104A06F8-E996-41DB-8E0E-5F6719CA005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077871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080C96-D592-4B59-9F9C-6FD98B7CB074}"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103339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DE40936-8C14-4638-B2ED-EE5C6EADA7A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741884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E8913691-8238-43D4-A449-5430EF4AA440}"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1108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9"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A1EDF82-E643-468E-A63F-24FB4B01481D}" type="slidenum">
              <a:rPr lang="en-US" altLang="en-US"/>
              <a:pPr>
                <a:defRPr/>
              </a:pPr>
              <a:t>‹#›</a:t>
            </a:fld>
            <a:endParaRPr lang="en-US" altLang="en-US"/>
          </a:p>
        </p:txBody>
      </p:sp>
      <p:sp>
        <p:nvSpPr>
          <p:cNvPr id="1030" name="Rectangle 7"/>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b="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205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1CF4C48-5A59-4222-8EF1-E39FEDFDF640}" type="slidenum">
              <a:rPr lang="en-US" altLang="en-US"/>
              <a:pPr>
                <a:defRPr/>
              </a:pPr>
              <a:t>‹#›</a:t>
            </a:fld>
            <a:endParaRPr lang="en-US" altLang="en-US"/>
          </a:p>
        </p:txBody>
      </p:sp>
      <p:sp>
        <p:nvSpPr>
          <p:cNvPr id="205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3077"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57C30F5C-EEEE-4875-8747-91BC06EDA252}" type="slidenum">
              <a:rPr lang="en-US" altLang="en-US"/>
              <a:pPr>
                <a:defRPr/>
              </a:pPr>
              <a:t>‹#›</a:t>
            </a:fld>
            <a:endParaRPr lang="en-US" altLang="en-US"/>
          </a:p>
        </p:txBody>
      </p:sp>
      <p:sp>
        <p:nvSpPr>
          <p:cNvPr id="3078"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409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4101"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3158BFB-CF9E-415D-BE1F-20AAFE51ACFE}" type="slidenum">
              <a:rPr lang="en-US" altLang="en-US"/>
              <a:pPr>
                <a:defRPr/>
              </a:pPr>
              <a:t>‹#›</a:t>
            </a:fld>
            <a:endParaRPr lang="en-US" altLang="en-US"/>
          </a:p>
        </p:txBody>
      </p:sp>
      <p:sp>
        <p:nvSpPr>
          <p:cNvPr id="4102"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512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512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FC029CD-02C7-4AA6-B32D-4488CA413E85}" type="slidenum">
              <a:rPr lang="en-US" altLang="en-US"/>
              <a:pPr>
                <a:defRPr/>
              </a:pPr>
              <a:t>‹#›</a:t>
            </a:fld>
            <a:endParaRPr lang="en-US" altLang="en-US"/>
          </a:p>
        </p:txBody>
      </p:sp>
      <p:sp>
        <p:nvSpPr>
          <p:cNvPr id="512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614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8" name="Date Placeholder 6"/>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6149" name="Slide Number Placeholder 7"/>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83EBEBC-EFFB-4463-84CC-23C547C30AE8}" type="slidenum">
              <a:rPr lang="en-US" altLang="en-US"/>
              <a:pPr>
                <a:defRPr/>
              </a:pPr>
              <a:t>‹#›</a:t>
            </a:fld>
            <a:endParaRPr lang="en-US" altLang="en-US"/>
          </a:p>
        </p:txBody>
      </p:sp>
      <p:sp>
        <p:nvSpPr>
          <p:cNvPr id="6150" name="Footer Placeholder 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Date Placeholder 2"/>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7173" name="Slide Number Placeholder 3"/>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1623472-6604-46A2-87E9-1C433E4C05C4}" type="slidenum">
              <a:rPr lang="en-US" altLang="en-US"/>
              <a:pPr>
                <a:defRPr/>
              </a:pPr>
              <a:t>‹#›</a:t>
            </a:fld>
            <a:endParaRPr lang="en-US" altLang="en-US"/>
          </a:p>
        </p:txBody>
      </p:sp>
      <p:sp>
        <p:nvSpPr>
          <p:cNvPr id="7174" name="Footer Placeholder 4"/>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819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Date Placeholder 1"/>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8197" name="Slide Number Placeholder 2"/>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ABF8081-4AED-4AB7-B706-3D2845F801CA}" type="slidenum">
              <a:rPr lang="en-US" altLang="en-US"/>
              <a:pPr>
                <a:defRPr/>
              </a:pPr>
              <a:t>‹#›</a:t>
            </a:fld>
            <a:endParaRPr lang="en-US" altLang="en-US"/>
          </a:p>
        </p:txBody>
      </p:sp>
      <p:sp>
        <p:nvSpPr>
          <p:cNvPr id="8198" name="Footer Placeholder 3"/>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921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220"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9221"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619D895B-E38E-43EA-8B0D-8FF383CF324E}" type="slidenum">
              <a:rPr lang="en-US" altLang="en-US"/>
              <a:pPr>
                <a:defRPr/>
              </a:pPr>
              <a:t>‹#›</a:t>
            </a:fld>
            <a:endParaRPr lang="en-US" altLang="en-US"/>
          </a:p>
        </p:txBody>
      </p:sp>
      <p:sp>
        <p:nvSpPr>
          <p:cNvPr id="9222"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4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4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4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89499C4-01F8-4E0F-9A25-906300722027}" type="slidenum">
              <a:rPr lang="en-US" altLang="en-US"/>
              <a:pPr>
                <a:defRPr/>
              </a:pPr>
              <a:t>‹#›</a:t>
            </a:fld>
            <a:endParaRPr lang="en-US" altLang="en-US"/>
          </a:p>
        </p:txBody>
      </p:sp>
      <p:sp>
        <p:nvSpPr>
          <p:cNvPr id="1024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126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68"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1269"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CFCF6E3-9898-4460-8DE8-58A5E694AB08}" type="slidenum">
              <a:rPr lang="en-US" altLang="en-US"/>
              <a:pPr>
                <a:defRPr/>
              </a:pPr>
              <a:t>‹#›</a:t>
            </a:fld>
            <a:endParaRPr lang="en-US" altLang="en-US"/>
          </a:p>
        </p:txBody>
      </p:sp>
      <p:sp>
        <p:nvSpPr>
          <p:cNvPr id="11270"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29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229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F804A79C-3B67-4512-A4B8-EAA275E02982}" type="slidenum">
              <a:rPr lang="en-US" altLang="en-US"/>
              <a:pPr>
                <a:defRPr/>
              </a:pPr>
              <a:t>‹#›</a:t>
            </a:fld>
            <a:endParaRPr lang="en-US" altLang="en-US"/>
          </a:p>
        </p:txBody>
      </p:sp>
      <p:sp>
        <p:nvSpPr>
          <p:cNvPr id="1229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433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4339" name="WordArt 3"/>
          <p:cNvSpPr>
            <a:spLocks noChangeArrowheads="1" noChangeShapeType="1" noTextEdit="1"/>
          </p:cNvSpPr>
          <p:nvPr/>
        </p:nvSpPr>
        <p:spPr bwMode="auto">
          <a:xfrm>
            <a:off x="685800" y="762000"/>
            <a:ext cx="7696200" cy="3429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static</a:t>
            </a:r>
          </a:p>
        </p:txBody>
      </p:sp>
      <p:sp>
        <p:nvSpPr>
          <p:cNvPr id="14340" name="WordArt 6"/>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80"/>
                </a:solidFill>
                <a:effectLst>
                  <a:outerShdw dist="35921" dir="2700000" algn="ctr" rotWithShape="0">
                    <a:srgbClr val="C0C0C0"/>
                  </a:outerShdw>
                </a:effectLst>
                <a:latin typeface="Impact" panose="020B0806030902050204" pitchFamily="34" charset="0"/>
              </a:rPr>
              <a:t>Lab 23</a:t>
            </a:r>
          </a:p>
        </p:txBody>
      </p:sp>
      <p:pic>
        <p:nvPicPr>
          <p:cNvPr id="14341" name="Picture 7" descr="dd00730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572000"/>
            <a:ext cx="1981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6FA"/>
        </a:solidFill>
        <a:effectLst/>
      </p:bgPr>
    </p:bg>
    <p:spTree>
      <p:nvGrpSpPr>
        <p:cNvPr id="1" name=""/>
        <p:cNvGrpSpPr/>
        <p:nvPr/>
      </p:nvGrpSpPr>
      <p:grpSpPr>
        <a:xfrm>
          <a:off x="0" y="0"/>
          <a:ext cx="0" cy="0"/>
          <a:chOff x="0" y="0"/>
          <a:chExt cx="0" cy="0"/>
        </a:xfrm>
      </p:grpSpPr>
      <p:pic>
        <p:nvPicPr>
          <p:cNvPr id="15362" name="Picture 2"/>
          <p:cNvPicPr>
            <a:picLocks noChangeAspect="1"/>
          </p:cNvPicPr>
          <p:nvPr/>
        </p:nvPicPr>
        <p:blipFill>
          <a:blip r:embed="rId2">
            <a:extLst>
              <a:ext uri="{28A0092B-C50C-407E-A947-70E740481C1C}">
                <a14:useLocalDpi xmlns:a14="http://schemas.microsoft.com/office/drawing/2010/main" val="0"/>
              </a:ext>
            </a:extLst>
          </a:blip>
          <a:srcRect l="12222" t="14445" r="11111" b="9113"/>
          <a:stretch>
            <a:fillRect/>
          </a:stretch>
        </p:blipFill>
        <p:spPr bwMode="auto">
          <a:xfrm>
            <a:off x="152400" y="304800"/>
            <a:ext cx="8915400"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22530" name="Footer Placeholder 1"/>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r>
              <a:rPr lang="en-US" altLang="en-US" sz="800"/>
              <a:t>© A+ Computer Science  -  www.apluscompsci.com</a:t>
            </a:r>
          </a:p>
        </p:txBody>
      </p:sp>
      <p:sp>
        <p:nvSpPr>
          <p:cNvPr id="22531" name="Rectangle 2"/>
          <p:cNvSpPr>
            <a:spLocks noChangeArrowheads="1"/>
          </p:cNvSpPr>
          <p:nvPr/>
        </p:nvSpPr>
        <p:spPr bwMode="auto">
          <a:xfrm>
            <a:off x="381000" y="307975"/>
            <a:ext cx="84582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Arial" panose="020B0604020202020204" pitchFamily="34" charset="0"/>
              </a:rPr>
              <a:t>What are some things that programmers know, but most people don't?</a:t>
            </a:r>
            <a:br>
              <a:rPr lang="en-US" altLang="en-US" sz="2000">
                <a:latin typeface="Arial" panose="020B0604020202020204" pitchFamily="34" charset="0"/>
              </a:rPr>
            </a:br>
            <a:br>
              <a:rPr lang="en-US" altLang="en-US" sz="2000">
                <a:latin typeface="Arial" panose="020B0604020202020204" pitchFamily="34" charset="0"/>
              </a:rPr>
            </a:br>
            <a:endParaRPr lang="en-US" altLang="en-US" sz="2000">
              <a:latin typeface="Arial" panose="020B0604020202020204" pitchFamily="34" charset="0"/>
            </a:endParaRPr>
          </a:p>
          <a:p>
            <a:pPr>
              <a:spcBef>
                <a:spcPct val="0"/>
              </a:spcBef>
              <a:spcAft>
                <a:spcPts val="600"/>
              </a:spcAft>
            </a:pPr>
            <a:r>
              <a:rPr lang="en-US" altLang="en-US" sz="2000">
                <a:latin typeface="Arial" panose="020B0604020202020204" pitchFamily="34" charset="0"/>
              </a:rPr>
              <a:t>Digital content can never be moved, only copied.</a:t>
            </a:r>
          </a:p>
          <a:p>
            <a:pPr>
              <a:spcBef>
                <a:spcPct val="0"/>
              </a:spcBef>
              <a:spcAft>
                <a:spcPts val="600"/>
              </a:spcAft>
            </a:pPr>
            <a:r>
              <a:rPr lang="en-US" altLang="en-US" sz="2000">
                <a:latin typeface="Arial" panose="020B0604020202020204" pitchFamily="34" charset="0"/>
              </a:rPr>
              <a:t>You can never watch or listen to anything on the internet without having it copied to your computer first.</a:t>
            </a:r>
          </a:p>
          <a:p>
            <a:pPr>
              <a:spcBef>
                <a:spcPct val="0"/>
              </a:spcBef>
              <a:spcAft>
                <a:spcPts val="600"/>
              </a:spcAft>
            </a:pPr>
            <a:r>
              <a:rPr lang="en-US" altLang="en-US" sz="2000">
                <a:latin typeface="Arial" panose="020B0604020202020204" pitchFamily="34" charset="0"/>
              </a:rPr>
              <a:t>You cannot password protect a computer from someone who has physical access to it, only encryption works.</a:t>
            </a:r>
          </a:p>
          <a:p>
            <a:pPr>
              <a:spcBef>
                <a:spcPct val="0"/>
              </a:spcBef>
              <a:spcAft>
                <a:spcPts val="600"/>
              </a:spcAft>
            </a:pPr>
            <a:r>
              <a:rPr lang="en-US" altLang="en-US" sz="2000">
                <a:latin typeface="Arial" panose="020B0604020202020204" pitchFamily="34" charset="0"/>
              </a:rPr>
              <a:t>When you empty the trashcan, the files are not deleted.</a:t>
            </a:r>
          </a:p>
          <a:p>
            <a:pPr>
              <a:spcBef>
                <a:spcPct val="0"/>
              </a:spcBef>
              <a:spcAft>
                <a:spcPts val="600"/>
              </a:spcAft>
            </a:pPr>
            <a:r>
              <a:rPr lang="en-US" altLang="en-US" sz="2000">
                <a:latin typeface="Arial" panose="020B0604020202020204" pitchFamily="34" charset="0"/>
              </a:rPr>
              <a:t>When you format your hard drive, the files are not deleted.</a:t>
            </a:r>
          </a:p>
          <a:p>
            <a:pPr>
              <a:spcBef>
                <a:spcPct val="0"/>
              </a:spcBef>
              <a:spcAft>
                <a:spcPts val="600"/>
              </a:spcAft>
            </a:pPr>
            <a:r>
              <a:rPr lang="en-US" altLang="en-US" sz="2000">
                <a:latin typeface="Arial" panose="020B0604020202020204" pitchFamily="34" charset="0"/>
              </a:rPr>
              <a:t>Murphy was right.</a:t>
            </a:r>
          </a:p>
          <a:p>
            <a:pPr>
              <a:spcBef>
                <a:spcPct val="0"/>
              </a:spcBef>
              <a:spcAft>
                <a:spcPts val="600"/>
              </a:spcAft>
            </a:pPr>
            <a:r>
              <a:rPr lang="en-US" altLang="en-US" sz="2000">
                <a:latin typeface="Arial" panose="020B0604020202020204" pitchFamily="34" charset="0"/>
              </a:rPr>
              <a:t>Your desktop computer can run advanced programs for free that used to be available only to big companies for $100,000. Like Unix, virtual machines and SQL servers.</a:t>
            </a:r>
          </a:p>
          <a:p>
            <a:pPr>
              <a:spcBef>
                <a:spcPct val="0"/>
              </a:spcBef>
              <a:spcAft>
                <a:spcPts val="600"/>
              </a:spcAft>
            </a:pPr>
            <a:r>
              <a:rPr lang="en-US" altLang="en-US" sz="2000">
                <a:latin typeface="Arial" panose="020B0604020202020204" pitchFamily="34" charset="0"/>
              </a:rPr>
              <a:t>The Cloud simply means someone else's computer.</a:t>
            </a:r>
          </a:p>
          <a:p>
            <a:pPr>
              <a:spcBef>
                <a:spcPct val="0"/>
              </a:spcBef>
              <a:spcAft>
                <a:spcPts val="600"/>
              </a:spcAft>
            </a:pPr>
            <a:r>
              <a:rPr lang="en-US" altLang="en-US" sz="2000">
                <a:latin typeface="Arial" panose="020B0604020202020204" pitchFamily="34" charset="0"/>
              </a:rPr>
              <a:t>That Office documents are actually ZIP files.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3555" name="WordArt 2"/>
          <p:cNvSpPr>
            <a:spLocks noChangeArrowheads="1" noChangeShapeType="1" noTextEdit="1"/>
          </p:cNvSpPr>
          <p:nvPr/>
        </p:nvSpPr>
        <p:spPr bwMode="auto">
          <a:xfrm>
            <a:off x="609600" y="1828800"/>
            <a:ext cx="8077200" cy="1371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3556" name="WordArt 3" descr="Narrow vertical"/>
          <p:cNvSpPr>
            <a:spLocks noChangeArrowheads="1" noChangeShapeType="1" noTextEdit="1"/>
          </p:cNvSpPr>
          <p:nvPr/>
        </p:nvSpPr>
        <p:spPr bwMode="auto">
          <a:xfrm>
            <a:off x="990600" y="4267200"/>
            <a:ext cx="7086600" cy="1219200"/>
          </a:xfrm>
          <a:prstGeom prst="rect">
            <a:avLst/>
          </a:prstGeom>
        </p:spPr>
        <p:txBody>
          <a:bodyPr wrap="none" fromWordArt="1">
            <a:prstTxWarp prst="textCurveUp">
              <a:avLst>
                <a:gd name="adj" fmla="val 40356"/>
              </a:avLst>
            </a:prstTxWarp>
          </a:bodyPr>
          <a:lstStyle/>
          <a:p>
            <a:pPr algn="ctr"/>
            <a:r>
              <a:rPr lang="en-US" sz="3600" kern="10">
                <a:ln w="12700">
                  <a:solidFill>
                    <a:srgbClr val="000000"/>
                  </a:solidFill>
                  <a:round/>
                  <a:headEnd/>
                  <a:tailEnd/>
                </a:ln>
                <a:blipFill dpi="0" rotWithShape="0">
                  <a:blip r:embed="rId2"/>
                  <a:srcRect/>
                  <a:tile tx="0" ty="0" sx="100000" sy="100000" flip="none" algn="tl"/>
                </a:blipFill>
                <a:effectLst>
                  <a:outerShdw dist="45791" dir="2021404" algn="ctr" rotWithShape="0">
                    <a:srgbClr val="808080"/>
                  </a:outerShdw>
                </a:effectLst>
                <a:latin typeface="Arial Black" panose="020B0A04020102020204" pitchFamily="34" charset="0"/>
              </a:rPr>
              <a:t>Polymorphism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4579"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4580" name="Text Box 3"/>
          <p:cNvSpPr txBox="1">
            <a:spLocks noChangeArrowheads="1"/>
          </p:cNvSpPr>
          <p:nvPr/>
        </p:nvSpPr>
        <p:spPr bwMode="auto">
          <a:xfrm>
            <a:off x="990600" y="1371600"/>
            <a:ext cx="730091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Abstract classes are used to</a:t>
            </a:r>
          </a:p>
          <a:p>
            <a:pPr>
              <a:spcBef>
                <a:spcPct val="0"/>
              </a:spcBef>
              <a:buFontTx/>
              <a:buNone/>
            </a:pPr>
            <a:r>
              <a:rPr lang="en-US" altLang="en-US" sz="4000">
                <a:latin typeface="Arial" panose="020B0604020202020204" pitchFamily="34" charset="0"/>
              </a:rPr>
              <a:t>define a class that will be </a:t>
            </a:r>
          </a:p>
          <a:p>
            <a:pPr>
              <a:spcBef>
                <a:spcPct val="0"/>
              </a:spcBef>
              <a:buFontTx/>
              <a:buNone/>
            </a:pPr>
            <a:r>
              <a:rPr lang="en-US" altLang="en-US" sz="4000">
                <a:latin typeface="Arial" panose="020B0604020202020204" pitchFamily="34" charset="0"/>
              </a:rPr>
              <a:t>used only to build new </a:t>
            </a:r>
          </a:p>
          <a:p>
            <a:pPr>
              <a:spcBef>
                <a:spcPct val="0"/>
              </a:spcBef>
              <a:buFontTx/>
              <a:buNone/>
            </a:pPr>
            <a:r>
              <a:rPr lang="en-US" altLang="en-US" sz="4000">
                <a:latin typeface="Arial" panose="020B0604020202020204" pitchFamily="34" charset="0"/>
              </a:rPr>
              <a:t>classes.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No objects will ever be </a:t>
            </a:r>
          </a:p>
          <a:p>
            <a:pPr>
              <a:spcBef>
                <a:spcPct val="0"/>
              </a:spcBef>
              <a:buFontTx/>
              <a:buNone/>
            </a:pPr>
            <a:r>
              <a:rPr lang="en-US" altLang="en-US" sz="4000">
                <a:latin typeface="Arial" panose="020B0604020202020204" pitchFamily="34" charset="0"/>
              </a:rPr>
              <a:t>instantiated from an abstract </a:t>
            </a:r>
          </a:p>
          <a:p>
            <a:pPr>
              <a:spcBef>
                <a:spcPct val="0"/>
              </a:spcBef>
              <a:buFontTx/>
              <a:buNone/>
            </a:pPr>
            <a:r>
              <a:rPr lang="en-US" altLang="en-US" sz="4000">
                <a:latin typeface="Arial" panose="020B0604020202020204" pitchFamily="34" charset="0"/>
              </a:rPr>
              <a:t>class.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rgbClr val="C2FFF0"/>
        </a:solidFill>
        <a:effectLst/>
      </p:bgPr>
    </p:bg>
    <p:spTree>
      <p:nvGrpSpPr>
        <p:cNvPr id="1" name=""/>
        <p:cNvGrpSpPr/>
        <p:nvPr/>
      </p:nvGrpSpPr>
      <p:grpSpPr>
        <a:xfrm>
          <a:off x="0" y="0"/>
          <a:ext cx="0" cy="0"/>
          <a:chOff x="0" y="0"/>
          <a:chExt cx="0" cy="0"/>
        </a:xfrm>
      </p:grpSpPr>
      <p:sp>
        <p:nvSpPr>
          <p:cNvPr id="2662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6627"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6628" name="Text Box 3"/>
          <p:cNvSpPr txBox="1">
            <a:spLocks noChangeArrowheads="1"/>
          </p:cNvSpPr>
          <p:nvPr/>
        </p:nvSpPr>
        <p:spPr bwMode="auto">
          <a:xfrm>
            <a:off x="965200" y="1752600"/>
            <a:ext cx="73152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Abstract methods: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a:latin typeface="Arial" panose="020B0604020202020204" pitchFamily="34" charset="0"/>
              </a:rPr>
              <a:t>public interface Comparable {</a:t>
            </a:r>
          </a:p>
          <a:p>
            <a:pPr>
              <a:spcBef>
                <a:spcPct val="0"/>
              </a:spcBef>
              <a:buFontTx/>
              <a:buNone/>
            </a:pPr>
            <a:endParaRPr lang="en-US" altLang="en-US">
              <a:latin typeface="Arial" panose="020B0604020202020204" pitchFamily="34" charset="0"/>
            </a:endParaRPr>
          </a:p>
          <a:p>
            <a:pPr>
              <a:spcBef>
                <a:spcPct val="0"/>
              </a:spcBef>
              <a:buFontTx/>
              <a:buNone/>
            </a:pPr>
            <a:r>
              <a:rPr lang="en-US" altLang="en-US">
                <a:latin typeface="Arial" panose="020B0604020202020204" pitchFamily="34" charset="0"/>
              </a:rPr>
              <a:t>   public int compareTo(Object obj);</a:t>
            </a:r>
          </a:p>
          <a:p>
            <a:pPr>
              <a:spcBef>
                <a:spcPct val="0"/>
              </a:spcBef>
              <a:buFontTx/>
              <a:buNone/>
            </a:pPr>
            <a:endParaRPr lang="en-US" altLang="en-US">
              <a:latin typeface="Arial" panose="020B0604020202020204" pitchFamily="34" charset="0"/>
            </a:endParaRPr>
          </a:p>
          <a:p>
            <a:pPr>
              <a:spcBef>
                <a:spcPct val="0"/>
              </a:spcBef>
              <a:buFontTx/>
              <a:buNone/>
            </a:pPr>
            <a:r>
              <a:rPr lang="en-US" altLang="en-US">
                <a:latin typeface="Arial" panose="020B06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8675" name="WordArt 2"/>
          <p:cNvSpPr>
            <a:spLocks noChangeArrowheads="1" noChangeShapeType="1" noTextEdit="1"/>
          </p:cNvSpPr>
          <p:nvPr/>
        </p:nvSpPr>
        <p:spPr bwMode="auto">
          <a:xfrm>
            <a:off x="685800" y="381000"/>
            <a:ext cx="7772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Real Abstract Class</a:t>
            </a:r>
          </a:p>
        </p:txBody>
      </p:sp>
      <p:grpSp>
        <p:nvGrpSpPr>
          <p:cNvPr id="2" name="Group 1" descr="Abstract class Mammal is subclassed by concrete classes Human, Whale, and Cow">
            <a:extLst>
              <a:ext uri="{FF2B5EF4-FFF2-40B4-BE49-F238E27FC236}">
                <a16:creationId xmlns:a16="http://schemas.microsoft.com/office/drawing/2014/main" id="{7847C4C3-311B-DAFC-8D6E-237AADE48C1D}"/>
              </a:ext>
            </a:extLst>
          </p:cNvPr>
          <p:cNvGrpSpPr/>
          <p:nvPr/>
        </p:nvGrpSpPr>
        <p:grpSpPr>
          <a:xfrm>
            <a:off x="533400" y="1981200"/>
            <a:ext cx="8001000" cy="3352800"/>
            <a:chOff x="533400" y="1981200"/>
            <a:chExt cx="8001000" cy="3352800"/>
          </a:xfrm>
        </p:grpSpPr>
        <p:sp>
          <p:nvSpPr>
            <p:cNvPr id="28676" name="Rectangle 3"/>
            <p:cNvSpPr>
              <a:spLocks noChangeArrowheads="1"/>
            </p:cNvSpPr>
            <p:nvPr/>
          </p:nvSpPr>
          <p:spPr bwMode="auto">
            <a:xfrm>
              <a:off x="609600" y="1981200"/>
              <a:ext cx="7543800" cy="1143000"/>
            </a:xfrm>
            <a:prstGeom prst="rect">
              <a:avLst/>
            </a:prstGeom>
            <a:solidFill>
              <a:srgbClr val="CCFF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Mammal </a:t>
              </a:r>
              <a:r>
                <a:rPr lang="en-US" altLang="en-US" sz="2800">
                  <a:latin typeface="Arial" panose="020B0604020202020204" pitchFamily="34" charset="0"/>
                </a:rPr>
                <a:t>(abstract class)</a:t>
              </a:r>
            </a:p>
          </p:txBody>
        </p:sp>
        <p:sp>
          <p:nvSpPr>
            <p:cNvPr id="28677" name="Line 4"/>
            <p:cNvSpPr>
              <a:spLocks noChangeShapeType="1"/>
            </p:cNvSpPr>
            <p:nvPr/>
          </p:nvSpPr>
          <p:spPr bwMode="auto">
            <a:xfrm flipV="1">
              <a:off x="1676476" y="3124200"/>
              <a:ext cx="1676356"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8678" name="Rectangle 5"/>
            <p:cNvSpPr>
              <a:spLocks noChangeArrowheads="1"/>
            </p:cNvSpPr>
            <p:nvPr/>
          </p:nvSpPr>
          <p:spPr bwMode="auto">
            <a:xfrm>
              <a:off x="533400" y="4572000"/>
              <a:ext cx="2514600" cy="762000"/>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Human</a:t>
              </a:r>
            </a:p>
          </p:txBody>
        </p:sp>
        <p:sp>
          <p:nvSpPr>
            <p:cNvPr id="28679" name="Rectangle 6"/>
            <p:cNvSpPr>
              <a:spLocks noChangeArrowheads="1"/>
            </p:cNvSpPr>
            <p:nvPr/>
          </p:nvSpPr>
          <p:spPr bwMode="auto">
            <a:xfrm>
              <a:off x="3581400" y="4572000"/>
              <a:ext cx="2209800" cy="762000"/>
            </a:xfrm>
            <a:prstGeom prst="rect">
              <a:avLst/>
            </a:prstGeom>
            <a:solidFill>
              <a:srgbClr val="CCCC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Whale</a:t>
              </a:r>
            </a:p>
          </p:txBody>
        </p:sp>
        <p:sp>
          <p:nvSpPr>
            <p:cNvPr id="28680" name="Line 7"/>
            <p:cNvSpPr>
              <a:spLocks noChangeShapeType="1"/>
            </p:cNvSpPr>
            <p:nvPr/>
          </p:nvSpPr>
          <p:spPr bwMode="auto">
            <a:xfrm flipH="1" flipV="1">
              <a:off x="4419600" y="3124200"/>
              <a:ext cx="304796"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8681" name="Rectangle 8"/>
            <p:cNvSpPr>
              <a:spLocks noChangeArrowheads="1"/>
            </p:cNvSpPr>
            <p:nvPr/>
          </p:nvSpPr>
          <p:spPr bwMode="auto">
            <a:xfrm>
              <a:off x="6400800" y="4572000"/>
              <a:ext cx="2133600" cy="762000"/>
            </a:xfrm>
            <a:prstGeom prst="rect">
              <a:avLst/>
            </a:prstGeom>
            <a:solidFill>
              <a:srgbClr val="FF99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Cow</a:t>
              </a:r>
            </a:p>
          </p:txBody>
        </p:sp>
        <p:sp>
          <p:nvSpPr>
            <p:cNvPr id="28682" name="Line 9"/>
            <p:cNvSpPr>
              <a:spLocks noChangeShapeType="1"/>
            </p:cNvSpPr>
            <p:nvPr/>
          </p:nvSpPr>
          <p:spPr bwMode="auto">
            <a:xfrm flipH="1" flipV="1">
              <a:off x="5714970" y="3124200"/>
              <a:ext cx="1752554"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0723"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30724" name="Text Box 3"/>
          <p:cNvSpPr txBox="1">
            <a:spLocks noChangeArrowheads="1"/>
          </p:cNvSpPr>
          <p:nvPr/>
        </p:nvSpPr>
        <p:spPr bwMode="auto">
          <a:xfrm>
            <a:off x="762000" y="1905000"/>
            <a:ext cx="78486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Any sub class that extends a</a:t>
            </a:r>
          </a:p>
          <a:p>
            <a:pPr>
              <a:spcBef>
                <a:spcPct val="0"/>
              </a:spcBef>
              <a:buFontTx/>
              <a:buNone/>
            </a:pPr>
            <a:r>
              <a:rPr lang="en-US" altLang="en-US" sz="4000">
                <a:latin typeface="Arial" panose="020B0604020202020204" pitchFamily="34" charset="0"/>
              </a:rPr>
              <a:t>super abstract class must </a:t>
            </a:r>
          </a:p>
          <a:p>
            <a:pPr>
              <a:spcBef>
                <a:spcPct val="0"/>
              </a:spcBef>
              <a:buFontTx/>
              <a:buNone/>
            </a:pPr>
            <a:r>
              <a:rPr lang="en-US" altLang="en-US" sz="4000">
                <a:latin typeface="Arial" panose="020B0604020202020204" pitchFamily="34" charset="0"/>
              </a:rPr>
              <a:t>implement all abstract methods in the super class (or be declared abstract itself).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481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4819" name="Text Box 2"/>
          <p:cNvSpPr txBox="1">
            <a:spLocks noChangeArrowheads="1"/>
          </p:cNvSpPr>
          <p:nvPr/>
        </p:nvSpPr>
        <p:spPr bwMode="auto">
          <a:xfrm>
            <a:off x="533400" y="228600"/>
            <a:ext cx="7086600"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Arial" panose="020B0604020202020204" pitchFamily="34" charset="0"/>
              </a:rPr>
              <a:t>public </a:t>
            </a:r>
            <a:r>
              <a:rPr lang="en-US" altLang="en-US" sz="2000">
                <a:solidFill>
                  <a:srgbClr val="0000FF"/>
                </a:solidFill>
                <a:latin typeface="Arial" panose="020B0604020202020204" pitchFamily="34" charset="0"/>
              </a:rPr>
              <a:t>abstract</a:t>
            </a:r>
            <a:r>
              <a:rPr lang="en-US" altLang="en-US" sz="2000">
                <a:latin typeface="Arial" panose="020B0604020202020204" pitchFamily="34" charset="0"/>
              </a:rPr>
              <a:t> class Monster{</a:t>
            </a:r>
          </a:p>
          <a:p>
            <a:pPr>
              <a:spcBef>
                <a:spcPct val="0"/>
              </a:spcBef>
              <a:buFontTx/>
              <a:buNone/>
            </a:pPr>
            <a:r>
              <a:rPr lang="en-US" altLang="en-US" sz="2000">
                <a:latin typeface="Arial" panose="020B0604020202020204" pitchFamily="34" charset="0"/>
              </a:rPr>
              <a:t>   private String myName;</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Monster()   {</a:t>
            </a:r>
          </a:p>
          <a:p>
            <a:pPr>
              <a:spcBef>
                <a:spcPct val="0"/>
              </a:spcBef>
              <a:buFontTx/>
              <a:buNone/>
            </a:pPr>
            <a:r>
              <a:rPr lang="en-US" altLang="en-US" sz="2000">
                <a:latin typeface="Arial" panose="020B0604020202020204" pitchFamily="34" charset="0"/>
              </a:rPr>
              <a:t>      myName ="";</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Monster(String name)   {</a:t>
            </a:r>
          </a:p>
          <a:p>
            <a:pPr>
              <a:spcBef>
                <a:spcPct val="0"/>
              </a:spcBef>
              <a:buFontTx/>
              <a:buNone/>
            </a:pPr>
            <a:r>
              <a:rPr lang="en-US" altLang="en-US" sz="2000">
                <a:latin typeface="Arial" panose="020B0604020202020204" pitchFamily="34" charset="0"/>
              </a:rPr>
              <a:t>       myName =name;</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String getName()   {</a:t>
            </a:r>
          </a:p>
          <a:p>
            <a:pPr>
              <a:spcBef>
                <a:spcPct val="0"/>
              </a:spcBef>
              <a:buFontTx/>
              <a:buNone/>
            </a:pPr>
            <a:r>
              <a:rPr lang="en-US" altLang="en-US" sz="2000">
                <a:latin typeface="Arial" panose="020B0604020202020204" pitchFamily="34" charset="0"/>
              </a:rPr>
              <a:t>      return myName;</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solidFill>
                  <a:schemeClr val="accent2"/>
                </a:solidFill>
                <a:latin typeface="Arial" panose="020B0604020202020204" pitchFamily="34" charset="0"/>
              </a:rPr>
              <a:t>   public abstract void talk( );</a:t>
            </a:r>
          </a:p>
          <a:p>
            <a:pPr>
              <a:spcBef>
                <a:spcPct val="0"/>
              </a:spcBef>
              <a:buFontTx/>
              <a:buNone/>
            </a:pPr>
            <a:endParaRPr lang="en-US" altLang="en-US" sz="2000">
              <a:solidFill>
                <a:schemeClr val="accent2"/>
              </a:solidFill>
              <a:latin typeface="Arial" panose="020B0604020202020204" pitchFamily="34" charset="0"/>
            </a:endParaRPr>
          </a:p>
          <a:p>
            <a:pPr>
              <a:spcBef>
                <a:spcPct val="0"/>
              </a:spcBef>
              <a:buFontTx/>
              <a:buNone/>
            </a:pPr>
            <a:r>
              <a:rPr lang="en-US" altLang="en-US" sz="2000">
                <a:latin typeface="Arial" panose="020B0604020202020204" pitchFamily="34" charset="0"/>
              </a:rPr>
              <a:t>   public String toString() {</a:t>
            </a:r>
          </a:p>
          <a:p>
            <a:pPr>
              <a:spcBef>
                <a:spcPct val="0"/>
              </a:spcBef>
              <a:buFontTx/>
              <a:buNone/>
            </a:pPr>
            <a:r>
              <a:rPr lang="en-US" altLang="en-US" sz="2000">
                <a:latin typeface="Arial" panose="020B0604020202020204" pitchFamily="34" charset="0"/>
              </a:rPr>
              <a:t>      return myName + "\n";</a:t>
            </a:r>
          </a:p>
          <a:p>
            <a:pPr>
              <a:spcBef>
                <a:spcPct val="0"/>
              </a:spcBef>
              <a:buFontTx/>
              <a:buNone/>
            </a:pPr>
            <a:r>
              <a:rPr lang="en-US" altLang="en-US" sz="2000">
                <a:latin typeface="Arial" panose="020B0604020202020204" pitchFamily="34" charset="0"/>
              </a:rPr>
              <a:t>   }</a:t>
            </a:r>
          </a:p>
          <a:p>
            <a:pPr>
              <a:spcBef>
                <a:spcPct val="0"/>
              </a:spcBef>
              <a:buFontTx/>
              <a:buNone/>
            </a:pPr>
            <a:r>
              <a:rPr lang="en-US" altLang="en-US" sz="2000">
                <a:latin typeface="Arial" panose="020B0604020202020204" pitchFamily="34" charset="0"/>
              </a:rPr>
              <a:t>}</a:t>
            </a:r>
          </a:p>
        </p:txBody>
      </p:sp>
      <p:sp>
        <p:nvSpPr>
          <p:cNvPr id="34820" name="WordArt 3"/>
          <p:cNvSpPr>
            <a:spLocks noChangeArrowheads="1" noChangeShapeType="1" noTextEdit="1"/>
          </p:cNvSpPr>
          <p:nvPr/>
        </p:nvSpPr>
        <p:spPr bwMode="auto">
          <a:xfrm>
            <a:off x="5105400" y="304800"/>
            <a:ext cx="3657600" cy="2209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Class</a:t>
            </a:r>
          </a:p>
        </p:txBody>
      </p:sp>
      <p:pic>
        <p:nvPicPr>
          <p:cNvPr id="34821" name="Picture 5" descr="j014155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4953000"/>
            <a:ext cx="1676400"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686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36868" name="Text Box 3"/>
          <p:cNvSpPr txBox="1">
            <a:spLocks noChangeArrowheads="1"/>
          </p:cNvSpPr>
          <p:nvPr/>
        </p:nvSpPr>
        <p:spPr bwMode="auto">
          <a:xfrm>
            <a:off x="762000" y="1905000"/>
            <a:ext cx="7848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Why define talk as abstract?</a:t>
            </a:r>
          </a:p>
          <a:p>
            <a:pPr>
              <a:spcBef>
                <a:spcPct val="0"/>
              </a:spcBef>
              <a:buFontTx/>
              <a:buNone/>
            </a:pPr>
            <a:r>
              <a:rPr lang="en-US" altLang="en-US" sz="4000">
                <a:solidFill>
                  <a:schemeClr val="accent2"/>
                </a:solidFill>
                <a:latin typeface="Arial" panose="020B0604020202020204" pitchFamily="34" charset="0"/>
              </a:rPr>
              <a:t>public abstract void talk( );</a:t>
            </a:r>
          </a:p>
          <a:p>
            <a:pPr>
              <a:spcBef>
                <a:spcPct val="0"/>
              </a:spcBef>
              <a:buFontTx/>
              <a:buNone/>
            </a:pPr>
            <a:endParaRPr lang="en-US" altLang="en-US" sz="2400">
              <a:latin typeface="Arial" panose="020B0604020202020204" pitchFamily="34" charset="0"/>
            </a:endParaRP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4000">
                <a:latin typeface="Arial" panose="020B0604020202020204" pitchFamily="34" charset="0"/>
              </a:rPr>
              <a:t>Does each Monster say</a:t>
            </a:r>
          </a:p>
          <a:p>
            <a:pPr>
              <a:spcBef>
                <a:spcPct val="0"/>
              </a:spcBef>
              <a:buFontTx/>
              <a:buNone/>
            </a:pPr>
            <a:r>
              <a:rPr lang="en-US" altLang="en-US" sz="4000">
                <a:latin typeface="Arial" panose="020B0604020202020204" pitchFamily="34" charset="0"/>
              </a:rPr>
              <a:t>the exact same thing?</a:t>
            </a:r>
          </a:p>
        </p:txBody>
      </p:sp>
      <p:pic>
        <p:nvPicPr>
          <p:cNvPr id="368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4953000"/>
            <a:ext cx="15081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891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8915" name="Text Box 2"/>
          <p:cNvSpPr txBox="1">
            <a:spLocks noChangeArrowheads="1"/>
          </p:cNvSpPr>
          <p:nvPr/>
        </p:nvSpPr>
        <p:spPr bwMode="auto">
          <a:xfrm>
            <a:off x="76200" y="1066800"/>
            <a:ext cx="909955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Vampire extends Monster</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Vampire( String name )</a:t>
            </a:r>
            <a:br>
              <a:rPr lang="en-US" altLang="en-US" sz="2800">
                <a:latin typeface="Arial" panose="020B0604020202020204" pitchFamily="34" charset="0"/>
              </a:rPr>
            </a:b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out.println("Vampire " + getName() + </a:t>
            </a:r>
          </a:p>
          <a:p>
            <a:pPr>
              <a:spcBef>
                <a:spcPct val="0"/>
              </a:spcBef>
              <a:buFontTx/>
              <a:buNone/>
            </a:pPr>
            <a:r>
              <a:rPr lang="en-US" altLang="en-US" sz="2800">
                <a:latin typeface="Arial" panose="020B0604020202020204" pitchFamily="34" charset="0"/>
              </a:rPr>
              <a:t>                         " say \"I want to drink your blood!\"");</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38916" name="WordArt 3"/>
          <p:cNvSpPr>
            <a:spLocks noChangeArrowheads="1" noChangeShapeType="1" noTextEdit="1"/>
          </p:cNvSpPr>
          <p:nvPr/>
        </p:nvSpPr>
        <p:spPr bwMode="auto">
          <a:xfrm>
            <a:off x="4010025" y="33655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38917" name="WordArt 4"/>
          <p:cNvSpPr>
            <a:spLocks noChangeArrowheads="1" noChangeShapeType="1" noTextEdit="1"/>
          </p:cNvSpPr>
          <p:nvPr/>
        </p:nvSpPr>
        <p:spPr bwMode="auto">
          <a:xfrm>
            <a:off x="604838" y="228600"/>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Vampire</a:t>
            </a:r>
          </a:p>
        </p:txBody>
      </p:sp>
      <p:pic>
        <p:nvPicPr>
          <p:cNvPr id="38918" name="Picture 5" descr="bd07606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1143000"/>
            <a:ext cx="151606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096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0963" name="Text Box 2"/>
          <p:cNvSpPr txBox="1">
            <a:spLocks noChangeArrowheads="1"/>
          </p:cNvSpPr>
          <p:nvPr/>
        </p:nvSpPr>
        <p:spPr bwMode="auto">
          <a:xfrm>
            <a:off x="228600" y="1219200"/>
            <a:ext cx="8924925"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Ghost extends Monster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Ghost( String name )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out.println("Ghost " + getName()  </a:t>
            </a:r>
          </a:p>
          <a:p>
            <a:pPr>
              <a:spcBef>
                <a:spcPct val="0"/>
              </a:spcBef>
              <a:buFontTx/>
              <a:buNone/>
            </a:pPr>
            <a:r>
              <a:rPr lang="en-US" altLang="en-US" sz="2800">
                <a:latin typeface="Arial" panose="020B0604020202020204" pitchFamily="34" charset="0"/>
              </a:rPr>
              <a:t>                                + " say \"Where did I go?\"\n\n");</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40964" name="WordArt 3"/>
          <p:cNvSpPr>
            <a:spLocks noChangeArrowheads="1" noChangeShapeType="1" noTextEdit="1"/>
          </p:cNvSpPr>
          <p:nvPr/>
        </p:nvSpPr>
        <p:spPr bwMode="auto">
          <a:xfrm>
            <a:off x="3962400" y="38100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40965" name="WordArt 4"/>
          <p:cNvSpPr>
            <a:spLocks noChangeArrowheads="1" noChangeShapeType="1" noTextEdit="1"/>
          </p:cNvSpPr>
          <p:nvPr/>
        </p:nvSpPr>
        <p:spPr bwMode="auto">
          <a:xfrm>
            <a:off x="228600" y="201613"/>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Ghost</a:t>
            </a:r>
          </a:p>
        </p:txBody>
      </p:sp>
      <p:pic>
        <p:nvPicPr>
          <p:cNvPr id="40966" name="Picture 6" descr="j036188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1471613"/>
            <a:ext cx="1595438"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301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3011" name="Text Box 2"/>
          <p:cNvSpPr txBox="1">
            <a:spLocks noChangeArrowheads="1"/>
          </p:cNvSpPr>
          <p:nvPr/>
        </p:nvSpPr>
        <p:spPr bwMode="auto">
          <a:xfrm>
            <a:off x="228600" y="1143000"/>
            <a:ext cx="8670925"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Witch extends Monster</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Witch( String name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out.println("Witch "+getName()+</a:t>
            </a:r>
          </a:p>
          <a:p>
            <a:pPr>
              <a:spcBef>
                <a:spcPct val="0"/>
              </a:spcBef>
              <a:buFontTx/>
              <a:buNone/>
            </a:pPr>
            <a:r>
              <a:rPr lang="en-US" altLang="en-US" sz="2800">
                <a:latin typeface="Arial" panose="020B0604020202020204" pitchFamily="34" charset="0"/>
              </a:rPr>
              <a:t>                    + " say \"I like to fly on broom!\"\n\n");</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43012" name="WordArt 3"/>
          <p:cNvSpPr>
            <a:spLocks noChangeArrowheads="1" noChangeShapeType="1" noTextEdit="1"/>
          </p:cNvSpPr>
          <p:nvPr/>
        </p:nvSpPr>
        <p:spPr bwMode="auto">
          <a:xfrm>
            <a:off x="4038600" y="31750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43013" name="WordArt 4"/>
          <p:cNvSpPr>
            <a:spLocks noChangeArrowheads="1" noChangeShapeType="1" noTextEdit="1"/>
          </p:cNvSpPr>
          <p:nvPr/>
        </p:nvSpPr>
        <p:spPr bwMode="auto">
          <a:xfrm>
            <a:off x="609600" y="241300"/>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Witch</a:t>
            </a:r>
          </a:p>
        </p:txBody>
      </p:sp>
      <p:pic>
        <p:nvPicPr>
          <p:cNvPr id="43014" name="Picture 2" descr="C:\Users\waj10825\AppData\Local\Microsoft\Windows\Temporary Internet Files\Content.IE5\KZO0HRSM\MC900413704[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8088" y="1143000"/>
            <a:ext cx="2627312"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505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5059"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grpSp>
        <p:nvGrpSpPr>
          <p:cNvPr id="2" name="Group 1" descr="Abstract class Monster is the superclass to concrete classes Vampire, Ghost, and Witch.">
            <a:extLst>
              <a:ext uri="{FF2B5EF4-FFF2-40B4-BE49-F238E27FC236}">
                <a16:creationId xmlns:a16="http://schemas.microsoft.com/office/drawing/2014/main" id="{E7576795-DD02-D7D7-9BA5-52FAFB4211A9}"/>
              </a:ext>
            </a:extLst>
          </p:cNvPr>
          <p:cNvGrpSpPr/>
          <p:nvPr/>
        </p:nvGrpSpPr>
        <p:grpSpPr>
          <a:xfrm>
            <a:off x="609600" y="1981200"/>
            <a:ext cx="7924800" cy="3352800"/>
            <a:chOff x="609600" y="1981200"/>
            <a:chExt cx="7924800" cy="3352800"/>
          </a:xfrm>
        </p:grpSpPr>
        <p:sp>
          <p:nvSpPr>
            <p:cNvPr id="45060" name="Rectangle 3"/>
            <p:cNvSpPr>
              <a:spLocks noChangeArrowheads="1"/>
            </p:cNvSpPr>
            <p:nvPr/>
          </p:nvSpPr>
          <p:spPr bwMode="auto">
            <a:xfrm>
              <a:off x="609600" y="1981200"/>
              <a:ext cx="7543800" cy="1143000"/>
            </a:xfrm>
            <a:prstGeom prst="rect">
              <a:avLst/>
            </a:prstGeom>
            <a:solidFill>
              <a:srgbClr val="CCFF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Monster </a:t>
              </a:r>
              <a:r>
                <a:rPr lang="en-US" altLang="en-US" sz="2800">
                  <a:latin typeface="Arial" panose="020B0604020202020204" pitchFamily="34" charset="0"/>
                </a:rPr>
                <a:t>(abstract class)</a:t>
              </a:r>
            </a:p>
          </p:txBody>
        </p:sp>
        <p:sp>
          <p:nvSpPr>
            <p:cNvPr id="45061" name="Line 4"/>
            <p:cNvSpPr>
              <a:spLocks noChangeShapeType="1"/>
            </p:cNvSpPr>
            <p:nvPr/>
          </p:nvSpPr>
          <p:spPr bwMode="auto">
            <a:xfrm flipV="1">
              <a:off x="1981268" y="3124200"/>
              <a:ext cx="1219132"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45062" name="Rectangle 5"/>
            <p:cNvSpPr>
              <a:spLocks noChangeArrowheads="1"/>
            </p:cNvSpPr>
            <p:nvPr/>
          </p:nvSpPr>
          <p:spPr bwMode="auto">
            <a:xfrm>
              <a:off x="685800" y="4572000"/>
              <a:ext cx="2514600" cy="762000"/>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Vampire</a:t>
              </a:r>
            </a:p>
          </p:txBody>
        </p:sp>
        <p:sp>
          <p:nvSpPr>
            <p:cNvPr id="45063" name="Rectangle 6"/>
            <p:cNvSpPr>
              <a:spLocks noChangeArrowheads="1"/>
            </p:cNvSpPr>
            <p:nvPr/>
          </p:nvSpPr>
          <p:spPr bwMode="auto">
            <a:xfrm>
              <a:off x="3810000" y="4572000"/>
              <a:ext cx="1828800" cy="762000"/>
            </a:xfrm>
            <a:prstGeom prst="rect">
              <a:avLst/>
            </a:prstGeom>
            <a:solidFill>
              <a:srgbClr val="CCCC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Ghost</a:t>
              </a:r>
            </a:p>
          </p:txBody>
        </p:sp>
        <p:sp>
          <p:nvSpPr>
            <p:cNvPr id="45064" name="Line 7"/>
            <p:cNvSpPr>
              <a:spLocks noChangeShapeType="1"/>
            </p:cNvSpPr>
            <p:nvPr/>
          </p:nvSpPr>
          <p:spPr bwMode="auto">
            <a:xfrm flipH="1" flipV="1">
              <a:off x="4419600" y="3124200"/>
              <a:ext cx="304794"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45065" name="Rectangle 8"/>
            <p:cNvSpPr>
              <a:spLocks noChangeArrowheads="1"/>
            </p:cNvSpPr>
            <p:nvPr/>
          </p:nvSpPr>
          <p:spPr bwMode="auto">
            <a:xfrm>
              <a:off x="6019800" y="4572000"/>
              <a:ext cx="2514600" cy="762000"/>
            </a:xfrm>
            <a:prstGeom prst="rect">
              <a:avLst/>
            </a:prstGeom>
            <a:solidFill>
              <a:srgbClr val="FF99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Witch</a:t>
              </a:r>
            </a:p>
          </p:txBody>
        </p:sp>
        <p:sp>
          <p:nvSpPr>
            <p:cNvPr id="45066" name="Line 9"/>
            <p:cNvSpPr>
              <a:spLocks noChangeShapeType="1"/>
            </p:cNvSpPr>
            <p:nvPr/>
          </p:nvSpPr>
          <p:spPr bwMode="auto">
            <a:xfrm flipH="1" flipV="1">
              <a:off x="6172158" y="3124200"/>
              <a:ext cx="1142970"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bwMode="auto">
      <p:bgPr>
        <a:solidFill>
          <a:srgbClr val="DDF3EA"/>
        </a:solidFill>
        <a:effectLst/>
      </p:bgPr>
    </p:bg>
    <p:spTree>
      <p:nvGrpSpPr>
        <p:cNvPr id="1" name=""/>
        <p:cNvGrpSpPr/>
        <p:nvPr/>
      </p:nvGrpSpPr>
      <p:grpSpPr>
        <a:xfrm>
          <a:off x="0" y="0"/>
          <a:ext cx="0" cy="0"/>
          <a:chOff x="0" y="0"/>
          <a:chExt cx="0" cy="0"/>
        </a:xfrm>
      </p:grpSpPr>
      <p:sp>
        <p:nvSpPr>
          <p:cNvPr id="4813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8131" name="Text Box 2"/>
          <p:cNvSpPr txBox="1">
            <a:spLocks noChangeArrowheads="1"/>
          </p:cNvSpPr>
          <p:nvPr/>
        </p:nvSpPr>
        <p:spPr bwMode="auto">
          <a:xfrm>
            <a:off x="533400" y="3048000"/>
            <a:ext cx="8093075"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Tahoma" panose="020B0604030504040204" pitchFamily="34" charset="0"/>
              </a:rPr>
              <a:t>Polymorphism -  the ability of one </a:t>
            </a:r>
          </a:p>
          <a:p>
            <a:pPr>
              <a:spcBef>
                <a:spcPct val="0"/>
              </a:spcBef>
              <a:buFontTx/>
              <a:buNone/>
            </a:pPr>
            <a:r>
              <a:rPr lang="en-US" altLang="en-US" sz="3600">
                <a:latin typeface="Tahoma" panose="020B0604030504040204" pitchFamily="34" charset="0"/>
              </a:rPr>
              <a:t>general thing to behave like other</a:t>
            </a:r>
          </a:p>
          <a:p>
            <a:pPr>
              <a:spcBef>
                <a:spcPct val="0"/>
              </a:spcBef>
              <a:buFontTx/>
              <a:buNone/>
            </a:pPr>
            <a:r>
              <a:rPr lang="en-US" altLang="en-US" sz="3600">
                <a:latin typeface="Tahoma" panose="020B0604030504040204" pitchFamily="34" charset="0"/>
              </a:rPr>
              <a:t>specific things.</a:t>
            </a:r>
          </a:p>
          <a:p>
            <a:pPr>
              <a:spcBef>
                <a:spcPct val="0"/>
              </a:spcBef>
              <a:buFontTx/>
              <a:buNone/>
            </a:pPr>
            <a:endParaRPr lang="en-US" altLang="en-US" sz="3600">
              <a:latin typeface="Tahoma" panose="020B0604030504040204" pitchFamily="34" charset="0"/>
            </a:endParaRPr>
          </a:p>
        </p:txBody>
      </p:sp>
      <p:sp>
        <p:nvSpPr>
          <p:cNvPr id="48132" name="WordArt 3"/>
          <p:cNvSpPr>
            <a:spLocks noChangeArrowheads="1" noChangeShapeType="1" noTextEdit="1"/>
          </p:cNvSpPr>
          <p:nvPr/>
        </p:nvSpPr>
        <p:spPr bwMode="auto">
          <a:xfrm>
            <a:off x="1143000" y="685800"/>
            <a:ext cx="6248400" cy="1219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91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9155" name="Text Box 2"/>
          <p:cNvSpPr txBox="1">
            <a:spLocks noChangeArrowheads="1"/>
          </p:cNvSpPr>
          <p:nvPr/>
        </p:nvSpPr>
        <p:spPr bwMode="auto">
          <a:xfrm>
            <a:off x="457200" y="533400"/>
            <a:ext cx="8853706"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008000"/>
                </a:solidFill>
                <a:latin typeface="Tahoma" panose="020B0604030504040204" pitchFamily="34" charset="0"/>
              </a:rPr>
              <a:t>   //instance variable</a:t>
            </a:r>
          </a:p>
          <a:p>
            <a:pPr>
              <a:spcBef>
                <a:spcPct val="0"/>
              </a:spcBef>
              <a:buFontTx/>
              <a:buNone/>
            </a:pPr>
            <a:r>
              <a:rPr lang="en-US" altLang="en-US" sz="2400" dirty="0">
                <a:latin typeface="Tahoma" panose="020B0604030504040204" pitchFamily="34" charset="0"/>
              </a:rPr>
              <a:t>   Monster[] monsters;</a:t>
            </a:r>
          </a:p>
          <a:p>
            <a:pPr>
              <a:spcBef>
                <a:spcPct val="0"/>
              </a:spcBef>
              <a:buFontTx/>
              <a:buNone/>
            </a:pPr>
            <a:br>
              <a:rPr lang="en-US" altLang="en-US" sz="2400" dirty="0">
                <a:latin typeface="Tahoma" panose="020B0604030504040204" pitchFamily="34" charset="0"/>
              </a:rPr>
            </a:br>
            <a:r>
              <a:rPr lang="en-US" altLang="en-US" sz="2400" dirty="0">
                <a:latin typeface="Tahoma" panose="020B0604030504040204" pitchFamily="34" charset="0"/>
              </a:rPr>
              <a:t>   </a:t>
            </a:r>
            <a:r>
              <a:rPr lang="en-US" altLang="en-US" sz="2400" dirty="0">
                <a:solidFill>
                  <a:srgbClr val="008000"/>
                </a:solidFill>
                <a:latin typeface="Tahoma" panose="020B0604030504040204" pitchFamily="34" charset="0"/>
              </a:rPr>
              <a:t>//ask for the number of monsters</a:t>
            </a:r>
          </a:p>
          <a:p>
            <a:pPr>
              <a:spcBef>
                <a:spcPct val="0"/>
              </a:spcBef>
              <a:buFontTx/>
              <a:buNone/>
            </a:pPr>
            <a:r>
              <a:rPr lang="en-US" altLang="en-US" sz="2400" dirty="0">
                <a:solidFill>
                  <a:srgbClr val="008000"/>
                </a:solidFill>
                <a:latin typeface="Tahoma" panose="020B0604030504040204" pitchFamily="34" charset="0"/>
              </a:rPr>
              <a:t>   //get the number of monsters</a:t>
            </a:r>
          </a:p>
          <a:p>
            <a:pPr>
              <a:spcBef>
                <a:spcPct val="0"/>
              </a:spcBef>
              <a:buFontTx/>
              <a:buNone/>
            </a:pPr>
            <a:r>
              <a:rPr lang="en-US" altLang="en-US" sz="2400" dirty="0">
                <a:latin typeface="Tahoma" panose="020B0604030504040204" pitchFamily="34" charset="0"/>
              </a:rPr>
              <a:t>   monsters = new Monster[size];</a:t>
            </a:r>
          </a:p>
          <a:p>
            <a:pPr>
              <a:spcBef>
                <a:spcPct val="0"/>
              </a:spcBef>
              <a:buFontTx/>
              <a:buNone/>
            </a:pPr>
            <a:r>
              <a:rPr lang="en-US" altLang="en-US" sz="2400" dirty="0">
                <a:latin typeface="Tahoma" panose="020B0604030504040204" pitchFamily="34" charset="0"/>
              </a:rPr>
              <a:t>   for ( </a:t>
            </a:r>
            <a:r>
              <a:rPr lang="en-US" altLang="en-US" sz="2400" dirty="0" err="1">
                <a:latin typeface="Tahoma" panose="020B0604030504040204" pitchFamily="34" charset="0"/>
              </a:rPr>
              <a:t>int</a:t>
            </a:r>
            <a:r>
              <a:rPr lang="en-US" altLang="en-US" sz="2400" dirty="0">
                <a:latin typeface="Tahoma" panose="020B0604030504040204" pitchFamily="34" charset="0"/>
              </a:rPr>
              <a:t> j=0; j &lt; </a:t>
            </a:r>
            <a:r>
              <a:rPr lang="en-US" altLang="en-US" sz="2400" dirty="0" err="1">
                <a:latin typeface="Tahoma" panose="020B0604030504040204" pitchFamily="34" charset="0"/>
              </a:rPr>
              <a:t>monsters.length</a:t>
            </a:r>
            <a:r>
              <a:rPr lang="en-US" altLang="en-US" sz="2400" dirty="0">
                <a:latin typeface="Tahoma" panose="020B0604030504040204" pitchFamily="34" charset="0"/>
              </a:rPr>
              <a:t>; </a:t>
            </a:r>
            <a:r>
              <a:rPr lang="en-US" altLang="en-US" sz="2400" dirty="0" err="1">
                <a:latin typeface="Tahoma" panose="020B0604030504040204" pitchFamily="34" charset="0"/>
              </a:rPr>
              <a:t>j++</a:t>
            </a: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int</a:t>
            </a:r>
            <a:r>
              <a:rPr lang="en-US" altLang="en-US" sz="2400" dirty="0">
                <a:latin typeface="Tahoma" panose="020B0604030504040204" pitchFamily="34" charset="0"/>
              </a:rPr>
              <a:t> r = (</a:t>
            </a:r>
            <a:r>
              <a:rPr lang="en-US" altLang="en-US" sz="2400" dirty="0" err="1">
                <a:latin typeface="Tahoma" panose="020B0604030504040204" pitchFamily="34" charset="0"/>
              </a:rPr>
              <a:t>int</a:t>
            </a:r>
            <a:r>
              <a:rPr lang="en-US" altLang="en-US" sz="2400" dirty="0">
                <a:latin typeface="Tahoma" panose="020B0604030504040204" pitchFamily="34" charset="0"/>
              </a:rPr>
              <a:t>)(</a:t>
            </a:r>
            <a:r>
              <a:rPr lang="en-US" altLang="en-US" sz="2400" dirty="0" err="1">
                <a:latin typeface="Tahoma" panose="020B0604030504040204" pitchFamily="34" charset="0"/>
              </a:rPr>
              <a:t>Math.random</a:t>
            </a:r>
            <a:r>
              <a:rPr lang="en-US" altLang="en-US" sz="2400" dirty="0">
                <a:latin typeface="Tahoma" panose="020B0604030504040204" pitchFamily="34" charset="0"/>
              </a:rPr>
              <a:t>() * 3);</a:t>
            </a:r>
          </a:p>
          <a:p>
            <a:pPr>
              <a:spcBef>
                <a:spcPct val="0"/>
              </a:spcBef>
              <a:buFontTx/>
              <a:buNone/>
            </a:pPr>
            <a:r>
              <a:rPr lang="en-US" altLang="en-US" sz="2400" dirty="0">
                <a:latin typeface="Tahoma" panose="020B0604030504040204" pitchFamily="34" charset="0"/>
              </a:rPr>
              <a:t>      if(r == 0)</a:t>
            </a:r>
          </a:p>
          <a:p>
            <a:pPr>
              <a:spcBef>
                <a:spcPct val="0"/>
              </a:spcBef>
              <a:buFontTx/>
              <a:buNone/>
            </a:pPr>
            <a:r>
              <a:rPr lang="en-US" altLang="en-US" sz="2400" dirty="0">
                <a:latin typeface="Tahoma" panose="020B0604030504040204" pitchFamily="34" charset="0"/>
              </a:rPr>
              <a:t>	monsters[j] = new Vampire(</a:t>
            </a:r>
            <a:r>
              <a:rPr lang="en-US" altLang="en-US" sz="2400" dirty="0" err="1">
                <a:latin typeface="Tahoma" panose="020B0604030504040204" pitchFamily="34" charset="0"/>
              </a:rPr>
              <a:t>kb.nextLine</a:t>
            </a:r>
            <a:r>
              <a:rPr lang="en-US" altLang="en-US" sz="2400" dirty="0">
                <a:latin typeface="Tahoma" panose="020B0604030504040204" pitchFamily="34" charset="0"/>
              </a:rPr>
              <a:t>());</a:t>
            </a:r>
          </a:p>
          <a:p>
            <a:pPr>
              <a:spcBef>
                <a:spcPct val="0"/>
              </a:spcBef>
              <a:buFontTx/>
              <a:buNone/>
            </a:pPr>
            <a:r>
              <a:rPr lang="en-US" altLang="en-US" sz="2400" dirty="0">
                <a:latin typeface="Tahoma" panose="020B0604030504040204" pitchFamily="34" charset="0"/>
              </a:rPr>
              <a:t>      else if(r == 1)</a:t>
            </a:r>
          </a:p>
          <a:p>
            <a:pPr>
              <a:spcBef>
                <a:spcPct val="0"/>
              </a:spcBef>
              <a:buFontTx/>
              <a:buNone/>
            </a:pPr>
            <a:r>
              <a:rPr lang="en-US" altLang="en-US" sz="2400" dirty="0">
                <a:latin typeface="Tahoma" panose="020B0604030504040204" pitchFamily="34" charset="0"/>
              </a:rPr>
              <a:t>	monsters[j] = new Witch(</a:t>
            </a:r>
            <a:r>
              <a:rPr lang="en-US" altLang="en-US" sz="2400" dirty="0" err="1">
                <a:latin typeface="Tahoma" panose="020B0604030504040204" pitchFamily="34" charset="0"/>
              </a:rPr>
              <a:t>kb.nextLine</a:t>
            </a:r>
            <a:r>
              <a:rPr lang="en-US" altLang="en-US" sz="2400" dirty="0">
                <a:latin typeface="Tahoma" panose="020B0604030504040204" pitchFamily="34" charset="0"/>
              </a:rPr>
              <a:t>());</a:t>
            </a:r>
          </a:p>
          <a:p>
            <a:pPr>
              <a:spcBef>
                <a:spcPct val="0"/>
              </a:spcBef>
              <a:buFontTx/>
              <a:buNone/>
            </a:pPr>
            <a:r>
              <a:rPr lang="en-US" altLang="en-US" sz="2400" dirty="0">
                <a:latin typeface="Tahoma" panose="020B0604030504040204" pitchFamily="34" charset="0"/>
              </a:rPr>
              <a:t>      else</a:t>
            </a:r>
          </a:p>
          <a:p>
            <a:pPr>
              <a:spcBef>
                <a:spcPct val="0"/>
              </a:spcBef>
              <a:buFontTx/>
              <a:buNone/>
            </a:pPr>
            <a:r>
              <a:rPr lang="en-US" altLang="en-US" sz="2400" dirty="0">
                <a:latin typeface="Tahoma" panose="020B0604030504040204" pitchFamily="34" charset="0"/>
              </a:rPr>
              <a:t>	monsters[j] = new Ghost(</a:t>
            </a:r>
            <a:r>
              <a:rPr lang="en-US" altLang="en-US" sz="2400" dirty="0" err="1">
                <a:latin typeface="Tahoma" panose="020B0604030504040204" pitchFamily="34" charset="0"/>
              </a:rPr>
              <a:t>kb.nextLine</a:t>
            </a: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p>
          <a:p>
            <a:pPr>
              <a:spcBef>
                <a:spcPct val="0"/>
              </a:spcBef>
              <a:buFontTx/>
              <a:buNone/>
            </a:pPr>
            <a:endParaRPr lang="en-US" altLang="en-US" sz="2400" dirty="0">
              <a:latin typeface="Tahoma" panose="020B0604030504040204" pitchFamily="34" charset="0"/>
            </a:endParaRPr>
          </a:p>
        </p:txBody>
      </p:sp>
      <p:sp>
        <p:nvSpPr>
          <p:cNvPr id="49156" name="WordArt 3"/>
          <p:cNvSpPr>
            <a:spLocks noChangeArrowheads="1" noChangeShapeType="1" noTextEdit="1"/>
          </p:cNvSpPr>
          <p:nvPr/>
        </p:nvSpPr>
        <p:spPr bwMode="auto">
          <a:xfrm>
            <a:off x="4343400" y="228600"/>
            <a:ext cx="44196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512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1203" name="Text Box 2"/>
          <p:cNvSpPr txBox="1">
            <a:spLocks noChangeArrowheads="1"/>
          </p:cNvSpPr>
          <p:nvPr/>
        </p:nvSpPr>
        <p:spPr bwMode="auto">
          <a:xfrm>
            <a:off x="547688" y="2514600"/>
            <a:ext cx="51562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public void monstersTalk(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for ( Monster m : monsters)</a:t>
            </a:r>
          </a:p>
          <a:p>
            <a:pPr>
              <a:spcBef>
                <a:spcPct val="0"/>
              </a:spcBef>
              <a:buFontTx/>
              <a:buNone/>
            </a:pPr>
            <a:r>
              <a:rPr lang="en-US" altLang="en-US" sz="2800">
                <a:latin typeface="Arial" panose="020B0604020202020204" pitchFamily="34" charset="0"/>
              </a:rPr>
              <a:t>      m.talk();</a:t>
            </a:r>
          </a:p>
          <a:p>
            <a:pPr>
              <a:spcBef>
                <a:spcPct val="0"/>
              </a:spcBef>
              <a:buFontTx/>
              <a:buNone/>
            </a:pPr>
            <a:r>
              <a:rPr lang="en-US" altLang="en-US" sz="2800">
                <a:latin typeface="Arial" panose="020B0604020202020204" pitchFamily="34" charset="0"/>
              </a:rPr>
              <a:t>}</a:t>
            </a:r>
          </a:p>
        </p:txBody>
      </p:sp>
      <p:sp>
        <p:nvSpPr>
          <p:cNvPr id="51204" name="WordArt 3"/>
          <p:cNvSpPr>
            <a:spLocks noChangeArrowheads="1" noChangeShapeType="1" noTextEdit="1"/>
          </p:cNvSpPr>
          <p:nvPr/>
        </p:nvSpPr>
        <p:spPr bwMode="auto">
          <a:xfrm>
            <a:off x="2055813" y="381000"/>
            <a:ext cx="5335587" cy="1041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
        <p:nvSpPr>
          <p:cNvPr id="51205" name="Text Box 3"/>
          <p:cNvSpPr txBox="1">
            <a:spLocks noChangeArrowheads="1"/>
          </p:cNvSpPr>
          <p:nvPr/>
        </p:nvSpPr>
        <p:spPr bwMode="auto">
          <a:xfrm>
            <a:off x="3822700" y="4343400"/>
            <a:ext cx="51577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public void printMonsters(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for ( Monster m : monsters)</a:t>
            </a:r>
          </a:p>
          <a:p>
            <a:pPr>
              <a:spcBef>
                <a:spcPct val="0"/>
              </a:spcBef>
              <a:buFontTx/>
              <a:buNone/>
            </a:pPr>
            <a:r>
              <a:rPr lang="en-US" altLang="en-US" sz="2800">
                <a:latin typeface="Arial" panose="020B0604020202020204" pitchFamily="34" charset="0"/>
              </a:rPr>
              <a:t>      out.println(m);</a:t>
            </a:r>
          </a:p>
          <a:p>
            <a:pPr>
              <a:spcBef>
                <a:spcPct val="0"/>
              </a:spcBef>
              <a:buFontTx/>
              <a:buNone/>
            </a:pPr>
            <a:r>
              <a:rPr lang="en-US" altLang="en-US" sz="2800">
                <a:latin typeface="Arial" panose="020B0604020202020204" pitchFamily="34" charset="0"/>
              </a:rPr>
              <a:t>}</a:t>
            </a:r>
          </a:p>
        </p:txBody>
      </p:sp>
      <p:sp>
        <p:nvSpPr>
          <p:cNvPr id="51206" name="TextBox 1"/>
          <p:cNvSpPr txBox="1">
            <a:spLocks noChangeArrowheads="1"/>
          </p:cNvSpPr>
          <p:nvPr/>
        </p:nvSpPr>
        <p:spPr bwMode="auto">
          <a:xfrm>
            <a:off x="1570038" y="1657350"/>
            <a:ext cx="63547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22228B"/>
                </a:solidFill>
                <a:latin typeface="Arial" panose="020B0604020202020204" pitchFamily="34" charset="0"/>
              </a:rPr>
              <a:t>Which involves polymorphism?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325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pSp>
        <p:nvGrpSpPr>
          <p:cNvPr id="53251" name="Group 1"/>
          <p:cNvGrpSpPr>
            <a:grpSpLocks/>
          </p:cNvGrpSpPr>
          <p:nvPr/>
        </p:nvGrpSpPr>
        <p:grpSpPr bwMode="auto">
          <a:xfrm>
            <a:off x="457200" y="533400"/>
            <a:ext cx="8382000" cy="2005013"/>
            <a:chOff x="457308" y="533400"/>
            <a:chExt cx="8382000" cy="2005123"/>
          </a:xfrm>
        </p:grpSpPr>
        <p:sp>
          <p:nvSpPr>
            <p:cNvPr id="48131" name="Rectangle 2"/>
            <p:cNvSpPr>
              <a:spLocks noChangeArrowheads="1"/>
            </p:cNvSpPr>
            <p:nvPr/>
          </p:nvSpPr>
          <p:spPr bwMode="auto">
            <a:xfrm>
              <a:off x="457308" y="1584383"/>
              <a:ext cx="8382000" cy="95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sz="2800" b="0" dirty="0">
                  <a:solidFill>
                    <a:schemeClr val="accent1">
                      <a:lumMod val="50000"/>
                    </a:schemeClr>
                  </a:solidFill>
                  <a:latin typeface="Tahoma" panose="020B0604030504040204" pitchFamily="34" charset="0"/>
                </a:rPr>
                <a:t>Method calls that are locked down at </a:t>
              </a:r>
              <a:br>
                <a:rPr lang="en-US" altLang="en-US" sz="2800" b="0" dirty="0">
                  <a:solidFill>
                    <a:schemeClr val="accent1">
                      <a:lumMod val="50000"/>
                    </a:schemeClr>
                  </a:solidFill>
                  <a:latin typeface="Tahoma" panose="020B0604030504040204" pitchFamily="34" charset="0"/>
                </a:rPr>
              </a:br>
              <a:r>
                <a:rPr lang="en-US" altLang="en-US" sz="2800" dirty="0">
                  <a:solidFill>
                    <a:schemeClr val="accent1">
                      <a:lumMod val="50000"/>
                    </a:schemeClr>
                  </a:solidFill>
                  <a:latin typeface="Tahoma" panose="020B0604030504040204" pitchFamily="34" charset="0"/>
                </a:rPr>
                <a:t>compile time.</a:t>
              </a:r>
            </a:p>
          </p:txBody>
        </p:sp>
        <p:sp>
          <p:nvSpPr>
            <p:cNvPr id="53254" name="WordArt 3"/>
            <p:cNvSpPr>
              <a:spLocks noChangeArrowheads="1" noChangeShapeType="1" noTextEdit="1"/>
            </p:cNvSpPr>
            <p:nvPr/>
          </p:nvSpPr>
          <p:spPr bwMode="auto">
            <a:xfrm>
              <a:off x="457308" y="533400"/>
              <a:ext cx="8229384"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664D"/>
                  </a:solidFill>
                  <a:latin typeface="Tahoma" panose="020B0604030504040204" pitchFamily="34" charset="0"/>
                  <a:ea typeface="Tahoma" panose="020B0604030504040204" pitchFamily="34" charset="0"/>
                  <a:cs typeface="Tahoma" panose="020B0604030504040204" pitchFamily="34" charset="0"/>
                </a:rPr>
                <a:t>Static Binding (Early Binding)</a:t>
              </a:r>
            </a:p>
          </p:txBody>
        </p:sp>
      </p:grpSp>
      <p:sp>
        <p:nvSpPr>
          <p:cNvPr id="53252" name="Text Box 3"/>
          <p:cNvSpPr txBox="1">
            <a:spLocks noChangeArrowheads="1"/>
          </p:cNvSpPr>
          <p:nvPr/>
        </p:nvSpPr>
        <p:spPr bwMode="auto">
          <a:xfrm>
            <a:off x="1049338" y="3233738"/>
            <a:ext cx="657066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Arial" panose="020B0604020202020204" pitchFamily="34" charset="0"/>
              </a:rPr>
              <a:t>public void printMonsters( )</a:t>
            </a:r>
          </a:p>
          <a:p>
            <a:pPr>
              <a:spcBef>
                <a:spcPct val="0"/>
              </a:spcBef>
              <a:buFontTx/>
              <a:buNone/>
            </a:pPr>
            <a:r>
              <a:rPr lang="en-US" altLang="en-US" sz="3600">
                <a:latin typeface="Arial" panose="020B0604020202020204" pitchFamily="34" charset="0"/>
              </a:rPr>
              <a:t>{</a:t>
            </a:r>
          </a:p>
          <a:p>
            <a:pPr>
              <a:spcBef>
                <a:spcPct val="0"/>
              </a:spcBef>
              <a:buFontTx/>
              <a:buNone/>
            </a:pPr>
            <a:r>
              <a:rPr lang="en-US" altLang="en-US" sz="3600">
                <a:latin typeface="Arial" panose="020B0604020202020204" pitchFamily="34" charset="0"/>
              </a:rPr>
              <a:t>   for ( </a:t>
            </a:r>
            <a:r>
              <a:rPr lang="en-US" altLang="en-US" sz="3600">
                <a:solidFill>
                  <a:srgbClr val="7030A0"/>
                </a:solidFill>
                <a:latin typeface="Arial" panose="020B0604020202020204" pitchFamily="34" charset="0"/>
              </a:rPr>
              <a:t>Monster</a:t>
            </a:r>
            <a:r>
              <a:rPr lang="en-US" altLang="en-US" sz="3600">
                <a:latin typeface="Arial" panose="020B0604020202020204" pitchFamily="34" charset="0"/>
              </a:rPr>
              <a:t> m : monsters)</a:t>
            </a:r>
          </a:p>
          <a:p>
            <a:pPr>
              <a:spcBef>
                <a:spcPct val="0"/>
              </a:spcBef>
              <a:buFontTx/>
              <a:buNone/>
            </a:pPr>
            <a:r>
              <a:rPr lang="en-US" altLang="en-US" sz="3600">
                <a:latin typeface="Arial" panose="020B0604020202020204" pitchFamily="34" charset="0"/>
              </a:rPr>
              <a:t>      out.println(m.</a:t>
            </a:r>
            <a:r>
              <a:rPr lang="en-US" altLang="en-US" sz="3600">
                <a:solidFill>
                  <a:srgbClr val="FF0000"/>
                </a:solidFill>
                <a:latin typeface="Arial" panose="020B0604020202020204" pitchFamily="34" charset="0"/>
              </a:rPr>
              <a:t>toString()</a:t>
            </a:r>
            <a:r>
              <a:rPr lang="en-US" altLang="en-US" sz="3600">
                <a:latin typeface="Arial" panose="020B0604020202020204" pitchFamily="34" charset="0"/>
              </a:rPr>
              <a:t>);</a:t>
            </a:r>
          </a:p>
          <a:p>
            <a:pPr>
              <a:spcBef>
                <a:spcPct val="0"/>
              </a:spcBef>
              <a:buFontTx/>
              <a:buNone/>
            </a:pPr>
            <a:r>
              <a:rPr lang="en-US" altLang="en-US" sz="3600">
                <a:latin typeface="Arial" panose="020B0604020202020204" pitchFamily="34"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529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0179" name="Rectangle 2"/>
          <p:cNvSpPr>
            <a:spLocks noChangeArrowheads="1"/>
          </p:cNvSpPr>
          <p:nvPr/>
        </p:nvSpPr>
        <p:spPr bwMode="auto">
          <a:xfrm>
            <a:off x="660400" y="1676400"/>
            <a:ext cx="7974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b="0" dirty="0">
                <a:solidFill>
                  <a:schemeClr val="accent6">
                    <a:lumMod val="75000"/>
                  </a:schemeClr>
                </a:solidFill>
                <a:latin typeface="Tahoma" panose="020B0604030504040204" pitchFamily="34" charset="0"/>
              </a:rPr>
              <a:t>Method calls that are set during</a:t>
            </a:r>
            <a:r>
              <a:rPr lang="en-US" altLang="en-US" dirty="0">
                <a:solidFill>
                  <a:schemeClr val="accent6">
                    <a:lumMod val="75000"/>
                  </a:schemeClr>
                </a:solidFill>
                <a:latin typeface="Tahoma" panose="020B0604030504040204" pitchFamily="34" charset="0"/>
              </a:rPr>
              <a:t> run-time.</a:t>
            </a:r>
          </a:p>
        </p:txBody>
      </p:sp>
      <p:sp>
        <p:nvSpPr>
          <p:cNvPr id="55300" name="WordArt 3"/>
          <p:cNvSpPr>
            <a:spLocks noChangeArrowheads="1" noChangeShapeType="1" noTextEdit="1"/>
          </p:cNvSpPr>
          <p:nvPr/>
        </p:nvSpPr>
        <p:spPr bwMode="auto">
          <a:xfrm>
            <a:off x="685800" y="533400"/>
            <a:ext cx="7924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22228B"/>
                </a:solidFill>
                <a:latin typeface="Tahoma" panose="020B0604030504040204" pitchFamily="34" charset="0"/>
                <a:ea typeface="Tahoma" panose="020B0604030504040204" pitchFamily="34" charset="0"/>
                <a:cs typeface="Tahoma" panose="020B0604030504040204" pitchFamily="34" charset="0"/>
              </a:rPr>
              <a:t>Dynamic Binding (Late Binding)</a:t>
            </a:r>
          </a:p>
        </p:txBody>
      </p:sp>
      <p:sp>
        <p:nvSpPr>
          <p:cNvPr id="55301" name="Text Box 2"/>
          <p:cNvSpPr txBox="1">
            <a:spLocks noChangeArrowheads="1"/>
          </p:cNvSpPr>
          <p:nvPr/>
        </p:nvSpPr>
        <p:spPr bwMode="auto">
          <a:xfrm>
            <a:off x="941388" y="3124200"/>
            <a:ext cx="728821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public void monstersTalk( )</a:t>
            </a:r>
          </a:p>
          <a:p>
            <a:pPr>
              <a:spcBef>
                <a:spcPct val="0"/>
              </a:spcBef>
              <a:buFontTx/>
              <a:buNone/>
            </a:pP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   for ( </a:t>
            </a:r>
            <a:r>
              <a:rPr lang="en-US" altLang="en-US" sz="4000">
                <a:solidFill>
                  <a:srgbClr val="7030A0"/>
                </a:solidFill>
                <a:latin typeface="Arial" panose="020B0604020202020204" pitchFamily="34" charset="0"/>
              </a:rPr>
              <a:t>Monster</a:t>
            </a:r>
            <a:r>
              <a:rPr lang="en-US" altLang="en-US" sz="4000">
                <a:latin typeface="Arial" panose="020B0604020202020204" pitchFamily="34" charset="0"/>
              </a:rPr>
              <a:t> m : monsters)</a:t>
            </a:r>
          </a:p>
          <a:p>
            <a:pPr>
              <a:spcBef>
                <a:spcPct val="0"/>
              </a:spcBef>
              <a:buFontTx/>
              <a:buNone/>
            </a:pPr>
            <a:r>
              <a:rPr lang="en-US" altLang="en-US" sz="4000">
                <a:latin typeface="Arial" panose="020B0604020202020204" pitchFamily="34" charset="0"/>
              </a:rPr>
              <a:t>      m.</a:t>
            </a:r>
            <a:r>
              <a:rPr lang="en-US" altLang="en-US" sz="4000">
                <a:solidFill>
                  <a:srgbClr val="FF0000"/>
                </a:solidFill>
                <a:latin typeface="Arial" panose="020B0604020202020204" pitchFamily="34" charset="0"/>
              </a:rPr>
              <a:t>talk()</a:t>
            </a: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734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7347" name="Text Box 2"/>
          <p:cNvSpPr txBox="1">
            <a:spLocks noChangeArrowheads="1"/>
          </p:cNvSpPr>
          <p:nvPr/>
        </p:nvSpPr>
        <p:spPr bwMode="auto">
          <a:xfrm>
            <a:off x="941388" y="3124200"/>
            <a:ext cx="711676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public void monstersTalk( )</a:t>
            </a:r>
          </a:p>
          <a:p>
            <a:pPr>
              <a:spcBef>
                <a:spcPct val="0"/>
              </a:spcBef>
              <a:buFontTx/>
              <a:buNone/>
            </a:pP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   for ( </a:t>
            </a:r>
            <a:r>
              <a:rPr lang="en-US" altLang="en-US" sz="4000">
                <a:solidFill>
                  <a:srgbClr val="7030A0"/>
                </a:solidFill>
                <a:latin typeface="Arial" panose="020B0604020202020204" pitchFamily="34" charset="0"/>
              </a:rPr>
              <a:t>Vampire</a:t>
            </a:r>
            <a:r>
              <a:rPr lang="en-US" altLang="en-US" sz="4000">
                <a:latin typeface="Arial" panose="020B0604020202020204" pitchFamily="34" charset="0"/>
              </a:rPr>
              <a:t> v : monsters)</a:t>
            </a:r>
          </a:p>
          <a:p>
            <a:pPr>
              <a:spcBef>
                <a:spcPct val="0"/>
              </a:spcBef>
              <a:buFontTx/>
              <a:buNone/>
            </a:pPr>
            <a:r>
              <a:rPr lang="en-US" altLang="en-US" sz="4000">
                <a:latin typeface="Arial" panose="020B0604020202020204" pitchFamily="34" charset="0"/>
              </a:rPr>
              <a:t>      v.</a:t>
            </a:r>
            <a:r>
              <a:rPr lang="en-US" altLang="en-US" sz="4000">
                <a:solidFill>
                  <a:srgbClr val="FF0000"/>
                </a:solidFill>
                <a:latin typeface="Arial" panose="020B0604020202020204" pitchFamily="34" charset="0"/>
              </a:rPr>
              <a:t>talk()</a:t>
            </a: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a:t>
            </a:r>
          </a:p>
        </p:txBody>
      </p:sp>
      <p:grpSp>
        <p:nvGrpSpPr>
          <p:cNvPr id="57348" name="Group 6"/>
          <p:cNvGrpSpPr>
            <a:grpSpLocks/>
          </p:cNvGrpSpPr>
          <p:nvPr/>
        </p:nvGrpSpPr>
        <p:grpSpPr bwMode="auto">
          <a:xfrm>
            <a:off x="457200" y="533400"/>
            <a:ext cx="8382000" cy="2005013"/>
            <a:chOff x="457308" y="533400"/>
            <a:chExt cx="8382000" cy="2005123"/>
          </a:xfrm>
        </p:grpSpPr>
        <p:sp>
          <p:nvSpPr>
            <p:cNvPr id="8" name="Rectangle 2"/>
            <p:cNvSpPr>
              <a:spLocks noChangeArrowheads="1"/>
            </p:cNvSpPr>
            <p:nvPr/>
          </p:nvSpPr>
          <p:spPr bwMode="auto">
            <a:xfrm>
              <a:off x="457308" y="1584383"/>
              <a:ext cx="8382000" cy="95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sz="2800" b="0" dirty="0">
                  <a:solidFill>
                    <a:schemeClr val="accent1">
                      <a:lumMod val="50000"/>
                    </a:schemeClr>
                  </a:solidFill>
                  <a:latin typeface="Tahoma" panose="020B0604030504040204" pitchFamily="34" charset="0"/>
                </a:rPr>
                <a:t>Method calls that are locked down at </a:t>
              </a:r>
              <a:br>
                <a:rPr lang="en-US" altLang="en-US" sz="2800" b="0" dirty="0">
                  <a:solidFill>
                    <a:schemeClr val="accent1">
                      <a:lumMod val="50000"/>
                    </a:schemeClr>
                  </a:solidFill>
                  <a:latin typeface="Tahoma" panose="020B0604030504040204" pitchFamily="34" charset="0"/>
                </a:rPr>
              </a:br>
              <a:r>
                <a:rPr lang="en-US" altLang="en-US" sz="2800" dirty="0">
                  <a:solidFill>
                    <a:schemeClr val="accent1">
                      <a:lumMod val="50000"/>
                    </a:schemeClr>
                  </a:solidFill>
                  <a:latin typeface="Tahoma" panose="020B0604030504040204" pitchFamily="34" charset="0"/>
                </a:rPr>
                <a:t>compile time.</a:t>
              </a:r>
            </a:p>
          </p:txBody>
        </p:sp>
        <p:sp>
          <p:nvSpPr>
            <p:cNvPr id="57350" name="WordArt 3"/>
            <p:cNvSpPr>
              <a:spLocks noChangeArrowheads="1" noChangeShapeType="1" noTextEdit="1"/>
            </p:cNvSpPr>
            <p:nvPr/>
          </p:nvSpPr>
          <p:spPr bwMode="auto">
            <a:xfrm>
              <a:off x="457308" y="533400"/>
              <a:ext cx="8229384"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664D"/>
                  </a:solidFill>
                  <a:latin typeface="Tahoma" panose="020B0604030504040204" pitchFamily="34" charset="0"/>
                  <a:ea typeface="Tahoma" panose="020B0604030504040204" pitchFamily="34" charset="0"/>
                  <a:cs typeface="Tahoma" panose="020B0604030504040204" pitchFamily="34" charset="0"/>
                </a:rPr>
                <a:t>Static Binding (Early Binding)</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381110" y="1958975"/>
            <a:ext cx="853429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solidFill>
                  <a:srgbClr val="0000FF"/>
                </a:solidFill>
                <a:latin typeface="Tahoma" panose="020B0604030504040204" pitchFamily="34" charset="0"/>
              </a:rPr>
              <a:t>Which won’t compile, assuming bark() is only defined in the Dog class, but run() is defined in both Animal and Dog?</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latin typeface="Tahoma" panose="020B0604030504040204" pitchFamily="34" charset="0"/>
              </a:rPr>
              <a:t>a.bark</a:t>
            </a:r>
            <a:r>
              <a:rPr lang="en-US" altLang="en-US" dirty="0">
                <a:latin typeface="Tahoma" panose="020B0604030504040204" pitchFamily="34" charset="0"/>
              </a:rPr>
              <a:t>();			</a:t>
            </a:r>
            <a:br>
              <a:rPr lang="en-US" altLang="en-US" dirty="0">
                <a:latin typeface="Tahoma" panose="020B0604030504040204" pitchFamily="34" charset="0"/>
              </a:rPr>
            </a:br>
            <a:r>
              <a:rPr lang="en-US" altLang="en-US" dirty="0">
                <a:latin typeface="Tahoma" panose="020B0604030504040204" pitchFamily="34" charset="0"/>
              </a:rPr>
              <a:t>((Dog)a).bark();</a:t>
            </a:r>
            <a:br>
              <a:rPr lang="en-US" altLang="en-US" dirty="0">
                <a:latin typeface="Tahoma" panose="020B0604030504040204" pitchFamily="34" charset="0"/>
              </a:rPr>
            </a:br>
            <a:r>
              <a:rPr lang="en-US" altLang="en-US" dirty="0" err="1">
                <a:latin typeface="Tahoma" panose="020B0604030504040204" pitchFamily="34" charset="0"/>
              </a:rPr>
              <a:t>a.run</a:t>
            </a:r>
            <a:r>
              <a:rPr lang="en-US" altLang="en-US" dirty="0">
                <a:latin typeface="Tahoma" panose="020B0604030504040204" pitchFamily="34" charset="0"/>
              </a:rPr>
              <a:t>();</a:t>
            </a: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533400" y="1958975"/>
            <a:ext cx="83820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dirty="0">
                <a:solidFill>
                  <a:srgbClr val="0000FF"/>
                </a:solidFill>
                <a:latin typeface="Tahoma" panose="020B0604030504040204" pitchFamily="34" charset="0"/>
              </a:rPr>
              <a:t>Now, which kind of binding does each line represent?</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solidFill>
                  <a:srgbClr val="FF0000"/>
                </a:solidFill>
                <a:latin typeface="Tahoma" panose="020B0604030504040204" pitchFamily="34" charset="0"/>
              </a:rPr>
              <a:t>a.bark</a:t>
            </a:r>
            <a:r>
              <a:rPr lang="en-US" altLang="en-US" dirty="0">
                <a:solidFill>
                  <a:srgbClr val="FF0000"/>
                </a:solidFill>
                <a:latin typeface="Tahoma" panose="020B0604030504040204" pitchFamily="34" charset="0"/>
              </a:rPr>
              <a:t>();	</a:t>
            </a:r>
            <a:r>
              <a:rPr lang="en-US" altLang="en-US" dirty="0">
                <a:latin typeface="Tahoma" panose="020B0604030504040204" pitchFamily="34" charset="0"/>
              </a:rPr>
              <a:t>		</a:t>
            </a:r>
            <a:r>
              <a:rPr lang="en-US" altLang="en-US" sz="2400" dirty="0">
                <a:solidFill>
                  <a:srgbClr val="FF0000"/>
                </a:solidFill>
                <a:latin typeface="Tahoma" panose="020B0604030504040204" pitchFamily="34" charset="0"/>
              </a:rPr>
              <a:t>//error - Animal has no bark</a:t>
            </a:r>
            <a:br>
              <a:rPr lang="en-US" altLang="en-US" dirty="0">
                <a:latin typeface="Tahoma" panose="020B0604030504040204" pitchFamily="34" charset="0"/>
              </a:rPr>
            </a:br>
            <a:r>
              <a:rPr lang="en-US" altLang="en-US" dirty="0">
                <a:latin typeface="Tahoma" panose="020B0604030504040204" pitchFamily="34" charset="0"/>
              </a:rPr>
              <a:t>((Dog)a).bark();	</a:t>
            </a:r>
            <a:r>
              <a:rPr lang="en-US" altLang="en-US" sz="2400" dirty="0">
                <a:solidFill>
                  <a:srgbClr val="008000"/>
                </a:solidFill>
                <a:latin typeface="Tahoma" panose="020B0604030504040204" pitchFamily="34" charset="0"/>
              </a:rPr>
              <a:t>//needs a cast</a:t>
            </a:r>
          </a:p>
          <a:p>
            <a:pPr>
              <a:spcBef>
                <a:spcPct val="50000"/>
              </a:spcBef>
              <a:buFontTx/>
              <a:buNone/>
            </a:pPr>
            <a:r>
              <a:rPr lang="en-US" altLang="en-US" dirty="0" err="1">
                <a:latin typeface="Tahoma" panose="020B0604030504040204" pitchFamily="34" charset="0"/>
              </a:rPr>
              <a:t>a.run</a:t>
            </a:r>
            <a:r>
              <a:rPr lang="en-US" altLang="en-US" dirty="0">
                <a:latin typeface="Tahoma" panose="020B0604030504040204" pitchFamily="34" charset="0"/>
              </a:rPr>
              <a:t>();</a:t>
            </a: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extLst>
      <p:ext uri="{BB962C8B-B14F-4D97-AF65-F5344CB8AC3E}">
        <p14:creationId xmlns:p14="http://schemas.microsoft.com/office/powerpoint/2010/main" val="48918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533400" y="1958975"/>
            <a:ext cx="838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dirty="0">
                <a:solidFill>
                  <a:srgbClr val="0000FF"/>
                </a:solidFill>
                <a:latin typeface="Tahoma" panose="020B0604030504040204" pitchFamily="34" charset="0"/>
              </a:rPr>
              <a:t>Now, which kind of binding does each line represent?</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solidFill>
                  <a:srgbClr val="FF0000"/>
                </a:solidFill>
                <a:latin typeface="Tahoma" panose="020B0604030504040204" pitchFamily="34" charset="0"/>
              </a:rPr>
              <a:t>a.bark</a:t>
            </a:r>
            <a:r>
              <a:rPr lang="en-US" altLang="en-US" dirty="0">
                <a:solidFill>
                  <a:srgbClr val="FF0000"/>
                </a:solidFill>
                <a:latin typeface="Tahoma" panose="020B0604030504040204" pitchFamily="34" charset="0"/>
              </a:rPr>
              <a:t>();	</a:t>
            </a:r>
            <a:r>
              <a:rPr lang="en-US" altLang="en-US" dirty="0">
                <a:latin typeface="Tahoma" panose="020B0604030504040204" pitchFamily="34" charset="0"/>
              </a:rPr>
              <a:t>		</a:t>
            </a:r>
            <a:r>
              <a:rPr lang="en-US" altLang="en-US" sz="2400" dirty="0">
                <a:solidFill>
                  <a:srgbClr val="FF0000"/>
                </a:solidFill>
                <a:latin typeface="Tahoma" panose="020B0604030504040204" pitchFamily="34" charset="0"/>
              </a:rPr>
              <a:t>//error - Animal has no bark</a:t>
            </a:r>
          </a:p>
          <a:p>
            <a:pPr>
              <a:spcBef>
                <a:spcPct val="50000"/>
              </a:spcBef>
              <a:buFontTx/>
              <a:buNone/>
            </a:pPr>
            <a:r>
              <a:rPr lang="en-US" altLang="en-US" dirty="0">
                <a:latin typeface="Tahoma" panose="020B0604030504040204" pitchFamily="34" charset="0"/>
              </a:rPr>
              <a:t>((Dog)a).bark();  </a:t>
            </a:r>
            <a:r>
              <a:rPr lang="en-US" altLang="en-US" dirty="0">
                <a:solidFill>
                  <a:srgbClr val="176B25"/>
                </a:solidFill>
                <a:latin typeface="Tahoma" panose="020B0604030504040204" pitchFamily="34" charset="0"/>
                <a:sym typeface="Wingdings" panose="05000000000000000000" pitchFamily="2" charset="2"/>
              </a:rPr>
              <a:t> Static binding</a:t>
            </a:r>
            <a:r>
              <a:rPr lang="en-US" altLang="en-US" dirty="0">
                <a:latin typeface="Tahoma" panose="020B0604030504040204" pitchFamily="34" charset="0"/>
              </a:rPr>
              <a:t>	</a:t>
            </a:r>
            <a:endParaRPr lang="en-US" altLang="en-US" sz="2400" dirty="0">
              <a:solidFill>
                <a:srgbClr val="008000"/>
              </a:solidFill>
              <a:latin typeface="Tahoma" panose="020B0604030504040204" pitchFamily="34" charset="0"/>
            </a:endParaRPr>
          </a:p>
          <a:p>
            <a:pPr>
              <a:spcBef>
                <a:spcPct val="50000"/>
              </a:spcBef>
              <a:buFontTx/>
              <a:buNone/>
            </a:pPr>
            <a:r>
              <a:rPr lang="en-US" altLang="en-US" dirty="0" err="1">
                <a:latin typeface="Tahoma" panose="020B0604030504040204" pitchFamily="34" charset="0"/>
              </a:rPr>
              <a:t>a.run</a:t>
            </a:r>
            <a:r>
              <a:rPr lang="en-US" altLang="en-US" dirty="0">
                <a:latin typeface="Tahoma" panose="020B0604030504040204" pitchFamily="34" charset="0"/>
              </a:rPr>
              <a:t>();                  </a:t>
            </a:r>
            <a:r>
              <a:rPr lang="en-US" altLang="en-US" dirty="0">
                <a:solidFill>
                  <a:srgbClr val="176B25"/>
                </a:solidFill>
                <a:latin typeface="Tahoma" panose="020B0604030504040204" pitchFamily="34" charset="0"/>
                <a:sym typeface="Wingdings" panose="05000000000000000000" pitchFamily="2" charset="2"/>
              </a:rPr>
              <a:t> Dynamic binding</a:t>
            </a:r>
            <a:endParaRPr lang="en-US" altLang="en-US" dirty="0">
              <a:solidFill>
                <a:srgbClr val="176B25"/>
              </a:solidFill>
              <a:latin typeface="Tahoma" panose="020B0604030504040204" pitchFamily="34" charset="0"/>
            </a:endParaRP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extLst>
      <p:ext uri="{BB962C8B-B14F-4D97-AF65-F5344CB8AC3E}">
        <p14:creationId xmlns:p14="http://schemas.microsoft.com/office/powerpoint/2010/main" val="4030908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3" name="Diagram 2" descr="Abstract class Number is extended by concrete classes Integer, Double, Short, and Byte."/>
          <p:cNvGraphicFramePr/>
          <p:nvPr>
            <p:extLst>
              <p:ext uri="{D42A27DB-BD31-4B8C-83A1-F6EECF244321}">
                <p14:modId xmlns:p14="http://schemas.microsoft.com/office/powerpoint/2010/main" val="2557995949"/>
              </p:ext>
            </p:extLst>
          </p:nvPr>
        </p:nvGraphicFramePr>
        <p:xfrm>
          <a:off x="381110" y="152486"/>
          <a:ext cx="8686572" cy="6400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9975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685800" y="882650"/>
            <a:ext cx="8077200" cy="5262979"/>
          </a:xfrm>
          <a:prstGeom prst="rect">
            <a:avLst/>
          </a:prstGeom>
        </p:spPr>
        <p:txBody>
          <a:bodyPr>
            <a:spAutoFit/>
          </a:bodyPr>
          <a:lstStyle/>
          <a:p>
            <a:pPr>
              <a:defRPr/>
            </a:pPr>
            <a:r>
              <a:rPr lang="en-US" sz="2800" dirty="0">
                <a:solidFill>
                  <a:srgbClr val="000000"/>
                </a:solidFill>
                <a:latin typeface="Times New Roman" panose="02020603050405020304" pitchFamily="18" charset="0"/>
              </a:rPr>
              <a:t>Which of the following would compile? </a:t>
            </a:r>
            <a:br>
              <a:rPr lang="en-US" sz="2800" dirty="0">
                <a:solidFill>
                  <a:srgbClr val="000000"/>
                </a:solidFill>
                <a:latin typeface="Times New Roman" panose="02020603050405020304" pitchFamily="18" charset="0"/>
              </a:rPr>
            </a:br>
            <a:endParaRPr lang="en-US" sz="2800" dirty="0">
              <a:solidFill>
                <a:srgbClr val="000000"/>
              </a:solidFill>
              <a:latin typeface="Times New Roman" panose="02020603050405020304" pitchFamily="18" charset="0"/>
            </a:endParaRPr>
          </a:p>
          <a:p>
            <a:pPr marL="971550" indent="-971550">
              <a:buFont typeface="+mj-lt"/>
              <a:buAutoNum type="romanUcPeriod"/>
              <a:tabLst>
                <a:tab pos="971550" algn="l"/>
              </a:tabLst>
              <a:defRPr/>
            </a:pPr>
            <a:r>
              <a:rPr lang="en-US" sz="2800" dirty="0">
                <a:solidFill>
                  <a:srgbClr val="000000"/>
                </a:solidFill>
                <a:latin typeface="Courier New" panose="02070309020205020404" pitchFamily="49" charset="0"/>
                <a:cs typeface="Courier New" panose="02070309020205020404" pitchFamily="49" charset="0"/>
              </a:rPr>
              <a:t>Integer </a:t>
            </a:r>
            <a:r>
              <a:rPr lang="en-US" sz="2800" dirty="0" err="1">
                <a:latin typeface="Courier New" panose="02070309020205020404" pitchFamily="49" charset="0"/>
                <a:cs typeface="Courier New" panose="02070309020205020404" pitchFamily="49" charset="0"/>
              </a:rPr>
              <a:t>num</a:t>
            </a:r>
            <a:r>
              <a:rPr lang="en-US" sz="2800" dirty="0">
                <a:latin typeface="Courier New" panose="02070309020205020404" pitchFamily="49" charset="0"/>
                <a:cs typeface="Courier New" panose="02070309020205020404" pitchFamily="49" charset="0"/>
              </a:rPr>
              <a:t> = new Integer(10);</a:t>
            </a:r>
            <a:endParaRPr lang="en-US" sz="2800" dirty="0">
              <a:solidFill>
                <a:srgbClr val="000000"/>
              </a:solidFill>
              <a:latin typeface="Courier New" panose="02070309020205020404" pitchFamily="49" charset="0"/>
              <a:cs typeface="Courier New" panose="02070309020205020404" pitchFamily="49" charset="0"/>
            </a:endParaRPr>
          </a:p>
          <a:p>
            <a:pPr marL="971550" indent="-971550">
              <a:buFont typeface="+mj-lt"/>
              <a:buAutoNum type="romanUcPeriod"/>
              <a:defRPr/>
            </a:pPr>
            <a:r>
              <a:rPr lang="en-US" sz="2800" dirty="0">
                <a:solidFill>
                  <a:srgbClr val="000000"/>
                </a:solidFill>
                <a:latin typeface="Courier New" panose="02070309020205020404" pitchFamily="49" charset="0"/>
                <a:cs typeface="Courier New" panose="02070309020205020404" pitchFamily="49" charset="0"/>
              </a:rPr>
              <a:t>double </a:t>
            </a:r>
            <a:r>
              <a:rPr lang="en-US" sz="2800" dirty="0" err="1">
                <a:latin typeface="Courier New" panose="02070309020205020404" pitchFamily="49" charset="0"/>
                <a:cs typeface="Courier New" panose="02070309020205020404" pitchFamily="49" charset="0"/>
              </a:rPr>
              <a:t>num</a:t>
            </a:r>
            <a:r>
              <a:rPr lang="en-US" sz="2800" dirty="0">
                <a:latin typeface="Courier New" panose="02070309020205020404" pitchFamily="49" charset="0"/>
                <a:cs typeface="Courier New" panose="02070309020205020404" pitchFamily="49" charset="0"/>
              </a:rPr>
              <a:t> = new Integer(10);</a:t>
            </a:r>
          </a:p>
          <a:p>
            <a:pPr marL="971550" indent="-971550">
              <a:buFont typeface="+mj-lt"/>
              <a:buAutoNum type="romanUcPeriod"/>
              <a:defRPr/>
            </a:pPr>
            <a:r>
              <a:rPr lang="en-US" sz="2800" dirty="0">
                <a:solidFill>
                  <a:srgbClr val="000000"/>
                </a:solidFill>
                <a:latin typeface="Courier New" panose="02070309020205020404" pitchFamily="49" charset="0"/>
                <a:cs typeface="Courier New" panose="02070309020205020404" pitchFamily="49" charset="0"/>
              </a:rPr>
              <a:t>Double </a:t>
            </a:r>
            <a:r>
              <a:rPr lang="en-US" sz="2800" dirty="0" err="1">
                <a:latin typeface="Courier New" panose="02070309020205020404" pitchFamily="49" charset="0"/>
                <a:cs typeface="Courier New" panose="02070309020205020404" pitchFamily="49" charset="0"/>
              </a:rPr>
              <a:t>num</a:t>
            </a:r>
            <a:r>
              <a:rPr lang="en-US" sz="2800" dirty="0">
                <a:latin typeface="Courier New" panose="02070309020205020404" pitchFamily="49" charset="0"/>
                <a:cs typeface="Courier New" panose="02070309020205020404" pitchFamily="49" charset="0"/>
              </a:rPr>
              <a:t> = new Integer(10);</a:t>
            </a:r>
          </a:p>
          <a:p>
            <a:pPr marL="971550" indent="-971550">
              <a:buFont typeface="+mj-lt"/>
              <a:buAutoNum type="romanUcPeriod"/>
              <a:defRPr/>
            </a:pPr>
            <a:r>
              <a:rPr lang="en-US" sz="2800" dirty="0">
                <a:latin typeface="Courier New" panose="02070309020205020404" pitchFamily="49" charset="0"/>
                <a:cs typeface="Courier New" panose="02070309020205020404" pitchFamily="49" charset="0"/>
              </a:rPr>
              <a:t>Number </a:t>
            </a:r>
            <a:r>
              <a:rPr lang="en-US" sz="2800" dirty="0" err="1">
                <a:latin typeface="Courier New" panose="02070309020205020404" pitchFamily="49" charset="0"/>
                <a:cs typeface="Courier New" panose="02070309020205020404" pitchFamily="49" charset="0"/>
              </a:rPr>
              <a:t>num</a:t>
            </a:r>
            <a:r>
              <a:rPr lang="en-US" sz="2800" dirty="0">
                <a:latin typeface="Courier New" panose="02070309020205020404" pitchFamily="49" charset="0"/>
                <a:cs typeface="Courier New" panose="02070309020205020404" pitchFamily="49" charset="0"/>
              </a:rPr>
              <a:t> = new Integer(10);</a:t>
            </a:r>
          </a:p>
          <a:p>
            <a:pPr>
              <a:defRPr/>
            </a:pPr>
            <a:endParaRPr lang="en-US" sz="2800" dirty="0">
              <a:latin typeface="Courier New" panose="02070309020205020404" pitchFamily="49" charset="0"/>
              <a:cs typeface="Courier New" panose="02070309020205020404" pitchFamily="49" charset="0"/>
            </a:endParaRP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III</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II, and IV</a:t>
            </a:r>
          </a:p>
        </p:txBody>
      </p:sp>
    </p:spTree>
    <p:extLst>
      <p:ext uri="{BB962C8B-B14F-4D97-AF65-F5344CB8AC3E}">
        <p14:creationId xmlns:p14="http://schemas.microsoft.com/office/powerpoint/2010/main" val="1493193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685800" y="882650"/>
            <a:ext cx="8077200" cy="5262979"/>
          </a:xfrm>
          <a:prstGeom prst="rect">
            <a:avLst/>
          </a:prstGeom>
        </p:spPr>
        <p:txBody>
          <a:bodyPr>
            <a:spAutoFit/>
          </a:bodyPr>
          <a:lstStyle/>
          <a:p>
            <a:pPr>
              <a:defRPr/>
            </a:pPr>
            <a:r>
              <a:rPr lang="en-US" sz="2800" dirty="0">
                <a:solidFill>
                  <a:srgbClr val="000000"/>
                </a:solidFill>
                <a:latin typeface="Times New Roman" panose="02020603050405020304" pitchFamily="18" charset="0"/>
              </a:rPr>
              <a:t>Which of the following would compile? </a:t>
            </a:r>
            <a:br>
              <a:rPr lang="en-US" sz="2800" dirty="0">
                <a:solidFill>
                  <a:srgbClr val="000000"/>
                </a:solidFill>
                <a:latin typeface="Times New Roman" panose="02020603050405020304" pitchFamily="18" charset="0"/>
              </a:rPr>
            </a:br>
            <a:endParaRPr lang="en-US" sz="2800" dirty="0">
              <a:solidFill>
                <a:srgbClr val="000000"/>
              </a:solidFill>
              <a:latin typeface="Times New Roman" panose="02020603050405020304" pitchFamily="18" charset="0"/>
            </a:endParaRPr>
          </a:p>
          <a:p>
            <a:pPr marL="971550" indent="-971550">
              <a:buFont typeface="+mj-lt"/>
              <a:buAutoNum type="romanUcPeriod"/>
              <a:tabLst>
                <a:tab pos="971550" algn="l"/>
              </a:tabLst>
              <a:defRPr/>
            </a:pPr>
            <a:r>
              <a:rPr lang="en-US" sz="2800" dirty="0">
                <a:solidFill>
                  <a:srgbClr val="176B25"/>
                </a:solidFill>
                <a:latin typeface="Courier New" panose="02070309020205020404" pitchFamily="49" charset="0"/>
                <a:cs typeface="Courier New" panose="02070309020205020404" pitchFamily="49" charset="0"/>
              </a:rPr>
              <a:t>Integer </a:t>
            </a:r>
            <a:r>
              <a:rPr lang="en-US" sz="2800" dirty="0" err="1">
                <a:solidFill>
                  <a:srgbClr val="176B25"/>
                </a:solidFill>
                <a:latin typeface="Courier New" panose="02070309020205020404" pitchFamily="49" charset="0"/>
                <a:cs typeface="Courier New" panose="02070309020205020404" pitchFamily="49" charset="0"/>
              </a:rPr>
              <a:t>num</a:t>
            </a:r>
            <a:r>
              <a:rPr lang="en-US" sz="2800" dirty="0">
                <a:solidFill>
                  <a:srgbClr val="176B25"/>
                </a:solidFill>
                <a:latin typeface="Courier New" panose="02070309020205020404" pitchFamily="49" charset="0"/>
                <a:cs typeface="Courier New" panose="02070309020205020404" pitchFamily="49" charset="0"/>
              </a:rPr>
              <a:t> = new Integer(10);</a:t>
            </a:r>
          </a:p>
          <a:p>
            <a:pPr marL="971550" indent="-971550">
              <a:buFont typeface="+mj-lt"/>
              <a:buAutoNum type="romanUcPeriod"/>
              <a:defRPr/>
            </a:pPr>
            <a:r>
              <a:rPr lang="en-US" sz="2800" dirty="0">
                <a:solidFill>
                  <a:srgbClr val="176B25"/>
                </a:solidFill>
                <a:latin typeface="Courier New" panose="02070309020205020404" pitchFamily="49" charset="0"/>
                <a:cs typeface="Courier New" panose="02070309020205020404" pitchFamily="49" charset="0"/>
              </a:rPr>
              <a:t>double </a:t>
            </a:r>
            <a:r>
              <a:rPr lang="en-US" sz="2800" dirty="0" err="1">
                <a:solidFill>
                  <a:srgbClr val="176B25"/>
                </a:solidFill>
                <a:latin typeface="Courier New" panose="02070309020205020404" pitchFamily="49" charset="0"/>
                <a:cs typeface="Courier New" panose="02070309020205020404" pitchFamily="49" charset="0"/>
              </a:rPr>
              <a:t>num</a:t>
            </a:r>
            <a:r>
              <a:rPr lang="en-US" sz="2800" dirty="0">
                <a:solidFill>
                  <a:srgbClr val="176B25"/>
                </a:solidFill>
                <a:latin typeface="Courier New" panose="02070309020205020404" pitchFamily="49" charset="0"/>
                <a:cs typeface="Courier New" panose="02070309020205020404" pitchFamily="49" charset="0"/>
              </a:rPr>
              <a:t> = new Integer(10);</a:t>
            </a:r>
          </a:p>
          <a:p>
            <a:pPr marL="971550" indent="-971550">
              <a:buFont typeface="+mj-lt"/>
              <a:buAutoNum type="romanUcPeriod"/>
              <a:defRPr/>
            </a:pPr>
            <a:r>
              <a:rPr lang="en-US" sz="2800" dirty="0">
                <a:solidFill>
                  <a:srgbClr val="C00000"/>
                </a:solidFill>
                <a:latin typeface="Courier New" panose="02070309020205020404" pitchFamily="49" charset="0"/>
                <a:cs typeface="Courier New" panose="02070309020205020404" pitchFamily="49" charset="0"/>
              </a:rPr>
              <a:t>Double </a:t>
            </a:r>
            <a:r>
              <a:rPr lang="en-US" sz="2800" dirty="0" err="1">
                <a:solidFill>
                  <a:srgbClr val="C00000"/>
                </a:solidFill>
                <a:latin typeface="Courier New" panose="02070309020205020404" pitchFamily="49" charset="0"/>
                <a:cs typeface="Courier New" panose="02070309020205020404" pitchFamily="49" charset="0"/>
              </a:rPr>
              <a:t>num</a:t>
            </a:r>
            <a:r>
              <a:rPr lang="en-US" sz="2800" dirty="0">
                <a:solidFill>
                  <a:srgbClr val="C00000"/>
                </a:solidFill>
                <a:latin typeface="Courier New" panose="02070309020205020404" pitchFamily="49" charset="0"/>
                <a:cs typeface="Courier New" panose="02070309020205020404" pitchFamily="49" charset="0"/>
              </a:rPr>
              <a:t> = new Integer(10);</a:t>
            </a:r>
          </a:p>
          <a:p>
            <a:pPr marL="971550" indent="-971550">
              <a:buFont typeface="+mj-lt"/>
              <a:buAutoNum type="romanUcPeriod"/>
              <a:defRPr/>
            </a:pPr>
            <a:r>
              <a:rPr lang="en-US" sz="2800" dirty="0">
                <a:solidFill>
                  <a:srgbClr val="176B25"/>
                </a:solidFill>
                <a:latin typeface="Courier New" panose="02070309020205020404" pitchFamily="49" charset="0"/>
                <a:cs typeface="Courier New" panose="02070309020205020404" pitchFamily="49" charset="0"/>
              </a:rPr>
              <a:t>Number </a:t>
            </a:r>
            <a:r>
              <a:rPr lang="en-US" sz="2800" dirty="0" err="1">
                <a:solidFill>
                  <a:srgbClr val="176B25"/>
                </a:solidFill>
                <a:latin typeface="Courier New" panose="02070309020205020404" pitchFamily="49" charset="0"/>
                <a:cs typeface="Courier New" panose="02070309020205020404" pitchFamily="49" charset="0"/>
              </a:rPr>
              <a:t>num</a:t>
            </a:r>
            <a:r>
              <a:rPr lang="en-US" sz="2800" dirty="0">
                <a:solidFill>
                  <a:srgbClr val="176B25"/>
                </a:solidFill>
                <a:latin typeface="Courier New" panose="02070309020205020404" pitchFamily="49" charset="0"/>
                <a:cs typeface="Courier New" panose="02070309020205020404" pitchFamily="49" charset="0"/>
              </a:rPr>
              <a:t> = new Integer(10);</a:t>
            </a:r>
          </a:p>
          <a:p>
            <a:pPr>
              <a:defRPr/>
            </a:pPr>
            <a:endParaRPr lang="en-US" sz="2800" dirty="0">
              <a:latin typeface="Courier New" panose="02070309020205020404" pitchFamily="49" charset="0"/>
              <a:cs typeface="Courier New" panose="02070309020205020404" pitchFamily="49" charset="0"/>
            </a:endParaRP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III</a:t>
            </a:r>
          </a:p>
          <a:p>
            <a:pPr marL="457200" indent="-457200">
              <a:buFont typeface="+mj-lt"/>
              <a:buAutoNum type="alphaLcParenR"/>
              <a:defRPr/>
            </a:pPr>
            <a:r>
              <a:rPr lang="en-US" sz="2800" dirty="0">
                <a:solidFill>
                  <a:srgbClr val="176B25"/>
                </a:solidFill>
                <a:latin typeface="Courier New" panose="02070309020205020404" pitchFamily="49" charset="0"/>
                <a:cs typeface="Courier New" panose="02070309020205020404" pitchFamily="49" charset="0"/>
              </a:rPr>
              <a:t>I, II, and IV</a:t>
            </a:r>
          </a:p>
        </p:txBody>
      </p:sp>
    </p:spTree>
    <p:extLst>
      <p:ext uri="{BB962C8B-B14F-4D97-AF65-F5344CB8AC3E}">
        <p14:creationId xmlns:p14="http://schemas.microsoft.com/office/powerpoint/2010/main" val="2231708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E5E7439-9955-B63A-2D98-25B5DE05803D}"/>
              </a:ext>
            </a:extLst>
          </p:cNvPr>
          <p:cNvGrpSpPr/>
          <p:nvPr/>
        </p:nvGrpSpPr>
        <p:grpSpPr>
          <a:xfrm>
            <a:off x="233207" y="914466"/>
            <a:ext cx="8677585" cy="4145105"/>
            <a:chOff x="233207" y="914466"/>
            <a:chExt cx="8677585" cy="4145105"/>
          </a:xfrm>
        </p:grpSpPr>
        <p:sp>
          <p:nvSpPr>
            <p:cNvPr id="6" name="Freeform: Shape 5">
              <a:extLst>
                <a:ext uri="{FF2B5EF4-FFF2-40B4-BE49-F238E27FC236}">
                  <a16:creationId xmlns:a16="http://schemas.microsoft.com/office/drawing/2014/main" id="{77DBDB84-082A-6E1B-58A7-690580410B00}"/>
                </a:ext>
              </a:extLst>
            </p:cNvPr>
            <p:cNvSpPr/>
            <p:nvPr/>
          </p:nvSpPr>
          <p:spPr>
            <a:xfrm>
              <a:off x="4546923" y="2326907"/>
              <a:ext cx="3426765" cy="1803246"/>
            </a:xfrm>
            <a:custGeom>
              <a:avLst/>
              <a:gdLst/>
              <a:ahLst/>
              <a:cxnLst/>
              <a:rect l="0" t="0" r="0" b="0"/>
              <a:pathLst>
                <a:path>
                  <a:moveTo>
                    <a:pt x="0" y="0"/>
                  </a:moveTo>
                  <a:lnTo>
                    <a:pt x="0" y="1606454"/>
                  </a:lnTo>
                  <a:lnTo>
                    <a:pt x="3426765" y="1606454"/>
                  </a:lnTo>
                  <a:lnTo>
                    <a:pt x="3426765"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A60012E6-2FC4-5E27-3FBA-3A7C16D3E1A2}"/>
                </a:ext>
              </a:extLst>
            </p:cNvPr>
            <p:cNvSpPr/>
            <p:nvPr/>
          </p:nvSpPr>
          <p:spPr>
            <a:xfrm>
              <a:off x="4546923" y="2326907"/>
              <a:ext cx="1158973" cy="1803246"/>
            </a:xfrm>
            <a:custGeom>
              <a:avLst/>
              <a:gdLst/>
              <a:ahLst/>
              <a:cxnLst/>
              <a:rect l="0" t="0" r="0" b="0"/>
              <a:pathLst>
                <a:path>
                  <a:moveTo>
                    <a:pt x="0" y="0"/>
                  </a:moveTo>
                  <a:lnTo>
                    <a:pt x="0" y="1606454"/>
                  </a:lnTo>
                  <a:lnTo>
                    <a:pt x="1158973" y="1606454"/>
                  </a:lnTo>
                  <a:lnTo>
                    <a:pt x="1158973"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 name="Freeform: Shape 8">
              <a:extLst>
                <a:ext uri="{FF2B5EF4-FFF2-40B4-BE49-F238E27FC236}">
                  <a16:creationId xmlns:a16="http://schemas.microsoft.com/office/drawing/2014/main" id="{758BD107-65E6-292F-FB95-B10489607928}"/>
                </a:ext>
              </a:extLst>
            </p:cNvPr>
            <p:cNvSpPr/>
            <p:nvPr/>
          </p:nvSpPr>
          <p:spPr>
            <a:xfrm>
              <a:off x="3438103" y="2326907"/>
              <a:ext cx="1108819" cy="1803246"/>
            </a:xfrm>
            <a:custGeom>
              <a:avLst/>
              <a:gdLst/>
              <a:ahLst/>
              <a:cxnLst/>
              <a:rect l="0" t="0" r="0" b="0"/>
              <a:pathLst>
                <a:path>
                  <a:moveTo>
                    <a:pt x="1108819" y="0"/>
                  </a:moveTo>
                  <a:lnTo>
                    <a:pt x="1108819" y="1606454"/>
                  </a:lnTo>
                  <a:lnTo>
                    <a:pt x="0" y="1606454"/>
                  </a:lnTo>
                  <a:lnTo>
                    <a:pt x="0"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Freeform: Shape 9">
              <a:extLst>
                <a:ext uri="{FF2B5EF4-FFF2-40B4-BE49-F238E27FC236}">
                  <a16:creationId xmlns:a16="http://schemas.microsoft.com/office/drawing/2014/main" id="{FB990755-C8C8-1D2B-7D2A-EC4E7E4334CD}"/>
                </a:ext>
              </a:extLst>
            </p:cNvPr>
            <p:cNvSpPr/>
            <p:nvPr/>
          </p:nvSpPr>
          <p:spPr>
            <a:xfrm>
              <a:off x="1170311" y="2326907"/>
              <a:ext cx="3376611" cy="1803246"/>
            </a:xfrm>
            <a:custGeom>
              <a:avLst/>
              <a:gdLst/>
              <a:ahLst/>
              <a:cxnLst/>
              <a:rect l="0" t="0" r="0" b="0"/>
              <a:pathLst>
                <a:path>
                  <a:moveTo>
                    <a:pt x="3376611" y="0"/>
                  </a:moveTo>
                  <a:lnTo>
                    <a:pt x="3376611" y="1606454"/>
                  </a:lnTo>
                  <a:lnTo>
                    <a:pt x="0" y="1606454"/>
                  </a:lnTo>
                  <a:lnTo>
                    <a:pt x="0"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Shape 10">
              <a:extLst>
                <a:ext uri="{FF2B5EF4-FFF2-40B4-BE49-F238E27FC236}">
                  <a16:creationId xmlns:a16="http://schemas.microsoft.com/office/drawing/2014/main" id="{AF7BAF79-FA03-F5E7-3342-9BCB2DF060A7}"/>
                </a:ext>
              </a:extLst>
            </p:cNvPr>
            <p:cNvSpPr/>
            <p:nvPr/>
          </p:nvSpPr>
          <p:spPr>
            <a:xfrm>
              <a:off x="3429030" y="914466"/>
              <a:ext cx="2205474" cy="1412441"/>
            </a:xfrm>
            <a:custGeom>
              <a:avLst/>
              <a:gdLst>
                <a:gd name="connsiteX0" fmla="*/ 0 w 2083407"/>
                <a:gd name="connsiteY0" fmla="*/ 0 h 1412441"/>
                <a:gd name="connsiteX1" fmla="*/ 2083407 w 2083407"/>
                <a:gd name="connsiteY1" fmla="*/ 0 h 1412441"/>
                <a:gd name="connsiteX2" fmla="*/ 2083407 w 2083407"/>
                <a:gd name="connsiteY2" fmla="*/ 1412441 h 1412441"/>
                <a:gd name="connsiteX3" fmla="*/ 0 w 2083407"/>
                <a:gd name="connsiteY3" fmla="*/ 1412441 h 1412441"/>
                <a:gd name="connsiteX4" fmla="*/ 0 w 2083407"/>
                <a:gd name="connsiteY4" fmla="*/ 0 h 141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07" h="1412441">
                  <a:moveTo>
                    <a:pt x="0" y="0"/>
                  </a:moveTo>
                  <a:lnTo>
                    <a:pt x="2083407" y="0"/>
                  </a:lnTo>
                  <a:lnTo>
                    <a:pt x="2083407" y="1412441"/>
                  </a:lnTo>
                  <a:lnTo>
                    <a:pt x="0" y="1412441"/>
                  </a:lnTo>
                  <a:lnTo>
                    <a:pt x="0" y="0"/>
                  </a:lnTo>
                  <a:close/>
                </a:path>
              </a:pathLst>
            </a:custGeom>
            <a:solidFill>
              <a:schemeClr val="accent1">
                <a:lumMod val="40000"/>
                <a:lumOff val="60000"/>
              </a:schemeClr>
            </a:solidFill>
            <a:ln>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List</a:t>
              </a:r>
            </a:p>
            <a:p>
              <a:pPr marL="0" lvl="0" indent="0" algn="ctr" defTabSz="1289050">
                <a:lnSpc>
                  <a:spcPct val="90000"/>
                </a:lnSpc>
                <a:spcBef>
                  <a:spcPct val="0"/>
                </a:spcBef>
                <a:spcAft>
                  <a:spcPct val="35000"/>
                </a:spcAft>
                <a:buNone/>
              </a:pPr>
              <a:r>
                <a:rPr lang="en-US" sz="2900" i="1" kern="1200" dirty="0">
                  <a:solidFill>
                    <a:schemeClr val="tx1"/>
                  </a:solidFill>
                  <a:latin typeface="Adobe Gothic Std B" panose="020B0800000000000000" pitchFamily="34" charset="-128"/>
                  <a:ea typeface="Adobe Gothic Std B" panose="020B0800000000000000" pitchFamily="34" charset="-128"/>
                </a:rPr>
                <a:t>&lt;interface&gt;</a:t>
              </a:r>
            </a:p>
          </p:txBody>
        </p:sp>
        <p:sp>
          <p:nvSpPr>
            <p:cNvPr id="12" name="Freeform: Shape 11">
              <a:extLst>
                <a:ext uri="{FF2B5EF4-FFF2-40B4-BE49-F238E27FC236}">
                  <a16:creationId xmlns:a16="http://schemas.microsoft.com/office/drawing/2014/main" id="{4DC08797-116A-A412-C66B-9A710BD9EAB7}"/>
                </a:ext>
              </a:extLst>
            </p:cNvPr>
            <p:cNvSpPr/>
            <p:nvPr/>
          </p:nvSpPr>
          <p:spPr>
            <a:xfrm>
              <a:off x="233207"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solidFill>
                    <a:schemeClr val="tx1"/>
                  </a:solidFill>
                  <a:latin typeface="Adobe Gothic Std B" panose="020B0800000000000000" pitchFamily="34" charset="-128"/>
                  <a:ea typeface="Adobe Gothic Std B" panose="020B0800000000000000" pitchFamily="34" charset="-128"/>
                </a:rPr>
                <a:t>ArrayList</a:t>
              </a:r>
              <a:endParaRPr lang="en-US" sz="2900" kern="1200" dirty="0">
                <a:solidFill>
                  <a:schemeClr val="tx1"/>
                </a:solidFill>
                <a:latin typeface="Adobe Gothic Std B" panose="020B0800000000000000" pitchFamily="34" charset="-128"/>
                <a:ea typeface="Adobe Gothic Std B" panose="020B0800000000000000" pitchFamily="34" charset="-128"/>
              </a:endParaRPr>
            </a:p>
          </p:txBody>
        </p:sp>
        <p:sp>
          <p:nvSpPr>
            <p:cNvPr id="13" name="Freeform: Shape 12">
              <a:extLst>
                <a:ext uri="{FF2B5EF4-FFF2-40B4-BE49-F238E27FC236}">
                  <a16:creationId xmlns:a16="http://schemas.microsoft.com/office/drawing/2014/main" id="{B406E94C-4A7A-F627-E995-EDE757192584}"/>
                </a:ext>
              </a:extLst>
            </p:cNvPr>
            <p:cNvSpPr/>
            <p:nvPr/>
          </p:nvSpPr>
          <p:spPr>
            <a:xfrm>
              <a:off x="2443761" y="4122467"/>
              <a:ext cx="2045923"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solidFill>
                    <a:schemeClr val="tx1"/>
                  </a:solidFill>
                  <a:latin typeface="Adobe Gothic Std B" panose="020B0800000000000000" pitchFamily="34" charset="-128"/>
                  <a:ea typeface="Adobe Gothic Std B" panose="020B0800000000000000" pitchFamily="34" charset="-128"/>
                </a:rPr>
                <a:t>LinkedList</a:t>
              </a:r>
              <a:endParaRPr lang="en-US" sz="2900" kern="1200" dirty="0">
                <a:solidFill>
                  <a:schemeClr val="tx1"/>
                </a:solidFill>
                <a:latin typeface="Adobe Gothic Std B" panose="020B0800000000000000" pitchFamily="34" charset="-128"/>
                <a:ea typeface="Adobe Gothic Std B" panose="020B0800000000000000" pitchFamily="34" charset="-128"/>
              </a:endParaRPr>
            </a:p>
          </p:txBody>
        </p:sp>
        <p:sp>
          <p:nvSpPr>
            <p:cNvPr id="14" name="Freeform: Shape 13">
              <a:extLst>
                <a:ext uri="{FF2B5EF4-FFF2-40B4-BE49-F238E27FC236}">
                  <a16:creationId xmlns:a16="http://schemas.microsoft.com/office/drawing/2014/main" id="{09DAC855-4791-3322-F112-54E9AEC6742A}"/>
                </a:ext>
              </a:extLst>
            </p:cNvPr>
            <p:cNvSpPr/>
            <p:nvPr/>
          </p:nvSpPr>
          <p:spPr>
            <a:xfrm>
              <a:off x="4831336"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Stack</a:t>
              </a:r>
            </a:p>
          </p:txBody>
        </p:sp>
        <p:sp>
          <p:nvSpPr>
            <p:cNvPr id="15" name="Freeform: Shape 14">
              <a:extLst>
                <a:ext uri="{FF2B5EF4-FFF2-40B4-BE49-F238E27FC236}">
                  <a16:creationId xmlns:a16="http://schemas.microsoft.com/office/drawing/2014/main" id="{4A3CFC67-2D0C-88E8-BF25-CF53698F3777}"/>
                </a:ext>
              </a:extLst>
            </p:cNvPr>
            <p:cNvSpPr/>
            <p:nvPr/>
          </p:nvSpPr>
          <p:spPr>
            <a:xfrm>
              <a:off x="7036584"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Vector</a:t>
              </a:r>
            </a:p>
          </p:txBody>
        </p:sp>
      </p:grpSp>
      <p:sp>
        <p:nvSpPr>
          <p:cNvPr id="2" name="TextBox 1" descr="The List interface is implemented by the ArrayList, LinkedList, Stack, and Vector classes."/>
          <p:cNvSpPr txBox="1"/>
          <p:nvPr/>
        </p:nvSpPr>
        <p:spPr>
          <a:xfrm>
            <a:off x="6095960" y="417267"/>
            <a:ext cx="1920719" cy="2554545"/>
          </a:xfrm>
          <a:prstGeom prst="rect">
            <a:avLst/>
          </a:prstGeom>
          <a:noFill/>
        </p:spPr>
        <p:txBody>
          <a:bodyPr wrap="none" rtlCol="0">
            <a:spAutoFit/>
          </a:bodyPr>
          <a:lstStyle/>
          <a:p>
            <a:r>
              <a:rPr lang="en-US" dirty="0"/>
              <a:t>add(spot, </a:t>
            </a:r>
            <a:r>
              <a:rPr lang="en-US" dirty="0" err="1"/>
              <a:t>Obj</a:t>
            </a:r>
            <a:r>
              <a:rPr lang="en-US" dirty="0"/>
              <a:t>)</a:t>
            </a:r>
          </a:p>
          <a:p>
            <a:r>
              <a:rPr lang="en-US" dirty="0"/>
              <a:t>add(</a:t>
            </a:r>
            <a:r>
              <a:rPr lang="en-US" dirty="0" err="1"/>
              <a:t>Obj</a:t>
            </a:r>
            <a:r>
              <a:rPr lang="en-US" dirty="0"/>
              <a:t>)</a:t>
            </a:r>
          </a:p>
          <a:p>
            <a:r>
              <a:rPr lang="en-US" dirty="0"/>
              <a:t>set(spot, </a:t>
            </a:r>
            <a:r>
              <a:rPr lang="en-US" dirty="0" err="1"/>
              <a:t>Obj</a:t>
            </a:r>
            <a:r>
              <a:rPr lang="en-US" dirty="0"/>
              <a:t>) </a:t>
            </a:r>
          </a:p>
          <a:p>
            <a:r>
              <a:rPr lang="en-US" dirty="0"/>
              <a:t>remove(spot)</a:t>
            </a:r>
          </a:p>
          <a:p>
            <a:r>
              <a:rPr lang="en-US" dirty="0"/>
              <a:t>remove(</a:t>
            </a:r>
            <a:r>
              <a:rPr lang="en-US" dirty="0" err="1"/>
              <a:t>Obj</a:t>
            </a:r>
            <a:r>
              <a:rPr lang="en-US" dirty="0"/>
              <a:t>);</a:t>
            </a:r>
          </a:p>
          <a:p>
            <a:r>
              <a:rPr lang="en-US" dirty="0"/>
              <a:t>get(spot);</a:t>
            </a:r>
          </a:p>
          <a:p>
            <a:r>
              <a:rPr lang="en-US" dirty="0" err="1"/>
              <a:t>isEmpty</a:t>
            </a:r>
            <a:r>
              <a:rPr lang="en-US" dirty="0"/>
              <a:t>();</a:t>
            </a:r>
          </a:p>
          <a:p>
            <a:r>
              <a:rPr lang="en-US" dirty="0"/>
              <a:t>clear();</a:t>
            </a:r>
          </a:p>
        </p:txBody>
      </p:sp>
      <p:sp>
        <p:nvSpPr>
          <p:cNvPr id="5" name="Left Brace 4" descr="The List interface is implemented by the ArrayList, LinkedList, Stack, and Vector classes."/>
          <p:cNvSpPr/>
          <p:nvPr/>
        </p:nvSpPr>
        <p:spPr bwMode="auto">
          <a:xfrm>
            <a:off x="5791168" y="381080"/>
            <a:ext cx="380990" cy="2590732"/>
          </a:xfrm>
          <a:prstGeom prst="leftBrac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en-US" sz="2000" b="1" i="0" u="none" strike="noStrike" cap="none" normalizeH="0" baseline="0">
              <a:ln>
                <a:noFill/>
              </a:ln>
              <a:solidFill>
                <a:schemeClr val="tx1"/>
              </a:solidFill>
              <a:effectLst/>
              <a:latin typeface="Arial" panose="020B0604020202020204" pitchFamily="34" charset="0"/>
            </a:endParaRPr>
          </a:p>
        </p:txBody>
      </p:sp>
      <p:sp>
        <p:nvSpPr>
          <p:cNvPr id="7" name="TextBox 6"/>
          <p:cNvSpPr txBox="1"/>
          <p:nvPr/>
        </p:nvSpPr>
        <p:spPr>
          <a:xfrm>
            <a:off x="211162" y="5486346"/>
            <a:ext cx="8704124" cy="954107"/>
          </a:xfrm>
          <a:prstGeom prst="rect">
            <a:avLst/>
          </a:prstGeom>
          <a:noFill/>
        </p:spPr>
        <p:txBody>
          <a:bodyPr wrap="square" rtlCol="0">
            <a:spAutoFit/>
          </a:bodyPr>
          <a:lstStyle/>
          <a:p>
            <a:pPr algn="ctr"/>
            <a:r>
              <a:rPr lang="en-US" sz="2800" dirty="0">
                <a:solidFill>
                  <a:srgbClr val="7030A0"/>
                </a:solidFill>
              </a:rPr>
              <a:t>All of the classes that implement the List interface must have all of the listed methods implemented</a:t>
            </a:r>
          </a:p>
        </p:txBody>
      </p:sp>
    </p:spTree>
    <p:extLst>
      <p:ext uri="{BB962C8B-B14F-4D97-AF65-F5344CB8AC3E}">
        <p14:creationId xmlns:p14="http://schemas.microsoft.com/office/powerpoint/2010/main" val="743489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(new Double( d )); </a:t>
            </a:r>
          </a:p>
          <a:p>
            <a:pPr>
              <a:spcBef>
                <a:spcPct val="0"/>
              </a:spcBef>
              <a:buFontTx/>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(d); </a:t>
            </a:r>
          </a:p>
          <a:p>
            <a:pPr>
              <a:spcBef>
                <a:spcPct val="0"/>
              </a:spcBef>
              <a:buFontTx/>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(new Integer( i )); </a:t>
            </a:r>
            <a:endParaRPr lang="en-US" altLang="en-US" sz="2800" dirty="0">
              <a:latin typeface="Arial" panose="020B0604020202020204" pitchFamily="34" charset="0"/>
            </a:endParaRPr>
          </a:p>
          <a:p>
            <a:pPr>
              <a:spcBef>
                <a:spcPct val="0"/>
              </a:spcBef>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List&lt;Double&gt;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chemeClr val="accent6">
                    <a:lumMod val="50000"/>
                  </a:schemeClr>
                </a:solidFill>
                <a:latin typeface="Courier New" pitchFamily="49" charset="0"/>
                <a:cs typeface="Courier New" pitchFamily="49" charset="0"/>
              </a:rPr>
              <a:t>&lt;Double&gt;();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2667589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(new Double( d ));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(d); </a:t>
            </a:r>
          </a:p>
          <a:p>
            <a:pPr>
              <a:spcBef>
                <a:spcPct val="0"/>
              </a:spcBef>
              <a:buFontTx/>
              <a:buNone/>
            </a:pPr>
            <a:r>
              <a:rPr lang="en-US" altLang="en-US" sz="2800" dirty="0" err="1">
                <a:solidFill>
                  <a:srgbClr val="C00000"/>
                </a:solidFill>
                <a:latin typeface="Courier New" panose="02070309020205020404" pitchFamily="49" charset="0"/>
                <a:cs typeface="Courier New" panose="02070309020205020404" pitchFamily="49" charset="0"/>
              </a:rPr>
              <a:t>list.add</a:t>
            </a:r>
            <a:r>
              <a:rPr lang="en-US" altLang="en-US" sz="2800" dirty="0">
                <a:solidFill>
                  <a:srgbClr val="C00000"/>
                </a:solidFill>
                <a:latin typeface="Courier New" panose="02070309020205020404" pitchFamily="49" charset="0"/>
                <a:cs typeface="Courier New" panose="02070309020205020404" pitchFamily="49" charset="0"/>
              </a:rPr>
              <a:t>(new Integer( i )); </a:t>
            </a:r>
            <a:endParaRPr lang="en-US" altLang="en-US" sz="2800" dirty="0">
              <a:solidFill>
                <a:srgbClr val="C00000"/>
              </a:solidFill>
              <a:latin typeface="Arial" panose="020B0604020202020204" pitchFamily="34" charset="0"/>
            </a:endParaRPr>
          </a:p>
          <a:p>
            <a:pPr>
              <a:spcBef>
                <a:spcPct val="0"/>
              </a:spcBef>
              <a:buNone/>
            </a:pPr>
            <a:r>
              <a:rPr lang="en-US" altLang="en-US" sz="2800" dirty="0" err="1">
                <a:solidFill>
                  <a:srgbClr val="C00000"/>
                </a:solidFill>
                <a:latin typeface="Courier New" panose="02070309020205020404" pitchFamily="49" charset="0"/>
                <a:cs typeface="Courier New" panose="02070309020205020404" pitchFamily="49" charset="0"/>
              </a:rPr>
              <a:t>list.add</a:t>
            </a:r>
            <a:r>
              <a:rPr lang="en-US" altLang="en-US" sz="2800" dirty="0">
                <a:solidFill>
                  <a:srgbClr val="C00000"/>
                </a:solidFill>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List&lt;Double&gt;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chemeClr val="accent6">
                    <a:lumMod val="50000"/>
                  </a:schemeClr>
                </a:solidFill>
                <a:latin typeface="Courier New" pitchFamily="49" charset="0"/>
                <a:cs typeface="Courier New" pitchFamily="49" charset="0"/>
              </a:rPr>
              <a:t>&lt;Double&gt;();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2820600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(new Double( d ));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(d);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(new Integer( i )); </a:t>
            </a: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a:t>
            </a:r>
            <a:r>
              <a:rPr lang="en-US" sz="3200" dirty="0">
                <a:solidFill>
                  <a:srgbClr val="C00000"/>
                </a:solidFill>
                <a:latin typeface="Courier New" pitchFamily="49" charset="0"/>
                <a:cs typeface="Courier New" pitchFamily="49" charset="0"/>
              </a:rPr>
              <a:t>&lt;Number&gt;</a:t>
            </a:r>
            <a:r>
              <a:rPr lang="en-US" sz="3200" dirty="0">
                <a:solidFill>
                  <a:schemeClr val="accent6">
                    <a:lumMod val="50000"/>
                  </a:schemeClr>
                </a:solidFill>
                <a:latin typeface="Courier New" pitchFamily="49" charset="0"/>
                <a:cs typeface="Courier New" pitchFamily="49" charset="0"/>
              </a:rPr>
              <a: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rgbClr val="C00000"/>
                </a:solidFill>
                <a:latin typeface="Courier New" pitchFamily="49" charset="0"/>
                <a:cs typeface="Courier New" pitchFamily="49" charset="0"/>
              </a:rPr>
              <a:t>&lt;Number&gt;</a:t>
            </a:r>
            <a:r>
              <a:rPr lang="en-US" sz="3200" dirty="0">
                <a:solidFill>
                  <a:schemeClr val="accent6">
                    <a:lumMod val="50000"/>
                  </a:schemeClr>
                </a:solidFill>
                <a:latin typeface="Courier New" pitchFamily="49" charset="0"/>
                <a:cs typeface="Courier New" pitchFamily="49" charset="0"/>
              </a:rPr>
              <a: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3224632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88067"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5" name="Text Box 3"/>
          <p:cNvSpPr txBox="1">
            <a:spLocks noChangeArrowheads="1"/>
          </p:cNvSpPr>
          <p:nvPr/>
        </p:nvSpPr>
        <p:spPr bwMode="auto">
          <a:xfrm>
            <a:off x="871307" y="2286030"/>
            <a:ext cx="740138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50000"/>
              </a:lnSpc>
              <a:spcBef>
                <a:spcPct val="0"/>
              </a:spcBef>
              <a:buFontTx/>
              <a:buNone/>
            </a:pPr>
            <a:r>
              <a:rPr lang="en-US" altLang="en-US" sz="4000" dirty="0">
                <a:latin typeface="Arial" panose="020B0604020202020204" pitchFamily="34" charset="0"/>
              </a:rPr>
              <a:t>Classes extend Classes</a:t>
            </a:r>
          </a:p>
          <a:p>
            <a:pPr algn="ctr">
              <a:spcBef>
                <a:spcPct val="0"/>
              </a:spcBef>
              <a:buFontTx/>
              <a:buNone/>
            </a:pPr>
            <a:r>
              <a:rPr lang="en-US" altLang="en-US" sz="4000" dirty="0">
                <a:latin typeface="Arial" panose="020B0604020202020204" pitchFamily="34" charset="0"/>
              </a:rPr>
              <a:t>Interfaces extend Interfaces</a:t>
            </a:r>
          </a:p>
          <a:p>
            <a:pPr algn="ctr">
              <a:spcBef>
                <a:spcPct val="0"/>
              </a:spcBef>
              <a:buFontTx/>
              <a:buNone/>
            </a:pPr>
            <a:endParaRPr lang="en-US" altLang="en-US" sz="4000" dirty="0">
              <a:latin typeface="Arial" panose="020B0604020202020204" pitchFamily="34" charset="0"/>
            </a:endParaRPr>
          </a:p>
          <a:p>
            <a:pPr algn="ctr">
              <a:spcBef>
                <a:spcPct val="0"/>
              </a:spcBef>
              <a:buFontTx/>
              <a:buNone/>
            </a:pPr>
            <a:r>
              <a:rPr lang="en-US" altLang="en-US" sz="4000" dirty="0">
                <a:solidFill>
                  <a:srgbClr val="0000FF"/>
                </a:solidFill>
                <a:latin typeface="Arial" panose="020B0604020202020204" pitchFamily="34" charset="0"/>
              </a:rPr>
              <a:t>Classes implement Interfaces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90116" name="Text Box 3"/>
          <p:cNvSpPr txBox="1">
            <a:spLocks noChangeArrowheads="1"/>
          </p:cNvSpPr>
          <p:nvPr/>
        </p:nvSpPr>
        <p:spPr bwMode="auto">
          <a:xfrm>
            <a:off x="304912" y="2590822"/>
            <a:ext cx="8686572"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None/>
            </a:pPr>
            <a:r>
              <a:rPr lang="en-US" altLang="en-US" sz="3200" dirty="0">
                <a:latin typeface="Arial" panose="020B0604020202020204" pitchFamily="34" charset="0"/>
              </a:rPr>
              <a:t>Classes can extend ONE Class</a:t>
            </a:r>
          </a:p>
          <a:p>
            <a:pPr>
              <a:spcBef>
                <a:spcPct val="0"/>
              </a:spcBef>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None/>
            </a:pPr>
            <a:r>
              <a:rPr lang="en-US" altLang="en-US" dirty="0" err="1">
                <a:solidFill>
                  <a:srgbClr val="003300"/>
                </a:solidFill>
                <a:latin typeface="Courier New" panose="02070309020205020404" pitchFamily="49" charset="0"/>
                <a:cs typeface="Courier New" panose="02070309020205020404" pitchFamily="49" charset="0"/>
              </a:rPr>
              <a:t>ClassA</a:t>
            </a:r>
            <a:r>
              <a:rPr lang="en-US" altLang="en-US" dirty="0">
                <a:solidFill>
                  <a:srgbClr val="003300"/>
                </a:solidFill>
                <a:latin typeface="Courier New" panose="02070309020205020404" pitchFamily="49" charset="0"/>
                <a:cs typeface="Courier New" panose="02070309020205020404" pitchFamily="49" charset="0"/>
              </a:rPr>
              <a:t> extends </a:t>
            </a:r>
            <a:r>
              <a:rPr lang="en-US" altLang="en-US" dirty="0" err="1">
                <a:solidFill>
                  <a:srgbClr val="003300"/>
                </a:solidFill>
                <a:latin typeface="Courier New" panose="02070309020205020404" pitchFamily="49" charset="0"/>
                <a:cs typeface="Courier New" panose="02070309020205020404" pitchFamily="49" charset="0"/>
              </a:rPr>
              <a:t>ClassB</a:t>
            </a: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FontTx/>
              <a:buNone/>
            </a:pPr>
            <a:endParaRPr lang="en-US" altLang="en-US" sz="2400" dirty="0">
              <a:solidFill>
                <a:srgbClr val="C00000"/>
              </a:solidFill>
              <a:latin typeface="Courier New" panose="02070309020205020404" pitchFamily="49" charset="0"/>
              <a:cs typeface="Courier New" panose="02070309020205020404" pitchFamily="49" charset="0"/>
            </a:endParaRPr>
          </a:p>
          <a:p>
            <a:pPr>
              <a:spcBef>
                <a:spcPct val="0"/>
              </a:spcBef>
              <a:buFontTx/>
              <a:buNone/>
            </a:pPr>
            <a:r>
              <a:rPr lang="en-US" altLang="en-US" dirty="0" err="1">
                <a:solidFill>
                  <a:srgbClr val="C00000"/>
                </a:solidFill>
                <a:latin typeface="Courier New" panose="02070309020205020404" pitchFamily="49" charset="0"/>
                <a:cs typeface="Courier New" panose="02070309020205020404" pitchFamily="49" charset="0"/>
              </a:rPr>
              <a:t>ClassA</a:t>
            </a:r>
            <a:r>
              <a:rPr lang="en-US" altLang="en-US" dirty="0">
                <a:solidFill>
                  <a:srgbClr val="C00000"/>
                </a:solidFill>
                <a:latin typeface="Courier New" panose="02070309020205020404" pitchFamily="49" charset="0"/>
                <a:cs typeface="Courier New" panose="02070309020205020404" pitchFamily="49" charset="0"/>
              </a:rPr>
              <a:t> extends </a:t>
            </a:r>
            <a:r>
              <a:rPr lang="en-US" altLang="en-US" dirty="0" err="1">
                <a:solidFill>
                  <a:srgbClr val="C00000"/>
                </a:solidFill>
                <a:latin typeface="Courier New" panose="02070309020205020404" pitchFamily="49" charset="0"/>
                <a:cs typeface="Courier New" panose="02070309020205020404" pitchFamily="49" charset="0"/>
              </a:rPr>
              <a:t>ClassB</a:t>
            </a:r>
            <a:r>
              <a:rPr lang="en-US" altLang="en-US" dirty="0">
                <a:solidFill>
                  <a:srgbClr val="C00000"/>
                </a:solidFill>
                <a:latin typeface="Courier New" panose="02070309020205020404" pitchFamily="49" charset="0"/>
                <a:cs typeface="Courier New" panose="02070309020205020404" pitchFamily="49" charset="0"/>
              </a:rPr>
              <a:t> , </a:t>
            </a:r>
            <a:r>
              <a:rPr lang="en-US" altLang="en-US" dirty="0" err="1">
                <a:solidFill>
                  <a:srgbClr val="C00000"/>
                </a:solidFill>
                <a:latin typeface="Courier New" panose="02070309020205020404" pitchFamily="49" charset="0"/>
                <a:cs typeface="Courier New" panose="02070309020205020404" pitchFamily="49" charset="0"/>
              </a:rPr>
              <a:t>ClassC</a:t>
            </a:r>
            <a:endParaRPr lang="en-US" altLang="en-US" dirty="0">
              <a:solidFill>
                <a:srgbClr val="C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06493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90116" name="Text Box 3"/>
          <p:cNvSpPr txBox="1">
            <a:spLocks noChangeArrowheads="1"/>
          </p:cNvSpPr>
          <p:nvPr/>
        </p:nvSpPr>
        <p:spPr bwMode="auto">
          <a:xfrm>
            <a:off x="152516" y="2075795"/>
            <a:ext cx="8838969"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Classes can implement MULTIPLE Interfaces</a:t>
            </a:r>
          </a:p>
          <a:p>
            <a:pPr>
              <a:spcBef>
                <a:spcPct val="0"/>
              </a:spcBef>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None/>
            </a:pPr>
            <a:r>
              <a:rPr lang="en-US" altLang="en-US" dirty="0" err="1">
                <a:solidFill>
                  <a:srgbClr val="003300"/>
                </a:solidFill>
                <a:latin typeface="Courier New" panose="02070309020205020404" pitchFamily="49" charset="0"/>
                <a:cs typeface="Courier New" panose="02070309020205020404" pitchFamily="49" charset="0"/>
              </a:rPr>
              <a:t>ClassA</a:t>
            </a:r>
            <a:r>
              <a:rPr lang="en-US" altLang="en-US" dirty="0">
                <a:solidFill>
                  <a:srgbClr val="003300"/>
                </a:solidFill>
                <a:latin typeface="Courier New" panose="02070309020205020404" pitchFamily="49" charset="0"/>
                <a:cs typeface="Courier New" panose="02070309020205020404" pitchFamily="49" charset="0"/>
              </a:rPr>
              <a:t> implements </a:t>
            </a:r>
            <a:r>
              <a:rPr lang="en-US" altLang="en-US" dirty="0" err="1">
                <a:solidFill>
                  <a:srgbClr val="003300"/>
                </a:solidFill>
                <a:latin typeface="Courier New" panose="02070309020205020404" pitchFamily="49" charset="0"/>
                <a:cs typeface="Courier New" panose="02070309020205020404" pitchFamily="49" charset="0"/>
              </a:rPr>
              <a:t>InterfaceA</a:t>
            </a:r>
            <a:r>
              <a:rPr lang="en-US" altLang="en-US" dirty="0">
                <a:solidFill>
                  <a:srgbClr val="003300"/>
                </a:solidFill>
                <a:latin typeface="Courier New" panose="02070309020205020404" pitchFamily="49" charset="0"/>
                <a:cs typeface="Courier New" panose="02070309020205020404" pitchFamily="49" charset="0"/>
              </a:rPr>
              <a:t>,</a:t>
            </a:r>
            <a:br>
              <a:rPr lang="en-US" altLang="en-US" dirty="0">
                <a:solidFill>
                  <a:srgbClr val="003300"/>
                </a:solidFill>
                <a:latin typeface="Courier New" panose="02070309020205020404" pitchFamily="49" charset="0"/>
                <a:cs typeface="Courier New" panose="02070309020205020404" pitchFamily="49" charset="0"/>
              </a:rPr>
            </a:br>
            <a:r>
              <a:rPr lang="en-US" altLang="en-US" dirty="0">
                <a:solidFill>
                  <a:srgbClr val="003300"/>
                </a:solidFill>
                <a:latin typeface="Courier New" panose="02070309020205020404" pitchFamily="49" charset="0"/>
                <a:cs typeface="Courier New" panose="02070309020205020404" pitchFamily="49" charset="0"/>
              </a:rPr>
              <a:t>                  </a:t>
            </a:r>
            <a:r>
              <a:rPr lang="en-US" altLang="en-US" dirty="0" err="1">
                <a:solidFill>
                  <a:srgbClr val="003300"/>
                </a:solidFill>
                <a:latin typeface="Courier New" panose="02070309020205020404" pitchFamily="49" charset="0"/>
                <a:cs typeface="Courier New" panose="02070309020205020404" pitchFamily="49" charset="0"/>
              </a:rPr>
              <a:t>InterfaceB</a:t>
            </a:r>
            <a:r>
              <a:rPr lang="en-US" altLang="en-US" dirty="0">
                <a:solidFill>
                  <a:srgbClr val="003300"/>
                </a:solidFill>
                <a:latin typeface="Courier New" panose="02070309020205020404" pitchFamily="49" charset="0"/>
                <a:cs typeface="Courier New" panose="02070309020205020404" pitchFamily="49" charset="0"/>
              </a:rPr>
              <a:t>, ...</a:t>
            </a:r>
          </a:p>
          <a:p>
            <a:pPr>
              <a:spcBef>
                <a:spcPct val="0"/>
              </a:spcBef>
              <a:buFontTx/>
              <a:buNone/>
            </a:pPr>
            <a:endParaRPr lang="en-US" altLang="en-US" sz="1050" dirty="0">
              <a:solidFill>
                <a:srgbClr val="003300"/>
              </a:solidFill>
              <a:latin typeface="Courier New" panose="02070309020205020404" pitchFamily="49" charset="0"/>
              <a:cs typeface="Courier New" panose="02070309020205020404" pitchFamily="49" charset="0"/>
            </a:endParaRPr>
          </a:p>
          <a:p>
            <a:pPr>
              <a:spcBef>
                <a:spcPct val="0"/>
              </a:spcBef>
              <a:buNone/>
            </a:pPr>
            <a:endParaRPr lang="en-US" altLang="en-US" dirty="0">
              <a:latin typeface="Arial" panose="020B0604020202020204" pitchFamily="34" charset="0"/>
            </a:endParaRPr>
          </a:p>
          <a:p>
            <a:pPr>
              <a:spcBef>
                <a:spcPct val="0"/>
              </a:spcBef>
              <a:buNone/>
            </a:pPr>
            <a:r>
              <a:rPr lang="en-US" altLang="en-US" dirty="0">
                <a:latin typeface="Arial" panose="020B0604020202020204" pitchFamily="34" charset="0"/>
              </a:rPr>
              <a:t>Interfaces can extend MULTIPLE Interfaces</a:t>
            </a:r>
          </a:p>
          <a:p>
            <a:pPr>
              <a:spcBef>
                <a:spcPct val="0"/>
              </a:spcBef>
              <a:buFontTx/>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FontTx/>
              <a:buNone/>
            </a:pPr>
            <a:r>
              <a:rPr lang="en-US" altLang="en-US" dirty="0" err="1">
                <a:solidFill>
                  <a:srgbClr val="003300"/>
                </a:solidFill>
                <a:latin typeface="Courier New" panose="02070309020205020404" pitchFamily="49" charset="0"/>
                <a:cs typeface="Courier New" panose="02070309020205020404" pitchFamily="49" charset="0"/>
              </a:rPr>
              <a:t>InterfaceA</a:t>
            </a:r>
            <a:r>
              <a:rPr lang="en-US" altLang="en-US" dirty="0">
                <a:solidFill>
                  <a:srgbClr val="003300"/>
                </a:solidFill>
                <a:latin typeface="Courier New" panose="02070309020205020404" pitchFamily="49" charset="0"/>
                <a:cs typeface="Courier New" panose="02070309020205020404" pitchFamily="49" charset="0"/>
              </a:rPr>
              <a:t> extends </a:t>
            </a:r>
            <a:r>
              <a:rPr lang="en-US" altLang="en-US" dirty="0" err="1">
                <a:solidFill>
                  <a:srgbClr val="003300"/>
                </a:solidFill>
                <a:latin typeface="Courier New" panose="02070309020205020404" pitchFamily="49" charset="0"/>
                <a:cs typeface="Courier New" panose="02070309020205020404" pitchFamily="49" charset="0"/>
              </a:rPr>
              <a:t>InterfaceB</a:t>
            </a:r>
            <a:r>
              <a:rPr lang="en-US" altLang="en-US" dirty="0">
                <a:solidFill>
                  <a:srgbClr val="003300"/>
                </a:solidFill>
                <a:latin typeface="Courier New" panose="02070309020205020404" pitchFamily="49" charset="0"/>
                <a:cs typeface="Courier New" panose="02070309020205020404" pitchFamily="49" charset="0"/>
              </a:rPr>
              <a:t>, </a:t>
            </a:r>
            <a:br>
              <a:rPr lang="en-US" altLang="en-US" dirty="0">
                <a:solidFill>
                  <a:srgbClr val="003300"/>
                </a:solidFill>
                <a:latin typeface="Courier New" panose="02070309020205020404" pitchFamily="49" charset="0"/>
                <a:cs typeface="Courier New" panose="02070309020205020404" pitchFamily="49" charset="0"/>
              </a:rPr>
            </a:br>
            <a:r>
              <a:rPr lang="en-US" altLang="en-US" dirty="0">
                <a:solidFill>
                  <a:srgbClr val="003300"/>
                </a:solidFill>
                <a:latin typeface="Courier New" panose="02070309020205020404" pitchFamily="49" charset="0"/>
                <a:cs typeface="Courier New" panose="02070309020205020404" pitchFamily="49" charset="0"/>
              </a:rPr>
              <a:t>                   </a:t>
            </a:r>
            <a:r>
              <a:rPr lang="en-US" altLang="en-US" dirty="0" err="1">
                <a:solidFill>
                  <a:srgbClr val="003300"/>
                </a:solidFill>
                <a:latin typeface="Courier New" panose="02070309020205020404" pitchFamily="49" charset="0"/>
                <a:cs typeface="Courier New" panose="02070309020205020404" pitchFamily="49" charset="0"/>
              </a:rPr>
              <a:t>InterfaceC</a:t>
            </a:r>
            <a:r>
              <a:rPr lang="en-US" altLang="en-US" dirty="0">
                <a:solidFill>
                  <a:srgbClr val="0033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3642020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4&quot;/&gt;&lt;property id=&quot;20307&quot; value=&quot;603&quot;/&gt;&lt;/object&gt;&lt;object type=&quot;3&quot; unique_id=&quot;10005&quot;&gt;&lt;property id=&quot;20148&quot; value=&quot;5&quot;/&gt;&lt;property id=&quot;20300&quot; value=&quot;Slide 5&quot;/&gt;&lt;property id=&quot;20307&quot; value=&quot;604&quot;/&gt;&lt;/object&gt;&lt;object type=&quot;3&quot; unique_id=&quot;10006&quot;&gt;&lt;property id=&quot;20148&quot; value=&quot;5&quot;/&gt;&lt;property id=&quot;20300&quot; value=&quot;Slide 6&quot;/&gt;&lt;property id=&quot;20307&quot; value=&quot;555&quot;/&gt;&lt;/object&gt;&lt;object type=&quot;3&quot; unique_id=&quot;10007&quot;&gt;&lt;property id=&quot;20148&quot; value=&quot;5&quot;/&gt;&lt;property id=&quot;20300&quot; value=&quot;Slide 7&quot;/&gt;&lt;property id=&quot;20307&quot; value=&quot;424&quot;/&gt;&lt;/object&gt;&lt;object type=&quot;3&quot; unique_id=&quot;10008&quot;&gt;&lt;property id=&quot;20148&quot; value=&quot;5&quot;/&gt;&lt;property id=&quot;20300&quot; value=&quot;Slide 8&quot;/&gt;&lt;property id=&quot;20307&quot; value=&quot;480&quot;/&gt;&lt;/object&gt;&lt;object type=&quot;3&quot; unique_id=&quot;10009&quot;&gt;&lt;property id=&quot;20148&quot; value=&quot;5&quot;/&gt;&lt;property id=&quot;20300&quot; value=&quot;Slide 9&quot;/&gt;&lt;property id=&quot;20307&quot; value=&quot;545&quot;/&gt;&lt;/object&gt;&lt;object type=&quot;3&quot; unique_id=&quot;10010&quot;&gt;&lt;property id=&quot;20148&quot; value=&quot;5&quot;/&gt;&lt;property id=&quot;20300&quot; value=&quot;Slide 10&quot;/&gt;&lt;property id=&quot;20307&quot; value=&quot;528&quot;/&gt;&lt;/object&gt;&lt;object type=&quot;3&quot; unique_id=&quot;10011&quot;&gt;&lt;property id=&quot;20148&quot; value=&quot;5&quot;/&gt;&lt;property id=&quot;20300&quot; value=&quot;Slide 11&quot;/&gt;&lt;property id=&quot;20307&quot; value=&quot;481&quot;/&gt;&lt;/object&gt;&lt;object type=&quot;3&quot; unique_id=&quot;10012&quot;&gt;&lt;property id=&quot;20148&quot; value=&quot;5&quot;/&gt;&lt;property id=&quot;20300&quot; value=&quot;Slide 12&quot;/&gt;&lt;property id=&quot;20307&quot; value=&quot;538&quot;/&gt;&lt;/object&gt;&lt;object type=&quot;3&quot; unique_id=&quot;10013&quot;&gt;&lt;property id=&quot;20148&quot; value=&quot;5&quot;/&gt;&lt;property id=&quot;20300&quot; value=&quot;Slide 13&quot;/&gt;&lt;property id=&quot;20307&quot; value=&quot;482&quot;/&gt;&lt;/object&gt;&lt;object type=&quot;3&quot; unique_id=&quot;10014&quot;&gt;&lt;property id=&quot;20148&quot; value=&quot;5&quot;/&gt;&lt;property id=&quot;20300&quot; value=&quot;Slide 14&quot;/&gt;&lt;property id=&quot;20307&quot; value=&quot;520&quot;/&gt;&lt;/object&gt;&lt;object type=&quot;3&quot; unique_id=&quot;10015&quot;&gt;&lt;property id=&quot;20148&quot; value=&quot;5&quot;/&gt;&lt;property id=&quot;20300&quot; value=&quot;Slide 15&quot;/&gt;&lt;property id=&quot;20307&quot; value=&quot;428&quot;/&gt;&lt;/object&gt;&lt;object type=&quot;3&quot; unique_id=&quot;10016&quot;&gt;&lt;property id=&quot;20148&quot; value=&quot;5&quot;/&gt;&lt;property id=&quot;20300&quot; value=&quot;Slide 16&quot;/&gt;&lt;property id=&quot;20307&quot; value=&quot;526&quot;/&gt;&lt;/object&gt;&lt;object type=&quot;3&quot; unique_id=&quot;10017&quot;&gt;&lt;property id=&quot;20148&quot; value=&quot;5&quot;/&gt;&lt;property id=&quot;20300&quot; value=&quot;Slide 17&quot;/&gt;&lt;property id=&quot;20307&quot; value=&quot;559&quot;/&gt;&lt;/object&gt;&lt;object type=&quot;3&quot; unique_id=&quot;10018&quot;&gt;&lt;property id=&quot;20148&quot; value=&quot;5&quot;/&gt;&lt;property id=&quot;20300&quot; value=&quot;Slide 18&quot;/&gt;&lt;property id=&quot;20307&quot; value=&quot;527&quot;/&gt;&lt;/object&gt;&lt;object type=&quot;3&quot; unique_id=&quot;10019&quot;&gt;&lt;property id=&quot;20148&quot; value=&quot;5&quot;/&gt;&lt;property id=&quot;20300&quot; value=&quot;Slide 19&quot;/&gt;&lt;property id=&quot;20307&quot; value=&quot;429&quot;/&gt;&lt;/object&gt;&lt;object type=&quot;3&quot; unique_id=&quot;10020&quot;&gt;&lt;property id=&quot;20148&quot; value=&quot;5&quot;/&gt;&lt;property id=&quot;20300&quot; value=&quot;Slide 20&quot;/&gt;&lt;property id=&quot;20307&quot; value=&quot;434&quot;/&gt;&lt;/object&gt;&lt;object type=&quot;3&quot; unique_id=&quot;10021&quot;&gt;&lt;property id=&quot;20148&quot; value=&quot;5&quot;/&gt;&lt;property id=&quot;20300&quot; value=&quot;Slide 21&quot;/&gt;&lt;property id=&quot;20307&quot; value=&quot;436&quot;/&gt;&lt;/object&gt;&lt;object type=&quot;3&quot; unique_id=&quot;10022&quot;&gt;&lt;property id=&quot;20148&quot; value=&quot;5&quot;/&gt;&lt;property id=&quot;20300&quot; value=&quot;Slide 22&quot;/&gt;&lt;property id=&quot;20307&quot; value=&quot;494&quot;/&gt;&lt;/object&gt;&lt;object type=&quot;3&quot; unique_id=&quot;10023&quot;&gt;&lt;property id=&quot;20148&quot; value=&quot;5&quot;/&gt;&lt;property id=&quot;20300&quot; value=&quot;Slide 23&quot;/&gt;&lt;property id=&quot;20307&quot; value=&quot;557&quot;/&gt;&lt;/object&gt;&lt;object type=&quot;3&quot; unique_id=&quot;10024&quot;&gt;&lt;property id=&quot;20148&quot; value=&quot;5&quot;/&gt;&lt;property id=&quot;20300&quot; value=&quot;Slide 24&quot;/&gt;&lt;property id=&quot;20307&quot; value=&quot;539&quot;/&gt;&lt;/object&gt;&lt;object type=&quot;3&quot; unique_id=&quot;10025&quot;&gt;&lt;property id=&quot;20148&quot; value=&quot;5&quot;/&gt;&lt;property id=&quot;20300&quot; value=&quot;Slide 25&quot;/&gt;&lt;property id=&quot;20307&quot; value=&quot;605&quot;/&gt;&lt;/object&gt;&lt;object type=&quot;3&quot; unique_id=&quot;10026&quot;&gt;&lt;property id=&quot;20148&quot; value=&quot;5&quot;/&gt;&lt;property id=&quot;20300&quot; value=&quot;Slide 26&quot;/&gt;&lt;property id=&quot;20307&quot; value=&quot;435&quot;/&gt;&lt;/object&gt;&lt;object type=&quot;3&quot; unique_id=&quot;10027&quot;&gt;&lt;property id=&quot;20148&quot; value=&quot;5&quot;/&gt;&lt;property id=&quot;20300&quot; value=&quot;Slide 27&quot;/&gt;&lt;property id=&quot;20307&quot; value=&quot;607&quot;/&gt;&lt;/object&gt;&lt;object type=&quot;3&quot; unique_id=&quot;10028&quot;&gt;&lt;property id=&quot;20148&quot; value=&quot;5&quot;/&gt;&lt;property id=&quot;20300&quot; value=&quot;Slide 28&quot;/&gt;&lt;property id=&quot;20307&quot; value=&quot;558&quot;/&gt;&lt;/object&gt;&lt;object type=&quot;3&quot; unique_id=&quot;10029&quot;&gt;&lt;property id=&quot;20148&quot; value=&quot;5&quot;/&gt;&lt;property id=&quot;20300&quot; value=&quot;Slide 29&quot;/&gt;&lt;property id=&quot;20307&quot; value=&quot;606&quot;/&gt;&lt;/object&gt;&lt;object type=&quot;3&quot; unique_id=&quot;10030&quot;&gt;&lt;property id=&quot;20148&quot; value=&quot;5&quot;/&gt;&lt;property id=&quot;20300&quot; value=&quot;Slide 30&quot;/&gt;&lt;property id=&quot;20307&quot; value=&quot;546&quot;/&gt;&lt;/object&gt;&lt;object type=&quot;3&quot; unique_id=&quot;10031&quot;&gt;&lt;property id=&quot;20148&quot; value=&quot;5&quot;/&gt;&lt;property id=&quot;20300&quot; value=&quot;Slide 31&quot;/&gt;&lt;property id=&quot;20307&quot; value=&quot;547&quot;/&gt;&lt;/object&gt;&lt;object type=&quot;3&quot; unique_id=&quot;10032&quot;&gt;&lt;property id=&quot;20148&quot; value=&quot;5&quot;/&gt;&lt;property id=&quot;20300&quot; value=&quot;Slide 32&quot;/&gt;&lt;property id=&quot;20307&quot; value=&quot;549&quot;/&gt;&lt;/object&gt;&lt;object type=&quot;3&quot; unique_id=&quot;10033&quot;&gt;&lt;property id=&quot;20148&quot; value=&quot;5&quot;/&gt;&lt;property id=&quot;20300&quot; value=&quot;Slide 33&quot;/&gt;&lt;property id=&quot;20307&quot; value=&quot;551&quot;/&gt;&lt;/object&gt;&lt;object type=&quot;3&quot; unique_id=&quot;10034&quot;&gt;&lt;property id=&quot;20148&quot; value=&quot;5&quot;/&gt;&lt;property id=&quot;20300&quot; value=&quot;Slide 34&quot;/&gt;&lt;property id=&quot;20307&quot; value=&quot;550&quot;/&gt;&lt;/object&gt;&lt;object type=&quot;3&quot; unique_id=&quot;10035&quot;&gt;&lt;property id=&quot;20148&quot; value=&quot;5&quot;/&gt;&lt;property id=&quot;20300&quot; value=&quot;Slide 35&quot;/&gt;&lt;property id=&quot;20307&quot; value=&quot;548&quot;/&gt;&lt;/object&gt;&lt;object type=&quot;3&quot; unique_id=&quot;10036&quot;&gt;&lt;property id=&quot;20148&quot; value=&quot;5&quot;/&gt;&lt;property id=&quot;20300&quot; value=&quot;Slide 59&quot;/&gt;&lt;property id=&quot;20307&quot; value=&quot;544&quot;/&gt;&lt;/object&gt;&lt;object type=&quot;3&quot; unique_id=&quot;10037&quot;&gt;&lt;property id=&quot;20148&quot; value=&quot;5&quot;/&gt;&lt;property id=&quot;20300&quot; value=&quot;Slide 47&quot;/&gt;&lt;property id=&quot;20307&quot; value=&quot;556&quot;/&gt;&lt;/object&gt;&lt;object type=&quot;3&quot; unique_id=&quot;10038&quot;&gt;&lt;property id=&quot;20148&quot; value=&quot;5&quot;/&gt;&lt;property id=&quot;20300&quot; value=&quot;Slide 36&quot;/&gt;&lt;property id=&quot;20307&quot; value=&quot;493&quot;/&gt;&lt;/object&gt;&lt;object type=&quot;3&quot; unique_id=&quot;10039&quot;&gt;&lt;property id=&quot;20148&quot; value=&quot;5&quot;/&gt;&lt;property id=&quot;20300&quot; value=&quot;Slide 37&quot;/&gt;&lt;property id=&quot;20307&quot; value=&quot;535&quot;/&gt;&lt;/object&gt;&lt;object type=&quot;3&quot; unique_id=&quot;10040&quot;&gt;&lt;property id=&quot;20148&quot; value=&quot;5&quot;/&gt;&lt;property id=&quot;20300&quot; value=&quot;Slide 38&quot;/&gt;&lt;property id=&quot;20307&quot; value=&quot;537&quot;/&gt;&lt;/object&gt;&lt;object type=&quot;3&quot; unique_id=&quot;10041&quot;&gt;&lt;property id=&quot;20148&quot; value=&quot;5&quot;/&gt;&lt;property id=&quot;20300&quot; value=&quot;Slide 39&quot;/&gt;&lt;property id=&quot;20307&quot; value=&quot;536&quot;/&gt;&lt;/object&gt;&lt;object type=&quot;3&quot; unique_id=&quot;10042&quot;&gt;&lt;property id=&quot;20148&quot; value=&quot;5&quot;/&gt;&lt;property id=&quot;20300&quot; value=&quot;Slide 40&quot;/&gt;&lt;property id=&quot;20307&quot; value=&quot;540&quot;/&gt;&lt;/object&gt;&lt;object type=&quot;3&quot; unique_id=&quot;10043&quot;&gt;&lt;property id=&quot;20148&quot; value=&quot;5&quot;/&gt;&lt;property id=&quot;20300&quot; value=&quot;Slide 41&quot;/&gt;&lt;property id=&quot;20307&quot; value=&quot;524&quot;/&gt;&lt;/object&gt;&lt;object type=&quot;3&quot; unique_id=&quot;10044&quot;&gt;&lt;property id=&quot;20148&quot; value=&quot;5&quot;/&gt;&lt;property id=&quot;20300&quot; value=&quot;Slide 42&quot;/&gt;&lt;property id=&quot;20307&quot; value=&quot;560&quot;/&gt;&lt;/object&gt;&lt;object type=&quot;3&quot; unique_id=&quot;10045&quot;&gt;&lt;property id=&quot;20148&quot; value=&quot;5&quot;/&gt;&lt;property id=&quot;20300&quot; value=&quot;Slide 43&quot;/&gt;&lt;property id=&quot;20307&quot; value=&quot;529&quot;/&gt;&lt;/object&gt;&lt;object type=&quot;3&quot; unique_id=&quot;10046&quot;&gt;&lt;property id=&quot;20148&quot; value=&quot;5&quot;/&gt;&lt;property id=&quot;20300&quot; value=&quot;Slide 44&quot;/&gt;&lt;property id=&quot;20307&quot; value=&quot;530&quot;/&gt;&lt;/object&gt;&lt;object type=&quot;3&quot; unique_id=&quot;10047&quot;&gt;&lt;property id=&quot;20148&quot; value=&quot;5&quot;/&gt;&lt;property id=&quot;20300&quot; value=&quot;Slide 45&quot;/&gt;&lt;property id=&quot;20307&quot; value=&quot;531&quot;/&gt;&lt;/object&gt;&lt;object type=&quot;3&quot; unique_id=&quot;10048&quot;&gt;&lt;property id=&quot;20148&quot; value=&quot;5&quot;/&gt;&lt;property id=&quot;20300&quot; value=&quot;Slide 46&quot;/&gt;&lt;property id=&quot;20307&quot; value=&quot;532&quot;/&gt;&lt;/object&gt;&lt;object type=&quot;3&quot; unique_id=&quot;10049&quot;&gt;&lt;property id=&quot;20148&quot; value=&quot;5&quot;/&gt;&lt;property id=&quot;20300&quot; value=&quot;Slide 50&quot;/&gt;&lt;property id=&quot;20307&quot; value=&quot;552&quot;/&gt;&lt;/object&gt;&lt;object type=&quot;3&quot; unique_id=&quot;10050&quot;&gt;&lt;property id=&quot;20148&quot; value=&quot;5&quot;/&gt;&lt;property id=&quot;20300&quot; value=&quot;Slide 51&quot;/&gt;&lt;property id=&quot;20307&quot; value=&quot;554&quot;/&gt;&lt;/object&gt;&lt;object type=&quot;3&quot; unique_id=&quot;10051&quot;&gt;&lt;property id=&quot;20148&quot; value=&quot;5&quot;/&gt;&lt;property id=&quot;20300&quot; value=&quot;Slide 52&quot;/&gt;&lt;property id=&quot;20307&quot; value=&quot;553&quot;/&gt;&lt;/object&gt;&lt;object type=&quot;3&quot; unique_id=&quot;10052&quot;&gt;&lt;property id=&quot;20148&quot; value=&quot;5&quot;/&gt;&lt;property id=&quot;20300&quot; value=&quot;Slide 53&quot;/&gt;&lt;property id=&quot;20307&quot; value=&quot;533&quot;/&gt;&lt;/object&gt;&lt;object type=&quot;3&quot; unique_id=&quot;10053&quot;&gt;&lt;property id=&quot;20148&quot; value=&quot;5&quot;/&gt;&lt;property id=&quot;20300&quot; value=&quot;Slide 54&quot;/&gt;&lt;property id=&quot;20307&quot; value=&quot;519&quot;/&gt;&lt;/object&gt;&lt;object type=&quot;3&quot; unique_id=&quot;10054&quot;&gt;&lt;property id=&quot;20148&quot; value=&quot;5&quot;/&gt;&lt;property id=&quot;20300&quot; value=&quot;Slide 55&quot;/&gt;&lt;property id=&quot;20307&quot; value=&quot;541&quot;/&gt;&lt;/object&gt;&lt;object type=&quot;3&quot; unique_id=&quot;10055&quot;&gt;&lt;property id=&quot;20148&quot; value=&quot;5&quot;/&gt;&lt;property id=&quot;20300&quot; value=&quot;Slide 56&quot;/&gt;&lt;property id=&quot;20307&quot; value=&quot;542&quot;/&gt;&lt;/object&gt;&lt;object type=&quot;3&quot; unique_id=&quot;10056&quot;&gt;&lt;property id=&quot;20148&quot; value=&quot;5&quot;/&gt;&lt;property id=&quot;20300&quot; value=&quot;Slide 57&quot;/&gt;&lt;property id=&quot;20307&quot; value=&quot;543&quot;/&gt;&lt;/object&gt;&lt;object type=&quot;3&quot; unique_id=&quot;10505&quot;&gt;&lt;property id=&quot;20148&quot; value=&quot;5&quot;/&gt;&lt;property id=&quot;20300&quot; value=&quot;Slide 48&quot;/&gt;&lt;property id=&quot;20307&quot; value=&quot;608&quot;/&gt;&lt;/object&gt;&lt;object type=&quot;3&quot; unique_id=&quot;10506&quot;&gt;&lt;property id=&quot;20148&quot; value=&quot;5&quot;/&gt;&lt;property id=&quot;20300&quot; value=&quot;Slide 49&quot;/&gt;&lt;property id=&quot;20307&quot; value=&quot;609&quot;/&gt;&lt;/object&gt;&lt;object type=&quot;3&quot; unique_id=&quot;15586&quot;&gt;&lt;property id=&quot;20148&quot; value=&quot;5&quot;/&gt;&lt;property id=&quot;20300&quot; value=&quot;Slide 58&quot;/&gt;&lt;property id=&quot;20307&quot; value=&quot;610&quot;/&gt;&lt;/object&gt;&lt;object type=&quot;3&quot; unique_id=&quot;15765&quot;&gt;&lt;property id=&quot;20148&quot; value=&quot;5&quot;/&gt;&lt;property id=&quot;20300&quot; value=&quot;Slide 2&quot;/&gt;&lt;property id=&quot;20307&quot; value=&quot;611&quot;/&gt;&lt;/object&gt;&lt;object type=&quot;3&quot; unique_id=&quot;15947&quot;&gt;&lt;property id=&quot;20148&quot; value=&quot;5&quot;/&gt;&lt;property id=&quot;20300&quot; value=&quot;Slide 3&quot;/&gt;&lt;property id=&quot;20307&quot; value=&quot;612&quot;/&gt;&lt;/object&gt;&lt;/object&gt;&lt;object type=&quot;8&quot; unique_id=&quot;10112&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ank Presentation">
  <a:themeElements>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ank Presentation">
  <a:themeElements>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3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3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ank Presentation">
  <a:themeElements>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4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4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ank Presentation">
  <a:themeElements>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5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5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5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ank Presentation">
  <a:themeElements>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6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6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6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6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6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6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6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ank Presentation">
  <a:themeElements>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7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7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7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7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7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7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Blank Presentation">
  <a:themeElements>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8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8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Blank Presentation">
  <a:themeElements>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Blank Presentation">
  <a:themeElements>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0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0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0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0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0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0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0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Blank Presentation">
  <a:themeElements>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C:\MSOffice\Templates\Blank Presentation.pot</Template>
  <TotalTime>1053</TotalTime>
  <Pages>0</Pages>
  <Words>2773</Words>
  <Characters>0</Characters>
  <Application>Microsoft Office PowerPoint</Application>
  <DocSecurity>0</DocSecurity>
  <PresentationFormat>On-screen Show (4:3)</PresentationFormat>
  <Lines>0</Lines>
  <Paragraphs>436</Paragraphs>
  <Slides>33</Slides>
  <Notes>23</Notes>
  <HiddenSlides>0</HiddenSlides>
  <MMClips>0</MMClips>
  <ScaleCrop>false</ScaleCrop>
  <HeadingPairs>
    <vt:vector size="6" baseType="variant">
      <vt:variant>
        <vt:lpstr>Fonts Used</vt:lpstr>
      </vt:variant>
      <vt:variant>
        <vt:i4>7</vt:i4>
      </vt:variant>
      <vt:variant>
        <vt:lpstr>Theme</vt:lpstr>
      </vt:variant>
      <vt:variant>
        <vt:i4>12</vt:i4>
      </vt:variant>
      <vt:variant>
        <vt:lpstr>Slide Titles</vt:lpstr>
      </vt:variant>
      <vt:variant>
        <vt:i4>33</vt:i4>
      </vt:variant>
    </vt:vector>
  </HeadingPairs>
  <TitlesOfParts>
    <vt:vector size="52" baseType="lpstr">
      <vt:lpstr>Adobe Gothic Std B</vt:lpstr>
      <vt:lpstr>Arial</vt:lpstr>
      <vt:lpstr>Arial Black</vt:lpstr>
      <vt:lpstr>Courier New</vt:lpstr>
      <vt:lpstr>Impact</vt:lpstr>
      <vt:lpstr>Tahoma</vt:lpstr>
      <vt:lpstr>Times New Roman</vt:lpstr>
      <vt:lpstr>Blank Presentation</vt:lpstr>
      <vt:lpstr>1_Blank Presentation</vt:lpstr>
      <vt:lpstr>2_Blank Presentation</vt:lpstr>
      <vt:lpstr>3_Blank Presentation</vt:lpstr>
      <vt:lpstr>4_Blank Presentation</vt:lpstr>
      <vt:lpstr>5_Blank Presentation</vt:lpstr>
      <vt:lpstr>6_Blank Presentation</vt:lpstr>
      <vt:lpstr>7_Blank Presentation</vt:lpstr>
      <vt:lpstr>8_Blank Presentation</vt:lpstr>
      <vt:lpstr>9_Blank Presentation</vt:lpstr>
      <vt:lpstr>10_Blank Presentation</vt:lpstr>
      <vt:lpstr>11_Blank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classes</dc:title>
  <dc:subject>Abstract Classes</dc:subject>
  <dc:creator>A+ Computer Science</dc:creator>
  <cp:keywords>www.apluscompsci.com</cp:keywords>
  <dc:description>Abstract Classes_x000d_
©A+ Computer Science_x000d_
www.apluscompsci.com</dc:description>
  <cp:lastModifiedBy>Weldon Jasik</cp:lastModifiedBy>
  <cp:revision>634</cp:revision>
  <cp:lastPrinted>2015-03-03T16:01:47Z</cp:lastPrinted>
  <dcterms:created xsi:type="dcterms:W3CDTF">1995-06-17T23:31:02Z</dcterms:created>
  <dcterms:modified xsi:type="dcterms:W3CDTF">2024-10-20T20:31:07Z</dcterms:modified>
  <cp:category>www.apluscompsci.com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1033-9.1.0.4746</vt:lpwstr>
  </property>
</Properties>
</file>