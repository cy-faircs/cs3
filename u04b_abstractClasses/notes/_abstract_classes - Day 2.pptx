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4.xml" ContentType="application/vnd.openxmlformats-officedocument.theme+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5.xml" ContentType="application/vnd.openxmlformats-officedocument.theme+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theme/theme6.xml" ContentType="application/vnd.openxmlformats-officedocument.theme+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theme/theme7.xml" ContentType="application/vnd.openxmlformats-officedocument.theme+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theme/theme8.xml" ContentType="application/vnd.openxmlformats-officedocument.theme+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theme/theme9.xml" ContentType="application/vnd.openxmlformats-officedocument.theme+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theme/theme10.xml" ContentType="application/vnd.openxmlformats-officedocument.theme+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theme/theme11.xml" ContentType="application/vnd.openxmlformats-officedocument.theme+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theme/theme12.xml" ContentType="application/vnd.openxmlformats-officedocument.theme+xml"/>
  <Override PartName="/ppt/theme/theme13.xml" ContentType="application/vnd.openxmlformats-officedocument.theme+xml"/>
  <Override PartName="/ppt/notesSlides/notesSlide1.xml" ContentType="application/vnd.openxmlformats-officedocument.presentationml.notesSlide+xml"/>
  <Override PartName="/ppt/theme/themeOverride1.xml" ContentType="application/vnd.openxmlformats-officedocument.themeOverride+xml"/>
  <Override PartName="/ppt/notesSlides/notesSlide2.xml" ContentType="application/vnd.openxmlformats-officedocument.presentationml.notesSlide+xml"/>
  <Override PartName="/ppt/theme/themeOverride2.xml" ContentType="application/vnd.openxmlformats-officedocument.themeOverride+xml"/>
  <Override PartName="/ppt/notesSlides/notesSlide3.xml" ContentType="application/vnd.openxmlformats-officedocument.presentationml.notesSlide+xml"/>
  <Override PartName="/ppt/theme/themeOverride3.xml" ContentType="application/vnd.openxmlformats-officedocument.themeOverride+xml"/>
  <Override PartName="/ppt/notesSlides/notesSlide4.xml" ContentType="application/vnd.openxmlformats-officedocument.presentationml.notesSlide+xml"/>
  <Override PartName="/ppt/theme/themeOverride4.xml" ContentType="application/vnd.openxmlformats-officedocument.themeOverride+xml"/>
  <Override PartName="/ppt/notesSlides/notesSlide5.xml" ContentType="application/vnd.openxmlformats-officedocument.presentationml.notesSlide+xml"/>
  <Override PartName="/ppt/theme/themeOverride5.xml" ContentType="application/vnd.openxmlformats-officedocument.themeOverr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theme/themeOverride6.xml" ContentType="application/vnd.openxmlformats-officedocument.themeOverride+xml"/>
  <Override PartName="/ppt/notesSlides/notesSlide10.xml" ContentType="application/vnd.openxmlformats-officedocument.presentationml.notesSlide+xml"/>
  <Override PartName="/ppt/theme/themeOverride7.xml" ContentType="application/vnd.openxmlformats-officedocument.themeOverride+xml"/>
  <Override PartName="/ppt/notesSlides/notesSlide11.xml" ContentType="application/vnd.openxmlformats-officedocument.presentationml.notesSlide+xml"/>
  <Override PartName="/ppt/theme/themeOverride8.xml" ContentType="application/vnd.openxmlformats-officedocument.themeOverride+xml"/>
  <Override PartName="/ppt/notesSlides/notesSlide12.xml" ContentType="application/vnd.openxmlformats-officedocument.presentationml.notesSlide+xml"/>
  <Override PartName="/ppt/theme/themeOverride9.xml" ContentType="application/vnd.openxmlformats-officedocument.themeOverride+xml"/>
  <Override PartName="/ppt/notesSlides/notesSlide13.xml" ContentType="application/vnd.openxmlformats-officedocument.presentationml.notesSlide+xml"/>
  <Override PartName="/ppt/theme/themeOverride10.xml" ContentType="application/vnd.openxmlformats-officedocument.themeOverride+xml"/>
  <Override PartName="/ppt/notesSlides/notesSlide14.xml" ContentType="application/vnd.openxmlformats-officedocument.presentationml.notesSlide+xml"/>
  <Override PartName="/ppt/theme/themeOverride11.xml" ContentType="application/vnd.openxmlformats-officedocument.themeOverride+xml"/>
  <Override PartName="/ppt/notesSlides/notesSlide15.xml" ContentType="application/vnd.openxmlformats-officedocument.presentationml.notesSlide+xml"/>
  <Override PartName="/ppt/theme/themeOverride12.xml" ContentType="application/vnd.openxmlformats-officedocument.themeOverride+xml"/>
  <Override PartName="/ppt/notesSlides/notesSlide16.xml" ContentType="application/vnd.openxmlformats-officedocument.presentationml.notesSlide+xml"/>
  <Override PartName="/ppt/theme/themeOverride13.xml" ContentType="application/vnd.openxmlformats-officedocument.themeOverride+xml"/>
  <Override PartName="/ppt/notesSlides/notesSlide17.xml" ContentType="application/vnd.openxmlformats-officedocument.presentationml.notesSlide+xml"/>
  <Override PartName="/ppt/theme/themeOverride14.xml" ContentType="application/vnd.openxmlformats-officedocument.themeOverride+xml"/>
  <Override PartName="/ppt/notesSlides/notesSlide18.xml" ContentType="application/vnd.openxmlformats-officedocument.presentationml.notesSlide+xml"/>
  <Override PartName="/ppt/theme/themeOverride15.xml" ContentType="application/vnd.openxmlformats-officedocument.themeOverride+xml"/>
  <Override PartName="/ppt/notesSlides/notesSlide19.xml" ContentType="application/vnd.openxmlformats-officedocument.presentationml.notesSlide+xml"/>
  <Override PartName="/ppt/theme/themeOverride16.xml" ContentType="application/vnd.openxmlformats-officedocument.themeOverride+xml"/>
  <Override PartName="/ppt/notesSlides/notesSlide20.xml" ContentType="application/vnd.openxmlformats-officedocument.presentationml.notesSlide+xml"/>
  <Override PartName="/ppt/theme/themeOverride17.xml" ContentType="application/vnd.openxmlformats-officedocument.themeOverride+xml"/>
  <Override PartName="/ppt/notesSlides/notesSlide21.xml" ContentType="application/vnd.openxmlformats-officedocument.presentationml.notesSlide+xml"/>
  <Override PartName="/ppt/theme/themeOverride18.xml" ContentType="application/vnd.openxmlformats-officedocument.themeOverride+xml"/>
  <Override PartName="/ppt/notesSlides/notesSlide22.xml" ContentType="application/vnd.openxmlformats-officedocument.presentationml.notesSlide+xml"/>
  <Override PartName="/ppt/theme/themeOverride19.xml" ContentType="application/vnd.openxmlformats-officedocument.themeOverride+xml"/>
  <Override PartName="/ppt/notesSlides/notesSlide23.xml" ContentType="application/vnd.openxmlformats-officedocument.presentationml.notesSlide+xml"/>
  <Override PartName="/ppt/theme/themeOverride20.xml" ContentType="application/vnd.openxmlformats-officedocument.themeOverride+xml"/>
  <Override PartName="/ppt/notesSlides/notesSlide24.xml" ContentType="application/vnd.openxmlformats-officedocument.presentationml.notesSlide+xml"/>
  <Override PartName="/ppt/theme/themeOverride21.xml" ContentType="application/vnd.openxmlformats-officedocument.themeOverride+xml"/>
  <Override PartName="/ppt/notesSlides/notesSlide25.xml" ContentType="application/vnd.openxmlformats-officedocument.presentationml.notesSlide+xml"/>
  <Override PartName="/ppt/theme/themeOverride22.xml" ContentType="application/vnd.openxmlformats-officedocument.themeOverride+xml"/>
  <Override PartName="/ppt/notesSlides/notesSlide26.xml" ContentType="application/vnd.openxmlformats-officedocument.presentationml.notesSlide+xml"/>
  <Override PartName="/ppt/theme/themeOverride23.xml" ContentType="application/vnd.openxmlformats-officedocument.themeOverride+xml"/>
  <Override PartName="/ppt/notesSlides/notesSlide27.xml" ContentType="application/vnd.openxmlformats-officedocument.presentationml.notesSlide+xml"/>
  <Override PartName="/ppt/theme/themeOverride24.xml" ContentType="application/vnd.openxmlformats-officedocument.themeOverr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 id="2147484056" r:id="rId2"/>
    <p:sldMasterId id="2147484057" r:id="rId3"/>
    <p:sldMasterId id="2147484058" r:id="rId4"/>
    <p:sldMasterId id="2147484059" r:id="rId5"/>
    <p:sldMasterId id="2147484060" r:id="rId6"/>
    <p:sldMasterId id="2147484061" r:id="rId7"/>
    <p:sldMasterId id="2147484062" r:id="rId8"/>
    <p:sldMasterId id="2147484063" r:id="rId9"/>
    <p:sldMasterId id="2147484064" r:id="rId10"/>
    <p:sldMasterId id="2147484065" r:id="rId11"/>
    <p:sldMasterId id="2147484066" r:id="rId12"/>
  </p:sldMasterIdLst>
  <p:notesMasterIdLst>
    <p:notesMasterId r:id="rId56"/>
  </p:notesMasterIdLst>
  <p:sldIdLst>
    <p:sldId id="529" r:id="rId13"/>
    <p:sldId id="530" r:id="rId14"/>
    <p:sldId id="656" r:id="rId15"/>
    <p:sldId id="532" r:id="rId16"/>
    <p:sldId id="552" r:id="rId17"/>
    <p:sldId id="554" r:id="rId18"/>
    <p:sldId id="633" r:id="rId19"/>
    <p:sldId id="553" r:id="rId20"/>
    <p:sldId id="662" r:id="rId21"/>
    <p:sldId id="624" r:id="rId22"/>
    <p:sldId id="625" r:id="rId23"/>
    <p:sldId id="626" r:id="rId24"/>
    <p:sldId id="627" r:id="rId25"/>
    <p:sldId id="556" r:id="rId26"/>
    <p:sldId id="608" r:id="rId27"/>
    <p:sldId id="609" r:id="rId28"/>
    <p:sldId id="648" r:id="rId29"/>
    <p:sldId id="659" r:id="rId30"/>
    <p:sldId id="660" r:id="rId31"/>
    <p:sldId id="661" r:id="rId32"/>
    <p:sldId id="541" r:id="rId33"/>
    <p:sldId id="542" r:id="rId34"/>
    <p:sldId id="543" r:id="rId35"/>
    <p:sldId id="540" r:id="rId36"/>
    <p:sldId id="632" r:id="rId37"/>
    <p:sldId id="636" r:id="rId38"/>
    <p:sldId id="641" r:id="rId39"/>
    <p:sldId id="642" r:id="rId40"/>
    <p:sldId id="646" r:id="rId41"/>
    <p:sldId id="647" r:id="rId42"/>
    <p:sldId id="657" r:id="rId43"/>
    <p:sldId id="640" r:id="rId44"/>
    <p:sldId id="639" r:id="rId45"/>
    <p:sldId id="658" r:id="rId46"/>
    <p:sldId id="637" r:id="rId47"/>
    <p:sldId id="638" r:id="rId48"/>
    <p:sldId id="644" r:id="rId49"/>
    <p:sldId id="663" r:id="rId50"/>
    <p:sldId id="650" r:id="rId51"/>
    <p:sldId id="652" r:id="rId52"/>
    <p:sldId id="651" r:id="rId53"/>
    <p:sldId id="654" r:id="rId54"/>
    <p:sldId id="655" r:id="rId55"/>
  </p:sldIdLst>
  <p:sldSz cx="9144000" cy="6858000" type="screen4x3"/>
  <p:notesSz cx="6781800" cy="9067800"/>
  <p:custDataLst>
    <p:tags r:id="rId57"/>
  </p:custDataLst>
  <p:defaultTextStyle>
    <a:defPPr>
      <a:defRPr lang="en-US"/>
    </a:defPPr>
    <a:lvl1pPr algn="l" rtl="0" eaLnBrk="0" fontAlgn="base" hangingPunct="0">
      <a:spcBef>
        <a:spcPct val="0"/>
      </a:spcBef>
      <a:spcAft>
        <a:spcPct val="0"/>
      </a:spcAft>
      <a:defRPr sz="2000" b="1"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sz="2000" b="1"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sz="2000" b="1"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sz="2000" b="1"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sz="2000" b="1" kern="1200">
        <a:solidFill>
          <a:schemeClr val="tx1"/>
        </a:solidFill>
        <a:latin typeface="Arial" panose="020B0604020202020204" pitchFamily="34" charset="0"/>
        <a:ea typeface="+mn-ea"/>
        <a:cs typeface="+mn-cs"/>
      </a:defRPr>
    </a:lvl5pPr>
    <a:lvl6pPr marL="2286000" algn="l" defTabSz="914400" rtl="0" eaLnBrk="1" latinLnBrk="0" hangingPunct="1">
      <a:defRPr sz="2000" b="1" kern="1200">
        <a:solidFill>
          <a:schemeClr val="tx1"/>
        </a:solidFill>
        <a:latin typeface="Arial" panose="020B0604020202020204" pitchFamily="34" charset="0"/>
        <a:ea typeface="+mn-ea"/>
        <a:cs typeface="+mn-cs"/>
      </a:defRPr>
    </a:lvl6pPr>
    <a:lvl7pPr marL="2743200" algn="l" defTabSz="914400" rtl="0" eaLnBrk="1" latinLnBrk="0" hangingPunct="1">
      <a:defRPr sz="2000" b="1" kern="1200">
        <a:solidFill>
          <a:schemeClr val="tx1"/>
        </a:solidFill>
        <a:latin typeface="Arial" panose="020B0604020202020204" pitchFamily="34" charset="0"/>
        <a:ea typeface="+mn-ea"/>
        <a:cs typeface="+mn-cs"/>
      </a:defRPr>
    </a:lvl7pPr>
    <a:lvl8pPr marL="3200400" algn="l" defTabSz="914400" rtl="0" eaLnBrk="1" latinLnBrk="0" hangingPunct="1">
      <a:defRPr sz="2000" b="1" kern="1200">
        <a:solidFill>
          <a:schemeClr val="tx1"/>
        </a:solidFill>
        <a:latin typeface="Arial" panose="020B0604020202020204" pitchFamily="34" charset="0"/>
        <a:ea typeface="+mn-ea"/>
        <a:cs typeface="+mn-cs"/>
      </a:defRPr>
    </a:lvl8pPr>
    <a:lvl9pPr marL="3657600" algn="l" defTabSz="914400" rtl="0" eaLnBrk="1" latinLnBrk="0" hangingPunct="1">
      <a:defRPr sz="2000" b="1"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76B25"/>
    <a:srgbClr val="0000FF"/>
    <a:srgbClr val="612A8A"/>
    <a:srgbClr val="85FFE0"/>
    <a:srgbClr val="E0FFA3"/>
    <a:srgbClr val="CCFF66"/>
    <a:srgbClr val="DED4F0"/>
    <a:srgbClr val="E6E6FA"/>
    <a:srgbClr val="E8FFB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603" autoAdjust="0"/>
    <p:restoredTop sz="94660"/>
  </p:normalViewPr>
  <p:slideViewPr>
    <p:cSldViewPr>
      <p:cViewPr varScale="1">
        <p:scale>
          <a:sx n="78" d="100"/>
          <a:sy n="78" d="100"/>
        </p:scale>
        <p:origin x="845" y="58"/>
      </p:cViewPr>
      <p:guideLst>
        <p:guide orient="horz" pos="2160"/>
        <p:guide pos="2880"/>
      </p:guideLst>
    </p:cSldViewPr>
  </p:slideViewPr>
  <p:notesTextViewPr>
    <p:cViewPr>
      <p:scale>
        <a:sx n="1" d="1"/>
        <a:sy n="1" d="1"/>
      </p:scale>
      <p:origin x="0" y="0"/>
    </p:cViewPr>
  </p:notesTextViewPr>
  <p:gridSpacing cx="76198" cy="76198"/>
</p:viewPr>
</file>

<file path=ppt/_rels/presentation.xml.rels><?xml version="1.0" encoding="UTF-8" standalone="yes"?>
<Relationships xmlns="http://schemas.openxmlformats.org/package/2006/relationships"><Relationship Id="rId13" Type="http://schemas.openxmlformats.org/officeDocument/2006/relationships/slide" Target="slides/slide1.xml"/><Relationship Id="rId18" Type="http://schemas.openxmlformats.org/officeDocument/2006/relationships/slide" Target="slides/slide6.xml"/><Relationship Id="rId26" Type="http://schemas.openxmlformats.org/officeDocument/2006/relationships/slide" Target="slides/slide14.xml"/><Relationship Id="rId39" Type="http://schemas.openxmlformats.org/officeDocument/2006/relationships/slide" Target="slides/slide27.xml"/><Relationship Id="rId21" Type="http://schemas.openxmlformats.org/officeDocument/2006/relationships/slide" Target="slides/slide9.xml"/><Relationship Id="rId34" Type="http://schemas.openxmlformats.org/officeDocument/2006/relationships/slide" Target="slides/slide22.xml"/><Relationship Id="rId42" Type="http://schemas.openxmlformats.org/officeDocument/2006/relationships/slide" Target="slides/slide30.xml"/><Relationship Id="rId47" Type="http://schemas.openxmlformats.org/officeDocument/2006/relationships/slide" Target="slides/slide35.xml"/><Relationship Id="rId50" Type="http://schemas.openxmlformats.org/officeDocument/2006/relationships/slide" Target="slides/slide38.xml"/><Relationship Id="rId55" Type="http://schemas.openxmlformats.org/officeDocument/2006/relationships/slide" Target="slides/slide43.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 Target="slides/slide4.xml"/><Relationship Id="rId29" Type="http://schemas.openxmlformats.org/officeDocument/2006/relationships/slide" Target="slides/slide17.xml"/><Relationship Id="rId11" Type="http://schemas.openxmlformats.org/officeDocument/2006/relationships/slideMaster" Target="slideMasters/slideMaster11.xml"/><Relationship Id="rId24" Type="http://schemas.openxmlformats.org/officeDocument/2006/relationships/slide" Target="slides/slide12.xml"/><Relationship Id="rId32" Type="http://schemas.openxmlformats.org/officeDocument/2006/relationships/slide" Target="slides/slide20.xml"/><Relationship Id="rId37" Type="http://schemas.openxmlformats.org/officeDocument/2006/relationships/slide" Target="slides/slide25.xml"/><Relationship Id="rId40" Type="http://schemas.openxmlformats.org/officeDocument/2006/relationships/slide" Target="slides/slide28.xml"/><Relationship Id="rId45" Type="http://schemas.openxmlformats.org/officeDocument/2006/relationships/slide" Target="slides/slide33.xml"/><Relationship Id="rId53" Type="http://schemas.openxmlformats.org/officeDocument/2006/relationships/slide" Target="slides/slide41.xml"/><Relationship Id="rId58" Type="http://schemas.openxmlformats.org/officeDocument/2006/relationships/presProps" Target="presProps.xml"/><Relationship Id="rId5" Type="http://schemas.openxmlformats.org/officeDocument/2006/relationships/slideMaster" Target="slideMasters/slideMaster5.xml"/><Relationship Id="rId61" Type="http://schemas.openxmlformats.org/officeDocument/2006/relationships/tableStyles" Target="tableStyles.xml"/><Relationship Id="rId19" Type="http://schemas.openxmlformats.org/officeDocument/2006/relationships/slide" Target="slides/slide7.xml"/><Relationship Id="rId14" Type="http://schemas.openxmlformats.org/officeDocument/2006/relationships/slide" Target="slides/slide2.xml"/><Relationship Id="rId22" Type="http://schemas.openxmlformats.org/officeDocument/2006/relationships/slide" Target="slides/slide10.xml"/><Relationship Id="rId27" Type="http://schemas.openxmlformats.org/officeDocument/2006/relationships/slide" Target="slides/slide15.xml"/><Relationship Id="rId30" Type="http://schemas.openxmlformats.org/officeDocument/2006/relationships/slide" Target="slides/slide18.xml"/><Relationship Id="rId35" Type="http://schemas.openxmlformats.org/officeDocument/2006/relationships/slide" Target="slides/slide23.xml"/><Relationship Id="rId43" Type="http://schemas.openxmlformats.org/officeDocument/2006/relationships/slide" Target="slides/slide31.xml"/><Relationship Id="rId48" Type="http://schemas.openxmlformats.org/officeDocument/2006/relationships/slide" Target="slides/slide36.xml"/><Relationship Id="rId56" Type="http://schemas.openxmlformats.org/officeDocument/2006/relationships/notesMaster" Target="notesMasters/notesMaster1.xml"/><Relationship Id="rId8" Type="http://schemas.openxmlformats.org/officeDocument/2006/relationships/slideMaster" Target="slideMasters/slideMaster8.xml"/><Relationship Id="rId51" Type="http://schemas.openxmlformats.org/officeDocument/2006/relationships/slide" Target="slides/slide39.xml"/><Relationship Id="rId3" Type="http://schemas.openxmlformats.org/officeDocument/2006/relationships/slideMaster" Target="slideMasters/slideMaster3.xml"/><Relationship Id="rId12" Type="http://schemas.openxmlformats.org/officeDocument/2006/relationships/slideMaster" Target="slideMasters/slideMaster12.xml"/><Relationship Id="rId17" Type="http://schemas.openxmlformats.org/officeDocument/2006/relationships/slide" Target="slides/slide5.xml"/><Relationship Id="rId25" Type="http://schemas.openxmlformats.org/officeDocument/2006/relationships/slide" Target="slides/slide13.xml"/><Relationship Id="rId33" Type="http://schemas.openxmlformats.org/officeDocument/2006/relationships/slide" Target="slides/slide21.xml"/><Relationship Id="rId38" Type="http://schemas.openxmlformats.org/officeDocument/2006/relationships/slide" Target="slides/slide26.xml"/><Relationship Id="rId46" Type="http://schemas.openxmlformats.org/officeDocument/2006/relationships/slide" Target="slides/slide34.xml"/><Relationship Id="rId59" Type="http://schemas.openxmlformats.org/officeDocument/2006/relationships/viewProps" Target="viewProps.xml"/><Relationship Id="rId20" Type="http://schemas.openxmlformats.org/officeDocument/2006/relationships/slide" Target="slides/slide8.xml"/><Relationship Id="rId41" Type="http://schemas.openxmlformats.org/officeDocument/2006/relationships/slide" Target="slides/slide29.xml"/><Relationship Id="rId54" Type="http://schemas.openxmlformats.org/officeDocument/2006/relationships/slide" Target="slides/slide42.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 Target="slides/slide3.xml"/><Relationship Id="rId23" Type="http://schemas.openxmlformats.org/officeDocument/2006/relationships/slide" Target="slides/slide11.xml"/><Relationship Id="rId28" Type="http://schemas.openxmlformats.org/officeDocument/2006/relationships/slide" Target="slides/slide16.xml"/><Relationship Id="rId36" Type="http://schemas.openxmlformats.org/officeDocument/2006/relationships/slide" Target="slides/slide24.xml"/><Relationship Id="rId49" Type="http://schemas.openxmlformats.org/officeDocument/2006/relationships/slide" Target="slides/slide37.xml"/><Relationship Id="rId57" Type="http://schemas.openxmlformats.org/officeDocument/2006/relationships/tags" Target="tags/tag1.xml"/><Relationship Id="rId10" Type="http://schemas.openxmlformats.org/officeDocument/2006/relationships/slideMaster" Target="slideMasters/slideMaster10.xml"/><Relationship Id="rId31" Type="http://schemas.openxmlformats.org/officeDocument/2006/relationships/slide" Target="slides/slide19.xml"/><Relationship Id="rId44" Type="http://schemas.openxmlformats.org/officeDocument/2006/relationships/slide" Target="slides/slide32.xml"/><Relationship Id="rId52" Type="http://schemas.openxmlformats.org/officeDocument/2006/relationships/slide" Target="slides/slide40.xml"/><Relationship Id="rId60"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Master" Target="slideMasters/slideMaster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1355725" y="8613775"/>
            <a:ext cx="5426075" cy="454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191" tIns="45596" rIns="91191" bIns="45596" anchor="b"/>
          <a:lstStyle>
            <a:lvl1pPr>
              <a:defRPr sz="2000" b="1">
                <a:solidFill>
                  <a:schemeClr val="tx1"/>
                </a:solidFill>
                <a:latin typeface="Arial" panose="020B0604020202020204" pitchFamily="34" charset="0"/>
              </a:defRPr>
            </a:lvl1pPr>
            <a:lvl2pPr marL="742950" indent="-285750">
              <a:defRPr sz="2000" b="1">
                <a:solidFill>
                  <a:schemeClr val="tx1"/>
                </a:solidFill>
                <a:latin typeface="Arial" panose="020B0604020202020204" pitchFamily="34" charset="0"/>
              </a:defRPr>
            </a:lvl2pPr>
            <a:lvl3pPr marL="1143000" indent="-228600">
              <a:defRPr sz="2000" b="1">
                <a:solidFill>
                  <a:schemeClr val="tx1"/>
                </a:solidFill>
                <a:latin typeface="Arial" panose="020B0604020202020204" pitchFamily="34" charset="0"/>
              </a:defRPr>
            </a:lvl3pPr>
            <a:lvl4pPr marL="1600200" indent="-228600">
              <a:defRPr sz="2000" b="1">
                <a:solidFill>
                  <a:schemeClr val="tx1"/>
                </a:solidFill>
                <a:latin typeface="Arial" panose="020B0604020202020204" pitchFamily="34" charset="0"/>
              </a:defRPr>
            </a:lvl4pPr>
            <a:lvl5pPr marL="2057400" indent="-228600">
              <a:defRPr sz="2000" b="1">
                <a:solidFill>
                  <a:schemeClr val="tx1"/>
                </a:solidFill>
                <a:latin typeface="Arial" panose="020B0604020202020204" pitchFamily="34" charset="0"/>
              </a:defRPr>
            </a:lvl5pPr>
            <a:lvl6pPr marL="2514600" indent="-228600" eaLnBrk="0" fontAlgn="base" hangingPunct="0">
              <a:spcBef>
                <a:spcPct val="0"/>
              </a:spcBef>
              <a:spcAft>
                <a:spcPct val="0"/>
              </a:spcAft>
              <a:defRPr sz="2000" b="1">
                <a:solidFill>
                  <a:schemeClr val="tx1"/>
                </a:solidFill>
                <a:latin typeface="Arial" panose="020B0604020202020204" pitchFamily="34" charset="0"/>
              </a:defRPr>
            </a:lvl6pPr>
            <a:lvl7pPr marL="2971800" indent="-228600" eaLnBrk="0" fontAlgn="base" hangingPunct="0">
              <a:spcBef>
                <a:spcPct val="0"/>
              </a:spcBef>
              <a:spcAft>
                <a:spcPct val="0"/>
              </a:spcAft>
              <a:defRPr sz="2000" b="1">
                <a:solidFill>
                  <a:schemeClr val="tx1"/>
                </a:solidFill>
                <a:latin typeface="Arial" panose="020B0604020202020204" pitchFamily="34" charset="0"/>
              </a:defRPr>
            </a:lvl7pPr>
            <a:lvl8pPr marL="3429000" indent="-228600" eaLnBrk="0" fontAlgn="base" hangingPunct="0">
              <a:spcBef>
                <a:spcPct val="0"/>
              </a:spcBef>
              <a:spcAft>
                <a:spcPct val="0"/>
              </a:spcAft>
              <a:defRPr sz="2000" b="1">
                <a:solidFill>
                  <a:schemeClr val="tx1"/>
                </a:solidFill>
                <a:latin typeface="Arial" panose="020B0604020202020204" pitchFamily="34" charset="0"/>
              </a:defRPr>
            </a:lvl8pPr>
            <a:lvl9pPr marL="3886200" indent="-228600" eaLnBrk="0" fontAlgn="base" hangingPunct="0">
              <a:spcBef>
                <a:spcPct val="0"/>
              </a:spcBef>
              <a:spcAft>
                <a:spcPct val="0"/>
              </a:spcAft>
              <a:defRPr sz="2000" b="1">
                <a:solidFill>
                  <a:schemeClr val="tx1"/>
                </a:solidFill>
                <a:latin typeface="Arial" panose="020B0604020202020204" pitchFamily="34" charset="0"/>
              </a:defRPr>
            </a:lvl9pPr>
          </a:lstStyle>
          <a:p>
            <a:pPr algn="r">
              <a:buFont typeface="Arial" panose="020B0604020202020204" pitchFamily="34" charset="0"/>
              <a:buNone/>
              <a:defRPr/>
            </a:pPr>
            <a:r>
              <a:rPr lang="en-US" altLang="en-US" sz="1200">
                <a:latin typeface="Tahoma" panose="020B0604030504040204" pitchFamily="34" charset="0"/>
              </a:rPr>
              <a:t>©A+ Computer Science     www.apluscompsci.com                 </a:t>
            </a:r>
            <a:fld id="{77B7E586-1463-4EF8-8F26-543236E3D625}" type="slidenum">
              <a:rPr lang="en-US" altLang="en-US" sz="1200" smtClean="0">
                <a:latin typeface="Tahoma" panose="020B0604030504040204" pitchFamily="34" charset="0"/>
              </a:rPr>
              <a:pPr algn="r">
                <a:buFont typeface="Arial" panose="020B0604020202020204" pitchFamily="34" charset="0"/>
                <a:buNone/>
                <a:defRPr/>
              </a:pPr>
              <a:t>‹#›</a:t>
            </a:fld>
            <a:endParaRPr lang="en-US" altLang="en-US"/>
          </a:p>
        </p:txBody>
      </p:sp>
    </p:spTree>
    <p:extLst>
      <p:ext uri="{BB962C8B-B14F-4D97-AF65-F5344CB8AC3E}">
        <p14:creationId xmlns:p14="http://schemas.microsoft.com/office/powerpoint/2010/main" val="2788700488"/>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slide" Target="../slides/slide5.xml"/><Relationship Id="rId2" Type="http://schemas.openxmlformats.org/officeDocument/2006/relationships/notesMaster" Target="../notesMasters/notesMaster1.xml"/><Relationship Id="rId1" Type="http://schemas.openxmlformats.org/officeDocument/2006/relationships/themeOverride" Target="../theme/themeOverride1.xml"/></Relationships>
</file>

<file path=ppt/notesSlides/_rels/notesSlide2.xml.rels><?xml version="1.0" encoding="UTF-8" standalone="yes"?>
<Relationships xmlns="http://schemas.openxmlformats.org/package/2006/relationships"><Relationship Id="rId3" Type="http://schemas.openxmlformats.org/officeDocument/2006/relationships/slide" Target="../slides/slide6.xml"/><Relationship Id="rId2" Type="http://schemas.openxmlformats.org/officeDocument/2006/relationships/notesMaster" Target="../notesMasters/notesMaster1.xml"/><Relationship Id="rId1" Type="http://schemas.openxmlformats.org/officeDocument/2006/relationships/themeOverride" Target="../theme/themeOverride2.xml"/></Relationships>
</file>

<file path=ppt/notesSlides/_rels/notesSlide3.xml.rels><?xml version="1.0" encoding="UTF-8" standalone="yes"?>
<Relationships xmlns="http://schemas.openxmlformats.org/package/2006/relationships"><Relationship Id="rId3" Type="http://schemas.openxmlformats.org/officeDocument/2006/relationships/slide" Target="../slides/slide7.xml"/><Relationship Id="rId2" Type="http://schemas.openxmlformats.org/officeDocument/2006/relationships/notesMaster" Target="../notesMasters/notesMaster1.xml"/><Relationship Id="rId1" Type="http://schemas.openxmlformats.org/officeDocument/2006/relationships/themeOverride" Target="../theme/themeOverride3.xml"/></Relationships>
</file>

<file path=ppt/notesSlides/_rels/notesSlide4.xml.rels><?xml version="1.0" encoding="UTF-8" standalone="yes"?>
<Relationships xmlns="http://schemas.openxmlformats.org/package/2006/relationships"><Relationship Id="rId3" Type="http://schemas.openxmlformats.org/officeDocument/2006/relationships/slide" Target="../slides/slide8.xml"/><Relationship Id="rId2" Type="http://schemas.openxmlformats.org/officeDocument/2006/relationships/notesMaster" Target="../notesMasters/notesMaster1.xml"/><Relationship Id="rId1" Type="http://schemas.openxmlformats.org/officeDocument/2006/relationships/themeOverride" Target="../theme/themeOverride4.xml"/></Relationships>
</file>

<file path=ppt/notesSlides/_rels/notesSlide5.xml.rels><?xml version="1.0" encoding="UTF-8" standalone="yes"?>
<Relationships xmlns="http://schemas.openxmlformats.org/package/2006/relationships"><Relationship Id="rId3" Type="http://schemas.openxmlformats.org/officeDocument/2006/relationships/slide" Target="../slides/slide9.xml"/><Relationship Id="rId2" Type="http://schemas.openxmlformats.org/officeDocument/2006/relationships/notesMaster" Target="../notesMasters/notesMaster1.xml"/><Relationship Id="rId1" Type="http://schemas.openxmlformats.org/officeDocument/2006/relationships/themeOverride" Target="../theme/themeOverride5.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slide" Target="../slides/slide24.xml"/><Relationship Id="rId2" Type="http://schemas.openxmlformats.org/officeDocument/2006/relationships/notesMaster" Target="../notesMasters/notesMaster1.xml"/><Relationship Id="rId1" Type="http://schemas.openxmlformats.org/officeDocument/2006/relationships/themeOverride" Target="../theme/themeOverride6.xml"/></Relationships>
</file>

<file path=ppt/notesSlides/_rels/notesSlide10.xml.rels><?xml version="1.0" encoding="UTF-8" standalone="yes"?>
<Relationships xmlns="http://schemas.openxmlformats.org/package/2006/relationships"><Relationship Id="rId3" Type="http://schemas.openxmlformats.org/officeDocument/2006/relationships/slide" Target="../slides/slide25.xml"/><Relationship Id="rId2" Type="http://schemas.openxmlformats.org/officeDocument/2006/relationships/notesMaster" Target="../notesMasters/notesMaster1.xml"/><Relationship Id="rId1" Type="http://schemas.openxmlformats.org/officeDocument/2006/relationships/themeOverride" Target="../theme/themeOverride7.xml"/></Relationships>
</file>

<file path=ppt/notesSlides/_rels/notesSlide11.xml.rels><?xml version="1.0" encoding="UTF-8" standalone="yes"?>
<Relationships xmlns="http://schemas.openxmlformats.org/package/2006/relationships"><Relationship Id="rId3" Type="http://schemas.openxmlformats.org/officeDocument/2006/relationships/slide" Target="../slides/slide26.xml"/><Relationship Id="rId2" Type="http://schemas.openxmlformats.org/officeDocument/2006/relationships/notesMaster" Target="../notesMasters/notesMaster1.xml"/><Relationship Id="rId1" Type="http://schemas.openxmlformats.org/officeDocument/2006/relationships/themeOverride" Target="../theme/themeOverride8.xml"/></Relationships>
</file>

<file path=ppt/notesSlides/_rels/notesSlide12.xml.rels><?xml version="1.0" encoding="UTF-8" standalone="yes"?>
<Relationships xmlns="http://schemas.openxmlformats.org/package/2006/relationships"><Relationship Id="rId3" Type="http://schemas.openxmlformats.org/officeDocument/2006/relationships/slide" Target="../slides/slide27.xml"/><Relationship Id="rId2" Type="http://schemas.openxmlformats.org/officeDocument/2006/relationships/notesMaster" Target="../notesMasters/notesMaster1.xml"/><Relationship Id="rId1" Type="http://schemas.openxmlformats.org/officeDocument/2006/relationships/themeOverride" Target="../theme/themeOverride9.xml"/></Relationships>
</file>

<file path=ppt/notesSlides/_rels/notesSlide13.xml.rels><?xml version="1.0" encoding="UTF-8" standalone="yes"?>
<Relationships xmlns="http://schemas.openxmlformats.org/package/2006/relationships"><Relationship Id="rId3" Type="http://schemas.openxmlformats.org/officeDocument/2006/relationships/slide" Target="../slides/slide28.xml"/><Relationship Id="rId2" Type="http://schemas.openxmlformats.org/officeDocument/2006/relationships/notesMaster" Target="../notesMasters/notesMaster1.xml"/><Relationship Id="rId1" Type="http://schemas.openxmlformats.org/officeDocument/2006/relationships/themeOverride" Target="../theme/themeOverride10.xml"/></Relationships>
</file>

<file path=ppt/notesSlides/_rels/notesSlide14.xml.rels><?xml version="1.0" encoding="UTF-8" standalone="yes"?>
<Relationships xmlns="http://schemas.openxmlformats.org/package/2006/relationships"><Relationship Id="rId3" Type="http://schemas.openxmlformats.org/officeDocument/2006/relationships/slide" Target="../slides/slide29.xml"/><Relationship Id="rId2" Type="http://schemas.openxmlformats.org/officeDocument/2006/relationships/notesMaster" Target="../notesMasters/notesMaster1.xml"/><Relationship Id="rId1" Type="http://schemas.openxmlformats.org/officeDocument/2006/relationships/themeOverride" Target="../theme/themeOverride11.xml"/></Relationships>
</file>

<file path=ppt/notesSlides/_rels/notesSlide15.xml.rels><?xml version="1.0" encoding="UTF-8" standalone="yes"?>
<Relationships xmlns="http://schemas.openxmlformats.org/package/2006/relationships"><Relationship Id="rId3" Type="http://schemas.openxmlformats.org/officeDocument/2006/relationships/slide" Target="../slides/slide30.xml"/><Relationship Id="rId2" Type="http://schemas.openxmlformats.org/officeDocument/2006/relationships/notesMaster" Target="../notesMasters/notesMaster1.xml"/><Relationship Id="rId1" Type="http://schemas.openxmlformats.org/officeDocument/2006/relationships/themeOverride" Target="../theme/themeOverride12.xml"/></Relationships>
</file>

<file path=ppt/notesSlides/_rels/notesSlide16.xml.rels><?xml version="1.0" encoding="UTF-8" standalone="yes"?>
<Relationships xmlns="http://schemas.openxmlformats.org/package/2006/relationships"><Relationship Id="rId3" Type="http://schemas.openxmlformats.org/officeDocument/2006/relationships/slide" Target="../slides/slide31.xml"/><Relationship Id="rId2" Type="http://schemas.openxmlformats.org/officeDocument/2006/relationships/notesMaster" Target="../notesMasters/notesMaster1.xml"/><Relationship Id="rId1" Type="http://schemas.openxmlformats.org/officeDocument/2006/relationships/themeOverride" Target="../theme/themeOverride13.xml"/></Relationships>
</file>

<file path=ppt/notesSlides/_rels/notesSlide17.xml.rels><?xml version="1.0" encoding="UTF-8" standalone="yes"?>
<Relationships xmlns="http://schemas.openxmlformats.org/package/2006/relationships"><Relationship Id="rId3" Type="http://schemas.openxmlformats.org/officeDocument/2006/relationships/slide" Target="../slides/slide32.xml"/><Relationship Id="rId2" Type="http://schemas.openxmlformats.org/officeDocument/2006/relationships/notesMaster" Target="../notesMasters/notesMaster1.xml"/><Relationship Id="rId1" Type="http://schemas.openxmlformats.org/officeDocument/2006/relationships/themeOverride" Target="../theme/themeOverride14.xml"/></Relationships>
</file>

<file path=ppt/notesSlides/_rels/notesSlide18.xml.rels><?xml version="1.0" encoding="UTF-8" standalone="yes"?>
<Relationships xmlns="http://schemas.openxmlformats.org/package/2006/relationships"><Relationship Id="rId3" Type="http://schemas.openxmlformats.org/officeDocument/2006/relationships/slide" Target="../slides/slide33.xml"/><Relationship Id="rId2" Type="http://schemas.openxmlformats.org/officeDocument/2006/relationships/notesMaster" Target="../notesMasters/notesMaster1.xml"/><Relationship Id="rId1" Type="http://schemas.openxmlformats.org/officeDocument/2006/relationships/themeOverride" Target="../theme/themeOverride15.xml"/></Relationships>
</file>

<file path=ppt/notesSlides/_rels/notesSlide19.xml.rels><?xml version="1.0" encoding="UTF-8" standalone="yes"?>
<Relationships xmlns="http://schemas.openxmlformats.org/package/2006/relationships"><Relationship Id="rId3" Type="http://schemas.openxmlformats.org/officeDocument/2006/relationships/slide" Target="../slides/slide34.xml"/><Relationship Id="rId2" Type="http://schemas.openxmlformats.org/officeDocument/2006/relationships/notesMaster" Target="../notesMasters/notesMaster1.xml"/><Relationship Id="rId1" Type="http://schemas.openxmlformats.org/officeDocument/2006/relationships/themeOverride" Target="../theme/themeOverride16.xml"/></Relationships>
</file>

<file path=ppt/notesSlides/_rels/notesSlide20.xml.rels><?xml version="1.0" encoding="UTF-8" standalone="yes"?>
<Relationships xmlns="http://schemas.openxmlformats.org/package/2006/relationships"><Relationship Id="rId3" Type="http://schemas.openxmlformats.org/officeDocument/2006/relationships/slide" Target="../slides/slide35.xml"/><Relationship Id="rId2" Type="http://schemas.openxmlformats.org/officeDocument/2006/relationships/notesMaster" Target="../notesMasters/notesMaster1.xml"/><Relationship Id="rId1" Type="http://schemas.openxmlformats.org/officeDocument/2006/relationships/themeOverride" Target="../theme/themeOverride17.xml"/></Relationships>
</file>

<file path=ppt/notesSlides/_rels/notesSlide21.xml.rels><?xml version="1.0" encoding="UTF-8" standalone="yes"?>
<Relationships xmlns="http://schemas.openxmlformats.org/package/2006/relationships"><Relationship Id="rId3" Type="http://schemas.openxmlformats.org/officeDocument/2006/relationships/slide" Target="../slides/slide36.xml"/><Relationship Id="rId2" Type="http://schemas.openxmlformats.org/officeDocument/2006/relationships/notesMaster" Target="../notesMasters/notesMaster1.xml"/><Relationship Id="rId1" Type="http://schemas.openxmlformats.org/officeDocument/2006/relationships/themeOverride" Target="../theme/themeOverride18.xml"/></Relationships>
</file>

<file path=ppt/notesSlides/_rels/notesSlide22.xml.rels><?xml version="1.0" encoding="UTF-8" standalone="yes"?>
<Relationships xmlns="http://schemas.openxmlformats.org/package/2006/relationships"><Relationship Id="rId3" Type="http://schemas.openxmlformats.org/officeDocument/2006/relationships/slide" Target="../slides/slide37.xml"/><Relationship Id="rId2" Type="http://schemas.openxmlformats.org/officeDocument/2006/relationships/notesMaster" Target="../notesMasters/notesMaster1.xml"/><Relationship Id="rId1" Type="http://schemas.openxmlformats.org/officeDocument/2006/relationships/themeOverride" Target="../theme/themeOverride19.xml"/></Relationships>
</file>

<file path=ppt/notesSlides/_rels/notesSlide23.xml.rels><?xml version="1.0" encoding="UTF-8" standalone="yes"?>
<Relationships xmlns="http://schemas.openxmlformats.org/package/2006/relationships"><Relationship Id="rId3" Type="http://schemas.openxmlformats.org/officeDocument/2006/relationships/slide" Target="../slides/slide39.xml"/><Relationship Id="rId2" Type="http://schemas.openxmlformats.org/officeDocument/2006/relationships/notesMaster" Target="../notesMasters/notesMaster1.xml"/><Relationship Id="rId1" Type="http://schemas.openxmlformats.org/officeDocument/2006/relationships/themeOverride" Target="../theme/themeOverride20.xml"/></Relationships>
</file>

<file path=ppt/notesSlides/_rels/notesSlide24.xml.rels><?xml version="1.0" encoding="UTF-8" standalone="yes"?>
<Relationships xmlns="http://schemas.openxmlformats.org/package/2006/relationships"><Relationship Id="rId3" Type="http://schemas.openxmlformats.org/officeDocument/2006/relationships/slide" Target="../slides/slide40.xml"/><Relationship Id="rId2" Type="http://schemas.openxmlformats.org/officeDocument/2006/relationships/notesMaster" Target="../notesMasters/notesMaster1.xml"/><Relationship Id="rId1" Type="http://schemas.openxmlformats.org/officeDocument/2006/relationships/themeOverride" Target="../theme/themeOverride21.xml"/></Relationships>
</file>

<file path=ppt/notesSlides/_rels/notesSlide25.xml.rels><?xml version="1.0" encoding="UTF-8" standalone="yes"?>
<Relationships xmlns="http://schemas.openxmlformats.org/package/2006/relationships"><Relationship Id="rId3" Type="http://schemas.openxmlformats.org/officeDocument/2006/relationships/slide" Target="../slides/slide41.xml"/><Relationship Id="rId2" Type="http://schemas.openxmlformats.org/officeDocument/2006/relationships/notesMaster" Target="../notesMasters/notesMaster1.xml"/><Relationship Id="rId1" Type="http://schemas.openxmlformats.org/officeDocument/2006/relationships/themeOverride" Target="../theme/themeOverride22.xml"/></Relationships>
</file>

<file path=ppt/notesSlides/_rels/notesSlide26.xml.rels><?xml version="1.0" encoding="UTF-8" standalone="yes"?>
<Relationships xmlns="http://schemas.openxmlformats.org/package/2006/relationships"><Relationship Id="rId3" Type="http://schemas.openxmlformats.org/officeDocument/2006/relationships/slide" Target="../slides/slide42.xml"/><Relationship Id="rId2" Type="http://schemas.openxmlformats.org/officeDocument/2006/relationships/notesMaster" Target="../notesMasters/notesMaster1.xml"/><Relationship Id="rId1" Type="http://schemas.openxmlformats.org/officeDocument/2006/relationships/themeOverride" Target="../theme/themeOverride23.xml"/></Relationships>
</file>

<file path=ppt/notesSlides/_rels/notesSlide27.xml.rels><?xml version="1.0" encoding="UTF-8" standalone="yes"?>
<Relationships xmlns="http://schemas.openxmlformats.org/package/2006/relationships"><Relationship Id="rId3" Type="http://schemas.openxmlformats.org/officeDocument/2006/relationships/slide" Target="../slides/slide43.xml"/><Relationship Id="rId2" Type="http://schemas.openxmlformats.org/officeDocument/2006/relationships/notesMaster" Target="../notesMasters/notesMaster1.xml"/><Relationship Id="rId1" Type="http://schemas.openxmlformats.org/officeDocument/2006/relationships/themeOverride" Target="../theme/themeOverride24.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01378"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1379"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a:t>Instance initializers are executed in the order defined when the class is instantiated, immediately before the constructor code is executed, immediately after the invocation of the super constructor.</a:t>
            </a:r>
          </a:p>
          <a:p>
            <a:endParaRPr lang="en-US" altLang="en-US"/>
          </a:p>
        </p:txBody>
      </p:sp>
    </p:spTree>
    <p:extLst>
      <p:ext uri="{BB962C8B-B14F-4D97-AF65-F5344CB8AC3E}">
        <p14:creationId xmlns:p14="http://schemas.microsoft.com/office/powerpoint/2010/main" val="3070355304"/>
      </p:ext>
    </p:extLst>
  </p:cSld>
  <p:clrMapOvr>
    <a:overrideClrMapping bg1="lt1" tx1="dk1" bg2="lt2" tx2="dk2" accent1="accent1" accent2="accent2" accent3="accent3" accent4="accent4" accent5="accent5" accent6="accent6" hlink="hlink" folHlink="folHlink"/>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03426"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3427"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a:t>Static initializers are executed in the order they are defined (top down, just like simple variable initializers) when the class is loaded (actually, when it's resolved, but that's a technicality).</a:t>
            </a:r>
          </a:p>
          <a:p>
            <a:endParaRPr lang="en-US" altLang="en-US"/>
          </a:p>
        </p:txBody>
      </p:sp>
    </p:spTree>
    <p:extLst>
      <p:ext uri="{BB962C8B-B14F-4D97-AF65-F5344CB8AC3E}">
        <p14:creationId xmlns:p14="http://schemas.microsoft.com/office/powerpoint/2010/main" val="407775149"/>
      </p:ext>
    </p:extLst>
  </p:cSld>
  <p:clrMapOvr>
    <a:overrideClrMapping bg1="lt1" tx1="dk1" bg2="lt2" tx2="dk2" accent1="accent1" accent2="accent2" accent3="accent3" accent4="accent4" accent5="accent5" accent6="accent6" hlink="hlink" folHlink="folHlink"/>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03426"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3427"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a:t>Static initializers are executed in the order they are defined (top down, just like simple variable initializers) when the class is loaded (actually, when it's resolved, but that's a technicality).</a:t>
            </a:r>
          </a:p>
          <a:p>
            <a:endParaRPr lang="en-US" altLang="en-US"/>
          </a:p>
        </p:txBody>
      </p:sp>
    </p:spTree>
    <p:extLst>
      <p:ext uri="{BB962C8B-B14F-4D97-AF65-F5344CB8AC3E}">
        <p14:creationId xmlns:p14="http://schemas.microsoft.com/office/powerpoint/2010/main" val="866520456"/>
      </p:ext>
    </p:extLst>
  </p:cSld>
  <p:clrMapOvr>
    <a:overrideClrMapping bg1="lt1" tx1="dk1" bg2="lt2" tx2="dk2" accent1="accent1" accent2="accent2" accent3="accent3" accent4="accent4" accent5="accent5" accent6="accent6" hlink="hlink" folHlink="folHlink"/>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05474"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5475"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a:t>Static initializers are executed in the order they are defined (top down, just like simple variable initializers) when the class is loaded (actually, when it's resolved, but that's a technicality).</a:t>
            </a:r>
          </a:p>
          <a:p>
            <a:endParaRPr lang="en-US" altLang="en-US"/>
          </a:p>
        </p:txBody>
      </p:sp>
    </p:spTree>
    <p:extLst>
      <p:ext uri="{BB962C8B-B14F-4D97-AF65-F5344CB8AC3E}">
        <p14:creationId xmlns:p14="http://schemas.microsoft.com/office/powerpoint/2010/main" val="556824089"/>
      </p:ext>
    </p:extLst>
  </p:cSld>
  <p:clrMapOvr>
    <a:overrideClrMapping bg1="lt1" tx1="dk1" bg2="lt2" tx2="dk2" accent1="accent1" accent2="accent2" accent3="accent3" accent4="accent4" accent5="accent5" accent6="accent6" hlink="hlink" folHlink="folHlink"/>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05474"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5475"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a:t>Static initializers are executed in the order they are defined (top down, just like simple variable initializers) when the class is loaded (actually, when it's resolved, but that's a technicality).</a:t>
            </a:r>
          </a:p>
          <a:p>
            <a:endParaRPr lang="en-US" altLang="en-US"/>
          </a:p>
        </p:txBody>
      </p:sp>
    </p:spTree>
    <p:extLst>
      <p:ext uri="{BB962C8B-B14F-4D97-AF65-F5344CB8AC3E}">
        <p14:creationId xmlns:p14="http://schemas.microsoft.com/office/powerpoint/2010/main" val="3872013149"/>
      </p:ext>
    </p:extLst>
  </p:cSld>
  <p:clrMapOvr>
    <a:overrideClrMapping bg1="lt1" tx1="dk1" bg2="lt2" tx2="dk2" accent1="accent1" accent2="accent2" accent3="accent3" accent4="accent4" accent5="accent5" accent6="accent6" hlink="hlink" folHlink="folHlink"/>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50963" y="1133475"/>
            <a:ext cx="4079875" cy="3060700"/>
          </a:xfrm>
          <a:prstGeom prst="rect">
            <a:avLst/>
          </a:prstGeom>
          <a:noFill/>
          <a:ln w="12700">
            <a:solidFill>
              <a:prstClr val="black"/>
            </a:solidFill>
          </a:ln>
        </p:spPr>
      </p:sp>
      <p:sp>
        <p:nvSpPr>
          <p:cNvPr id="3" name="Notes Placeholder 2"/>
          <p:cNvSpPr>
            <a:spLocks noGrp="1"/>
          </p:cNvSpPr>
          <p:nvPr>
            <p:ph type="body" idx="1"/>
          </p:nvPr>
        </p:nvSpPr>
        <p:spPr>
          <a:xfrm>
            <a:off x="677863" y="4364038"/>
            <a:ext cx="5426075" cy="3570287"/>
          </a:xfrm>
          <a:prstGeom prst="rect">
            <a:avLst/>
          </a:prstGeom>
        </p:spPr>
        <p:txBody>
          <a:bodyPr/>
          <a:lstStyle/>
          <a:p>
            <a:r>
              <a:rPr lang="en-US" b="0" i="0" dirty="0">
                <a:solidFill>
                  <a:srgbClr val="000000"/>
                </a:solidFill>
                <a:effectLst/>
                <a:latin typeface="Droid Sans"/>
              </a:rPr>
              <a:t>when you </a:t>
            </a:r>
            <a:r>
              <a:rPr lang="en-US" b="0" i="1" dirty="0">
                <a:solidFill>
                  <a:srgbClr val="000000"/>
                </a:solidFill>
                <a:effectLst/>
                <a:latin typeface="Droid Sans"/>
              </a:rPr>
              <a:t>override</a:t>
            </a:r>
            <a:r>
              <a:rPr lang="en-US" b="0" i="0" dirty="0">
                <a:solidFill>
                  <a:srgbClr val="000000"/>
                </a:solidFill>
                <a:effectLst/>
                <a:latin typeface="Droid Sans"/>
              </a:rPr>
              <a:t> a method, you still get the benefits of </a:t>
            </a:r>
            <a:r>
              <a:rPr lang="en-US" sz="1200" b="0" i="0" kern="1200" dirty="0">
                <a:solidFill>
                  <a:srgbClr val="000000"/>
                </a:solidFill>
                <a:effectLst/>
                <a:latin typeface="Droid Sans"/>
                <a:ea typeface="+mn-ea"/>
                <a:cs typeface="+mn-cs"/>
              </a:rPr>
              <a:t>run-time polymorphism, and </a:t>
            </a:r>
            <a:r>
              <a:rPr lang="en-US" b="0" i="0" dirty="0">
                <a:solidFill>
                  <a:srgbClr val="000000"/>
                </a:solidFill>
                <a:effectLst/>
                <a:latin typeface="Droid Sans"/>
              </a:rPr>
              <a:t>when you </a:t>
            </a:r>
            <a:r>
              <a:rPr lang="en-US" b="0" i="1" dirty="0">
                <a:solidFill>
                  <a:srgbClr val="000000"/>
                </a:solidFill>
                <a:effectLst/>
                <a:latin typeface="Droid Sans"/>
              </a:rPr>
              <a:t>hide</a:t>
            </a:r>
            <a:r>
              <a:rPr lang="en-US" b="0" i="0" dirty="0">
                <a:solidFill>
                  <a:srgbClr val="000000"/>
                </a:solidFill>
                <a:effectLst/>
                <a:latin typeface="Droid Sans"/>
              </a:rPr>
              <a:t>, you don't.</a:t>
            </a:r>
            <a:endParaRPr lang="en-US" dirty="0"/>
          </a:p>
        </p:txBody>
      </p:sp>
    </p:spTree>
    <p:extLst>
      <p:ext uri="{BB962C8B-B14F-4D97-AF65-F5344CB8AC3E}">
        <p14:creationId xmlns:p14="http://schemas.microsoft.com/office/powerpoint/2010/main" val="37033107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Slide Image Placeholder 1"/>
          <p:cNvSpPr>
            <a:spLocks noGrp="1" noRot="1" noChangeAspect="1"/>
          </p:cNvSpPr>
          <p:nvPr>
            <p:ph type="sldImg"/>
          </p:nvPr>
        </p:nvSpPr>
        <p:spPr bwMode="auto">
          <a:xfrm>
            <a:off x="1350963" y="1133475"/>
            <a:ext cx="4079875" cy="3060700"/>
          </a:xfrm>
          <a:prstGeom prst="rect">
            <a:avLst/>
          </a:prstGeom>
          <a:noFill/>
          <a:ln w="12700">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98307" name="Notes Placeholder 2"/>
          <p:cNvSpPr>
            <a:spLocks noGrp="1"/>
          </p:cNvSpPr>
          <p:nvPr>
            <p:ph type="body" idx="1"/>
          </p:nvPr>
        </p:nvSpPr>
        <p:spPr bwMode="auto">
          <a:xfrm>
            <a:off x="677863" y="4364038"/>
            <a:ext cx="5426075" cy="3570287"/>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Try new B().write()</a:t>
            </a:r>
          </a:p>
        </p:txBody>
      </p:sp>
    </p:spTree>
    <p:extLst>
      <p:ext uri="{BB962C8B-B14F-4D97-AF65-F5344CB8AC3E}">
        <p14:creationId xmlns:p14="http://schemas.microsoft.com/office/powerpoint/2010/main" val="13960610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50963" y="1133475"/>
            <a:ext cx="4079875" cy="3060700"/>
          </a:xfrm>
          <a:prstGeom prst="rect">
            <a:avLst/>
          </a:prstGeom>
          <a:noFill/>
          <a:ln w="12700">
            <a:solidFill>
              <a:prstClr val="black"/>
            </a:solidFill>
          </a:ln>
        </p:spPr>
      </p:sp>
      <p:sp>
        <p:nvSpPr>
          <p:cNvPr id="3" name="Notes Placeholder 2"/>
          <p:cNvSpPr>
            <a:spLocks noGrp="1"/>
          </p:cNvSpPr>
          <p:nvPr>
            <p:ph type="body" idx="1"/>
          </p:nvPr>
        </p:nvSpPr>
        <p:spPr>
          <a:xfrm>
            <a:off x="677863" y="4364038"/>
            <a:ext cx="5426075" cy="3570287"/>
          </a:xfrm>
          <a:prstGeom prst="rect">
            <a:avLst/>
          </a:prstGeom>
        </p:spPr>
        <p:txBody>
          <a:bodyPr/>
          <a:lstStyle/>
          <a:p>
            <a:r>
              <a:rPr lang="en-US" dirty="0"/>
              <a:t>This is because they’re not overridden, but rather hidden. The A class’s write() method isn’t given in the B class like it would if it was an instance method. An abstract static method can never be given implementation in a subclass, so it’s </a:t>
            </a:r>
            <a:r>
              <a:rPr lang="en-US"/>
              <a:t>not allowed. </a:t>
            </a:r>
            <a:endParaRPr lang="en-US" dirty="0"/>
          </a:p>
        </p:txBody>
      </p:sp>
    </p:spTree>
    <p:extLst>
      <p:ext uri="{BB962C8B-B14F-4D97-AF65-F5344CB8AC3E}">
        <p14:creationId xmlns:p14="http://schemas.microsoft.com/office/powerpoint/2010/main" val="4847313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870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870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In this section of code, random Monsters are loaded into the monsters array.   Monsters is an array of Monster references.  Monsters can refer to any type of Monster.   Vampire, Witch, and Ghost extend Monster; thus, they are Monster Objects.</a:t>
            </a:r>
          </a:p>
        </p:txBody>
      </p:sp>
    </p:spTree>
    <p:extLst>
      <p:ext uri="{BB962C8B-B14F-4D97-AF65-F5344CB8AC3E}">
        <p14:creationId xmlns:p14="http://schemas.microsoft.com/office/powerpoint/2010/main" val="2446564121"/>
      </p:ext>
    </p:extLst>
  </p:cSld>
  <p:clrMapOvr>
    <a:overrideClrMapping bg1="lt1" tx1="dk1" bg2="lt2" tx2="dk2" accent1="accent1" accent2="accent2" accent3="accent3" accent4="accent4" accent5="accent5" accent6="accent6" hlink="hlink" folHlink="folHlink"/>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This is weird because the parameter is not used in the methods.</a:t>
            </a:r>
          </a:p>
        </p:txBody>
      </p:sp>
    </p:spTree>
    <p:extLst>
      <p:ext uri="{BB962C8B-B14F-4D97-AF65-F5344CB8AC3E}">
        <p14:creationId xmlns:p14="http://schemas.microsoft.com/office/powerpoint/2010/main" val="1880068139"/>
      </p:ext>
    </p:extLst>
  </p:cSld>
  <p:clrMapOvr>
    <a:overrideClrMapping bg1="lt1" tx1="dk1" bg2="lt2" tx2="dk2" accent1="accent1" accent2="accent2" accent3="accent3" accent4="accent4" accent5="accent5" accent6="accent6" hlink="hlink" folHlink="folHlink"/>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This is weird because the parameter is not used in the methods.</a:t>
            </a:r>
          </a:p>
        </p:txBody>
      </p:sp>
    </p:spTree>
    <p:extLst>
      <p:ext uri="{BB962C8B-B14F-4D97-AF65-F5344CB8AC3E}">
        <p14:creationId xmlns:p14="http://schemas.microsoft.com/office/powerpoint/2010/main" val="2994888197"/>
      </p:ext>
    </p:extLst>
  </p:cSld>
  <p:clrMapOvr>
    <a:overrideClrMapping bg1="lt1" tx1="dk1" bg2="lt2" tx2="dk2" accent1="accent1" accent2="accent2" accent3="accent3" accent4="accent4" accent5="accent5" accent6="accent6" hlink="hlink" folHlink="folHlink"/>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This is weird because the parameter is not used in the methods.</a:t>
            </a:r>
          </a:p>
        </p:txBody>
      </p:sp>
    </p:spTree>
    <p:extLst>
      <p:ext uri="{BB962C8B-B14F-4D97-AF65-F5344CB8AC3E}">
        <p14:creationId xmlns:p14="http://schemas.microsoft.com/office/powerpoint/2010/main" val="2371178071"/>
      </p:ext>
    </p:extLst>
  </p:cSld>
  <p:clrMapOvr>
    <a:overrideClrMapping bg1="lt1" tx1="dk1" bg2="lt2" tx2="dk2" accent1="accent1" accent2="accent2" accent3="accent3" accent4="accent4" accent5="accent5" accent6="accent6" hlink="hlink" folHlink="folHlink"/>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This is weird because the parameter is not used in the methods.</a:t>
            </a:r>
          </a:p>
        </p:txBody>
      </p:sp>
    </p:spTree>
    <p:extLst>
      <p:ext uri="{BB962C8B-B14F-4D97-AF65-F5344CB8AC3E}">
        <p14:creationId xmlns:p14="http://schemas.microsoft.com/office/powerpoint/2010/main" val="2358070676"/>
      </p:ext>
    </p:extLst>
  </p:cSld>
  <p:clrMapOvr>
    <a:overrideClrMapping bg1="lt1" tx1="dk1" bg2="lt2" tx2="dk2" accent1="accent1" accent2="accent2" accent3="accent3" accent4="accent4" accent5="accent5" accent6="accent6" hlink="hlink" folHlink="folHlink"/>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This is weird because the parameter is not used in the methods.</a:t>
            </a:r>
          </a:p>
        </p:txBody>
      </p:sp>
    </p:spTree>
    <p:extLst>
      <p:ext uri="{BB962C8B-B14F-4D97-AF65-F5344CB8AC3E}">
        <p14:creationId xmlns:p14="http://schemas.microsoft.com/office/powerpoint/2010/main" val="372729899"/>
      </p:ext>
    </p:extLst>
  </p:cSld>
  <p:clrMapOvr>
    <a:overrideClrMapping bg1="lt1" tx1="dk1" bg2="lt2" tx2="dk2" accent1="accent1" accent2="accent2" accent3="accent3" accent4="accent4" accent5="accent5" accent6="accent6" hlink="hlink" folHlink="folHlink"/>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This is weird because the parameter is not used in the methods.</a:t>
            </a:r>
          </a:p>
        </p:txBody>
      </p:sp>
    </p:spTree>
    <p:extLst>
      <p:ext uri="{BB962C8B-B14F-4D97-AF65-F5344CB8AC3E}">
        <p14:creationId xmlns:p14="http://schemas.microsoft.com/office/powerpoint/2010/main" val="1967995850"/>
      </p:ext>
    </p:extLst>
  </p:cSld>
  <p:clrMapOvr>
    <a:overrideClrMapping bg1="lt1" tx1="dk1" bg2="lt2" tx2="dk2" accent1="accent1" accent2="accent2" accent3="accent3" accent4="accent4" accent5="accent5" accent6="accent6" hlink="hlink" folHlink="folHlink"/>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This is weird because the parameter is not used in the methods.</a:t>
            </a:r>
          </a:p>
        </p:txBody>
      </p:sp>
    </p:spTree>
    <p:extLst>
      <p:ext uri="{BB962C8B-B14F-4D97-AF65-F5344CB8AC3E}">
        <p14:creationId xmlns:p14="http://schemas.microsoft.com/office/powerpoint/2010/main" val="1913889514"/>
      </p:ext>
    </p:extLst>
  </p:cSld>
  <p:clrMapOvr>
    <a:overrideClrMapping bg1="lt1" tx1="dk1" bg2="lt2" tx2="dk2" accent1="accent1" accent2="accent2" accent3="accent3" accent4="accent4" accent5="accent5" accent6="accent6" hlink="hlink" folHlink="folHlink"/>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dirty="0"/>
              <a:t>This is weird because the parameter is not used in the methods.</a:t>
            </a:r>
          </a:p>
        </p:txBody>
      </p:sp>
    </p:spTree>
    <p:extLst>
      <p:ext uri="{BB962C8B-B14F-4D97-AF65-F5344CB8AC3E}">
        <p14:creationId xmlns:p14="http://schemas.microsoft.com/office/powerpoint/2010/main" val="1311081938"/>
      </p:ext>
    </p:extLst>
  </p:cSld>
  <p:clrMapOvr>
    <a:overrideClrMapping bg1="lt1" tx1="dk1" bg2="lt2" tx2="dk2" accent1="accent1" accent2="accent2" accent3="accent3" accent4="accent4" accent5="accent5" accent6="accent6" hlink="hlink" folHlink="folHlink"/>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dirty="0"/>
              <a:t>Comparable and </a:t>
            </a:r>
            <a:r>
              <a:rPr lang="en-US" altLang="en-US" sz="1600" dirty="0" err="1"/>
              <a:t>CharSequence</a:t>
            </a:r>
            <a:r>
              <a:rPr lang="en-US" altLang="en-US" sz="1600" dirty="0"/>
              <a:t> are different branches of the hierarchy tree.</a:t>
            </a:r>
          </a:p>
        </p:txBody>
      </p:sp>
    </p:spTree>
    <p:extLst>
      <p:ext uri="{BB962C8B-B14F-4D97-AF65-F5344CB8AC3E}">
        <p14:creationId xmlns:p14="http://schemas.microsoft.com/office/powerpoint/2010/main" val="2503892463"/>
      </p:ext>
    </p:extLst>
  </p:cSld>
  <p:clrMapOvr>
    <a:overrideClrMapping bg1="lt1" tx1="dk1" bg2="lt2" tx2="dk2" accent1="accent1" accent2="accent2" accent3="accent3" accent4="accent4" accent5="accent5" accent6="accent6" hlink="hlink" folHlink="folHlink"/>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This is weird because the parameter is not used in the methods.</a:t>
            </a:r>
          </a:p>
        </p:txBody>
      </p:sp>
    </p:spTree>
    <p:extLst>
      <p:ext uri="{BB962C8B-B14F-4D97-AF65-F5344CB8AC3E}">
        <p14:creationId xmlns:p14="http://schemas.microsoft.com/office/powerpoint/2010/main" val="145962326"/>
      </p:ext>
    </p:extLst>
  </p:cSld>
  <p:clrMapOvr>
    <a:overrideClrMapping bg1="lt1" tx1="dk1" bg2="lt2" tx2="dk2" accent1="accent1" accent2="accent2" accent3="accent3" accent4="accent4" accent5="accent5" accent6="accent6" hlink="hlink" folHlink="folHlink"/>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dirty="0"/>
              <a:t>String and StringBuilder are on different branches of the tree:</a:t>
            </a:r>
          </a:p>
          <a:p>
            <a:r>
              <a:rPr lang="en-US" altLang="en-US" sz="1600" dirty="0"/>
              <a:t>Comparable </a:t>
            </a:r>
            <a:r>
              <a:rPr lang="en-US" altLang="en-US" sz="1600" dirty="0">
                <a:sym typeface="Wingdings" panose="05000000000000000000" pitchFamily="2" charset="2"/>
              </a:rPr>
              <a:t> String</a:t>
            </a:r>
          </a:p>
          <a:p>
            <a:r>
              <a:rPr lang="en-US" altLang="en-US" sz="1600" dirty="0" err="1">
                <a:sym typeface="Wingdings" panose="05000000000000000000" pitchFamily="2" charset="2"/>
              </a:rPr>
              <a:t>CharSequence</a:t>
            </a:r>
            <a:r>
              <a:rPr lang="en-US" altLang="en-US" sz="1600" dirty="0">
                <a:sym typeface="Wingdings" panose="05000000000000000000" pitchFamily="2" charset="2"/>
              </a:rPr>
              <a:t>  StringBuilder</a:t>
            </a:r>
            <a:endParaRPr lang="en-US" altLang="en-US" sz="1600" dirty="0"/>
          </a:p>
          <a:p>
            <a:endParaRPr lang="en-US" altLang="en-US" sz="1600" dirty="0"/>
          </a:p>
          <a:p>
            <a:endParaRPr lang="en-US" altLang="en-US" sz="1600" dirty="0"/>
          </a:p>
        </p:txBody>
      </p:sp>
    </p:spTree>
    <p:extLst>
      <p:ext uri="{BB962C8B-B14F-4D97-AF65-F5344CB8AC3E}">
        <p14:creationId xmlns:p14="http://schemas.microsoft.com/office/powerpoint/2010/main" val="2125544155"/>
      </p:ext>
    </p:extLst>
  </p:cSld>
  <p:clrMapOvr>
    <a:overrideClrMapping bg1="lt1" tx1="dk1" bg2="lt2" tx2="dk2" accent1="accent1" accent2="accent2" accent3="accent3" accent4="accent4" accent5="accent5" accent6="accent6" hlink="hlink" folHlink="folHlink"/>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dirty="0"/>
              <a:t>StringBuilder implements </a:t>
            </a:r>
            <a:r>
              <a:rPr lang="en-US" altLang="en-US" sz="1600" dirty="0" err="1"/>
              <a:t>CharSequence</a:t>
            </a:r>
            <a:r>
              <a:rPr lang="en-US" altLang="en-US" sz="1600" dirty="0"/>
              <a:t>, but not Comparable.</a:t>
            </a:r>
          </a:p>
        </p:txBody>
      </p:sp>
    </p:spTree>
    <p:extLst>
      <p:ext uri="{BB962C8B-B14F-4D97-AF65-F5344CB8AC3E}">
        <p14:creationId xmlns:p14="http://schemas.microsoft.com/office/powerpoint/2010/main" val="690579636"/>
      </p:ext>
    </p:extLst>
  </p:cSld>
  <p:clrMapOvr>
    <a:overrideClrMapping bg1="lt1" tx1="dk1" bg2="lt2" tx2="dk2" accent1="accent1" accent2="accent2" accent3="accent3" accent4="accent4" accent5="accent5" accent6="accent6" hlink="hlink" folHlink="folHlink"/>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dirty="0"/>
              <a:t>String implements both </a:t>
            </a:r>
            <a:r>
              <a:rPr lang="en-US" altLang="en-US" sz="1600" dirty="0" err="1"/>
              <a:t>CharSequence</a:t>
            </a:r>
            <a:r>
              <a:rPr lang="en-US" altLang="en-US" sz="1600" dirty="0"/>
              <a:t> and Comparable.</a:t>
            </a:r>
          </a:p>
        </p:txBody>
      </p:sp>
    </p:spTree>
    <p:extLst>
      <p:ext uri="{BB962C8B-B14F-4D97-AF65-F5344CB8AC3E}">
        <p14:creationId xmlns:p14="http://schemas.microsoft.com/office/powerpoint/2010/main" val="3281712335"/>
      </p:ext>
    </p:extLst>
  </p:cSld>
  <p:clrMapOvr>
    <a:overrideClrMapping bg1="lt1" tx1="dk1" bg2="lt2" tx2="dk2" accent1="accent1" accent2="accent2" accent3="accent3" accent4="accent4" accent5="accent5" accent6="accent6" hlink="hlink" folHlink="folHlink"/>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dirty="0"/>
              <a:t>String implements both </a:t>
            </a:r>
            <a:r>
              <a:rPr lang="en-US" altLang="en-US" sz="1600" dirty="0" err="1"/>
              <a:t>CharSequence</a:t>
            </a:r>
            <a:r>
              <a:rPr lang="en-US" altLang="en-US" sz="1600" dirty="0"/>
              <a:t> and Comparable.</a:t>
            </a:r>
          </a:p>
        </p:txBody>
      </p:sp>
    </p:spTree>
    <p:extLst>
      <p:ext uri="{BB962C8B-B14F-4D97-AF65-F5344CB8AC3E}">
        <p14:creationId xmlns:p14="http://schemas.microsoft.com/office/powerpoint/2010/main" val="3013097774"/>
      </p:ext>
    </p:extLst>
  </p:cSld>
  <p:clrMapOvr>
    <a:overrideClrMapping bg1="lt1" tx1="dk1" bg2="lt2" tx2="dk2" accent1="accent1" accent2="accent2" accent3="accent3" accent4="accent4" accent5="accent5" accent6="accent6" hlink="hlink" folHlink="folHlink"/>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dirty="0"/>
              <a:t>String implements both </a:t>
            </a:r>
            <a:r>
              <a:rPr lang="en-US" altLang="en-US" sz="1600" dirty="0" err="1"/>
              <a:t>CharSequence</a:t>
            </a:r>
            <a:r>
              <a:rPr lang="en-US" altLang="en-US" sz="1600" dirty="0"/>
              <a:t> and Comparable.</a:t>
            </a:r>
          </a:p>
        </p:txBody>
      </p:sp>
    </p:spTree>
    <p:extLst>
      <p:ext uri="{BB962C8B-B14F-4D97-AF65-F5344CB8AC3E}">
        <p14:creationId xmlns:p14="http://schemas.microsoft.com/office/powerpoint/2010/main" val="1488526966"/>
      </p:ext>
    </p:extLst>
  </p:cSld>
  <p:clrMapOvr>
    <a:overrideClrMapping bg1="lt1" tx1="dk1" bg2="lt2" tx2="dk2" accent1="accent1" accent2="accent2" accent3="accent3" accent4="accent4" accent5="accent5" accent6="accent6" hlink="hlink" folHlink="folHlink"/>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dirty="0"/>
              <a:t>String implements both </a:t>
            </a:r>
            <a:r>
              <a:rPr lang="en-US" altLang="en-US" sz="1600" dirty="0" err="1"/>
              <a:t>CharSequence</a:t>
            </a:r>
            <a:r>
              <a:rPr lang="en-US" altLang="en-US" sz="1600" dirty="0"/>
              <a:t> and Comparable.</a:t>
            </a:r>
          </a:p>
        </p:txBody>
      </p:sp>
    </p:spTree>
    <p:extLst>
      <p:ext uri="{BB962C8B-B14F-4D97-AF65-F5344CB8AC3E}">
        <p14:creationId xmlns:p14="http://schemas.microsoft.com/office/powerpoint/2010/main" val="1338890613"/>
      </p:ext>
    </p:extLst>
  </p:cSld>
  <p:clrMapOvr>
    <a:overrideClrMapping bg1="lt1" tx1="dk1" bg2="lt2" tx2="dk2" accent1="accent1" accent2="accent2" accent3="accent3" accent4="accent4" accent5="accent5" accent6="accent6" hlink="hlink" folHlink="folHlink"/>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dirty="0"/>
              <a:t>String implements both </a:t>
            </a:r>
            <a:r>
              <a:rPr lang="en-US" altLang="en-US" sz="1600" dirty="0" err="1"/>
              <a:t>CharSequence</a:t>
            </a:r>
            <a:r>
              <a:rPr lang="en-US" altLang="en-US" sz="1600" dirty="0"/>
              <a:t> and Comparable.</a:t>
            </a:r>
          </a:p>
        </p:txBody>
      </p:sp>
    </p:spTree>
    <p:extLst>
      <p:ext uri="{BB962C8B-B14F-4D97-AF65-F5344CB8AC3E}">
        <p14:creationId xmlns:p14="http://schemas.microsoft.com/office/powerpoint/2010/main" val="2169497840"/>
      </p:ext>
    </p:extLst>
  </p:cSld>
  <p:clrMapOvr>
    <a:overrideClrMapping bg1="lt1" tx1="dk1" bg2="lt2" tx2="dk2" accent1="accent1" accent2="accent2" accent3="accent3" accent4="accent4" accent5="accent5" accent6="accent6" hlink="hlink" folHlink="folHlink"/>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112642" name="Rectangle 2"/>
          <p:cNvSpPr>
            <a:spLocks noGrp="1" noRot="1" noChangeAspect="1" noChangeArrowheads="1" noTextEdit="1"/>
          </p:cNvSpPr>
          <p:nvPr>
            <p:ph type="sldImg"/>
          </p:nvPr>
        </p:nvSpPr>
        <p:spPr bwMode="auto">
          <a:xfrm>
            <a:off x="1123950" y="679450"/>
            <a:ext cx="4533900" cy="3400425"/>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12643" name="Rectangle 3"/>
          <p:cNvSpPr>
            <a:spLocks noGrp="1" noChangeArrowheads="1"/>
          </p:cNvSpPr>
          <p:nvPr>
            <p:ph type="body" idx="1"/>
          </p:nvPr>
        </p:nvSpPr>
        <p:spPr bwMode="auto">
          <a:xfrm>
            <a:off x="677863" y="4306888"/>
            <a:ext cx="5426075" cy="4081462"/>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562" tIns="45281" rIns="90562" bIns="45281"/>
          <a:lstStyle/>
          <a:p>
            <a:r>
              <a:rPr lang="en-US" altLang="en-US" sz="1600"/>
              <a:t>This is weird because the parameter is not used in the methods.</a:t>
            </a:r>
          </a:p>
        </p:txBody>
      </p:sp>
    </p:spTree>
    <p:extLst>
      <p:ext uri="{BB962C8B-B14F-4D97-AF65-F5344CB8AC3E}">
        <p14:creationId xmlns:p14="http://schemas.microsoft.com/office/powerpoint/2010/main" val="1474155371"/>
      </p:ext>
    </p:extLst>
  </p:cSld>
  <p:clrMapOvr>
    <a:overrideClrMapping bg1="lt1" tx1="dk1" bg2="lt2" tx2="dk2" accent1="accent1" accent2="accent2" accent3="accent3" accent4="accent4" accent5="accent5" accent6="accent6" hlink="hlink" folHlink="folHlink"/>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en-US"/>
          </a:p>
        </p:txBody>
      </p:sp>
      <p:sp>
        <p:nvSpPr>
          <p:cNvPr id="5" name="Rectangle 6"/>
          <p:cNvSpPr>
            <a:spLocks noGrp="1" noChangeArrowheads="1"/>
          </p:cNvSpPr>
          <p:nvPr>
            <p:ph type="sldNum" sz="quarter" idx="11"/>
          </p:nvPr>
        </p:nvSpPr>
        <p:spPr>
          <a:ln/>
        </p:spPr>
        <p:txBody>
          <a:bodyPr/>
          <a:lstStyle>
            <a:lvl1pPr>
              <a:defRPr/>
            </a:lvl1pPr>
          </a:lstStyle>
          <a:p>
            <a:pPr>
              <a:defRPr/>
            </a:pPr>
            <a:fld id="{9ADC5FA8-C370-424E-A8B4-D43D735C8C0F}" type="slidenum">
              <a:rPr lang="en-US" altLang="en-US"/>
              <a:pPr>
                <a:defRPr/>
              </a:pPr>
              <a:t>‹#›</a:t>
            </a:fld>
            <a:endParaRPr lang="en-US" altLang="en-US"/>
          </a:p>
        </p:txBody>
      </p:sp>
      <p:sp>
        <p:nvSpPr>
          <p:cNvPr id="6" name="Rectangle 7"/>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1382652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en-US"/>
          </a:p>
        </p:txBody>
      </p:sp>
      <p:sp>
        <p:nvSpPr>
          <p:cNvPr id="5" name="Rectangle 6"/>
          <p:cNvSpPr>
            <a:spLocks noGrp="1" noChangeArrowheads="1"/>
          </p:cNvSpPr>
          <p:nvPr>
            <p:ph type="sldNum" sz="quarter" idx="11"/>
          </p:nvPr>
        </p:nvSpPr>
        <p:spPr>
          <a:ln/>
        </p:spPr>
        <p:txBody>
          <a:bodyPr/>
          <a:lstStyle>
            <a:lvl1pPr>
              <a:defRPr/>
            </a:lvl1pPr>
          </a:lstStyle>
          <a:p>
            <a:pPr>
              <a:defRPr/>
            </a:pPr>
            <a:fld id="{41F77CA3-9BF6-445F-9289-19F3FDE7A770}" type="slidenum">
              <a:rPr lang="en-US" altLang="en-US"/>
              <a:pPr>
                <a:defRPr/>
              </a:pPr>
              <a:t>‹#›</a:t>
            </a:fld>
            <a:endParaRPr lang="en-US" altLang="en-US"/>
          </a:p>
        </p:txBody>
      </p:sp>
      <p:sp>
        <p:nvSpPr>
          <p:cNvPr id="6" name="Rectangle 7"/>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0469455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en-US"/>
          </a:p>
        </p:txBody>
      </p:sp>
      <p:sp>
        <p:nvSpPr>
          <p:cNvPr id="5" name="Rectangle 6"/>
          <p:cNvSpPr>
            <a:spLocks noGrp="1" noChangeArrowheads="1"/>
          </p:cNvSpPr>
          <p:nvPr>
            <p:ph type="sldNum" sz="quarter" idx="11"/>
          </p:nvPr>
        </p:nvSpPr>
        <p:spPr>
          <a:ln/>
        </p:spPr>
        <p:txBody>
          <a:bodyPr/>
          <a:lstStyle>
            <a:lvl1pPr>
              <a:defRPr/>
            </a:lvl1pPr>
          </a:lstStyle>
          <a:p>
            <a:pPr>
              <a:defRPr/>
            </a:pPr>
            <a:fld id="{CC461D0B-CAE4-4634-B87C-E9BE2FEE57B3}" type="slidenum">
              <a:rPr lang="en-US" altLang="en-US"/>
              <a:pPr>
                <a:defRPr/>
              </a:pPr>
              <a:t>‹#›</a:t>
            </a:fld>
            <a:endParaRPr lang="en-US" altLang="en-US"/>
          </a:p>
        </p:txBody>
      </p:sp>
      <p:sp>
        <p:nvSpPr>
          <p:cNvPr id="6" name="Rectangle 7"/>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7675741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en-US"/>
          </a:p>
        </p:txBody>
      </p:sp>
      <p:sp>
        <p:nvSpPr>
          <p:cNvPr id="6" name="Rectangle 6"/>
          <p:cNvSpPr>
            <a:spLocks noGrp="1" noChangeArrowheads="1"/>
          </p:cNvSpPr>
          <p:nvPr>
            <p:ph type="sldNum" sz="quarter" idx="11"/>
          </p:nvPr>
        </p:nvSpPr>
        <p:spPr>
          <a:ln/>
        </p:spPr>
        <p:txBody>
          <a:bodyPr/>
          <a:lstStyle>
            <a:lvl1pPr>
              <a:defRPr/>
            </a:lvl1pPr>
          </a:lstStyle>
          <a:p>
            <a:pPr>
              <a:defRPr/>
            </a:pPr>
            <a:fld id="{70E3F603-019E-4E1E-BA4F-B95A1645CB6B}" type="slidenum">
              <a:rPr lang="en-US" altLang="en-US"/>
              <a:pPr>
                <a:defRPr/>
              </a:pPr>
              <a:t>‹#›</a:t>
            </a:fld>
            <a:endParaRPr lang="en-US" altLang="en-US"/>
          </a:p>
        </p:txBody>
      </p:sp>
      <p:sp>
        <p:nvSpPr>
          <p:cNvPr id="7" name="Rectangle 7"/>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7933814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ltLang="en-US"/>
          </a:p>
        </p:txBody>
      </p:sp>
      <p:sp>
        <p:nvSpPr>
          <p:cNvPr id="8" name="Rectangle 6"/>
          <p:cNvSpPr>
            <a:spLocks noGrp="1" noChangeArrowheads="1"/>
          </p:cNvSpPr>
          <p:nvPr>
            <p:ph type="sldNum" sz="quarter" idx="11"/>
          </p:nvPr>
        </p:nvSpPr>
        <p:spPr>
          <a:ln/>
        </p:spPr>
        <p:txBody>
          <a:bodyPr/>
          <a:lstStyle>
            <a:lvl1pPr>
              <a:defRPr/>
            </a:lvl1pPr>
          </a:lstStyle>
          <a:p>
            <a:pPr>
              <a:defRPr/>
            </a:pPr>
            <a:fld id="{7F3D9637-DF2A-4782-A2E2-F007EC1952F7}" type="slidenum">
              <a:rPr lang="en-US" altLang="en-US"/>
              <a:pPr>
                <a:defRPr/>
              </a:pPr>
              <a:t>‹#›</a:t>
            </a:fld>
            <a:endParaRPr lang="en-US" altLang="en-US"/>
          </a:p>
        </p:txBody>
      </p:sp>
      <p:sp>
        <p:nvSpPr>
          <p:cNvPr id="9" name="Rectangle 7"/>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3338267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ltLang="en-US"/>
          </a:p>
        </p:txBody>
      </p:sp>
      <p:sp>
        <p:nvSpPr>
          <p:cNvPr id="4" name="Rectangle 6"/>
          <p:cNvSpPr>
            <a:spLocks noGrp="1" noChangeArrowheads="1"/>
          </p:cNvSpPr>
          <p:nvPr>
            <p:ph type="sldNum" sz="quarter" idx="11"/>
          </p:nvPr>
        </p:nvSpPr>
        <p:spPr>
          <a:ln/>
        </p:spPr>
        <p:txBody>
          <a:bodyPr/>
          <a:lstStyle>
            <a:lvl1pPr>
              <a:defRPr/>
            </a:lvl1pPr>
          </a:lstStyle>
          <a:p>
            <a:pPr>
              <a:defRPr/>
            </a:pPr>
            <a:fld id="{24EAB6D4-AB6F-4FA1-9E7B-40962469D65B}" type="slidenum">
              <a:rPr lang="en-US" altLang="en-US"/>
              <a:pPr>
                <a:defRPr/>
              </a:pPr>
              <a:t>‹#›</a:t>
            </a:fld>
            <a:endParaRPr lang="en-US" altLang="en-US"/>
          </a:p>
        </p:txBody>
      </p:sp>
      <p:sp>
        <p:nvSpPr>
          <p:cNvPr id="5" name="Rectangle 7"/>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2211714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ltLang="en-US"/>
          </a:p>
        </p:txBody>
      </p:sp>
      <p:sp>
        <p:nvSpPr>
          <p:cNvPr id="3" name="Rectangle 6"/>
          <p:cNvSpPr>
            <a:spLocks noGrp="1" noChangeArrowheads="1"/>
          </p:cNvSpPr>
          <p:nvPr>
            <p:ph type="sldNum" sz="quarter" idx="11"/>
          </p:nvPr>
        </p:nvSpPr>
        <p:spPr>
          <a:ln/>
        </p:spPr>
        <p:txBody>
          <a:bodyPr/>
          <a:lstStyle>
            <a:lvl1pPr>
              <a:defRPr/>
            </a:lvl1pPr>
          </a:lstStyle>
          <a:p>
            <a:pPr>
              <a:defRPr/>
            </a:pPr>
            <a:fld id="{E9AEF6E1-39D0-4D60-9B29-5A6FC36EBE14}" type="slidenum">
              <a:rPr lang="en-US" altLang="en-US"/>
              <a:pPr>
                <a:defRPr/>
              </a:pPr>
              <a:t>‹#›</a:t>
            </a:fld>
            <a:endParaRPr lang="en-US" altLang="en-US"/>
          </a:p>
        </p:txBody>
      </p:sp>
      <p:sp>
        <p:nvSpPr>
          <p:cNvPr id="4" name="Rectangle 7"/>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7856498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en-US"/>
          </a:p>
        </p:txBody>
      </p:sp>
      <p:sp>
        <p:nvSpPr>
          <p:cNvPr id="6" name="Rectangle 6"/>
          <p:cNvSpPr>
            <a:spLocks noGrp="1" noChangeArrowheads="1"/>
          </p:cNvSpPr>
          <p:nvPr>
            <p:ph type="sldNum" sz="quarter" idx="11"/>
          </p:nvPr>
        </p:nvSpPr>
        <p:spPr>
          <a:ln/>
        </p:spPr>
        <p:txBody>
          <a:bodyPr/>
          <a:lstStyle>
            <a:lvl1pPr>
              <a:defRPr/>
            </a:lvl1pPr>
          </a:lstStyle>
          <a:p>
            <a:pPr>
              <a:defRPr/>
            </a:pPr>
            <a:fld id="{931E5A9F-81C1-4BF2-8633-21FEF327667B}" type="slidenum">
              <a:rPr lang="en-US" altLang="en-US"/>
              <a:pPr>
                <a:defRPr/>
              </a:pPr>
              <a:t>‹#›</a:t>
            </a:fld>
            <a:endParaRPr lang="en-US" altLang="en-US"/>
          </a:p>
        </p:txBody>
      </p:sp>
      <p:sp>
        <p:nvSpPr>
          <p:cNvPr id="7" name="Rectangle 7"/>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5443396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en-US"/>
          </a:p>
        </p:txBody>
      </p:sp>
      <p:sp>
        <p:nvSpPr>
          <p:cNvPr id="6" name="Rectangle 6"/>
          <p:cNvSpPr>
            <a:spLocks noGrp="1" noChangeArrowheads="1"/>
          </p:cNvSpPr>
          <p:nvPr>
            <p:ph type="sldNum" sz="quarter" idx="11"/>
          </p:nvPr>
        </p:nvSpPr>
        <p:spPr>
          <a:ln/>
        </p:spPr>
        <p:txBody>
          <a:bodyPr/>
          <a:lstStyle>
            <a:lvl1pPr>
              <a:defRPr/>
            </a:lvl1pPr>
          </a:lstStyle>
          <a:p>
            <a:pPr>
              <a:defRPr/>
            </a:pPr>
            <a:fld id="{2AF2A8D0-9739-4656-AEB3-A01AE03BDDA7}" type="slidenum">
              <a:rPr lang="en-US" altLang="en-US"/>
              <a:pPr>
                <a:defRPr/>
              </a:pPr>
              <a:t>‹#›</a:t>
            </a:fld>
            <a:endParaRPr lang="en-US" altLang="en-US"/>
          </a:p>
        </p:txBody>
      </p:sp>
      <p:sp>
        <p:nvSpPr>
          <p:cNvPr id="7" name="Rectangle 7"/>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6616952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en-US"/>
          </a:p>
        </p:txBody>
      </p:sp>
      <p:sp>
        <p:nvSpPr>
          <p:cNvPr id="5" name="Rectangle 6"/>
          <p:cNvSpPr>
            <a:spLocks noGrp="1" noChangeArrowheads="1"/>
          </p:cNvSpPr>
          <p:nvPr>
            <p:ph type="sldNum" sz="quarter" idx="11"/>
          </p:nvPr>
        </p:nvSpPr>
        <p:spPr>
          <a:ln/>
        </p:spPr>
        <p:txBody>
          <a:bodyPr/>
          <a:lstStyle>
            <a:lvl1pPr>
              <a:defRPr/>
            </a:lvl1pPr>
          </a:lstStyle>
          <a:p>
            <a:pPr>
              <a:defRPr/>
            </a:pPr>
            <a:fld id="{A9971D4C-366A-45D9-96EC-25C7D40EB640}" type="slidenum">
              <a:rPr lang="en-US" altLang="en-US"/>
              <a:pPr>
                <a:defRPr/>
              </a:pPr>
              <a:t>‹#›</a:t>
            </a:fld>
            <a:endParaRPr lang="en-US" altLang="en-US"/>
          </a:p>
        </p:txBody>
      </p:sp>
      <p:sp>
        <p:nvSpPr>
          <p:cNvPr id="6" name="Rectangle 7"/>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0924179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en-US"/>
          </a:p>
        </p:txBody>
      </p:sp>
      <p:sp>
        <p:nvSpPr>
          <p:cNvPr id="5" name="Rectangle 6"/>
          <p:cNvSpPr>
            <a:spLocks noGrp="1" noChangeArrowheads="1"/>
          </p:cNvSpPr>
          <p:nvPr>
            <p:ph type="sldNum" sz="quarter" idx="11"/>
          </p:nvPr>
        </p:nvSpPr>
        <p:spPr>
          <a:ln/>
        </p:spPr>
        <p:txBody>
          <a:bodyPr/>
          <a:lstStyle>
            <a:lvl1pPr>
              <a:defRPr/>
            </a:lvl1pPr>
          </a:lstStyle>
          <a:p>
            <a:pPr>
              <a:defRPr/>
            </a:pPr>
            <a:fld id="{0EC4CB99-451D-4679-8871-51DC7392039F}" type="slidenum">
              <a:rPr lang="en-US" altLang="en-US"/>
              <a:pPr>
                <a:defRPr/>
              </a:pPr>
              <a:t>‹#›</a:t>
            </a:fld>
            <a:endParaRPr lang="en-US" altLang="en-US"/>
          </a:p>
        </p:txBody>
      </p:sp>
      <p:sp>
        <p:nvSpPr>
          <p:cNvPr id="6" name="Rectangle 7"/>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9842799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CC79B792-B7B5-4700-950D-AD044E3A1B92}"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37420623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6B95F4B1-F05C-4E03-B56F-E24E038148F8}"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5105700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05F7EECD-7253-4DAF-ACB2-4C3E2F111A6C}"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8995656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588D33E7-4EE3-4FE7-8787-DC4740A1ABF3}"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55873290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8" name="Slide Number Placeholder 4"/>
          <p:cNvSpPr>
            <a:spLocks noGrp="1" noChangeArrowheads="1"/>
          </p:cNvSpPr>
          <p:nvPr>
            <p:ph type="sldNum" sz="quarter" idx="11"/>
          </p:nvPr>
        </p:nvSpPr>
        <p:spPr>
          <a:ln/>
        </p:spPr>
        <p:txBody>
          <a:bodyPr/>
          <a:lstStyle>
            <a:lvl1pPr>
              <a:defRPr/>
            </a:lvl1pPr>
          </a:lstStyle>
          <a:p>
            <a:pPr>
              <a:defRPr/>
            </a:pPr>
            <a:fld id="{6BC5FB5F-7883-42CF-B88D-FB34EAEE36A7}" type="slidenum">
              <a:rPr lang="en-US" altLang="en-US"/>
              <a:pPr>
                <a:defRPr/>
              </a:pPr>
              <a:t>‹#›</a:t>
            </a:fld>
            <a:endParaRPr lang="en-US" altLang="en-US"/>
          </a:p>
        </p:txBody>
      </p:sp>
      <p:sp>
        <p:nvSpPr>
          <p:cNvPr id="9"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7316044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4" name="Slide Number Placeholder 4"/>
          <p:cNvSpPr>
            <a:spLocks noGrp="1" noChangeArrowheads="1"/>
          </p:cNvSpPr>
          <p:nvPr>
            <p:ph type="sldNum" sz="quarter" idx="11"/>
          </p:nvPr>
        </p:nvSpPr>
        <p:spPr>
          <a:ln/>
        </p:spPr>
        <p:txBody>
          <a:bodyPr/>
          <a:lstStyle>
            <a:lvl1pPr>
              <a:defRPr/>
            </a:lvl1pPr>
          </a:lstStyle>
          <a:p>
            <a:pPr>
              <a:defRPr/>
            </a:pPr>
            <a:fld id="{BC9D030C-6B50-4549-A747-CBCC28EB0021}" type="slidenum">
              <a:rPr lang="en-US" altLang="en-US"/>
              <a:pPr>
                <a:defRPr/>
              </a:pPr>
              <a:t>‹#›</a:t>
            </a:fld>
            <a:endParaRPr lang="en-US" altLang="en-US"/>
          </a:p>
        </p:txBody>
      </p:sp>
      <p:sp>
        <p:nvSpPr>
          <p:cNvPr id="5"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235957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3" name="Slide Number Placeholder 4"/>
          <p:cNvSpPr>
            <a:spLocks noGrp="1" noChangeArrowheads="1"/>
          </p:cNvSpPr>
          <p:nvPr>
            <p:ph type="sldNum" sz="quarter" idx="11"/>
          </p:nvPr>
        </p:nvSpPr>
        <p:spPr>
          <a:ln/>
        </p:spPr>
        <p:txBody>
          <a:bodyPr/>
          <a:lstStyle>
            <a:lvl1pPr>
              <a:defRPr/>
            </a:lvl1pPr>
          </a:lstStyle>
          <a:p>
            <a:pPr>
              <a:defRPr/>
            </a:pPr>
            <a:fld id="{851E6AF2-BCE6-40BE-A3A1-EF5A153B0628}" type="slidenum">
              <a:rPr lang="en-US" altLang="en-US"/>
              <a:pPr>
                <a:defRPr/>
              </a:pPr>
              <a:t>‹#›</a:t>
            </a:fld>
            <a:endParaRPr lang="en-US" altLang="en-US"/>
          </a:p>
        </p:txBody>
      </p:sp>
      <p:sp>
        <p:nvSpPr>
          <p:cNvPr id="4"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43576582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98B03902-10E7-493A-BC50-F2DE6CEB9B25}"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404526980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A9CB28AB-E4B6-4221-A475-9B8056CA5485}"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91194919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52E1FC80-DE79-479F-A471-C9975695589B}"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59464085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F5548B48-0E00-4A58-BECD-563BE1558A08}"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23083308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7F6AEFC0-842D-43A4-B6FC-1713D89CB703}"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2906384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5C42829C-1BA6-41A4-9983-4CD415D2FB12}"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53598816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4CD661FA-2DFC-4847-8CE6-347EFCD76478}"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410575421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74553B4C-55EE-44A1-B46B-033F697BC6A5}"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1297897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8" name="Slide Number Placeholder 4"/>
          <p:cNvSpPr>
            <a:spLocks noGrp="1" noChangeArrowheads="1"/>
          </p:cNvSpPr>
          <p:nvPr>
            <p:ph type="sldNum" sz="quarter" idx="11"/>
          </p:nvPr>
        </p:nvSpPr>
        <p:spPr>
          <a:ln/>
        </p:spPr>
        <p:txBody>
          <a:bodyPr/>
          <a:lstStyle>
            <a:lvl1pPr>
              <a:defRPr/>
            </a:lvl1pPr>
          </a:lstStyle>
          <a:p>
            <a:pPr>
              <a:defRPr/>
            </a:pPr>
            <a:fld id="{7D371D0F-EF7E-4F86-A143-8AC6D4C44BB0}" type="slidenum">
              <a:rPr lang="en-US" altLang="en-US"/>
              <a:pPr>
                <a:defRPr/>
              </a:pPr>
              <a:t>‹#›</a:t>
            </a:fld>
            <a:endParaRPr lang="en-US" altLang="en-US"/>
          </a:p>
        </p:txBody>
      </p:sp>
      <p:sp>
        <p:nvSpPr>
          <p:cNvPr id="9"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90789028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4" name="Slide Number Placeholder 4"/>
          <p:cNvSpPr>
            <a:spLocks noGrp="1" noChangeArrowheads="1"/>
          </p:cNvSpPr>
          <p:nvPr>
            <p:ph type="sldNum" sz="quarter" idx="11"/>
          </p:nvPr>
        </p:nvSpPr>
        <p:spPr>
          <a:ln/>
        </p:spPr>
        <p:txBody>
          <a:bodyPr/>
          <a:lstStyle>
            <a:lvl1pPr>
              <a:defRPr/>
            </a:lvl1pPr>
          </a:lstStyle>
          <a:p>
            <a:pPr>
              <a:defRPr/>
            </a:pPr>
            <a:fld id="{0D87D990-FBAE-412B-91AF-3A62BA8468E4}" type="slidenum">
              <a:rPr lang="en-US" altLang="en-US"/>
              <a:pPr>
                <a:defRPr/>
              </a:pPr>
              <a:t>‹#›</a:t>
            </a:fld>
            <a:endParaRPr lang="en-US" altLang="en-US"/>
          </a:p>
        </p:txBody>
      </p:sp>
      <p:sp>
        <p:nvSpPr>
          <p:cNvPr id="5"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20705778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3" name="Slide Number Placeholder 4"/>
          <p:cNvSpPr>
            <a:spLocks noGrp="1" noChangeArrowheads="1"/>
          </p:cNvSpPr>
          <p:nvPr>
            <p:ph type="sldNum" sz="quarter" idx="11"/>
          </p:nvPr>
        </p:nvSpPr>
        <p:spPr>
          <a:ln/>
        </p:spPr>
        <p:txBody>
          <a:bodyPr/>
          <a:lstStyle>
            <a:lvl1pPr>
              <a:defRPr/>
            </a:lvl1pPr>
          </a:lstStyle>
          <a:p>
            <a:pPr>
              <a:defRPr/>
            </a:pPr>
            <a:fld id="{6395D9F4-52BA-49F5-BE3E-3E8358A59C3D}" type="slidenum">
              <a:rPr lang="en-US" altLang="en-US"/>
              <a:pPr>
                <a:defRPr/>
              </a:pPr>
              <a:t>‹#›</a:t>
            </a:fld>
            <a:endParaRPr lang="en-US" altLang="en-US"/>
          </a:p>
        </p:txBody>
      </p:sp>
      <p:sp>
        <p:nvSpPr>
          <p:cNvPr id="4"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424402478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79C731CE-C56E-44EF-8FA8-5B57C9387DC2}"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67416063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F93010C1-3040-4677-B6FE-429DA93E3A16}"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77432168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CC72C9F7-BC98-41C8-9AE2-4FB6C76A50C9}"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37332977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D3050A8E-4EB9-4382-A706-A712933E5974}"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17261470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63FDB985-4E13-45A0-80BD-6156CADF0CD4}"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3775061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F1B50271-BD60-45BB-9309-C1751F15E418}"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5791724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48A014CD-7BC8-49DD-AF28-2D44B7AC9A9D}"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80217811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E70AC9E4-4D5B-4486-AD04-64B1E7B83597}"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07725425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8" name="Slide Number Placeholder 4"/>
          <p:cNvSpPr>
            <a:spLocks noGrp="1" noChangeArrowheads="1"/>
          </p:cNvSpPr>
          <p:nvPr>
            <p:ph type="sldNum" sz="quarter" idx="11"/>
          </p:nvPr>
        </p:nvSpPr>
        <p:spPr>
          <a:ln/>
        </p:spPr>
        <p:txBody>
          <a:bodyPr/>
          <a:lstStyle>
            <a:lvl1pPr>
              <a:defRPr/>
            </a:lvl1pPr>
          </a:lstStyle>
          <a:p>
            <a:pPr>
              <a:defRPr/>
            </a:pPr>
            <a:fld id="{E437B79C-22E7-4B4A-968B-04649900D463}" type="slidenum">
              <a:rPr lang="en-US" altLang="en-US"/>
              <a:pPr>
                <a:defRPr/>
              </a:pPr>
              <a:t>‹#›</a:t>
            </a:fld>
            <a:endParaRPr lang="en-US" altLang="en-US"/>
          </a:p>
        </p:txBody>
      </p:sp>
      <p:sp>
        <p:nvSpPr>
          <p:cNvPr id="9"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96582019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4" name="Slide Number Placeholder 4"/>
          <p:cNvSpPr>
            <a:spLocks noGrp="1" noChangeArrowheads="1"/>
          </p:cNvSpPr>
          <p:nvPr>
            <p:ph type="sldNum" sz="quarter" idx="11"/>
          </p:nvPr>
        </p:nvSpPr>
        <p:spPr>
          <a:ln/>
        </p:spPr>
        <p:txBody>
          <a:bodyPr/>
          <a:lstStyle>
            <a:lvl1pPr>
              <a:defRPr/>
            </a:lvl1pPr>
          </a:lstStyle>
          <a:p>
            <a:pPr>
              <a:defRPr/>
            </a:pPr>
            <a:fld id="{649E93DF-3CBC-46D1-9AD2-0E6E183D2840}" type="slidenum">
              <a:rPr lang="en-US" altLang="en-US"/>
              <a:pPr>
                <a:defRPr/>
              </a:pPr>
              <a:t>‹#›</a:t>
            </a:fld>
            <a:endParaRPr lang="en-US" altLang="en-US"/>
          </a:p>
        </p:txBody>
      </p:sp>
      <p:sp>
        <p:nvSpPr>
          <p:cNvPr id="5"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56135244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3" name="Slide Number Placeholder 4"/>
          <p:cNvSpPr>
            <a:spLocks noGrp="1" noChangeArrowheads="1"/>
          </p:cNvSpPr>
          <p:nvPr>
            <p:ph type="sldNum" sz="quarter" idx="11"/>
          </p:nvPr>
        </p:nvSpPr>
        <p:spPr>
          <a:ln/>
        </p:spPr>
        <p:txBody>
          <a:bodyPr/>
          <a:lstStyle>
            <a:lvl1pPr>
              <a:defRPr/>
            </a:lvl1pPr>
          </a:lstStyle>
          <a:p>
            <a:pPr>
              <a:defRPr/>
            </a:pPr>
            <a:fld id="{51D00532-049D-4324-B262-2B41E1C57DBC}" type="slidenum">
              <a:rPr lang="en-US" altLang="en-US"/>
              <a:pPr>
                <a:defRPr/>
              </a:pPr>
              <a:t>‹#›</a:t>
            </a:fld>
            <a:endParaRPr lang="en-US" altLang="en-US"/>
          </a:p>
        </p:txBody>
      </p:sp>
      <p:sp>
        <p:nvSpPr>
          <p:cNvPr id="4"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43449762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A9A055BD-6210-4F27-8352-D9C1E9A4AE1C}"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98763299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89B7DA1C-4115-483C-B184-24E0F462F02F}"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67747748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07BF0AF3-DF95-4ECF-A328-E076119A9C74}"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88703187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B733F2CE-BD94-4C9D-BCAC-840E64346199}"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8558871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468F5E5A-548B-4A1B-A350-CF5BAB6A60C8}"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37348074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B1F18FDD-536D-42DD-AAB9-38E0C061B0FE}"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13416102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CE2B566D-D608-48C4-BF47-C6A530C9E62C}"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55055337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5"/>
          <p:cNvSpPr>
            <a:spLocks noGrp="1" noChangeArrowheads="1"/>
          </p:cNvSpPr>
          <p:nvPr>
            <p:ph type="sldNum" sz="quarter" idx="11"/>
          </p:nvPr>
        </p:nvSpPr>
        <p:spPr>
          <a:ln/>
        </p:spPr>
        <p:txBody>
          <a:bodyPr/>
          <a:lstStyle>
            <a:lvl1pPr>
              <a:defRPr/>
            </a:lvl1pPr>
          </a:lstStyle>
          <a:p>
            <a:pPr>
              <a:defRPr/>
            </a:pPr>
            <a:fld id="{F5A191E7-3506-47CD-933A-29E8B0A621B2}" type="slidenum">
              <a:rPr lang="en-US" altLang="en-US"/>
              <a:pPr>
                <a:defRPr/>
              </a:pPr>
              <a:t>‹#›</a:t>
            </a:fld>
            <a:endParaRPr lang="en-US" altLang="en-US"/>
          </a:p>
        </p:txBody>
      </p:sp>
      <p:sp>
        <p:nvSpPr>
          <p:cNvPr id="7"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05257759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8" name="Slide Number Placeholder 5"/>
          <p:cNvSpPr>
            <a:spLocks noGrp="1" noChangeArrowheads="1"/>
          </p:cNvSpPr>
          <p:nvPr>
            <p:ph type="sldNum" sz="quarter" idx="11"/>
          </p:nvPr>
        </p:nvSpPr>
        <p:spPr>
          <a:ln/>
        </p:spPr>
        <p:txBody>
          <a:bodyPr/>
          <a:lstStyle>
            <a:lvl1pPr>
              <a:defRPr/>
            </a:lvl1pPr>
          </a:lstStyle>
          <a:p>
            <a:pPr>
              <a:defRPr/>
            </a:pPr>
            <a:fld id="{333E29F6-780D-466E-914E-FE467DC9B965}" type="slidenum">
              <a:rPr lang="en-US" altLang="en-US"/>
              <a:pPr>
                <a:defRPr/>
              </a:pPr>
              <a:t>‹#›</a:t>
            </a:fld>
            <a:endParaRPr lang="en-US" altLang="en-US"/>
          </a:p>
        </p:txBody>
      </p:sp>
      <p:sp>
        <p:nvSpPr>
          <p:cNvPr id="9"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26076301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4" name="Slide Number Placeholder 5"/>
          <p:cNvSpPr>
            <a:spLocks noGrp="1" noChangeArrowheads="1"/>
          </p:cNvSpPr>
          <p:nvPr>
            <p:ph type="sldNum" sz="quarter" idx="11"/>
          </p:nvPr>
        </p:nvSpPr>
        <p:spPr>
          <a:ln/>
        </p:spPr>
        <p:txBody>
          <a:bodyPr/>
          <a:lstStyle>
            <a:lvl1pPr>
              <a:defRPr/>
            </a:lvl1pPr>
          </a:lstStyle>
          <a:p>
            <a:pPr>
              <a:defRPr/>
            </a:pPr>
            <a:fld id="{0C309E8C-9B46-4F7A-A66F-ADF8175F8F86}" type="slidenum">
              <a:rPr lang="en-US" altLang="en-US"/>
              <a:pPr>
                <a:defRPr/>
              </a:pPr>
              <a:t>‹#›</a:t>
            </a:fld>
            <a:endParaRPr lang="en-US" altLang="en-US"/>
          </a:p>
        </p:txBody>
      </p:sp>
      <p:sp>
        <p:nvSpPr>
          <p:cNvPr id="5"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7808486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3" name="Slide Number Placeholder 5"/>
          <p:cNvSpPr>
            <a:spLocks noGrp="1" noChangeArrowheads="1"/>
          </p:cNvSpPr>
          <p:nvPr>
            <p:ph type="sldNum" sz="quarter" idx="11"/>
          </p:nvPr>
        </p:nvSpPr>
        <p:spPr>
          <a:ln/>
        </p:spPr>
        <p:txBody>
          <a:bodyPr/>
          <a:lstStyle>
            <a:lvl1pPr>
              <a:defRPr/>
            </a:lvl1pPr>
          </a:lstStyle>
          <a:p>
            <a:pPr>
              <a:defRPr/>
            </a:pPr>
            <a:fld id="{73E0FC03-B032-4B10-A3B4-01A83FD95C50}" type="slidenum">
              <a:rPr lang="en-US" altLang="en-US"/>
              <a:pPr>
                <a:defRPr/>
              </a:pPr>
              <a:t>‹#›</a:t>
            </a:fld>
            <a:endParaRPr lang="en-US" altLang="en-US"/>
          </a:p>
        </p:txBody>
      </p:sp>
      <p:sp>
        <p:nvSpPr>
          <p:cNvPr id="4"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34007516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5"/>
          <p:cNvSpPr>
            <a:spLocks noGrp="1" noChangeArrowheads="1"/>
          </p:cNvSpPr>
          <p:nvPr>
            <p:ph type="sldNum" sz="quarter" idx="11"/>
          </p:nvPr>
        </p:nvSpPr>
        <p:spPr>
          <a:ln/>
        </p:spPr>
        <p:txBody>
          <a:bodyPr/>
          <a:lstStyle>
            <a:lvl1pPr>
              <a:defRPr/>
            </a:lvl1pPr>
          </a:lstStyle>
          <a:p>
            <a:pPr>
              <a:defRPr/>
            </a:pPr>
            <a:fld id="{3E65580C-D68B-4561-8796-79BD12E6BB21}" type="slidenum">
              <a:rPr lang="en-US" altLang="en-US"/>
              <a:pPr>
                <a:defRPr/>
              </a:pPr>
              <a:t>‹#›</a:t>
            </a:fld>
            <a:endParaRPr lang="en-US" altLang="en-US"/>
          </a:p>
        </p:txBody>
      </p:sp>
      <p:sp>
        <p:nvSpPr>
          <p:cNvPr id="7"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26198006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5"/>
          <p:cNvSpPr>
            <a:spLocks noGrp="1" noChangeArrowheads="1"/>
          </p:cNvSpPr>
          <p:nvPr>
            <p:ph type="sldNum" sz="quarter" idx="11"/>
          </p:nvPr>
        </p:nvSpPr>
        <p:spPr>
          <a:ln/>
        </p:spPr>
        <p:txBody>
          <a:bodyPr/>
          <a:lstStyle>
            <a:lvl1pPr>
              <a:defRPr/>
            </a:lvl1pPr>
          </a:lstStyle>
          <a:p>
            <a:pPr>
              <a:defRPr/>
            </a:pPr>
            <a:fld id="{561EF5C0-2698-4545-8310-29BE88EBF9F2}" type="slidenum">
              <a:rPr lang="en-US" altLang="en-US"/>
              <a:pPr>
                <a:defRPr/>
              </a:pPr>
              <a:t>‹#›</a:t>
            </a:fld>
            <a:endParaRPr lang="en-US" altLang="en-US"/>
          </a:p>
        </p:txBody>
      </p:sp>
      <p:sp>
        <p:nvSpPr>
          <p:cNvPr id="7"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60044282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532D20B6-4999-4D7E-AEA0-E803DDEB2AB8}"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67826339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C1B45943-44CA-45B2-8467-07AB381823B8}"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308445877"/>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6"/>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7"/>
          <p:cNvSpPr>
            <a:spLocks noGrp="1" noChangeArrowheads="1"/>
          </p:cNvSpPr>
          <p:nvPr>
            <p:ph type="sldNum" sz="quarter" idx="11"/>
          </p:nvPr>
        </p:nvSpPr>
        <p:spPr>
          <a:ln/>
        </p:spPr>
        <p:txBody>
          <a:bodyPr/>
          <a:lstStyle>
            <a:lvl1pPr>
              <a:defRPr/>
            </a:lvl1pPr>
          </a:lstStyle>
          <a:p>
            <a:pPr>
              <a:defRPr/>
            </a:pPr>
            <a:fld id="{EA857C9C-A449-4AD7-B375-09A6D80167D2}" type="slidenum">
              <a:rPr lang="en-US" altLang="en-US"/>
              <a:pPr>
                <a:defRPr/>
              </a:pPr>
              <a:t>‹#›</a:t>
            </a:fld>
            <a:endParaRPr lang="en-US" altLang="en-US"/>
          </a:p>
        </p:txBody>
      </p:sp>
      <p:sp>
        <p:nvSpPr>
          <p:cNvPr id="6" name="Footer Placeholder 8"/>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99516721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6"/>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7"/>
          <p:cNvSpPr>
            <a:spLocks noGrp="1" noChangeArrowheads="1"/>
          </p:cNvSpPr>
          <p:nvPr>
            <p:ph type="sldNum" sz="quarter" idx="11"/>
          </p:nvPr>
        </p:nvSpPr>
        <p:spPr>
          <a:ln/>
        </p:spPr>
        <p:txBody>
          <a:bodyPr/>
          <a:lstStyle>
            <a:lvl1pPr>
              <a:defRPr/>
            </a:lvl1pPr>
          </a:lstStyle>
          <a:p>
            <a:pPr>
              <a:defRPr/>
            </a:pPr>
            <a:fld id="{525B4AE2-43E1-4550-B2CB-E5398BD292F2}" type="slidenum">
              <a:rPr lang="en-US" altLang="en-US"/>
              <a:pPr>
                <a:defRPr/>
              </a:pPr>
              <a:t>‹#›</a:t>
            </a:fld>
            <a:endParaRPr lang="en-US" altLang="en-US"/>
          </a:p>
        </p:txBody>
      </p:sp>
      <p:sp>
        <p:nvSpPr>
          <p:cNvPr id="6" name="Footer Placeholder 8"/>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99918940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6"/>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7"/>
          <p:cNvSpPr>
            <a:spLocks noGrp="1" noChangeArrowheads="1"/>
          </p:cNvSpPr>
          <p:nvPr>
            <p:ph type="sldNum" sz="quarter" idx="11"/>
          </p:nvPr>
        </p:nvSpPr>
        <p:spPr>
          <a:ln/>
        </p:spPr>
        <p:txBody>
          <a:bodyPr/>
          <a:lstStyle>
            <a:lvl1pPr>
              <a:defRPr/>
            </a:lvl1pPr>
          </a:lstStyle>
          <a:p>
            <a:pPr>
              <a:defRPr/>
            </a:pPr>
            <a:fld id="{C210246C-10A8-4BF5-91C2-78D882699030}" type="slidenum">
              <a:rPr lang="en-US" altLang="en-US"/>
              <a:pPr>
                <a:defRPr/>
              </a:pPr>
              <a:t>‹#›</a:t>
            </a:fld>
            <a:endParaRPr lang="en-US" altLang="en-US"/>
          </a:p>
        </p:txBody>
      </p:sp>
      <p:sp>
        <p:nvSpPr>
          <p:cNvPr id="6" name="Footer Placeholder 8"/>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35399898"/>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6"/>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7"/>
          <p:cNvSpPr>
            <a:spLocks noGrp="1" noChangeArrowheads="1"/>
          </p:cNvSpPr>
          <p:nvPr>
            <p:ph type="sldNum" sz="quarter" idx="11"/>
          </p:nvPr>
        </p:nvSpPr>
        <p:spPr>
          <a:ln/>
        </p:spPr>
        <p:txBody>
          <a:bodyPr/>
          <a:lstStyle>
            <a:lvl1pPr>
              <a:defRPr/>
            </a:lvl1pPr>
          </a:lstStyle>
          <a:p>
            <a:pPr>
              <a:defRPr/>
            </a:pPr>
            <a:fld id="{27C1B3AF-AA14-4001-B428-51471F9205EE}" type="slidenum">
              <a:rPr lang="en-US" altLang="en-US"/>
              <a:pPr>
                <a:defRPr/>
              </a:pPr>
              <a:t>‹#›</a:t>
            </a:fld>
            <a:endParaRPr lang="en-US" altLang="en-US"/>
          </a:p>
        </p:txBody>
      </p:sp>
      <p:sp>
        <p:nvSpPr>
          <p:cNvPr id="7" name="Footer Placeholder 8"/>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49188274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noChangeArrowheads="1"/>
          </p:cNvSpPr>
          <p:nvPr>
            <p:ph type="dt" sz="half" idx="10"/>
          </p:nvPr>
        </p:nvSpPr>
        <p:spPr>
          <a:ln/>
        </p:spPr>
        <p:txBody>
          <a:bodyPr/>
          <a:lstStyle>
            <a:lvl1pPr>
              <a:defRPr/>
            </a:lvl1pPr>
          </a:lstStyle>
          <a:p>
            <a:pPr>
              <a:defRPr/>
            </a:pPr>
            <a:endParaRPr lang="en-US" altLang="en-US"/>
          </a:p>
        </p:txBody>
      </p:sp>
      <p:sp>
        <p:nvSpPr>
          <p:cNvPr id="8" name="Slide Number Placeholder 7"/>
          <p:cNvSpPr>
            <a:spLocks noGrp="1" noChangeArrowheads="1"/>
          </p:cNvSpPr>
          <p:nvPr>
            <p:ph type="sldNum" sz="quarter" idx="11"/>
          </p:nvPr>
        </p:nvSpPr>
        <p:spPr>
          <a:ln/>
        </p:spPr>
        <p:txBody>
          <a:bodyPr/>
          <a:lstStyle>
            <a:lvl1pPr>
              <a:defRPr/>
            </a:lvl1pPr>
          </a:lstStyle>
          <a:p>
            <a:pPr>
              <a:defRPr/>
            </a:pPr>
            <a:fld id="{EB9D66E1-08CD-464F-B6C1-1D838D4D67AC}" type="slidenum">
              <a:rPr lang="en-US" altLang="en-US"/>
              <a:pPr>
                <a:defRPr/>
              </a:pPr>
              <a:t>‹#›</a:t>
            </a:fld>
            <a:endParaRPr lang="en-US" altLang="en-US"/>
          </a:p>
        </p:txBody>
      </p:sp>
      <p:sp>
        <p:nvSpPr>
          <p:cNvPr id="9" name="Footer Placeholder 8"/>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663031536"/>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6"/>
          <p:cNvSpPr>
            <a:spLocks noGrp="1" noChangeArrowheads="1"/>
          </p:cNvSpPr>
          <p:nvPr>
            <p:ph type="dt" sz="half" idx="10"/>
          </p:nvPr>
        </p:nvSpPr>
        <p:spPr>
          <a:ln/>
        </p:spPr>
        <p:txBody>
          <a:bodyPr/>
          <a:lstStyle>
            <a:lvl1pPr>
              <a:defRPr/>
            </a:lvl1pPr>
          </a:lstStyle>
          <a:p>
            <a:pPr>
              <a:defRPr/>
            </a:pPr>
            <a:endParaRPr lang="en-US" altLang="en-US"/>
          </a:p>
        </p:txBody>
      </p:sp>
      <p:sp>
        <p:nvSpPr>
          <p:cNvPr id="4" name="Slide Number Placeholder 7"/>
          <p:cNvSpPr>
            <a:spLocks noGrp="1" noChangeArrowheads="1"/>
          </p:cNvSpPr>
          <p:nvPr>
            <p:ph type="sldNum" sz="quarter" idx="11"/>
          </p:nvPr>
        </p:nvSpPr>
        <p:spPr>
          <a:ln/>
        </p:spPr>
        <p:txBody>
          <a:bodyPr/>
          <a:lstStyle>
            <a:lvl1pPr>
              <a:defRPr/>
            </a:lvl1pPr>
          </a:lstStyle>
          <a:p>
            <a:pPr>
              <a:defRPr/>
            </a:pPr>
            <a:fld id="{796F1C04-8083-4F62-89EF-2521ECB43EDC}" type="slidenum">
              <a:rPr lang="en-US" altLang="en-US"/>
              <a:pPr>
                <a:defRPr/>
              </a:pPr>
              <a:t>‹#›</a:t>
            </a:fld>
            <a:endParaRPr lang="en-US" altLang="en-US"/>
          </a:p>
        </p:txBody>
      </p:sp>
      <p:sp>
        <p:nvSpPr>
          <p:cNvPr id="5" name="Footer Placeholder 8"/>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55810943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6"/>
          <p:cNvSpPr>
            <a:spLocks noGrp="1" noChangeArrowheads="1"/>
          </p:cNvSpPr>
          <p:nvPr>
            <p:ph type="dt" sz="half" idx="10"/>
          </p:nvPr>
        </p:nvSpPr>
        <p:spPr>
          <a:ln/>
        </p:spPr>
        <p:txBody>
          <a:bodyPr/>
          <a:lstStyle>
            <a:lvl1pPr>
              <a:defRPr/>
            </a:lvl1pPr>
          </a:lstStyle>
          <a:p>
            <a:pPr>
              <a:defRPr/>
            </a:pPr>
            <a:endParaRPr lang="en-US" altLang="en-US"/>
          </a:p>
        </p:txBody>
      </p:sp>
      <p:sp>
        <p:nvSpPr>
          <p:cNvPr id="3" name="Slide Number Placeholder 7"/>
          <p:cNvSpPr>
            <a:spLocks noGrp="1" noChangeArrowheads="1"/>
          </p:cNvSpPr>
          <p:nvPr>
            <p:ph type="sldNum" sz="quarter" idx="11"/>
          </p:nvPr>
        </p:nvSpPr>
        <p:spPr>
          <a:ln/>
        </p:spPr>
        <p:txBody>
          <a:bodyPr/>
          <a:lstStyle>
            <a:lvl1pPr>
              <a:defRPr/>
            </a:lvl1pPr>
          </a:lstStyle>
          <a:p>
            <a:pPr>
              <a:defRPr/>
            </a:pPr>
            <a:fld id="{3628440D-71B4-48A1-B8AA-2A4A930E295F}" type="slidenum">
              <a:rPr lang="en-US" altLang="en-US"/>
              <a:pPr>
                <a:defRPr/>
              </a:pPr>
              <a:t>‹#›</a:t>
            </a:fld>
            <a:endParaRPr lang="en-US" altLang="en-US"/>
          </a:p>
        </p:txBody>
      </p:sp>
      <p:sp>
        <p:nvSpPr>
          <p:cNvPr id="4" name="Footer Placeholder 8"/>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847921"/>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6"/>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7"/>
          <p:cNvSpPr>
            <a:spLocks noGrp="1" noChangeArrowheads="1"/>
          </p:cNvSpPr>
          <p:nvPr>
            <p:ph type="sldNum" sz="quarter" idx="11"/>
          </p:nvPr>
        </p:nvSpPr>
        <p:spPr>
          <a:ln/>
        </p:spPr>
        <p:txBody>
          <a:bodyPr/>
          <a:lstStyle>
            <a:lvl1pPr>
              <a:defRPr/>
            </a:lvl1pPr>
          </a:lstStyle>
          <a:p>
            <a:pPr>
              <a:defRPr/>
            </a:pPr>
            <a:fld id="{146B0C9E-CD73-480B-91B7-2340640834E6}" type="slidenum">
              <a:rPr lang="en-US" altLang="en-US"/>
              <a:pPr>
                <a:defRPr/>
              </a:pPr>
              <a:t>‹#›</a:t>
            </a:fld>
            <a:endParaRPr lang="en-US" altLang="en-US"/>
          </a:p>
        </p:txBody>
      </p:sp>
      <p:sp>
        <p:nvSpPr>
          <p:cNvPr id="7" name="Footer Placeholder 8"/>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79170419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6"/>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7"/>
          <p:cNvSpPr>
            <a:spLocks noGrp="1" noChangeArrowheads="1"/>
          </p:cNvSpPr>
          <p:nvPr>
            <p:ph type="sldNum" sz="quarter" idx="11"/>
          </p:nvPr>
        </p:nvSpPr>
        <p:spPr>
          <a:ln/>
        </p:spPr>
        <p:txBody>
          <a:bodyPr/>
          <a:lstStyle>
            <a:lvl1pPr>
              <a:defRPr/>
            </a:lvl1pPr>
          </a:lstStyle>
          <a:p>
            <a:pPr>
              <a:defRPr/>
            </a:pPr>
            <a:fld id="{E61AE376-A336-407F-B408-1BB80E189B8A}" type="slidenum">
              <a:rPr lang="en-US" altLang="en-US"/>
              <a:pPr>
                <a:defRPr/>
              </a:pPr>
              <a:t>‹#›</a:t>
            </a:fld>
            <a:endParaRPr lang="en-US" altLang="en-US"/>
          </a:p>
        </p:txBody>
      </p:sp>
      <p:sp>
        <p:nvSpPr>
          <p:cNvPr id="7" name="Footer Placeholder 8"/>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726493405"/>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6"/>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7"/>
          <p:cNvSpPr>
            <a:spLocks noGrp="1" noChangeArrowheads="1"/>
          </p:cNvSpPr>
          <p:nvPr>
            <p:ph type="sldNum" sz="quarter" idx="11"/>
          </p:nvPr>
        </p:nvSpPr>
        <p:spPr>
          <a:ln/>
        </p:spPr>
        <p:txBody>
          <a:bodyPr/>
          <a:lstStyle>
            <a:lvl1pPr>
              <a:defRPr/>
            </a:lvl1pPr>
          </a:lstStyle>
          <a:p>
            <a:pPr>
              <a:defRPr/>
            </a:pPr>
            <a:fld id="{4B6DB145-DFF4-474F-9D8C-46E311E21EDA}" type="slidenum">
              <a:rPr lang="en-US" altLang="en-US"/>
              <a:pPr>
                <a:defRPr/>
              </a:pPr>
              <a:t>‹#›</a:t>
            </a:fld>
            <a:endParaRPr lang="en-US" altLang="en-US"/>
          </a:p>
        </p:txBody>
      </p:sp>
      <p:sp>
        <p:nvSpPr>
          <p:cNvPr id="6" name="Footer Placeholder 8"/>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43650943"/>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6"/>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7"/>
          <p:cNvSpPr>
            <a:spLocks noGrp="1" noChangeArrowheads="1"/>
          </p:cNvSpPr>
          <p:nvPr>
            <p:ph type="sldNum" sz="quarter" idx="11"/>
          </p:nvPr>
        </p:nvSpPr>
        <p:spPr>
          <a:ln/>
        </p:spPr>
        <p:txBody>
          <a:bodyPr/>
          <a:lstStyle>
            <a:lvl1pPr>
              <a:defRPr/>
            </a:lvl1pPr>
          </a:lstStyle>
          <a:p>
            <a:pPr>
              <a:defRPr/>
            </a:pPr>
            <a:fld id="{E9DBE2B3-6239-4831-B5B5-F6329CF37225}" type="slidenum">
              <a:rPr lang="en-US" altLang="en-US"/>
              <a:pPr>
                <a:defRPr/>
              </a:pPr>
              <a:t>‹#›</a:t>
            </a:fld>
            <a:endParaRPr lang="en-US" altLang="en-US"/>
          </a:p>
        </p:txBody>
      </p:sp>
      <p:sp>
        <p:nvSpPr>
          <p:cNvPr id="6" name="Footer Placeholder 8"/>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419425098"/>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2"/>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3"/>
          <p:cNvSpPr>
            <a:spLocks noGrp="1" noChangeArrowheads="1"/>
          </p:cNvSpPr>
          <p:nvPr>
            <p:ph type="sldNum" sz="quarter" idx="11"/>
          </p:nvPr>
        </p:nvSpPr>
        <p:spPr>
          <a:ln/>
        </p:spPr>
        <p:txBody>
          <a:bodyPr/>
          <a:lstStyle>
            <a:lvl1pPr>
              <a:defRPr/>
            </a:lvl1pPr>
          </a:lstStyle>
          <a:p>
            <a:pPr>
              <a:defRPr/>
            </a:pPr>
            <a:fld id="{DD66BBBB-9CD4-4A02-84DD-31E464516816}" type="slidenum">
              <a:rPr lang="en-US" altLang="en-US"/>
              <a:pPr>
                <a:defRPr/>
              </a:pPr>
              <a:t>‹#›</a:t>
            </a:fld>
            <a:endParaRPr lang="en-US" altLang="en-US"/>
          </a:p>
        </p:txBody>
      </p:sp>
      <p:sp>
        <p:nvSpPr>
          <p:cNvPr id="6" name="Footer Placeholder 4"/>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455612204"/>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2"/>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3"/>
          <p:cNvSpPr>
            <a:spLocks noGrp="1" noChangeArrowheads="1"/>
          </p:cNvSpPr>
          <p:nvPr>
            <p:ph type="sldNum" sz="quarter" idx="11"/>
          </p:nvPr>
        </p:nvSpPr>
        <p:spPr>
          <a:ln/>
        </p:spPr>
        <p:txBody>
          <a:bodyPr/>
          <a:lstStyle>
            <a:lvl1pPr>
              <a:defRPr/>
            </a:lvl1pPr>
          </a:lstStyle>
          <a:p>
            <a:pPr>
              <a:defRPr/>
            </a:pPr>
            <a:fld id="{848E82DD-DA66-4C0D-B251-067C06043FA5}" type="slidenum">
              <a:rPr lang="en-US" altLang="en-US"/>
              <a:pPr>
                <a:defRPr/>
              </a:pPr>
              <a:t>‹#›</a:t>
            </a:fld>
            <a:endParaRPr lang="en-US" altLang="en-US"/>
          </a:p>
        </p:txBody>
      </p:sp>
      <p:sp>
        <p:nvSpPr>
          <p:cNvPr id="6" name="Footer Placeholder 4"/>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405359480"/>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2"/>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3"/>
          <p:cNvSpPr>
            <a:spLocks noGrp="1" noChangeArrowheads="1"/>
          </p:cNvSpPr>
          <p:nvPr>
            <p:ph type="sldNum" sz="quarter" idx="11"/>
          </p:nvPr>
        </p:nvSpPr>
        <p:spPr>
          <a:ln/>
        </p:spPr>
        <p:txBody>
          <a:bodyPr/>
          <a:lstStyle>
            <a:lvl1pPr>
              <a:defRPr/>
            </a:lvl1pPr>
          </a:lstStyle>
          <a:p>
            <a:pPr>
              <a:defRPr/>
            </a:pPr>
            <a:fld id="{4AD3FDD2-9B1E-4908-8736-35A723E4EE82}" type="slidenum">
              <a:rPr lang="en-US" altLang="en-US"/>
              <a:pPr>
                <a:defRPr/>
              </a:pPr>
              <a:t>‹#›</a:t>
            </a:fld>
            <a:endParaRPr lang="en-US" altLang="en-US"/>
          </a:p>
        </p:txBody>
      </p:sp>
      <p:sp>
        <p:nvSpPr>
          <p:cNvPr id="6" name="Footer Placeholder 4"/>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57472213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2"/>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3"/>
          <p:cNvSpPr>
            <a:spLocks noGrp="1" noChangeArrowheads="1"/>
          </p:cNvSpPr>
          <p:nvPr>
            <p:ph type="sldNum" sz="quarter" idx="11"/>
          </p:nvPr>
        </p:nvSpPr>
        <p:spPr>
          <a:ln/>
        </p:spPr>
        <p:txBody>
          <a:bodyPr/>
          <a:lstStyle>
            <a:lvl1pPr>
              <a:defRPr/>
            </a:lvl1pPr>
          </a:lstStyle>
          <a:p>
            <a:pPr>
              <a:defRPr/>
            </a:pPr>
            <a:fld id="{86CD41E1-F0F9-47CF-94FB-5712B4BF9FD0}" type="slidenum">
              <a:rPr lang="en-US" altLang="en-US"/>
              <a:pPr>
                <a:defRPr/>
              </a:pPr>
              <a:t>‹#›</a:t>
            </a:fld>
            <a:endParaRPr lang="en-US" altLang="en-US"/>
          </a:p>
        </p:txBody>
      </p:sp>
      <p:sp>
        <p:nvSpPr>
          <p:cNvPr id="7" name="Footer Placeholder 4"/>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00876429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2"/>
          <p:cNvSpPr>
            <a:spLocks noGrp="1" noChangeArrowheads="1"/>
          </p:cNvSpPr>
          <p:nvPr>
            <p:ph type="dt" sz="half" idx="10"/>
          </p:nvPr>
        </p:nvSpPr>
        <p:spPr>
          <a:ln/>
        </p:spPr>
        <p:txBody>
          <a:bodyPr/>
          <a:lstStyle>
            <a:lvl1pPr>
              <a:defRPr/>
            </a:lvl1pPr>
          </a:lstStyle>
          <a:p>
            <a:pPr>
              <a:defRPr/>
            </a:pPr>
            <a:endParaRPr lang="en-US" altLang="en-US"/>
          </a:p>
        </p:txBody>
      </p:sp>
      <p:sp>
        <p:nvSpPr>
          <p:cNvPr id="8" name="Slide Number Placeholder 3"/>
          <p:cNvSpPr>
            <a:spLocks noGrp="1" noChangeArrowheads="1"/>
          </p:cNvSpPr>
          <p:nvPr>
            <p:ph type="sldNum" sz="quarter" idx="11"/>
          </p:nvPr>
        </p:nvSpPr>
        <p:spPr>
          <a:ln/>
        </p:spPr>
        <p:txBody>
          <a:bodyPr/>
          <a:lstStyle>
            <a:lvl1pPr>
              <a:defRPr/>
            </a:lvl1pPr>
          </a:lstStyle>
          <a:p>
            <a:pPr>
              <a:defRPr/>
            </a:pPr>
            <a:fld id="{3AD5BB0E-7CF2-45BF-B01F-2509A2050AD3}" type="slidenum">
              <a:rPr lang="en-US" altLang="en-US"/>
              <a:pPr>
                <a:defRPr/>
              </a:pPr>
              <a:t>‹#›</a:t>
            </a:fld>
            <a:endParaRPr lang="en-US" altLang="en-US"/>
          </a:p>
        </p:txBody>
      </p:sp>
      <p:sp>
        <p:nvSpPr>
          <p:cNvPr id="9" name="Footer Placeholder 4"/>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401740982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noChangeArrowheads="1"/>
          </p:cNvSpPr>
          <p:nvPr>
            <p:ph type="dt" sz="half" idx="10"/>
          </p:nvPr>
        </p:nvSpPr>
        <p:spPr>
          <a:ln/>
        </p:spPr>
        <p:txBody>
          <a:bodyPr/>
          <a:lstStyle>
            <a:lvl1pPr>
              <a:defRPr/>
            </a:lvl1pPr>
          </a:lstStyle>
          <a:p>
            <a:pPr>
              <a:defRPr/>
            </a:pPr>
            <a:endParaRPr lang="en-US" altLang="en-US"/>
          </a:p>
        </p:txBody>
      </p:sp>
      <p:sp>
        <p:nvSpPr>
          <p:cNvPr id="4" name="Slide Number Placeholder 3"/>
          <p:cNvSpPr>
            <a:spLocks noGrp="1" noChangeArrowheads="1"/>
          </p:cNvSpPr>
          <p:nvPr>
            <p:ph type="sldNum" sz="quarter" idx="11"/>
          </p:nvPr>
        </p:nvSpPr>
        <p:spPr>
          <a:ln/>
        </p:spPr>
        <p:txBody>
          <a:bodyPr/>
          <a:lstStyle>
            <a:lvl1pPr>
              <a:defRPr/>
            </a:lvl1pPr>
          </a:lstStyle>
          <a:p>
            <a:pPr>
              <a:defRPr/>
            </a:pPr>
            <a:fld id="{28FCBD54-07C8-4B98-8564-BC0D22F3E073}" type="slidenum">
              <a:rPr lang="en-US" altLang="en-US"/>
              <a:pPr>
                <a:defRPr/>
              </a:pPr>
              <a:t>‹#›</a:t>
            </a:fld>
            <a:endParaRPr lang="en-US" altLang="en-US"/>
          </a:p>
        </p:txBody>
      </p:sp>
      <p:sp>
        <p:nvSpPr>
          <p:cNvPr id="5" name="Footer Placeholder 4"/>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77047005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2"/>
          <p:cNvSpPr>
            <a:spLocks noGrp="1" noChangeArrowheads="1"/>
          </p:cNvSpPr>
          <p:nvPr>
            <p:ph type="dt" sz="half" idx="10"/>
          </p:nvPr>
        </p:nvSpPr>
        <p:spPr>
          <a:ln/>
        </p:spPr>
        <p:txBody>
          <a:bodyPr/>
          <a:lstStyle>
            <a:lvl1pPr>
              <a:defRPr/>
            </a:lvl1pPr>
          </a:lstStyle>
          <a:p>
            <a:pPr>
              <a:defRPr/>
            </a:pPr>
            <a:endParaRPr lang="en-US" altLang="en-US"/>
          </a:p>
        </p:txBody>
      </p:sp>
      <p:sp>
        <p:nvSpPr>
          <p:cNvPr id="3" name="Slide Number Placeholder 3"/>
          <p:cNvSpPr>
            <a:spLocks noGrp="1" noChangeArrowheads="1"/>
          </p:cNvSpPr>
          <p:nvPr>
            <p:ph type="sldNum" sz="quarter" idx="11"/>
          </p:nvPr>
        </p:nvSpPr>
        <p:spPr>
          <a:ln/>
        </p:spPr>
        <p:txBody>
          <a:bodyPr/>
          <a:lstStyle>
            <a:lvl1pPr>
              <a:defRPr/>
            </a:lvl1pPr>
          </a:lstStyle>
          <a:p>
            <a:pPr>
              <a:defRPr/>
            </a:pPr>
            <a:fld id="{F2D1D33E-507B-43F8-96F5-BDCD2808CBDB}" type="slidenum">
              <a:rPr lang="en-US" altLang="en-US"/>
              <a:pPr>
                <a:defRPr/>
              </a:pPr>
              <a:t>‹#›</a:t>
            </a:fld>
            <a:endParaRPr lang="en-US" altLang="en-US"/>
          </a:p>
        </p:txBody>
      </p:sp>
      <p:sp>
        <p:nvSpPr>
          <p:cNvPr id="4" name="Footer Placeholder 4"/>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556254264"/>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2"/>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3"/>
          <p:cNvSpPr>
            <a:spLocks noGrp="1" noChangeArrowheads="1"/>
          </p:cNvSpPr>
          <p:nvPr>
            <p:ph type="sldNum" sz="quarter" idx="11"/>
          </p:nvPr>
        </p:nvSpPr>
        <p:spPr>
          <a:ln/>
        </p:spPr>
        <p:txBody>
          <a:bodyPr/>
          <a:lstStyle>
            <a:lvl1pPr>
              <a:defRPr/>
            </a:lvl1pPr>
          </a:lstStyle>
          <a:p>
            <a:pPr>
              <a:defRPr/>
            </a:pPr>
            <a:fld id="{C32EC66B-41BC-4E6F-98AA-7F3AD673AE78}" type="slidenum">
              <a:rPr lang="en-US" altLang="en-US"/>
              <a:pPr>
                <a:defRPr/>
              </a:pPr>
              <a:t>‹#›</a:t>
            </a:fld>
            <a:endParaRPr lang="en-US" altLang="en-US"/>
          </a:p>
        </p:txBody>
      </p:sp>
      <p:sp>
        <p:nvSpPr>
          <p:cNvPr id="7" name="Footer Placeholder 4"/>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817696442"/>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2"/>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3"/>
          <p:cNvSpPr>
            <a:spLocks noGrp="1" noChangeArrowheads="1"/>
          </p:cNvSpPr>
          <p:nvPr>
            <p:ph type="sldNum" sz="quarter" idx="11"/>
          </p:nvPr>
        </p:nvSpPr>
        <p:spPr>
          <a:ln/>
        </p:spPr>
        <p:txBody>
          <a:bodyPr/>
          <a:lstStyle>
            <a:lvl1pPr>
              <a:defRPr/>
            </a:lvl1pPr>
          </a:lstStyle>
          <a:p>
            <a:pPr>
              <a:defRPr/>
            </a:pPr>
            <a:fld id="{F860B58D-9D44-4E31-9A12-153E7FCCBB2D}" type="slidenum">
              <a:rPr lang="en-US" altLang="en-US"/>
              <a:pPr>
                <a:defRPr/>
              </a:pPr>
              <a:t>‹#›</a:t>
            </a:fld>
            <a:endParaRPr lang="en-US" altLang="en-US"/>
          </a:p>
        </p:txBody>
      </p:sp>
      <p:sp>
        <p:nvSpPr>
          <p:cNvPr id="7" name="Footer Placeholder 4"/>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432596218"/>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2"/>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3"/>
          <p:cNvSpPr>
            <a:spLocks noGrp="1" noChangeArrowheads="1"/>
          </p:cNvSpPr>
          <p:nvPr>
            <p:ph type="sldNum" sz="quarter" idx="11"/>
          </p:nvPr>
        </p:nvSpPr>
        <p:spPr>
          <a:ln/>
        </p:spPr>
        <p:txBody>
          <a:bodyPr/>
          <a:lstStyle>
            <a:lvl1pPr>
              <a:defRPr/>
            </a:lvl1pPr>
          </a:lstStyle>
          <a:p>
            <a:pPr>
              <a:defRPr/>
            </a:pPr>
            <a:fld id="{A047D58D-F2F4-442D-AFA2-7876C6361890}" type="slidenum">
              <a:rPr lang="en-US" altLang="en-US"/>
              <a:pPr>
                <a:defRPr/>
              </a:pPr>
              <a:t>‹#›</a:t>
            </a:fld>
            <a:endParaRPr lang="en-US" altLang="en-US"/>
          </a:p>
        </p:txBody>
      </p:sp>
      <p:sp>
        <p:nvSpPr>
          <p:cNvPr id="6" name="Footer Placeholder 4"/>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459368158"/>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2"/>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3"/>
          <p:cNvSpPr>
            <a:spLocks noGrp="1" noChangeArrowheads="1"/>
          </p:cNvSpPr>
          <p:nvPr>
            <p:ph type="sldNum" sz="quarter" idx="11"/>
          </p:nvPr>
        </p:nvSpPr>
        <p:spPr>
          <a:ln/>
        </p:spPr>
        <p:txBody>
          <a:bodyPr/>
          <a:lstStyle>
            <a:lvl1pPr>
              <a:defRPr/>
            </a:lvl1pPr>
          </a:lstStyle>
          <a:p>
            <a:pPr>
              <a:defRPr/>
            </a:pPr>
            <a:fld id="{6BB6F1D7-6DF9-4D14-BF3C-9537034128D8}" type="slidenum">
              <a:rPr lang="en-US" altLang="en-US"/>
              <a:pPr>
                <a:defRPr/>
              </a:pPr>
              <a:t>‹#›</a:t>
            </a:fld>
            <a:endParaRPr lang="en-US" altLang="en-US"/>
          </a:p>
        </p:txBody>
      </p:sp>
      <p:sp>
        <p:nvSpPr>
          <p:cNvPr id="6" name="Footer Placeholder 4"/>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037396823"/>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1"/>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2"/>
          <p:cNvSpPr>
            <a:spLocks noGrp="1" noChangeArrowheads="1"/>
          </p:cNvSpPr>
          <p:nvPr>
            <p:ph type="sldNum" sz="quarter" idx="11"/>
          </p:nvPr>
        </p:nvSpPr>
        <p:spPr>
          <a:ln/>
        </p:spPr>
        <p:txBody>
          <a:bodyPr/>
          <a:lstStyle>
            <a:lvl1pPr>
              <a:defRPr/>
            </a:lvl1pPr>
          </a:lstStyle>
          <a:p>
            <a:pPr>
              <a:defRPr/>
            </a:pPr>
            <a:fld id="{25AE6384-7356-4155-AEC3-56D3561EF0AB}" type="slidenum">
              <a:rPr lang="en-US" altLang="en-US"/>
              <a:pPr>
                <a:defRPr/>
              </a:pPr>
              <a:t>‹#›</a:t>
            </a:fld>
            <a:endParaRPr lang="en-US" altLang="en-US"/>
          </a:p>
        </p:txBody>
      </p:sp>
      <p:sp>
        <p:nvSpPr>
          <p:cNvPr id="6" name="Footer Placeholder 3"/>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965707346"/>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1"/>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2"/>
          <p:cNvSpPr>
            <a:spLocks noGrp="1" noChangeArrowheads="1"/>
          </p:cNvSpPr>
          <p:nvPr>
            <p:ph type="sldNum" sz="quarter" idx="11"/>
          </p:nvPr>
        </p:nvSpPr>
        <p:spPr>
          <a:ln/>
        </p:spPr>
        <p:txBody>
          <a:bodyPr/>
          <a:lstStyle>
            <a:lvl1pPr>
              <a:defRPr/>
            </a:lvl1pPr>
          </a:lstStyle>
          <a:p>
            <a:pPr>
              <a:defRPr/>
            </a:pPr>
            <a:fld id="{116E700E-CE38-41D6-9EAF-5841CDAA91D4}" type="slidenum">
              <a:rPr lang="en-US" altLang="en-US"/>
              <a:pPr>
                <a:defRPr/>
              </a:pPr>
              <a:t>‹#›</a:t>
            </a:fld>
            <a:endParaRPr lang="en-US" altLang="en-US"/>
          </a:p>
        </p:txBody>
      </p:sp>
      <p:sp>
        <p:nvSpPr>
          <p:cNvPr id="6" name="Footer Placeholder 3"/>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69137898"/>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1"/>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2"/>
          <p:cNvSpPr>
            <a:spLocks noGrp="1" noChangeArrowheads="1"/>
          </p:cNvSpPr>
          <p:nvPr>
            <p:ph type="sldNum" sz="quarter" idx="11"/>
          </p:nvPr>
        </p:nvSpPr>
        <p:spPr>
          <a:ln/>
        </p:spPr>
        <p:txBody>
          <a:bodyPr/>
          <a:lstStyle>
            <a:lvl1pPr>
              <a:defRPr/>
            </a:lvl1pPr>
          </a:lstStyle>
          <a:p>
            <a:pPr>
              <a:defRPr/>
            </a:pPr>
            <a:fld id="{CAAA09A3-E3D5-43DE-B80C-2817E1C91332}" type="slidenum">
              <a:rPr lang="en-US" altLang="en-US"/>
              <a:pPr>
                <a:defRPr/>
              </a:pPr>
              <a:t>‹#›</a:t>
            </a:fld>
            <a:endParaRPr lang="en-US" altLang="en-US"/>
          </a:p>
        </p:txBody>
      </p:sp>
      <p:sp>
        <p:nvSpPr>
          <p:cNvPr id="6" name="Footer Placeholder 3"/>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835285338"/>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1"/>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2"/>
          <p:cNvSpPr>
            <a:spLocks noGrp="1" noChangeArrowheads="1"/>
          </p:cNvSpPr>
          <p:nvPr>
            <p:ph type="sldNum" sz="quarter" idx="11"/>
          </p:nvPr>
        </p:nvSpPr>
        <p:spPr>
          <a:ln/>
        </p:spPr>
        <p:txBody>
          <a:bodyPr/>
          <a:lstStyle>
            <a:lvl1pPr>
              <a:defRPr/>
            </a:lvl1pPr>
          </a:lstStyle>
          <a:p>
            <a:pPr>
              <a:defRPr/>
            </a:pPr>
            <a:fld id="{AD66B65E-C1BF-478B-8CA5-3B4E3D1FE004}" type="slidenum">
              <a:rPr lang="en-US" altLang="en-US"/>
              <a:pPr>
                <a:defRPr/>
              </a:pPr>
              <a:t>‹#›</a:t>
            </a:fld>
            <a:endParaRPr lang="en-US" altLang="en-US"/>
          </a:p>
        </p:txBody>
      </p:sp>
      <p:sp>
        <p:nvSpPr>
          <p:cNvPr id="7" name="Footer Placeholder 3"/>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847959467"/>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1"/>
          <p:cNvSpPr>
            <a:spLocks noGrp="1" noChangeArrowheads="1"/>
          </p:cNvSpPr>
          <p:nvPr>
            <p:ph type="dt" sz="half" idx="10"/>
          </p:nvPr>
        </p:nvSpPr>
        <p:spPr>
          <a:ln/>
        </p:spPr>
        <p:txBody>
          <a:bodyPr/>
          <a:lstStyle>
            <a:lvl1pPr>
              <a:defRPr/>
            </a:lvl1pPr>
          </a:lstStyle>
          <a:p>
            <a:pPr>
              <a:defRPr/>
            </a:pPr>
            <a:endParaRPr lang="en-US" altLang="en-US"/>
          </a:p>
        </p:txBody>
      </p:sp>
      <p:sp>
        <p:nvSpPr>
          <p:cNvPr id="8" name="Slide Number Placeholder 2"/>
          <p:cNvSpPr>
            <a:spLocks noGrp="1" noChangeArrowheads="1"/>
          </p:cNvSpPr>
          <p:nvPr>
            <p:ph type="sldNum" sz="quarter" idx="11"/>
          </p:nvPr>
        </p:nvSpPr>
        <p:spPr>
          <a:ln/>
        </p:spPr>
        <p:txBody>
          <a:bodyPr/>
          <a:lstStyle>
            <a:lvl1pPr>
              <a:defRPr/>
            </a:lvl1pPr>
          </a:lstStyle>
          <a:p>
            <a:pPr>
              <a:defRPr/>
            </a:pPr>
            <a:fld id="{22CEC328-1180-4C75-A08F-D9D2D78508B9}" type="slidenum">
              <a:rPr lang="en-US" altLang="en-US"/>
              <a:pPr>
                <a:defRPr/>
              </a:pPr>
              <a:t>‹#›</a:t>
            </a:fld>
            <a:endParaRPr lang="en-US" altLang="en-US"/>
          </a:p>
        </p:txBody>
      </p:sp>
      <p:sp>
        <p:nvSpPr>
          <p:cNvPr id="9" name="Footer Placeholder 3"/>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62465387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1"/>
          <p:cNvSpPr>
            <a:spLocks noGrp="1" noChangeArrowheads="1"/>
          </p:cNvSpPr>
          <p:nvPr>
            <p:ph type="dt" sz="half" idx="10"/>
          </p:nvPr>
        </p:nvSpPr>
        <p:spPr>
          <a:ln/>
        </p:spPr>
        <p:txBody>
          <a:bodyPr/>
          <a:lstStyle>
            <a:lvl1pPr>
              <a:defRPr/>
            </a:lvl1pPr>
          </a:lstStyle>
          <a:p>
            <a:pPr>
              <a:defRPr/>
            </a:pPr>
            <a:endParaRPr lang="en-US" altLang="en-US"/>
          </a:p>
        </p:txBody>
      </p:sp>
      <p:sp>
        <p:nvSpPr>
          <p:cNvPr id="4" name="Slide Number Placeholder 2"/>
          <p:cNvSpPr>
            <a:spLocks noGrp="1" noChangeArrowheads="1"/>
          </p:cNvSpPr>
          <p:nvPr>
            <p:ph type="sldNum" sz="quarter" idx="11"/>
          </p:nvPr>
        </p:nvSpPr>
        <p:spPr>
          <a:ln/>
        </p:spPr>
        <p:txBody>
          <a:bodyPr/>
          <a:lstStyle>
            <a:lvl1pPr>
              <a:defRPr/>
            </a:lvl1pPr>
          </a:lstStyle>
          <a:p>
            <a:pPr>
              <a:defRPr/>
            </a:pPr>
            <a:fld id="{125299AA-3D69-4909-84AD-EDC544CD6657}" type="slidenum">
              <a:rPr lang="en-US" altLang="en-US"/>
              <a:pPr>
                <a:defRPr/>
              </a:pPr>
              <a:t>‹#›</a:t>
            </a:fld>
            <a:endParaRPr lang="en-US" altLang="en-US"/>
          </a:p>
        </p:txBody>
      </p:sp>
      <p:sp>
        <p:nvSpPr>
          <p:cNvPr id="5" name="Footer Placeholder 3"/>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599478549"/>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noChangeArrowheads="1"/>
          </p:cNvSpPr>
          <p:nvPr>
            <p:ph type="dt" sz="half" idx="10"/>
          </p:nvPr>
        </p:nvSpPr>
        <p:spPr>
          <a:ln/>
        </p:spPr>
        <p:txBody>
          <a:bodyPr/>
          <a:lstStyle>
            <a:lvl1pPr>
              <a:defRPr/>
            </a:lvl1pPr>
          </a:lstStyle>
          <a:p>
            <a:pPr>
              <a:defRPr/>
            </a:pPr>
            <a:endParaRPr lang="en-US" altLang="en-US"/>
          </a:p>
        </p:txBody>
      </p:sp>
      <p:sp>
        <p:nvSpPr>
          <p:cNvPr id="3" name="Slide Number Placeholder 2"/>
          <p:cNvSpPr>
            <a:spLocks noGrp="1" noChangeArrowheads="1"/>
          </p:cNvSpPr>
          <p:nvPr>
            <p:ph type="sldNum" sz="quarter" idx="11"/>
          </p:nvPr>
        </p:nvSpPr>
        <p:spPr>
          <a:ln/>
        </p:spPr>
        <p:txBody>
          <a:bodyPr/>
          <a:lstStyle>
            <a:lvl1pPr>
              <a:defRPr/>
            </a:lvl1pPr>
          </a:lstStyle>
          <a:p>
            <a:pPr>
              <a:defRPr/>
            </a:pPr>
            <a:fld id="{8CFC3AF5-0017-4CEC-AB1B-6A0A12B49859}" type="slidenum">
              <a:rPr lang="en-US" altLang="en-US"/>
              <a:pPr>
                <a:defRPr/>
              </a:pPr>
              <a:t>‹#›</a:t>
            </a:fld>
            <a:endParaRPr lang="en-US" altLang="en-US"/>
          </a:p>
        </p:txBody>
      </p:sp>
      <p:sp>
        <p:nvSpPr>
          <p:cNvPr id="4" name="Footer Placeholder 3"/>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57122301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1"/>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2"/>
          <p:cNvSpPr>
            <a:spLocks noGrp="1" noChangeArrowheads="1"/>
          </p:cNvSpPr>
          <p:nvPr>
            <p:ph type="sldNum" sz="quarter" idx="11"/>
          </p:nvPr>
        </p:nvSpPr>
        <p:spPr>
          <a:ln/>
        </p:spPr>
        <p:txBody>
          <a:bodyPr/>
          <a:lstStyle>
            <a:lvl1pPr>
              <a:defRPr/>
            </a:lvl1pPr>
          </a:lstStyle>
          <a:p>
            <a:pPr>
              <a:defRPr/>
            </a:pPr>
            <a:fld id="{D0A05B03-D322-4884-A55B-3D8A27DA0578}" type="slidenum">
              <a:rPr lang="en-US" altLang="en-US"/>
              <a:pPr>
                <a:defRPr/>
              </a:pPr>
              <a:t>‹#›</a:t>
            </a:fld>
            <a:endParaRPr lang="en-US" altLang="en-US"/>
          </a:p>
        </p:txBody>
      </p:sp>
      <p:sp>
        <p:nvSpPr>
          <p:cNvPr id="7" name="Footer Placeholder 3"/>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733200523"/>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1"/>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2"/>
          <p:cNvSpPr>
            <a:spLocks noGrp="1" noChangeArrowheads="1"/>
          </p:cNvSpPr>
          <p:nvPr>
            <p:ph type="sldNum" sz="quarter" idx="11"/>
          </p:nvPr>
        </p:nvSpPr>
        <p:spPr>
          <a:ln/>
        </p:spPr>
        <p:txBody>
          <a:bodyPr/>
          <a:lstStyle>
            <a:lvl1pPr>
              <a:defRPr/>
            </a:lvl1pPr>
          </a:lstStyle>
          <a:p>
            <a:pPr>
              <a:defRPr/>
            </a:pPr>
            <a:fld id="{1CD50709-4A2F-440C-8A90-05A6A0A60839}" type="slidenum">
              <a:rPr lang="en-US" altLang="en-US"/>
              <a:pPr>
                <a:defRPr/>
              </a:pPr>
              <a:t>‹#›</a:t>
            </a:fld>
            <a:endParaRPr lang="en-US" altLang="en-US"/>
          </a:p>
        </p:txBody>
      </p:sp>
      <p:sp>
        <p:nvSpPr>
          <p:cNvPr id="7" name="Footer Placeholder 3"/>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75471446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1"/>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2"/>
          <p:cNvSpPr>
            <a:spLocks noGrp="1" noChangeArrowheads="1"/>
          </p:cNvSpPr>
          <p:nvPr>
            <p:ph type="sldNum" sz="quarter" idx="11"/>
          </p:nvPr>
        </p:nvSpPr>
        <p:spPr>
          <a:ln/>
        </p:spPr>
        <p:txBody>
          <a:bodyPr/>
          <a:lstStyle>
            <a:lvl1pPr>
              <a:defRPr/>
            </a:lvl1pPr>
          </a:lstStyle>
          <a:p>
            <a:pPr>
              <a:defRPr/>
            </a:pPr>
            <a:fld id="{C4CAC8CF-E168-407F-B7AC-942D61CF5C08}" type="slidenum">
              <a:rPr lang="en-US" altLang="en-US"/>
              <a:pPr>
                <a:defRPr/>
              </a:pPr>
              <a:t>‹#›</a:t>
            </a:fld>
            <a:endParaRPr lang="en-US" altLang="en-US"/>
          </a:p>
        </p:txBody>
      </p:sp>
      <p:sp>
        <p:nvSpPr>
          <p:cNvPr id="6" name="Footer Placeholder 3"/>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960134941"/>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1"/>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2"/>
          <p:cNvSpPr>
            <a:spLocks noGrp="1" noChangeArrowheads="1"/>
          </p:cNvSpPr>
          <p:nvPr>
            <p:ph type="sldNum" sz="quarter" idx="11"/>
          </p:nvPr>
        </p:nvSpPr>
        <p:spPr>
          <a:ln/>
        </p:spPr>
        <p:txBody>
          <a:bodyPr/>
          <a:lstStyle>
            <a:lvl1pPr>
              <a:defRPr/>
            </a:lvl1pPr>
          </a:lstStyle>
          <a:p>
            <a:pPr>
              <a:defRPr/>
            </a:pPr>
            <a:fld id="{C30D44E1-24D9-4C3A-9C70-6C4AA1EAE863}" type="slidenum">
              <a:rPr lang="en-US" altLang="en-US"/>
              <a:pPr>
                <a:defRPr/>
              </a:pPr>
              <a:t>‹#›</a:t>
            </a:fld>
            <a:endParaRPr lang="en-US" altLang="en-US"/>
          </a:p>
        </p:txBody>
      </p:sp>
      <p:sp>
        <p:nvSpPr>
          <p:cNvPr id="6" name="Footer Placeholder 3"/>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415137198"/>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BDFB6D2C-C1CC-46F4-9923-04762D91629E}"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059996579"/>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D8C789B2-8535-4931-A8AB-3AB0187D1BFE}"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940282592"/>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7F825A39-3063-4B2D-80BE-D2BF1B562F4A}"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24396350"/>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5"/>
          <p:cNvSpPr>
            <a:spLocks noGrp="1" noChangeArrowheads="1"/>
          </p:cNvSpPr>
          <p:nvPr>
            <p:ph type="sldNum" sz="quarter" idx="11"/>
          </p:nvPr>
        </p:nvSpPr>
        <p:spPr>
          <a:ln/>
        </p:spPr>
        <p:txBody>
          <a:bodyPr/>
          <a:lstStyle>
            <a:lvl1pPr>
              <a:defRPr/>
            </a:lvl1pPr>
          </a:lstStyle>
          <a:p>
            <a:pPr>
              <a:defRPr/>
            </a:pPr>
            <a:fld id="{1BC1F51F-7361-418E-B19B-B49478CF3CA8}" type="slidenum">
              <a:rPr lang="en-US" altLang="en-US"/>
              <a:pPr>
                <a:defRPr/>
              </a:pPr>
              <a:t>‹#›</a:t>
            </a:fld>
            <a:endParaRPr lang="en-US" altLang="en-US"/>
          </a:p>
        </p:txBody>
      </p:sp>
      <p:sp>
        <p:nvSpPr>
          <p:cNvPr id="7"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697320865"/>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8" name="Slide Number Placeholder 5"/>
          <p:cNvSpPr>
            <a:spLocks noGrp="1" noChangeArrowheads="1"/>
          </p:cNvSpPr>
          <p:nvPr>
            <p:ph type="sldNum" sz="quarter" idx="11"/>
          </p:nvPr>
        </p:nvSpPr>
        <p:spPr>
          <a:ln/>
        </p:spPr>
        <p:txBody>
          <a:bodyPr/>
          <a:lstStyle>
            <a:lvl1pPr>
              <a:defRPr/>
            </a:lvl1pPr>
          </a:lstStyle>
          <a:p>
            <a:pPr>
              <a:defRPr/>
            </a:pPr>
            <a:fld id="{FD1A76C0-3667-46D1-A477-0138073865BA}" type="slidenum">
              <a:rPr lang="en-US" altLang="en-US"/>
              <a:pPr>
                <a:defRPr/>
              </a:pPr>
              <a:t>‹#›</a:t>
            </a:fld>
            <a:endParaRPr lang="en-US" altLang="en-US"/>
          </a:p>
        </p:txBody>
      </p:sp>
      <p:sp>
        <p:nvSpPr>
          <p:cNvPr id="9"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774261730"/>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4" name="Slide Number Placeholder 5"/>
          <p:cNvSpPr>
            <a:spLocks noGrp="1" noChangeArrowheads="1"/>
          </p:cNvSpPr>
          <p:nvPr>
            <p:ph type="sldNum" sz="quarter" idx="11"/>
          </p:nvPr>
        </p:nvSpPr>
        <p:spPr>
          <a:ln/>
        </p:spPr>
        <p:txBody>
          <a:bodyPr/>
          <a:lstStyle>
            <a:lvl1pPr>
              <a:defRPr/>
            </a:lvl1pPr>
          </a:lstStyle>
          <a:p>
            <a:pPr>
              <a:defRPr/>
            </a:pPr>
            <a:fld id="{FFEE81EF-C2A8-4B25-93A2-7E2008415AA4}" type="slidenum">
              <a:rPr lang="en-US" altLang="en-US"/>
              <a:pPr>
                <a:defRPr/>
              </a:pPr>
              <a:t>‹#›</a:t>
            </a:fld>
            <a:endParaRPr lang="en-US" altLang="en-US"/>
          </a:p>
        </p:txBody>
      </p:sp>
      <p:sp>
        <p:nvSpPr>
          <p:cNvPr id="5"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794302949"/>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3" name="Slide Number Placeholder 5"/>
          <p:cNvSpPr>
            <a:spLocks noGrp="1" noChangeArrowheads="1"/>
          </p:cNvSpPr>
          <p:nvPr>
            <p:ph type="sldNum" sz="quarter" idx="11"/>
          </p:nvPr>
        </p:nvSpPr>
        <p:spPr>
          <a:ln/>
        </p:spPr>
        <p:txBody>
          <a:bodyPr/>
          <a:lstStyle>
            <a:lvl1pPr>
              <a:defRPr/>
            </a:lvl1pPr>
          </a:lstStyle>
          <a:p>
            <a:pPr>
              <a:defRPr/>
            </a:pPr>
            <a:fld id="{571CA3A7-5960-484A-B371-95B261D5C327}" type="slidenum">
              <a:rPr lang="en-US" altLang="en-US"/>
              <a:pPr>
                <a:defRPr/>
              </a:pPr>
              <a:t>‹#›</a:t>
            </a:fld>
            <a:endParaRPr lang="en-US" altLang="en-US"/>
          </a:p>
        </p:txBody>
      </p:sp>
      <p:sp>
        <p:nvSpPr>
          <p:cNvPr id="4"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031295489"/>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5"/>
          <p:cNvSpPr>
            <a:spLocks noGrp="1" noChangeArrowheads="1"/>
          </p:cNvSpPr>
          <p:nvPr>
            <p:ph type="sldNum" sz="quarter" idx="11"/>
          </p:nvPr>
        </p:nvSpPr>
        <p:spPr>
          <a:ln/>
        </p:spPr>
        <p:txBody>
          <a:bodyPr/>
          <a:lstStyle>
            <a:lvl1pPr>
              <a:defRPr/>
            </a:lvl1pPr>
          </a:lstStyle>
          <a:p>
            <a:pPr>
              <a:defRPr/>
            </a:pPr>
            <a:fld id="{8DA4DA74-AAE1-40B0-90C3-273D1DD3D05C}" type="slidenum">
              <a:rPr lang="en-US" altLang="en-US"/>
              <a:pPr>
                <a:defRPr/>
              </a:pPr>
              <a:t>‹#›</a:t>
            </a:fld>
            <a:endParaRPr lang="en-US" altLang="en-US"/>
          </a:p>
        </p:txBody>
      </p:sp>
      <p:sp>
        <p:nvSpPr>
          <p:cNvPr id="7"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723158261"/>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5"/>
          <p:cNvSpPr>
            <a:spLocks noGrp="1" noChangeArrowheads="1"/>
          </p:cNvSpPr>
          <p:nvPr>
            <p:ph type="sldNum" sz="quarter" idx="11"/>
          </p:nvPr>
        </p:nvSpPr>
        <p:spPr>
          <a:ln/>
        </p:spPr>
        <p:txBody>
          <a:bodyPr/>
          <a:lstStyle>
            <a:lvl1pPr>
              <a:defRPr/>
            </a:lvl1pPr>
          </a:lstStyle>
          <a:p>
            <a:pPr>
              <a:defRPr/>
            </a:pPr>
            <a:fld id="{A387A65D-E40F-423C-B022-33542D947C29}" type="slidenum">
              <a:rPr lang="en-US" altLang="en-US"/>
              <a:pPr>
                <a:defRPr/>
              </a:pPr>
              <a:t>‹#›</a:t>
            </a:fld>
            <a:endParaRPr lang="en-US" altLang="en-US"/>
          </a:p>
        </p:txBody>
      </p:sp>
      <p:sp>
        <p:nvSpPr>
          <p:cNvPr id="7"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288339580"/>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8CC54853-07A5-4506-A75B-0AAC48203051}"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766035231"/>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FA653E93-7DF4-4373-929A-40EF8EC3478B}"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527181221"/>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24941772-8D82-404B-9371-D9640828CCDB}"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366953130"/>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668B2539-1108-4A0F-B33F-C317DD07B514}"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792890606"/>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0D7ACC9C-3570-4175-BE2C-25B05C0DE6A3}"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578708057"/>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5"/>
          <p:cNvSpPr>
            <a:spLocks noGrp="1" noChangeArrowheads="1"/>
          </p:cNvSpPr>
          <p:nvPr>
            <p:ph type="sldNum" sz="quarter" idx="11"/>
          </p:nvPr>
        </p:nvSpPr>
        <p:spPr>
          <a:ln/>
        </p:spPr>
        <p:txBody>
          <a:bodyPr/>
          <a:lstStyle>
            <a:lvl1pPr>
              <a:defRPr/>
            </a:lvl1pPr>
          </a:lstStyle>
          <a:p>
            <a:pPr>
              <a:defRPr/>
            </a:pPr>
            <a:fld id="{02CADFDD-A964-49A7-96DC-8B1211A35A8A}" type="slidenum">
              <a:rPr lang="en-US" altLang="en-US"/>
              <a:pPr>
                <a:defRPr/>
              </a:pPr>
              <a:t>‹#›</a:t>
            </a:fld>
            <a:endParaRPr lang="en-US" altLang="en-US"/>
          </a:p>
        </p:txBody>
      </p:sp>
      <p:sp>
        <p:nvSpPr>
          <p:cNvPr id="7"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380916296"/>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8" name="Slide Number Placeholder 5"/>
          <p:cNvSpPr>
            <a:spLocks noGrp="1" noChangeArrowheads="1"/>
          </p:cNvSpPr>
          <p:nvPr>
            <p:ph type="sldNum" sz="quarter" idx="11"/>
          </p:nvPr>
        </p:nvSpPr>
        <p:spPr>
          <a:ln/>
        </p:spPr>
        <p:txBody>
          <a:bodyPr/>
          <a:lstStyle>
            <a:lvl1pPr>
              <a:defRPr/>
            </a:lvl1pPr>
          </a:lstStyle>
          <a:p>
            <a:pPr>
              <a:defRPr/>
            </a:pPr>
            <a:fld id="{25067C78-5618-44FD-80BB-F879BF0B22A2}" type="slidenum">
              <a:rPr lang="en-US" altLang="en-US"/>
              <a:pPr>
                <a:defRPr/>
              </a:pPr>
              <a:t>‹#›</a:t>
            </a:fld>
            <a:endParaRPr lang="en-US" altLang="en-US"/>
          </a:p>
        </p:txBody>
      </p:sp>
      <p:sp>
        <p:nvSpPr>
          <p:cNvPr id="9"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753692948"/>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4" name="Slide Number Placeholder 5"/>
          <p:cNvSpPr>
            <a:spLocks noGrp="1" noChangeArrowheads="1"/>
          </p:cNvSpPr>
          <p:nvPr>
            <p:ph type="sldNum" sz="quarter" idx="11"/>
          </p:nvPr>
        </p:nvSpPr>
        <p:spPr>
          <a:ln/>
        </p:spPr>
        <p:txBody>
          <a:bodyPr/>
          <a:lstStyle>
            <a:lvl1pPr>
              <a:defRPr/>
            </a:lvl1pPr>
          </a:lstStyle>
          <a:p>
            <a:pPr>
              <a:defRPr/>
            </a:pPr>
            <a:fld id="{7346613E-509A-4EA9-9808-5B57B9244EC4}" type="slidenum">
              <a:rPr lang="en-US" altLang="en-US"/>
              <a:pPr>
                <a:defRPr/>
              </a:pPr>
              <a:t>‹#›</a:t>
            </a:fld>
            <a:endParaRPr lang="en-US" altLang="en-US"/>
          </a:p>
        </p:txBody>
      </p:sp>
      <p:sp>
        <p:nvSpPr>
          <p:cNvPr id="5"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446731235"/>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3" name="Slide Number Placeholder 5"/>
          <p:cNvSpPr>
            <a:spLocks noGrp="1" noChangeArrowheads="1"/>
          </p:cNvSpPr>
          <p:nvPr>
            <p:ph type="sldNum" sz="quarter" idx="11"/>
          </p:nvPr>
        </p:nvSpPr>
        <p:spPr>
          <a:ln/>
        </p:spPr>
        <p:txBody>
          <a:bodyPr/>
          <a:lstStyle>
            <a:lvl1pPr>
              <a:defRPr/>
            </a:lvl1pPr>
          </a:lstStyle>
          <a:p>
            <a:pPr>
              <a:defRPr/>
            </a:pPr>
            <a:fld id="{00BEC586-0982-4FAC-BA0C-BDD079535880}" type="slidenum">
              <a:rPr lang="en-US" altLang="en-US"/>
              <a:pPr>
                <a:defRPr/>
              </a:pPr>
              <a:t>‹#›</a:t>
            </a:fld>
            <a:endParaRPr lang="en-US" altLang="en-US"/>
          </a:p>
        </p:txBody>
      </p:sp>
      <p:sp>
        <p:nvSpPr>
          <p:cNvPr id="4"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576340017"/>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5"/>
          <p:cNvSpPr>
            <a:spLocks noGrp="1" noChangeArrowheads="1"/>
          </p:cNvSpPr>
          <p:nvPr>
            <p:ph type="sldNum" sz="quarter" idx="11"/>
          </p:nvPr>
        </p:nvSpPr>
        <p:spPr>
          <a:ln/>
        </p:spPr>
        <p:txBody>
          <a:bodyPr/>
          <a:lstStyle>
            <a:lvl1pPr>
              <a:defRPr/>
            </a:lvl1pPr>
          </a:lstStyle>
          <a:p>
            <a:pPr>
              <a:defRPr/>
            </a:pPr>
            <a:fld id="{C64EB8B1-EDE2-4501-B8F6-C5790BC92D54}" type="slidenum">
              <a:rPr lang="en-US" altLang="en-US"/>
              <a:pPr>
                <a:defRPr/>
              </a:pPr>
              <a:t>‹#›</a:t>
            </a:fld>
            <a:endParaRPr lang="en-US" altLang="en-US"/>
          </a:p>
        </p:txBody>
      </p:sp>
      <p:sp>
        <p:nvSpPr>
          <p:cNvPr id="7"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484400645"/>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5"/>
          <p:cNvSpPr>
            <a:spLocks noGrp="1" noChangeArrowheads="1"/>
          </p:cNvSpPr>
          <p:nvPr>
            <p:ph type="sldNum" sz="quarter" idx="11"/>
          </p:nvPr>
        </p:nvSpPr>
        <p:spPr>
          <a:ln/>
        </p:spPr>
        <p:txBody>
          <a:bodyPr/>
          <a:lstStyle>
            <a:lvl1pPr>
              <a:defRPr/>
            </a:lvl1pPr>
          </a:lstStyle>
          <a:p>
            <a:pPr>
              <a:defRPr/>
            </a:pPr>
            <a:fld id="{579DD588-F37B-4821-8157-AABD8886C75C}" type="slidenum">
              <a:rPr lang="en-US" altLang="en-US"/>
              <a:pPr>
                <a:defRPr/>
              </a:pPr>
              <a:t>‹#›</a:t>
            </a:fld>
            <a:endParaRPr lang="en-US" altLang="en-US"/>
          </a:p>
        </p:txBody>
      </p:sp>
      <p:sp>
        <p:nvSpPr>
          <p:cNvPr id="7"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629566717"/>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30FE8753-5ECF-40A9-9042-2CCDFBBAC69E}"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243969060"/>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4"/>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5"/>
          <p:cNvSpPr>
            <a:spLocks noGrp="1" noChangeArrowheads="1"/>
          </p:cNvSpPr>
          <p:nvPr>
            <p:ph type="sldNum" sz="quarter" idx="11"/>
          </p:nvPr>
        </p:nvSpPr>
        <p:spPr>
          <a:ln/>
        </p:spPr>
        <p:txBody>
          <a:bodyPr/>
          <a:lstStyle>
            <a:lvl1pPr>
              <a:defRPr/>
            </a:lvl1pPr>
          </a:lstStyle>
          <a:p>
            <a:pPr>
              <a:defRPr/>
            </a:pPr>
            <a:fld id="{E82B245B-6ECA-4C0C-984C-1604DD00A362}" type="slidenum">
              <a:rPr lang="en-US" altLang="en-US"/>
              <a:pPr>
                <a:defRPr/>
              </a:pPr>
              <a:t>‹#›</a:t>
            </a:fld>
            <a:endParaRPr lang="en-US" altLang="en-US"/>
          </a:p>
        </p:txBody>
      </p:sp>
      <p:sp>
        <p:nvSpPr>
          <p:cNvPr id="6" name="Footer Placeholder 6"/>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904823442"/>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B022D1AD-F44C-43EE-B943-88120ABD0BCC}"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970428268"/>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D614D8B5-A87E-4D86-9683-66D6AD7FD2AF}"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484562176"/>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2D7BA20D-AF83-4D4F-AB18-9228F7A6DC15}"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988600481"/>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375CBC6F-450A-49D5-B54D-A537D2DB30ED}"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743422243"/>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8" name="Slide Number Placeholder 4"/>
          <p:cNvSpPr>
            <a:spLocks noGrp="1" noChangeArrowheads="1"/>
          </p:cNvSpPr>
          <p:nvPr>
            <p:ph type="sldNum" sz="quarter" idx="11"/>
          </p:nvPr>
        </p:nvSpPr>
        <p:spPr>
          <a:ln/>
        </p:spPr>
        <p:txBody>
          <a:bodyPr/>
          <a:lstStyle>
            <a:lvl1pPr>
              <a:defRPr/>
            </a:lvl1pPr>
          </a:lstStyle>
          <a:p>
            <a:pPr>
              <a:defRPr/>
            </a:pPr>
            <a:fld id="{F9AB5460-05DC-4CF7-AE29-94AA49FFD818}" type="slidenum">
              <a:rPr lang="en-US" altLang="en-US"/>
              <a:pPr>
                <a:defRPr/>
              </a:pPr>
              <a:t>‹#›</a:t>
            </a:fld>
            <a:endParaRPr lang="en-US" altLang="en-US"/>
          </a:p>
        </p:txBody>
      </p:sp>
      <p:sp>
        <p:nvSpPr>
          <p:cNvPr id="9"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201373578"/>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4" name="Slide Number Placeholder 4"/>
          <p:cNvSpPr>
            <a:spLocks noGrp="1" noChangeArrowheads="1"/>
          </p:cNvSpPr>
          <p:nvPr>
            <p:ph type="sldNum" sz="quarter" idx="11"/>
          </p:nvPr>
        </p:nvSpPr>
        <p:spPr>
          <a:ln/>
        </p:spPr>
        <p:txBody>
          <a:bodyPr/>
          <a:lstStyle>
            <a:lvl1pPr>
              <a:defRPr/>
            </a:lvl1pPr>
          </a:lstStyle>
          <a:p>
            <a:pPr>
              <a:defRPr/>
            </a:pPr>
            <a:fld id="{1C789927-64D9-4D48-A995-5925A89B22DC}" type="slidenum">
              <a:rPr lang="en-US" altLang="en-US"/>
              <a:pPr>
                <a:defRPr/>
              </a:pPr>
              <a:t>‹#›</a:t>
            </a:fld>
            <a:endParaRPr lang="en-US" altLang="en-US"/>
          </a:p>
        </p:txBody>
      </p:sp>
      <p:sp>
        <p:nvSpPr>
          <p:cNvPr id="5"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913250727"/>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3" name="Slide Number Placeholder 4"/>
          <p:cNvSpPr>
            <a:spLocks noGrp="1" noChangeArrowheads="1"/>
          </p:cNvSpPr>
          <p:nvPr>
            <p:ph type="sldNum" sz="quarter" idx="11"/>
          </p:nvPr>
        </p:nvSpPr>
        <p:spPr>
          <a:ln/>
        </p:spPr>
        <p:txBody>
          <a:bodyPr/>
          <a:lstStyle>
            <a:lvl1pPr>
              <a:defRPr/>
            </a:lvl1pPr>
          </a:lstStyle>
          <a:p>
            <a:pPr>
              <a:defRPr/>
            </a:pPr>
            <a:fld id="{6356D945-19C4-440D-B9FE-EFC867DCDE31}" type="slidenum">
              <a:rPr lang="en-US" altLang="en-US"/>
              <a:pPr>
                <a:defRPr/>
              </a:pPr>
              <a:t>‹#›</a:t>
            </a:fld>
            <a:endParaRPr lang="en-US" altLang="en-US"/>
          </a:p>
        </p:txBody>
      </p:sp>
      <p:sp>
        <p:nvSpPr>
          <p:cNvPr id="4"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567386130"/>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23437BB6-C493-4796-914C-507EC820CBAF}"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4030128786"/>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84BF7E57-4067-4A24-BA5F-86A4248300BD}"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265475277"/>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1BE3FB7C-9066-4C22-9222-534A8F5FDF68}"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302247095"/>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501E643A-5D32-43E3-B0A9-673CFA901A09}"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17374832"/>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A17E3908-127A-4778-9F5A-C4D252F0E934}"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345521188"/>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3F9E37A8-5627-4635-BC67-597A743F8FFE}"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463174604"/>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8"/>
            <a:ext cx="78867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1513C53B-0596-4671-A687-5F60BA8DEEDC}"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724076185"/>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85CFD44F-DE07-4A54-A051-4F80167C0079}"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614544275"/>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30238" y="365125"/>
            <a:ext cx="7886700" cy="1325563"/>
          </a:xfrm>
        </p:spPr>
        <p:txBody>
          <a:bodyPr/>
          <a:lstStyle/>
          <a:p>
            <a:r>
              <a:rPr lang="en-US"/>
              <a:t>Click to edit Master title style</a:t>
            </a:r>
          </a:p>
        </p:txBody>
      </p:sp>
      <p:sp>
        <p:nvSpPr>
          <p:cNvPr id="3" name="Text Placeholder 2"/>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30238" y="2505075"/>
            <a:ext cx="386873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7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8" name="Slide Number Placeholder 4"/>
          <p:cNvSpPr>
            <a:spLocks noGrp="1" noChangeArrowheads="1"/>
          </p:cNvSpPr>
          <p:nvPr>
            <p:ph type="sldNum" sz="quarter" idx="11"/>
          </p:nvPr>
        </p:nvSpPr>
        <p:spPr>
          <a:ln/>
        </p:spPr>
        <p:txBody>
          <a:bodyPr/>
          <a:lstStyle>
            <a:lvl1pPr>
              <a:defRPr/>
            </a:lvl1pPr>
          </a:lstStyle>
          <a:p>
            <a:pPr>
              <a:defRPr/>
            </a:pPr>
            <a:fld id="{75202EA6-07FF-4A4F-94BE-6257B9399811}" type="slidenum">
              <a:rPr lang="en-US" altLang="en-US"/>
              <a:pPr>
                <a:defRPr/>
              </a:pPr>
              <a:t>‹#›</a:t>
            </a:fld>
            <a:endParaRPr lang="en-US" altLang="en-US"/>
          </a:p>
        </p:txBody>
      </p:sp>
      <p:sp>
        <p:nvSpPr>
          <p:cNvPr id="9"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775626414"/>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4" name="Slide Number Placeholder 4"/>
          <p:cNvSpPr>
            <a:spLocks noGrp="1" noChangeArrowheads="1"/>
          </p:cNvSpPr>
          <p:nvPr>
            <p:ph type="sldNum" sz="quarter" idx="11"/>
          </p:nvPr>
        </p:nvSpPr>
        <p:spPr>
          <a:ln/>
        </p:spPr>
        <p:txBody>
          <a:bodyPr/>
          <a:lstStyle>
            <a:lvl1pPr>
              <a:defRPr/>
            </a:lvl1pPr>
          </a:lstStyle>
          <a:p>
            <a:pPr>
              <a:defRPr/>
            </a:pPr>
            <a:fld id="{03B4505E-1620-49C6-94D9-A0A60FDE39E7}" type="slidenum">
              <a:rPr lang="en-US" altLang="en-US"/>
              <a:pPr>
                <a:defRPr/>
              </a:pPr>
              <a:t>‹#›</a:t>
            </a:fld>
            <a:endParaRPr lang="en-US" altLang="en-US"/>
          </a:p>
        </p:txBody>
      </p:sp>
      <p:sp>
        <p:nvSpPr>
          <p:cNvPr id="5"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484159024"/>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3" name="Slide Number Placeholder 4"/>
          <p:cNvSpPr>
            <a:spLocks noGrp="1" noChangeArrowheads="1"/>
          </p:cNvSpPr>
          <p:nvPr>
            <p:ph type="sldNum" sz="quarter" idx="11"/>
          </p:nvPr>
        </p:nvSpPr>
        <p:spPr>
          <a:ln/>
        </p:spPr>
        <p:txBody>
          <a:bodyPr/>
          <a:lstStyle>
            <a:lvl1pPr>
              <a:defRPr/>
            </a:lvl1pPr>
          </a:lstStyle>
          <a:p>
            <a:pPr>
              <a:defRPr/>
            </a:pPr>
            <a:fld id="{40B840CE-ECC8-40F2-9DD1-E840F2F0415E}" type="slidenum">
              <a:rPr lang="en-US" altLang="en-US"/>
              <a:pPr>
                <a:defRPr/>
              </a:pPr>
              <a:t>‹#›</a:t>
            </a:fld>
            <a:endParaRPr lang="en-US" altLang="en-US"/>
          </a:p>
        </p:txBody>
      </p:sp>
      <p:sp>
        <p:nvSpPr>
          <p:cNvPr id="4"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1050288655"/>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104A06F8-E996-41DB-8E0E-5F6719CA0053}"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707787123"/>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0238" y="457200"/>
            <a:ext cx="2949575"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6" name="Slide Number Placeholder 4"/>
          <p:cNvSpPr>
            <a:spLocks noGrp="1" noChangeArrowheads="1"/>
          </p:cNvSpPr>
          <p:nvPr>
            <p:ph type="sldNum" sz="quarter" idx="11"/>
          </p:nvPr>
        </p:nvSpPr>
        <p:spPr>
          <a:ln/>
        </p:spPr>
        <p:txBody>
          <a:bodyPr/>
          <a:lstStyle>
            <a:lvl1pPr>
              <a:defRPr/>
            </a:lvl1pPr>
          </a:lstStyle>
          <a:p>
            <a:pPr>
              <a:defRPr/>
            </a:pPr>
            <a:fld id="{74080C96-D592-4B59-9F9C-6FD98B7CB074}" type="slidenum">
              <a:rPr lang="en-US" altLang="en-US"/>
              <a:pPr>
                <a:defRPr/>
              </a:pPr>
              <a:t>‹#›</a:t>
            </a:fld>
            <a:endParaRPr lang="en-US" altLang="en-US"/>
          </a:p>
        </p:txBody>
      </p:sp>
      <p:sp>
        <p:nvSpPr>
          <p:cNvPr id="7"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01033399"/>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CDE40936-8C14-4638-B2ED-EE5C6EADA7AC}"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3897418844"/>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noChangeArrowheads="1"/>
          </p:cNvSpPr>
          <p:nvPr>
            <p:ph type="dt" sz="half" idx="10"/>
          </p:nvPr>
        </p:nvSpPr>
        <p:spPr>
          <a:ln/>
        </p:spPr>
        <p:txBody>
          <a:bodyPr/>
          <a:lstStyle>
            <a:lvl1pPr>
              <a:defRPr/>
            </a:lvl1pPr>
          </a:lstStyle>
          <a:p>
            <a:pPr>
              <a:defRPr/>
            </a:pPr>
            <a:endParaRPr lang="en-US" altLang="en-US"/>
          </a:p>
        </p:txBody>
      </p:sp>
      <p:sp>
        <p:nvSpPr>
          <p:cNvPr id="5" name="Slide Number Placeholder 4"/>
          <p:cNvSpPr>
            <a:spLocks noGrp="1" noChangeArrowheads="1"/>
          </p:cNvSpPr>
          <p:nvPr>
            <p:ph type="sldNum" sz="quarter" idx="11"/>
          </p:nvPr>
        </p:nvSpPr>
        <p:spPr>
          <a:ln/>
        </p:spPr>
        <p:txBody>
          <a:bodyPr/>
          <a:lstStyle>
            <a:lvl1pPr>
              <a:defRPr/>
            </a:lvl1pPr>
          </a:lstStyle>
          <a:p>
            <a:pPr>
              <a:defRPr/>
            </a:pPr>
            <a:fld id="{E8913691-8238-43D4-A449-5430EF4AA440}" type="slidenum">
              <a:rPr lang="en-US" altLang="en-US"/>
              <a:pPr>
                <a:defRPr/>
              </a:pPr>
              <a:t>‹#›</a:t>
            </a:fld>
            <a:endParaRPr lang="en-US" altLang="en-US"/>
          </a:p>
        </p:txBody>
      </p:sp>
      <p:sp>
        <p:nvSpPr>
          <p:cNvPr id="6" name="Footer Placeholder 5"/>
          <p:cNvSpPr>
            <a:spLocks noGrp="1" noChangeArrowheads="1"/>
          </p:cNvSpPr>
          <p:nvPr>
            <p:ph type="ftr" sz="quarter" idx="12"/>
          </p:nvPr>
        </p:nvSpPr>
        <p:spPr>
          <a:ln/>
        </p:spPr>
        <p:txBody>
          <a:bodyPr/>
          <a:lstStyle>
            <a:lvl1pPr>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extLst>
      <p:ext uri="{BB962C8B-B14F-4D97-AF65-F5344CB8AC3E}">
        <p14:creationId xmlns:p14="http://schemas.microsoft.com/office/powerpoint/2010/main" val="21110818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theme" Target="../theme/theme4.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2.xml"/><Relationship Id="rId3" Type="http://schemas.openxmlformats.org/officeDocument/2006/relationships/slideLayout" Target="../slideLayouts/slideLayout47.xml"/><Relationship Id="rId7" Type="http://schemas.openxmlformats.org/officeDocument/2006/relationships/slideLayout" Target="../slideLayouts/slideLayout51.xml"/><Relationship Id="rId12" Type="http://schemas.openxmlformats.org/officeDocument/2006/relationships/theme" Target="../theme/theme5.xml"/><Relationship Id="rId2" Type="http://schemas.openxmlformats.org/officeDocument/2006/relationships/slideLayout" Target="../slideLayouts/slideLayout46.xml"/><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0" Type="http://schemas.openxmlformats.org/officeDocument/2006/relationships/slideLayout" Target="../slideLayouts/slideLayout54.xml"/><Relationship Id="rId4" Type="http://schemas.openxmlformats.org/officeDocument/2006/relationships/slideLayout" Target="../slideLayouts/slideLayout48.xml"/><Relationship Id="rId9" Type="http://schemas.openxmlformats.org/officeDocument/2006/relationships/slideLayout" Target="../slideLayouts/slideLayout53.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63.xml"/><Relationship Id="rId3" Type="http://schemas.openxmlformats.org/officeDocument/2006/relationships/slideLayout" Target="../slideLayouts/slideLayout58.xml"/><Relationship Id="rId7" Type="http://schemas.openxmlformats.org/officeDocument/2006/relationships/slideLayout" Target="../slideLayouts/slideLayout62.xml"/><Relationship Id="rId12" Type="http://schemas.openxmlformats.org/officeDocument/2006/relationships/theme" Target="../theme/theme6.xml"/><Relationship Id="rId2" Type="http://schemas.openxmlformats.org/officeDocument/2006/relationships/slideLayout" Target="../slideLayouts/slideLayout57.xml"/><Relationship Id="rId1" Type="http://schemas.openxmlformats.org/officeDocument/2006/relationships/slideLayout" Target="../slideLayouts/slideLayout56.xml"/><Relationship Id="rId6" Type="http://schemas.openxmlformats.org/officeDocument/2006/relationships/slideLayout" Target="../slideLayouts/slideLayout61.xml"/><Relationship Id="rId11" Type="http://schemas.openxmlformats.org/officeDocument/2006/relationships/slideLayout" Target="../slideLayouts/slideLayout66.xml"/><Relationship Id="rId5" Type="http://schemas.openxmlformats.org/officeDocument/2006/relationships/slideLayout" Target="../slideLayouts/slideLayout60.xml"/><Relationship Id="rId10" Type="http://schemas.openxmlformats.org/officeDocument/2006/relationships/slideLayout" Target="../slideLayouts/slideLayout65.xml"/><Relationship Id="rId4" Type="http://schemas.openxmlformats.org/officeDocument/2006/relationships/slideLayout" Target="../slideLayouts/slideLayout59.xml"/><Relationship Id="rId9" Type="http://schemas.openxmlformats.org/officeDocument/2006/relationships/slideLayout" Target="../slideLayouts/slideLayout64.xml"/></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74.xml"/><Relationship Id="rId3" Type="http://schemas.openxmlformats.org/officeDocument/2006/relationships/slideLayout" Target="../slideLayouts/slideLayout69.xml"/><Relationship Id="rId7" Type="http://schemas.openxmlformats.org/officeDocument/2006/relationships/slideLayout" Target="../slideLayouts/slideLayout73.xml"/><Relationship Id="rId12" Type="http://schemas.openxmlformats.org/officeDocument/2006/relationships/theme" Target="../theme/theme7.xml"/><Relationship Id="rId2" Type="http://schemas.openxmlformats.org/officeDocument/2006/relationships/slideLayout" Target="../slideLayouts/slideLayout68.xml"/><Relationship Id="rId1" Type="http://schemas.openxmlformats.org/officeDocument/2006/relationships/slideLayout" Target="../slideLayouts/slideLayout67.xml"/><Relationship Id="rId6" Type="http://schemas.openxmlformats.org/officeDocument/2006/relationships/slideLayout" Target="../slideLayouts/slideLayout72.xml"/><Relationship Id="rId11" Type="http://schemas.openxmlformats.org/officeDocument/2006/relationships/slideLayout" Target="../slideLayouts/slideLayout77.xml"/><Relationship Id="rId5" Type="http://schemas.openxmlformats.org/officeDocument/2006/relationships/slideLayout" Target="../slideLayouts/slideLayout71.xml"/><Relationship Id="rId10" Type="http://schemas.openxmlformats.org/officeDocument/2006/relationships/slideLayout" Target="../slideLayouts/slideLayout76.xml"/><Relationship Id="rId4" Type="http://schemas.openxmlformats.org/officeDocument/2006/relationships/slideLayout" Target="../slideLayouts/slideLayout70.xml"/><Relationship Id="rId9" Type="http://schemas.openxmlformats.org/officeDocument/2006/relationships/slideLayout" Target="../slideLayouts/slideLayout75.xml"/></Relationships>
</file>

<file path=ppt/slideMasters/_rels/slideMaster8.xml.rels><?xml version="1.0" encoding="UTF-8" standalone="yes"?>
<Relationships xmlns="http://schemas.openxmlformats.org/package/2006/relationships"><Relationship Id="rId8" Type="http://schemas.openxmlformats.org/officeDocument/2006/relationships/slideLayout" Target="../slideLayouts/slideLayout85.xml"/><Relationship Id="rId3" Type="http://schemas.openxmlformats.org/officeDocument/2006/relationships/slideLayout" Target="../slideLayouts/slideLayout80.xml"/><Relationship Id="rId7" Type="http://schemas.openxmlformats.org/officeDocument/2006/relationships/slideLayout" Target="../slideLayouts/slideLayout84.xml"/><Relationship Id="rId12" Type="http://schemas.openxmlformats.org/officeDocument/2006/relationships/theme" Target="../theme/theme8.xml"/><Relationship Id="rId2" Type="http://schemas.openxmlformats.org/officeDocument/2006/relationships/slideLayout" Target="../slideLayouts/slideLayout79.xml"/><Relationship Id="rId1" Type="http://schemas.openxmlformats.org/officeDocument/2006/relationships/slideLayout" Target="../slideLayouts/slideLayout78.xml"/><Relationship Id="rId6" Type="http://schemas.openxmlformats.org/officeDocument/2006/relationships/slideLayout" Target="../slideLayouts/slideLayout83.xml"/><Relationship Id="rId11" Type="http://schemas.openxmlformats.org/officeDocument/2006/relationships/slideLayout" Target="../slideLayouts/slideLayout88.xml"/><Relationship Id="rId5" Type="http://schemas.openxmlformats.org/officeDocument/2006/relationships/slideLayout" Target="../slideLayouts/slideLayout82.xml"/><Relationship Id="rId10" Type="http://schemas.openxmlformats.org/officeDocument/2006/relationships/slideLayout" Target="../slideLayouts/slideLayout87.xml"/><Relationship Id="rId4" Type="http://schemas.openxmlformats.org/officeDocument/2006/relationships/slideLayout" Target="../slideLayouts/slideLayout81.xml"/><Relationship Id="rId9" Type="http://schemas.openxmlformats.org/officeDocument/2006/relationships/slideLayout" Target="../slideLayouts/slideLayout86.xml"/></Relationships>
</file>

<file path=ppt/slideMasters/_rels/slideMaster9.xml.rels><?xml version="1.0" encoding="UTF-8" standalone="yes"?>
<Relationships xmlns="http://schemas.openxmlformats.org/package/2006/relationships"><Relationship Id="rId8" Type="http://schemas.openxmlformats.org/officeDocument/2006/relationships/slideLayout" Target="../slideLayouts/slideLayout96.xml"/><Relationship Id="rId3" Type="http://schemas.openxmlformats.org/officeDocument/2006/relationships/slideLayout" Target="../slideLayouts/slideLayout91.xml"/><Relationship Id="rId7" Type="http://schemas.openxmlformats.org/officeDocument/2006/relationships/slideLayout" Target="../slideLayouts/slideLayout95.xml"/><Relationship Id="rId12" Type="http://schemas.openxmlformats.org/officeDocument/2006/relationships/theme" Target="../theme/theme9.xml"/><Relationship Id="rId2" Type="http://schemas.openxmlformats.org/officeDocument/2006/relationships/slideLayout" Target="../slideLayouts/slideLayout90.xml"/><Relationship Id="rId1" Type="http://schemas.openxmlformats.org/officeDocument/2006/relationships/slideLayout" Target="../slideLayouts/slideLayout89.xml"/><Relationship Id="rId6" Type="http://schemas.openxmlformats.org/officeDocument/2006/relationships/slideLayout" Target="../slideLayouts/slideLayout94.xml"/><Relationship Id="rId11" Type="http://schemas.openxmlformats.org/officeDocument/2006/relationships/slideLayout" Target="../slideLayouts/slideLayout99.xml"/><Relationship Id="rId5" Type="http://schemas.openxmlformats.org/officeDocument/2006/relationships/slideLayout" Target="../slideLayouts/slideLayout93.xml"/><Relationship Id="rId10" Type="http://schemas.openxmlformats.org/officeDocument/2006/relationships/slideLayout" Target="../slideLayouts/slideLayout98.xml"/><Relationship Id="rId4" Type="http://schemas.openxmlformats.org/officeDocument/2006/relationships/slideLayout" Target="../slideLayouts/slideLayout92.xml"/><Relationship Id="rId9" Type="http://schemas.openxmlformats.org/officeDocument/2006/relationships/slideLayout" Target="../slideLayouts/slideLayout97.xml"/></Relationships>
</file>

<file path=ppt/slideMasters/_rels/slideMaster10.xml.rels><?xml version="1.0" encoding="UTF-8" standalone="yes"?>
<Relationships xmlns="http://schemas.openxmlformats.org/package/2006/relationships"><Relationship Id="rId8" Type="http://schemas.openxmlformats.org/officeDocument/2006/relationships/slideLayout" Target="../slideLayouts/slideLayout107.xml"/><Relationship Id="rId3" Type="http://schemas.openxmlformats.org/officeDocument/2006/relationships/slideLayout" Target="../slideLayouts/slideLayout102.xml"/><Relationship Id="rId7" Type="http://schemas.openxmlformats.org/officeDocument/2006/relationships/slideLayout" Target="../slideLayouts/slideLayout106.xml"/><Relationship Id="rId12" Type="http://schemas.openxmlformats.org/officeDocument/2006/relationships/theme" Target="../theme/theme10.xml"/><Relationship Id="rId2" Type="http://schemas.openxmlformats.org/officeDocument/2006/relationships/slideLayout" Target="../slideLayouts/slideLayout101.xml"/><Relationship Id="rId1" Type="http://schemas.openxmlformats.org/officeDocument/2006/relationships/slideLayout" Target="../slideLayouts/slideLayout100.xml"/><Relationship Id="rId6" Type="http://schemas.openxmlformats.org/officeDocument/2006/relationships/slideLayout" Target="../slideLayouts/slideLayout105.xml"/><Relationship Id="rId11" Type="http://schemas.openxmlformats.org/officeDocument/2006/relationships/slideLayout" Target="../slideLayouts/slideLayout110.xml"/><Relationship Id="rId5" Type="http://schemas.openxmlformats.org/officeDocument/2006/relationships/slideLayout" Target="../slideLayouts/slideLayout104.xml"/><Relationship Id="rId10" Type="http://schemas.openxmlformats.org/officeDocument/2006/relationships/slideLayout" Target="../slideLayouts/slideLayout109.xml"/><Relationship Id="rId4" Type="http://schemas.openxmlformats.org/officeDocument/2006/relationships/slideLayout" Target="../slideLayouts/slideLayout103.xml"/><Relationship Id="rId9" Type="http://schemas.openxmlformats.org/officeDocument/2006/relationships/slideLayout" Target="../slideLayouts/slideLayout108.xml"/></Relationships>
</file>

<file path=ppt/slideMasters/_rels/slideMaster11.xml.rels><?xml version="1.0" encoding="UTF-8" standalone="yes"?>
<Relationships xmlns="http://schemas.openxmlformats.org/package/2006/relationships"><Relationship Id="rId8" Type="http://schemas.openxmlformats.org/officeDocument/2006/relationships/slideLayout" Target="../slideLayouts/slideLayout118.xml"/><Relationship Id="rId3" Type="http://schemas.openxmlformats.org/officeDocument/2006/relationships/slideLayout" Target="../slideLayouts/slideLayout113.xml"/><Relationship Id="rId7" Type="http://schemas.openxmlformats.org/officeDocument/2006/relationships/slideLayout" Target="../slideLayouts/slideLayout117.xml"/><Relationship Id="rId12" Type="http://schemas.openxmlformats.org/officeDocument/2006/relationships/theme" Target="../theme/theme11.xml"/><Relationship Id="rId2" Type="http://schemas.openxmlformats.org/officeDocument/2006/relationships/slideLayout" Target="../slideLayouts/slideLayout112.xml"/><Relationship Id="rId1" Type="http://schemas.openxmlformats.org/officeDocument/2006/relationships/slideLayout" Target="../slideLayouts/slideLayout111.xml"/><Relationship Id="rId6" Type="http://schemas.openxmlformats.org/officeDocument/2006/relationships/slideLayout" Target="../slideLayouts/slideLayout116.xml"/><Relationship Id="rId11" Type="http://schemas.openxmlformats.org/officeDocument/2006/relationships/slideLayout" Target="../slideLayouts/slideLayout121.xml"/><Relationship Id="rId5" Type="http://schemas.openxmlformats.org/officeDocument/2006/relationships/slideLayout" Target="../slideLayouts/slideLayout115.xml"/><Relationship Id="rId10" Type="http://schemas.openxmlformats.org/officeDocument/2006/relationships/slideLayout" Target="../slideLayouts/slideLayout120.xml"/><Relationship Id="rId4" Type="http://schemas.openxmlformats.org/officeDocument/2006/relationships/slideLayout" Target="../slideLayouts/slideLayout114.xml"/><Relationship Id="rId9" Type="http://schemas.openxmlformats.org/officeDocument/2006/relationships/slideLayout" Target="../slideLayouts/slideLayout119.xml"/></Relationships>
</file>

<file path=ppt/slideMasters/_rels/slideMaster12.xml.rels><?xml version="1.0" encoding="UTF-8" standalone="yes"?>
<Relationships xmlns="http://schemas.openxmlformats.org/package/2006/relationships"><Relationship Id="rId8" Type="http://schemas.openxmlformats.org/officeDocument/2006/relationships/slideLayout" Target="../slideLayouts/slideLayout129.xml"/><Relationship Id="rId3" Type="http://schemas.openxmlformats.org/officeDocument/2006/relationships/slideLayout" Target="../slideLayouts/slideLayout124.xml"/><Relationship Id="rId7" Type="http://schemas.openxmlformats.org/officeDocument/2006/relationships/slideLayout" Target="../slideLayouts/slideLayout128.xml"/><Relationship Id="rId12" Type="http://schemas.openxmlformats.org/officeDocument/2006/relationships/theme" Target="../theme/theme12.xml"/><Relationship Id="rId2" Type="http://schemas.openxmlformats.org/officeDocument/2006/relationships/slideLayout" Target="../slideLayouts/slideLayout123.xml"/><Relationship Id="rId1" Type="http://schemas.openxmlformats.org/officeDocument/2006/relationships/slideLayout" Target="../slideLayouts/slideLayout122.xml"/><Relationship Id="rId6" Type="http://schemas.openxmlformats.org/officeDocument/2006/relationships/slideLayout" Target="../slideLayouts/slideLayout127.xml"/><Relationship Id="rId11" Type="http://schemas.openxmlformats.org/officeDocument/2006/relationships/slideLayout" Target="../slideLayouts/slideLayout132.xml"/><Relationship Id="rId5" Type="http://schemas.openxmlformats.org/officeDocument/2006/relationships/slideLayout" Target="../slideLayouts/slideLayout126.xml"/><Relationship Id="rId10" Type="http://schemas.openxmlformats.org/officeDocument/2006/relationships/slideLayout" Target="../slideLayouts/slideLayout131.xml"/><Relationship Id="rId4" Type="http://schemas.openxmlformats.org/officeDocument/2006/relationships/slideLayout" Target="../slideLayouts/slideLayout125.xml"/><Relationship Id="rId9" Type="http://schemas.openxmlformats.org/officeDocument/2006/relationships/slideLayout" Target="../slideLayouts/slideLayout1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1027"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1029" name="Rectangle 6"/>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BA1EDF82-E643-468E-A63F-24FB4B01481D}" type="slidenum">
              <a:rPr lang="en-US" altLang="en-US"/>
              <a:pPr>
                <a:defRPr/>
              </a:pPr>
              <a:t>‹#›</a:t>
            </a:fld>
            <a:endParaRPr lang="en-US" altLang="en-US"/>
          </a:p>
        </p:txBody>
      </p:sp>
      <p:sp>
        <p:nvSpPr>
          <p:cNvPr id="1030" name="Rectangle 7"/>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b="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067" r:id="rId1"/>
    <p:sldLayoutId id="2147484068" r:id="rId2"/>
    <p:sldLayoutId id="2147484069" r:id="rId3"/>
    <p:sldLayoutId id="2147484070" r:id="rId4"/>
    <p:sldLayoutId id="2147484071" r:id="rId5"/>
    <p:sldLayoutId id="2147484072" r:id="rId6"/>
    <p:sldLayoutId id="2147484073" r:id="rId7"/>
    <p:sldLayoutId id="2147484074" r:id="rId8"/>
    <p:sldLayoutId id="2147484075" r:id="rId9"/>
    <p:sldLayoutId id="2147484076" r:id="rId10"/>
    <p:sldLayoutId id="2147484077"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2051"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2052" name="Date Placeholder 3"/>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2053" name="Slide Number Placeholder 4"/>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01CF4C48-5A59-4222-8EF1-E39FEDFDF640}" type="slidenum">
              <a:rPr lang="en-US" altLang="en-US"/>
              <a:pPr>
                <a:defRPr/>
              </a:pPr>
              <a:t>‹#›</a:t>
            </a:fld>
            <a:endParaRPr lang="en-US" altLang="en-US"/>
          </a:p>
        </p:txBody>
      </p:sp>
      <p:sp>
        <p:nvSpPr>
          <p:cNvPr id="2054" name="Footer Placeholder 5"/>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078" r:id="rId1"/>
    <p:sldLayoutId id="2147484079" r:id="rId2"/>
    <p:sldLayoutId id="2147484080" r:id="rId3"/>
    <p:sldLayoutId id="2147484081" r:id="rId4"/>
    <p:sldLayoutId id="2147484082" r:id="rId5"/>
    <p:sldLayoutId id="2147484083" r:id="rId6"/>
    <p:sldLayoutId id="2147484084" r:id="rId7"/>
    <p:sldLayoutId id="2147484085" r:id="rId8"/>
    <p:sldLayoutId id="2147484086" r:id="rId9"/>
    <p:sldLayoutId id="2147484087" r:id="rId10"/>
    <p:sldLayoutId id="2147484088"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3075"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3076" name="Date Placeholder 3"/>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3077" name="Slide Number Placeholder 4"/>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57C30F5C-EEEE-4875-8747-91BC06EDA252}" type="slidenum">
              <a:rPr lang="en-US" altLang="en-US"/>
              <a:pPr>
                <a:defRPr/>
              </a:pPr>
              <a:t>‹#›</a:t>
            </a:fld>
            <a:endParaRPr lang="en-US" altLang="en-US"/>
          </a:p>
        </p:txBody>
      </p:sp>
      <p:sp>
        <p:nvSpPr>
          <p:cNvPr id="3078" name="Footer Placeholder 5"/>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089" r:id="rId1"/>
    <p:sldLayoutId id="2147484090" r:id="rId2"/>
    <p:sldLayoutId id="2147484091" r:id="rId3"/>
    <p:sldLayoutId id="2147484092" r:id="rId4"/>
    <p:sldLayoutId id="2147484093" r:id="rId5"/>
    <p:sldLayoutId id="2147484094" r:id="rId6"/>
    <p:sldLayoutId id="2147484095" r:id="rId7"/>
    <p:sldLayoutId id="2147484096" r:id="rId8"/>
    <p:sldLayoutId id="2147484097" r:id="rId9"/>
    <p:sldLayoutId id="2147484098" r:id="rId10"/>
    <p:sldLayoutId id="2147484099"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4099"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100" name="Date Placeholder 3"/>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4101" name="Slide Number Placeholder 4"/>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03158BFB-CF9E-415D-BE1F-20AAFE51ACFE}" type="slidenum">
              <a:rPr lang="en-US" altLang="en-US"/>
              <a:pPr>
                <a:defRPr/>
              </a:pPr>
              <a:t>‹#›</a:t>
            </a:fld>
            <a:endParaRPr lang="en-US" altLang="en-US"/>
          </a:p>
        </p:txBody>
      </p:sp>
      <p:sp>
        <p:nvSpPr>
          <p:cNvPr id="4102" name="Footer Placeholder 5"/>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100" r:id="rId1"/>
    <p:sldLayoutId id="2147484101" r:id="rId2"/>
    <p:sldLayoutId id="2147484102" r:id="rId3"/>
    <p:sldLayoutId id="2147484103" r:id="rId4"/>
    <p:sldLayoutId id="2147484104" r:id="rId5"/>
    <p:sldLayoutId id="2147484105" r:id="rId6"/>
    <p:sldLayoutId id="2147484106" r:id="rId7"/>
    <p:sldLayoutId id="2147484107" r:id="rId8"/>
    <p:sldLayoutId id="2147484108" r:id="rId9"/>
    <p:sldLayoutId id="2147484109" r:id="rId10"/>
    <p:sldLayoutId id="2147484110"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5123"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5124" name="Date Placeholder 4"/>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5125" name="Slide Number Placeholder 5"/>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BFC029CD-02C7-4AA6-B32D-4488CA413E85}" type="slidenum">
              <a:rPr lang="en-US" altLang="en-US"/>
              <a:pPr>
                <a:defRPr/>
              </a:pPr>
              <a:t>‹#›</a:t>
            </a:fld>
            <a:endParaRPr lang="en-US" altLang="en-US"/>
          </a:p>
        </p:txBody>
      </p:sp>
      <p:sp>
        <p:nvSpPr>
          <p:cNvPr id="5126" name="Footer Placeholder 6"/>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111" r:id="rId1"/>
    <p:sldLayoutId id="2147484112" r:id="rId2"/>
    <p:sldLayoutId id="2147484113" r:id="rId3"/>
    <p:sldLayoutId id="2147484114" r:id="rId4"/>
    <p:sldLayoutId id="2147484115" r:id="rId5"/>
    <p:sldLayoutId id="2147484116" r:id="rId6"/>
    <p:sldLayoutId id="2147484117" r:id="rId7"/>
    <p:sldLayoutId id="2147484118" r:id="rId8"/>
    <p:sldLayoutId id="2147484119" r:id="rId9"/>
    <p:sldLayoutId id="2147484120" r:id="rId10"/>
    <p:sldLayoutId id="2147484121"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6147"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6148" name="Date Placeholder 6"/>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6149" name="Slide Number Placeholder 7"/>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883EBEBC-EFFB-4463-84CC-23C547C30AE8}" type="slidenum">
              <a:rPr lang="en-US" altLang="en-US"/>
              <a:pPr>
                <a:defRPr/>
              </a:pPr>
              <a:t>‹#›</a:t>
            </a:fld>
            <a:endParaRPr lang="en-US" altLang="en-US"/>
          </a:p>
        </p:txBody>
      </p:sp>
      <p:sp>
        <p:nvSpPr>
          <p:cNvPr id="6150" name="Footer Placeholder 8"/>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122" r:id="rId1"/>
    <p:sldLayoutId id="2147484123" r:id="rId2"/>
    <p:sldLayoutId id="2147484124" r:id="rId3"/>
    <p:sldLayoutId id="2147484125" r:id="rId4"/>
    <p:sldLayoutId id="2147484126" r:id="rId5"/>
    <p:sldLayoutId id="2147484127" r:id="rId6"/>
    <p:sldLayoutId id="2147484128" r:id="rId7"/>
    <p:sldLayoutId id="2147484129" r:id="rId8"/>
    <p:sldLayoutId id="2147484130" r:id="rId9"/>
    <p:sldLayoutId id="2147484131" r:id="rId10"/>
    <p:sldLayoutId id="2147484132"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7171"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7172" name="Date Placeholder 2"/>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7173" name="Slide Number Placeholder 3"/>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21623472-6604-46A2-87E9-1C433E4C05C4}" type="slidenum">
              <a:rPr lang="en-US" altLang="en-US"/>
              <a:pPr>
                <a:defRPr/>
              </a:pPr>
              <a:t>‹#›</a:t>
            </a:fld>
            <a:endParaRPr lang="en-US" altLang="en-US"/>
          </a:p>
        </p:txBody>
      </p:sp>
      <p:sp>
        <p:nvSpPr>
          <p:cNvPr id="7174" name="Footer Placeholder 4"/>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133" r:id="rId1"/>
    <p:sldLayoutId id="2147484134" r:id="rId2"/>
    <p:sldLayoutId id="2147484135" r:id="rId3"/>
    <p:sldLayoutId id="2147484136" r:id="rId4"/>
    <p:sldLayoutId id="2147484137" r:id="rId5"/>
    <p:sldLayoutId id="2147484138" r:id="rId6"/>
    <p:sldLayoutId id="2147484139" r:id="rId7"/>
    <p:sldLayoutId id="2147484140" r:id="rId8"/>
    <p:sldLayoutId id="2147484141" r:id="rId9"/>
    <p:sldLayoutId id="2147484142" r:id="rId10"/>
    <p:sldLayoutId id="2147484143"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8195"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8196" name="Date Placeholder 1"/>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8197" name="Slide Number Placeholder 2"/>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2ABF8081-4AED-4AB7-B706-3D2845F801CA}" type="slidenum">
              <a:rPr lang="en-US" altLang="en-US"/>
              <a:pPr>
                <a:defRPr/>
              </a:pPr>
              <a:t>‹#›</a:t>
            </a:fld>
            <a:endParaRPr lang="en-US" altLang="en-US"/>
          </a:p>
        </p:txBody>
      </p:sp>
      <p:sp>
        <p:nvSpPr>
          <p:cNvPr id="8198" name="Footer Placeholder 3"/>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144" r:id="rId1"/>
    <p:sldLayoutId id="2147484145" r:id="rId2"/>
    <p:sldLayoutId id="2147484146" r:id="rId3"/>
    <p:sldLayoutId id="2147484147" r:id="rId4"/>
    <p:sldLayoutId id="2147484148" r:id="rId5"/>
    <p:sldLayoutId id="2147484149" r:id="rId6"/>
    <p:sldLayoutId id="2147484150" r:id="rId7"/>
    <p:sldLayoutId id="2147484151" r:id="rId8"/>
    <p:sldLayoutId id="2147484152" r:id="rId9"/>
    <p:sldLayoutId id="2147484153" r:id="rId10"/>
    <p:sldLayoutId id="2147484154"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9219"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9220" name="Date Placeholder 4"/>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9221" name="Slide Number Placeholder 5"/>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619D895B-E38E-43EA-8B0D-8FF383CF324E}" type="slidenum">
              <a:rPr lang="en-US" altLang="en-US"/>
              <a:pPr>
                <a:defRPr/>
              </a:pPr>
              <a:t>‹#›</a:t>
            </a:fld>
            <a:endParaRPr lang="en-US" altLang="en-US"/>
          </a:p>
        </p:txBody>
      </p:sp>
      <p:sp>
        <p:nvSpPr>
          <p:cNvPr id="9222" name="Footer Placeholder 6"/>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155" r:id="rId1"/>
    <p:sldLayoutId id="2147484156" r:id="rId2"/>
    <p:sldLayoutId id="2147484157" r:id="rId3"/>
    <p:sldLayoutId id="2147484158" r:id="rId4"/>
    <p:sldLayoutId id="2147484159" r:id="rId5"/>
    <p:sldLayoutId id="2147484160" r:id="rId6"/>
    <p:sldLayoutId id="2147484161" r:id="rId7"/>
    <p:sldLayoutId id="2147484162" r:id="rId8"/>
    <p:sldLayoutId id="2147484163" r:id="rId9"/>
    <p:sldLayoutId id="2147484164" r:id="rId10"/>
    <p:sldLayoutId id="2147484165"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10243"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44" name="Date Placeholder 4"/>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10245" name="Slide Number Placeholder 5"/>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089499C4-01F8-4E0F-9A25-906300722027}" type="slidenum">
              <a:rPr lang="en-US" altLang="en-US"/>
              <a:pPr>
                <a:defRPr/>
              </a:pPr>
              <a:t>‹#›</a:t>
            </a:fld>
            <a:endParaRPr lang="en-US" altLang="en-US"/>
          </a:p>
        </p:txBody>
      </p:sp>
      <p:sp>
        <p:nvSpPr>
          <p:cNvPr id="10246" name="Footer Placeholder 6"/>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166" r:id="rId1"/>
    <p:sldLayoutId id="2147484167" r:id="rId2"/>
    <p:sldLayoutId id="2147484168" r:id="rId3"/>
    <p:sldLayoutId id="2147484169" r:id="rId4"/>
    <p:sldLayoutId id="2147484170" r:id="rId5"/>
    <p:sldLayoutId id="2147484171" r:id="rId6"/>
    <p:sldLayoutId id="2147484172" r:id="rId7"/>
    <p:sldLayoutId id="2147484173" r:id="rId8"/>
    <p:sldLayoutId id="2147484174" r:id="rId9"/>
    <p:sldLayoutId id="2147484175" r:id="rId10"/>
    <p:sldLayoutId id="2147484176"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11267"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1268" name="Date Placeholder 3"/>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11269" name="Slide Number Placeholder 4"/>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8CFCF6E3-9898-4460-8DE8-58A5E694AB08}" type="slidenum">
              <a:rPr lang="en-US" altLang="en-US"/>
              <a:pPr>
                <a:defRPr/>
              </a:pPr>
              <a:t>‹#›</a:t>
            </a:fld>
            <a:endParaRPr lang="en-US" altLang="en-US"/>
          </a:p>
        </p:txBody>
      </p:sp>
      <p:sp>
        <p:nvSpPr>
          <p:cNvPr id="11270" name="Footer Placeholder 5"/>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177" r:id="rId1"/>
    <p:sldLayoutId id="2147484178" r:id="rId2"/>
    <p:sldLayoutId id="2147484179" r:id="rId3"/>
    <p:sldLayoutId id="2147484180" r:id="rId4"/>
    <p:sldLayoutId id="2147484181" r:id="rId5"/>
    <p:sldLayoutId id="2147484182" r:id="rId6"/>
    <p:sldLayoutId id="2147484183" r:id="rId7"/>
    <p:sldLayoutId id="2147484184" r:id="rId8"/>
    <p:sldLayoutId id="2147484185" r:id="rId9"/>
    <p:sldLayoutId id="2147484186" r:id="rId10"/>
    <p:sldLayoutId id="2147484187"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bwMode="auto">
          <a:xfrm>
            <a:off x="685800" y="60960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12291" name="Rectangle 3"/>
          <p:cNvSpPr>
            <a:spLocks noGrp="1" noChangeArrowheads="1"/>
          </p:cNvSpPr>
          <p:nvPr>
            <p:ph type="body" idx="1"/>
          </p:nvPr>
        </p:nvSpPr>
        <p:spPr bwMode="auto">
          <a:xfrm>
            <a:off x="685800" y="1981200"/>
            <a:ext cx="7772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2292" name="Date Placeholder 3"/>
          <p:cNvSpPr>
            <a:spLocks noGrp="1" noChangeArrowheads="1"/>
          </p:cNvSpPr>
          <p:nvPr>
            <p:ph type="dt" sz="half" idx="2"/>
          </p:nvPr>
        </p:nvSpPr>
        <p:spPr bwMode="auto">
          <a:xfrm>
            <a:off x="6858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buFont typeface="Arial" panose="020B0604020202020204" pitchFamily="34" charset="0"/>
              <a:buNone/>
              <a:defRPr sz="1400" b="0">
                <a:latin typeface="+mn-lt"/>
              </a:defRPr>
            </a:lvl1pPr>
          </a:lstStyle>
          <a:p>
            <a:pPr>
              <a:defRPr/>
            </a:pPr>
            <a:endParaRPr lang="en-US" altLang="en-US"/>
          </a:p>
        </p:txBody>
      </p:sp>
      <p:sp>
        <p:nvSpPr>
          <p:cNvPr id="12293" name="Slide Number Placeholder 4"/>
          <p:cNvSpPr>
            <a:spLocks noGrp="1" noChangeArrowheads="1"/>
          </p:cNvSpPr>
          <p:nvPr>
            <p:ph type="sldNum" sz="quarter" idx="4"/>
          </p:nvPr>
        </p:nvSpPr>
        <p:spPr bwMode="auto">
          <a:xfrm>
            <a:off x="6553200" y="6248400"/>
            <a:ext cx="19050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r">
              <a:buFont typeface="Arial" panose="020B0604020202020204" pitchFamily="34" charset="0"/>
              <a:buNone/>
              <a:defRPr sz="1400" b="0">
                <a:latin typeface="Times New Roman" panose="02020603050405020304" pitchFamily="18" charset="0"/>
              </a:defRPr>
            </a:lvl1pPr>
          </a:lstStyle>
          <a:p>
            <a:pPr>
              <a:defRPr/>
            </a:pPr>
            <a:fld id="{F804A79C-3B67-4512-A4B8-EAA275E02982}" type="slidenum">
              <a:rPr lang="en-US" altLang="en-US"/>
              <a:pPr>
                <a:defRPr/>
              </a:pPr>
              <a:t>‹#›</a:t>
            </a:fld>
            <a:endParaRPr lang="en-US" altLang="en-US"/>
          </a:p>
        </p:txBody>
      </p:sp>
      <p:sp>
        <p:nvSpPr>
          <p:cNvPr id="12294" name="Footer Placeholder 5"/>
          <p:cNvSpPr>
            <a:spLocks noGrp="1" noChangeArrowheads="1"/>
          </p:cNvSpPr>
          <p:nvPr>
            <p:ph type="ftr" sz="quarter" idx="3"/>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92075" tIns="46038" rIns="92075" bIns="46038" numCol="1" anchor="ctr" anchorCtr="0" compatLnSpc="1">
            <a:prstTxWarp prst="textNoShape">
              <a:avLst/>
            </a:prstTxWarp>
          </a:bodyPr>
          <a:lstStyle>
            <a:lvl1pPr algn="ctr">
              <a:buFont typeface="Arial" panose="020B0604020202020204" pitchFamily="34" charset="0"/>
              <a:buNone/>
              <a:defRPr sz="800">
                <a:latin typeface="+mn-lt"/>
              </a:defRPr>
            </a:lvl1pPr>
          </a:lstStyle>
          <a:p>
            <a:pPr>
              <a:defRPr/>
            </a:pPr>
            <a:endParaRPr lang="en-US" altLang="en-US"/>
          </a:p>
          <a:p>
            <a:pPr>
              <a:defRPr/>
            </a:pPr>
            <a:endParaRPr lang="en-US" altLang="en-US"/>
          </a:p>
          <a:p>
            <a:pPr>
              <a:defRPr/>
            </a:pPr>
            <a:endParaRPr lang="en-US" altLang="en-US"/>
          </a:p>
          <a:p>
            <a:pPr>
              <a:defRPr/>
            </a:pPr>
            <a:r>
              <a:rPr lang="en-US" altLang="en-US"/>
              <a:t>© A+ Computer Science  -  www.apluscompsci.com</a:t>
            </a:r>
          </a:p>
        </p:txBody>
      </p:sp>
    </p:spTree>
  </p:cSld>
  <p:clrMap bg1="lt1" tx1="dk1" bg2="lt2" tx2="dk2" accent1="accent1" accent2="accent2" accent3="accent3" accent4="accent4" accent5="accent5" accent6="accent6" hlink="hlink" folHlink="folHlink"/>
  <p:sldLayoutIdLst>
    <p:sldLayoutId id="2147484188" r:id="rId1"/>
    <p:sldLayoutId id="2147484189" r:id="rId2"/>
    <p:sldLayoutId id="2147484190" r:id="rId3"/>
    <p:sldLayoutId id="2147484191" r:id="rId4"/>
    <p:sldLayoutId id="2147484192" r:id="rId5"/>
    <p:sldLayoutId id="2147484193" r:id="rId6"/>
    <p:sldLayoutId id="2147484194" r:id="rId7"/>
    <p:sldLayoutId id="2147484195" r:id="rId8"/>
    <p:sldLayoutId id="2147484196" r:id="rId9"/>
    <p:sldLayoutId id="2147484197" r:id="rId10"/>
    <p:sldLayoutId id="2147484198" r:id="rId11"/>
  </p:sldLayoutIdLst>
  <p:txStyles>
    <p:titleStyle>
      <a:lvl1pPr algn="ctr" rtl="0" eaLnBrk="0" fontAlgn="base" hangingPunct="0">
        <a:spcBef>
          <a:spcPct val="0"/>
        </a:spcBef>
        <a:spcAft>
          <a:spcPct val="0"/>
        </a:spcAft>
        <a:defRPr sz="4400" kern="12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anose="02020603050405020304" pitchFamily="18" charset="0"/>
        </a:defRPr>
      </a:lvl2pPr>
      <a:lvl3pPr algn="ctr" rtl="0" eaLnBrk="0" fontAlgn="base" hangingPunct="0">
        <a:spcBef>
          <a:spcPct val="0"/>
        </a:spcBef>
        <a:spcAft>
          <a:spcPct val="0"/>
        </a:spcAft>
        <a:defRPr sz="4400">
          <a:solidFill>
            <a:schemeClr val="tx2"/>
          </a:solidFill>
          <a:latin typeface="Times New Roman" panose="02020603050405020304" pitchFamily="18" charset="0"/>
        </a:defRPr>
      </a:lvl3pPr>
      <a:lvl4pPr algn="ctr" rtl="0" eaLnBrk="0" fontAlgn="base" hangingPunct="0">
        <a:spcBef>
          <a:spcPct val="0"/>
        </a:spcBef>
        <a:spcAft>
          <a:spcPct val="0"/>
        </a:spcAft>
        <a:defRPr sz="4400">
          <a:solidFill>
            <a:schemeClr val="tx2"/>
          </a:solidFill>
          <a:latin typeface="Times New Roman" panose="02020603050405020304" pitchFamily="18" charset="0"/>
        </a:defRPr>
      </a:lvl4pPr>
      <a:lvl5pPr algn="ctr" rtl="0" eaLnBrk="0" fontAlgn="base" hangingPunct="0">
        <a:spcBef>
          <a:spcPct val="0"/>
        </a:spcBef>
        <a:spcAft>
          <a:spcPct val="0"/>
        </a:spcAft>
        <a:defRPr sz="4400">
          <a:solidFill>
            <a:schemeClr val="tx2"/>
          </a:solidFill>
          <a:latin typeface="Times New Roman" panose="02020603050405020304" pitchFamily="18" charset="0"/>
        </a:defRPr>
      </a:lvl5pPr>
      <a:lvl6pPr marL="457200" algn="ctr" rtl="0" eaLnBrk="0" fontAlgn="base" hangingPunct="0">
        <a:spcBef>
          <a:spcPct val="0"/>
        </a:spcBef>
        <a:spcAft>
          <a:spcPct val="0"/>
        </a:spcAft>
        <a:defRPr sz="4400">
          <a:solidFill>
            <a:schemeClr val="tx2"/>
          </a:solidFill>
          <a:latin typeface="Times New Roman" panose="02020603050405020304" pitchFamily="18" charset="0"/>
        </a:defRPr>
      </a:lvl6pPr>
      <a:lvl7pPr marL="914400" algn="ctr" rtl="0" eaLnBrk="0" fontAlgn="base" hangingPunct="0">
        <a:spcBef>
          <a:spcPct val="0"/>
        </a:spcBef>
        <a:spcAft>
          <a:spcPct val="0"/>
        </a:spcAft>
        <a:defRPr sz="4400">
          <a:solidFill>
            <a:schemeClr val="tx2"/>
          </a:solidFill>
          <a:latin typeface="Times New Roman" panose="02020603050405020304" pitchFamily="18" charset="0"/>
        </a:defRPr>
      </a:lvl7pPr>
      <a:lvl8pPr marL="1371600" algn="ctr" rtl="0" eaLnBrk="0" fontAlgn="base" hangingPunct="0">
        <a:spcBef>
          <a:spcPct val="0"/>
        </a:spcBef>
        <a:spcAft>
          <a:spcPct val="0"/>
        </a:spcAft>
        <a:defRPr sz="4400">
          <a:solidFill>
            <a:schemeClr val="tx2"/>
          </a:solidFill>
          <a:latin typeface="Times New Roman" panose="02020603050405020304" pitchFamily="18" charset="0"/>
        </a:defRPr>
      </a:lvl8pPr>
      <a:lvl9pPr marL="1828800" algn="ctr" rtl="0" eaLnBrk="0" fontAlgn="base" hangingPunct="0">
        <a:spcBef>
          <a:spcPct val="0"/>
        </a:spcBef>
        <a:spcAft>
          <a:spcPct val="0"/>
        </a:spcAft>
        <a:defRPr sz="4400">
          <a:solidFill>
            <a:schemeClr val="tx2"/>
          </a:solidFill>
          <a:latin typeface="Times New Roman" panose="02020603050405020304" pitchFamily="18" charset="0"/>
        </a:defRPr>
      </a:lvl9pPr>
    </p:titleStyle>
    <p:body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8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8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8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8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8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8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8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8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8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92163" name="WordArt 2"/>
          <p:cNvSpPr>
            <a:spLocks noChangeArrowheads="1" noChangeShapeType="1" noTextEdit="1"/>
          </p:cNvSpPr>
          <p:nvPr/>
        </p:nvSpPr>
        <p:spPr bwMode="auto">
          <a:xfrm>
            <a:off x="1219200" y="2286000"/>
            <a:ext cx="6248400" cy="18288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What is static?</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bwMode="auto">
      <p:bgPr>
        <a:gradFill rotWithShape="0">
          <a:gsLst>
            <a:gs pos="0">
              <a:srgbClr val="8AF3C7"/>
            </a:gs>
            <a:gs pos="50000">
              <a:srgbClr val="B9F5DB"/>
            </a:gs>
            <a:gs pos="100000">
              <a:srgbClr val="DDFAED"/>
            </a:gs>
          </a:gsLst>
          <a:lin ang="5400000"/>
        </a:gradFill>
        <a:effectLst/>
      </p:bgPr>
    </p:bg>
    <p:spTree>
      <p:nvGrpSpPr>
        <p:cNvPr id="1" name=""/>
        <p:cNvGrpSpPr/>
        <p:nvPr/>
      </p:nvGrpSpPr>
      <p:grpSpPr>
        <a:xfrm>
          <a:off x="0" y="0"/>
          <a:ext cx="0" cy="0"/>
          <a:chOff x="0" y="0"/>
          <a:chExt cx="0" cy="0"/>
        </a:xfrm>
      </p:grpSpPr>
      <p:sp>
        <p:nvSpPr>
          <p:cNvPr id="93186"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93187" name="Text Box 2"/>
          <p:cNvSpPr txBox="1">
            <a:spLocks noChangeArrowheads="1"/>
          </p:cNvSpPr>
          <p:nvPr/>
        </p:nvSpPr>
        <p:spPr bwMode="auto">
          <a:xfrm>
            <a:off x="533506" y="1416392"/>
            <a:ext cx="7815293" cy="48320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dirty="0">
                <a:latin typeface="Arial" panose="020B0604020202020204" pitchFamily="34" charset="0"/>
              </a:rPr>
              <a:t>Static is a reserved word use to designate</a:t>
            </a:r>
          </a:p>
          <a:p>
            <a:pPr>
              <a:spcBef>
                <a:spcPct val="0"/>
              </a:spcBef>
              <a:buFontTx/>
              <a:buNone/>
            </a:pPr>
            <a:r>
              <a:rPr lang="en-US" altLang="en-US" sz="2800" dirty="0">
                <a:latin typeface="Arial" panose="020B0604020202020204" pitchFamily="34" charset="0"/>
              </a:rPr>
              <a:t>something that exists as part of a class, </a:t>
            </a:r>
          </a:p>
          <a:p>
            <a:pPr>
              <a:spcBef>
                <a:spcPct val="0"/>
              </a:spcBef>
              <a:buFontTx/>
              <a:buNone/>
            </a:pPr>
            <a:r>
              <a:rPr lang="en-US" altLang="en-US" sz="2800" dirty="0">
                <a:latin typeface="Arial" panose="020B0604020202020204" pitchFamily="34" charset="0"/>
              </a:rPr>
              <a:t>but not part of a specific object.</a:t>
            </a:r>
          </a:p>
          <a:p>
            <a:pPr>
              <a:spcBef>
                <a:spcPct val="0"/>
              </a:spcBef>
              <a:buFontTx/>
              <a:buNone/>
            </a:pPr>
            <a:endParaRPr lang="en-US" altLang="en-US" sz="2800" dirty="0">
              <a:latin typeface="Arial" panose="020B0604020202020204" pitchFamily="34" charset="0"/>
            </a:endParaRPr>
          </a:p>
          <a:p>
            <a:pPr>
              <a:spcBef>
                <a:spcPct val="0"/>
              </a:spcBef>
              <a:buFontTx/>
              <a:buNone/>
            </a:pPr>
            <a:r>
              <a:rPr lang="en-US" altLang="en-US" sz="2800" dirty="0">
                <a:latin typeface="Arial" panose="020B0604020202020204" pitchFamily="34" charset="0"/>
              </a:rPr>
              <a:t>Static means one!   </a:t>
            </a:r>
          </a:p>
          <a:p>
            <a:pPr>
              <a:spcBef>
                <a:spcPct val="0"/>
              </a:spcBef>
              <a:buFontTx/>
              <a:buNone/>
            </a:pPr>
            <a:endParaRPr lang="en-US" altLang="en-US" sz="2800" dirty="0">
              <a:latin typeface="Arial" panose="020B0604020202020204" pitchFamily="34" charset="0"/>
            </a:endParaRPr>
          </a:p>
          <a:p>
            <a:pPr>
              <a:spcBef>
                <a:spcPct val="0"/>
              </a:spcBef>
              <a:buFontTx/>
              <a:buNone/>
            </a:pPr>
            <a:r>
              <a:rPr lang="en-US" altLang="en-US" sz="2800" dirty="0">
                <a:latin typeface="Arial" panose="020B0604020202020204" pitchFamily="34" charset="0"/>
              </a:rPr>
              <a:t>All Objects will share the same </a:t>
            </a:r>
            <a:br>
              <a:rPr lang="en-US" altLang="en-US" sz="2800" dirty="0">
                <a:latin typeface="Arial" panose="020B0604020202020204" pitchFamily="34" charset="0"/>
              </a:rPr>
            </a:br>
            <a:r>
              <a:rPr lang="en-US" altLang="en-US" sz="2800" dirty="0">
                <a:latin typeface="Arial" panose="020B0604020202020204" pitchFamily="34" charset="0"/>
              </a:rPr>
              <a:t>static variables and methods.</a:t>
            </a:r>
          </a:p>
          <a:p>
            <a:pPr>
              <a:spcBef>
                <a:spcPct val="0"/>
              </a:spcBef>
              <a:buFontTx/>
              <a:buNone/>
            </a:pPr>
            <a:endParaRPr lang="en-US" altLang="en-US" sz="2800" dirty="0">
              <a:latin typeface="Arial" panose="020B0604020202020204" pitchFamily="34" charset="0"/>
            </a:endParaRPr>
          </a:p>
          <a:p>
            <a:pPr>
              <a:spcBef>
                <a:spcPct val="0"/>
              </a:spcBef>
              <a:buFontTx/>
              <a:buNone/>
            </a:pPr>
            <a:r>
              <a:rPr lang="en-US" altLang="en-US" sz="2800" dirty="0">
                <a:solidFill>
                  <a:srgbClr val="FF0000"/>
                </a:solidFill>
                <a:latin typeface="Arial" panose="020B0604020202020204" pitchFamily="34" charset="0"/>
              </a:rPr>
              <a:t>Run “</a:t>
            </a:r>
            <a:r>
              <a:rPr lang="en-US" altLang="en-US" sz="2800" dirty="0" err="1">
                <a:solidFill>
                  <a:srgbClr val="FF0000"/>
                </a:solidFill>
                <a:latin typeface="Arial" panose="020B0604020202020204" pitchFamily="34" charset="0"/>
              </a:rPr>
              <a:t>StaticDraw</a:t>
            </a:r>
            <a:r>
              <a:rPr lang="en-US" altLang="en-US" sz="2800" dirty="0">
                <a:solidFill>
                  <a:srgbClr val="FF0000"/>
                </a:solidFill>
                <a:latin typeface="Arial" panose="020B0604020202020204" pitchFamily="34" charset="0"/>
              </a:rPr>
              <a:t>” and see</a:t>
            </a:r>
          </a:p>
          <a:p>
            <a:pPr>
              <a:spcBef>
                <a:spcPct val="0"/>
              </a:spcBef>
              <a:buFontTx/>
              <a:buNone/>
            </a:pPr>
            <a:r>
              <a:rPr lang="en-US" altLang="en-US" sz="2800" dirty="0">
                <a:solidFill>
                  <a:srgbClr val="FF0000"/>
                </a:solidFill>
                <a:latin typeface="Arial" panose="020B0604020202020204" pitchFamily="34" charset="0"/>
              </a:rPr>
              <a:t>the difference static makes!!!</a:t>
            </a:r>
            <a:endParaRPr lang="en-US" altLang="en-US" sz="2800" dirty="0">
              <a:latin typeface="Arial" panose="020B0604020202020204" pitchFamily="34" charset="0"/>
            </a:endParaRPr>
          </a:p>
        </p:txBody>
      </p:sp>
      <p:sp>
        <p:nvSpPr>
          <p:cNvPr id="93188" name="WordArt 3"/>
          <p:cNvSpPr>
            <a:spLocks noChangeArrowheads="1" noChangeShapeType="1" noTextEdit="1"/>
          </p:cNvSpPr>
          <p:nvPr/>
        </p:nvSpPr>
        <p:spPr bwMode="auto">
          <a:xfrm>
            <a:off x="2286000" y="228684"/>
            <a:ext cx="3962400" cy="8382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static</a:t>
            </a:r>
          </a:p>
        </p:txBody>
      </p:sp>
      <p:sp>
        <p:nvSpPr>
          <p:cNvPr id="2" name="WordArt 4">
            <a:extLst>
              <a:ext uri="{FF2B5EF4-FFF2-40B4-BE49-F238E27FC236}">
                <a16:creationId xmlns:a16="http://schemas.microsoft.com/office/drawing/2014/main" id="{F01C085C-C168-A37E-CB1F-555CD1232F7B}"/>
              </a:ext>
            </a:extLst>
          </p:cNvPr>
          <p:cNvSpPr>
            <a:spLocks noChangeArrowheads="1" noChangeShapeType="1" noTextEdit="1"/>
          </p:cNvSpPr>
          <p:nvPr/>
        </p:nvSpPr>
        <p:spPr bwMode="auto">
          <a:xfrm>
            <a:off x="7010294" y="3733792"/>
            <a:ext cx="1600200" cy="2305050"/>
          </a:xfrm>
          <a:prstGeom prst="rect">
            <a:avLst/>
          </a:prstGeom>
        </p:spPr>
        <p:txBody>
          <a:bodyPr wrap="none" fromWordArt="1">
            <a:prstTxWarp prst="textPlain">
              <a:avLst>
                <a:gd name="adj" fmla="val 50000"/>
              </a:avLst>
            </a:prstTxWarp>
          </a:bodyPr>
          <a:lstStyle/>
          <a:p>
            <a:pPr algn="ctr"/>
            <a:r>
              <a:rPr lang="en-US" sz="3600" kern="10" dirty="0">
                <a:ln w="12700">
                  <a:solidFill>
                    <a:srgbClr val="EAEAEA"/>
                  </a:solidFill>
                  <a:round/>
                  <a:headEnd/>
                  <a:tailEnd/>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8998"/>
                    </a:srgbClr>
                  </a:outerShdw>
                </a:effectLst>
                <a:latin typeface="Arial Black" panose="020B0A04020102020204" pitchFamily="34" charset="0"/>
              </a:rPr>
              <a:t>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bwMode="auto">
      <p:bgPr>
        <a:gradFill rotWithShape="0">
          <a:gsLst>
            <a:gs pos="0">
              <a:srgbClr val="8AF3C7"/>
            </a:gs>
            <a:gs pos="50000">
              <a:srgbClr val="B9F5DB"/>
            </a:gs>
            <a:gs pos="100000">
              <a:srgbClr val="DDFAED"/>
            </a:gs>
          </a:gsLst>
          <a:lin ang="5400000"/>
        </a:gradFill>
        <a:effectLst/>
      </p:bgPr>
    </p:bg>
    <p:spTree>
      <p:nvGrpSpPr>
        <p:cNvPr id="1" name=""/>
        <p:cNvGrpSpPr/>
        <p:nvPr/>
      </p:nvGrpSpPr>
      <p:grpSpPr>
        <a:xfrm>
          <a:off x="0" y="0"/>
          <a:ext cx="0" cy="0"/>
          <a:chOff x="0" y="0"/>
          <a:chExt cx="0" cy="0"/>
        </a:xfrm>
      </p:grpSpPr>
      <p:sp>
        <p:nvSpPr>
          <p:cNvPr id="93186"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93187" name="Text Box 2"/>
          <p:cNvSpPr txBox="1">
            <a:spLocks noChangeArrowheads="1"/>
          </p:cNvSpPr>
          <p:nvPr/>
        </p:nvSpPr>
        <p:spPr bwMode="auto">
          <a:xfrm>
            <a:off x="762100" y="2286030"/>
            <a:ext cx="8063591" cy="2308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3600" dirty="0">
                <a:latin typeface="Arial" panose="020B0604020202020204" pitchFamily="34" charset="0"/>
              </a:rPr>
              <a:t>Static variables and methods exist even if no object of that class has been instantiated.</a:t>
            </a:r>
          </a:p>
          <a:p>
            <a:pPr>
              <a:spcBef>
                <a:spcPct val="0"/>
              </a:spcBef>
              <a:buFontTx/>
              <a:buNone/>
            </a:pPr>
            <a:endParaRPr lang="en-US" altLang="en-US" sz="3600" dirty="0">
              <a:latin typeface="Arial" panose="020B0604020202020204" pitchFamily="34" charset="0"/>
            </a:endParaRPr>
          </a:p>
        </p:txBody>
      </p:sp>
      <p:sp>
        <p:nvSpPr>
          <p:cNvPr id="93188" name="WordArt 3"/>
          <p:cNvSpPr>
            <a:spLocks noChangeArrowheads="1" noChangeShapeType="1" noTextEdit="1"/>
          </p:cNvSpPr>
          <p:nvPr/>
        </p:nvSpPr>
        <p:spPr bwMode="auto">
          <a:xfrm>
            <a:off x="2286000" y="457200"/>
            <a:ext cx="3962400" cy="8382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static</a:t>
            </a:r>
          </a:p>
        </p:txBody>
      </p:sp>
    </p:spTree>
    <p:extLst>
      <p:ext uri="{BB962C8B-B14F-4D97-AF65-F5344CB8AC3E}">
        <p14:creationId xmlns:p14="http://schemas.microsoft.com/office/powerpoint/2010/main" val="6410596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95235" name="Rectangle 2"/>
          <p:cNvSpPr>
            <a:spLocks noChangeArrowheads="1"/>
          </p:cNvSpPr>
          <p:nvPr/>
        </p:nvSpPr>
        <p:spPr bwMode="auto">
          <a:xfrm>
            <a:off x="304800" y="344488"/>
            <a:ext cx="6827838" cy="6002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latin typeface="Arial" panose="020B0604020202020204" pitchFamily="34" charset="0"/>
              </a:rPr>
              <a:t>class Monster</a:t>
            </a:r>
          </a:p>
          <a:p>
            <a:pPr>
              <a:spcBef>
                <a:spcPct val="0"/>
              </a:spcBef>
              <a:buFontTx/>
              <a:buNone/>
            </a:pPr>
            <a:r>
              <a:rPr lang="en-US" altLang="en-US" sz="2400" dirty="0">
                <a:latin typeface="Arial" panose="020B0604020202020204" pitchFamily="34" charset="0"/>
              </a:rPr>
              <a:t>{</a:t>
            </a:r>
          </a:p>
          <a:p>
            <a:pPr>
              <a:spcBef>
                <a:spcPct val="0"/>
              </a:spcBef>
              <a:buFontTx/>
              <a:buNone/>
            </a:pPr>
            <a:r>
              <a:rPr lang="en-US" altLang="en-US" sz="2400" dirty="0">
                <a:latin typeface="Arial" panose="020B0604020202020204" pitchFamily="34" charset="0"/>
              </a:rPr>
              <a:t>   private String </a:t>
            </a:r>
            <a:r>
              <a:rPr lang="en-US" altLang="en-US" sz="2400" dirty="0" err="1">
                <a:latin typeface="Arial" panose="020B0604020202020204" pitchFamily="34" charset="0"/>
              </a:rPr>
              <a:t>myName</a:t>
            </a:r>
            <a:r>
              <a:rPr lang="en-US" altLang="en-US" sz="2400" dirty="0">
                <a:latin typeface="Arial" panose="020B0604020202020204" pitchFamily="34" charset="0"/>
              </a:rPr>
              <a:t>;</a:t>
            </a:r>
          </a:p>
          <a:p>
            <a:pPr>
              <a:spcBef>
                <a:spcPct val="0"/>
              </a:spcBef>
              <a:buFontTx/>
              <a:buNone/>
            </a:pPr>
            <a:r>
              <a:rPr lang="en-US" altLang="en-US" sz="2400" dirty="0">
                <a:solidFill>
                  <a:srgbClr val="7030A0"/>
                </a:solidFill>
                <a:latin typeface="Arial" panose="020B0604020202020204" pitchFamily="34" charset="0"/>
              </a:rPr>
              <a:t>   private static int count = 0;   </a:t>
            </a:r>
          </a:p>
          <a:p>
            <a:pPr>
              <a:spcBef>
                <a:spcPct val="0"/>
              </a:spcBef>
              <a:buFontTx/>
              <a:buNone/>
            </a:pPr>
            <a:endParaRPr lang="en-US" altLang="en-US" sz="2400" dirty="0">
              <a:latin typeface="Arial" panose="020B0604020202020204" pitchFamily="34" charset="0"/>
            </a:endParaRPr>
          </a:p>
          <a:p>
            <a:pPr>
              <a:spcBef>
                <a:spcPct val="0"/>
              </a:spcBef>
              <a:buFontTx/>
              <a:buNone/>
            </a:pPr>
            <a:r>
              <a:rPr lang="en-US" altLang="en-US" sz="2400" dirty="0">
                <a:latin typeface="Arial" panose="020B0604020202020204" pitchFamily="34" charset="0"/>
              </a:rPr>
              <a:t>   public Monster() {</a:t>
            </a:r>
          </a:p>
          <a:p>
            <a:pPr>
              <a:spcBef>
                <a:spcPct val="0"/>
              </a:spcBef>
              <a:buFontTx/>
              <a:buNone/>
            </a:pPr>
            <a:r>
              <a:rPr lang="en-US" altLang="en-US" sz="2400" dirty="0">
                <a:latin typeface="Arial" panose="020B0604020202020204" pitchFamily="34" charset="0"/>
              </a:rPr>
              <a:t>     </a:t>
            </a:r>
            <a:r>
              <a:rPr lang="en-US" altLang="en-US" sz="2400" dirty="0" err="1">
                <a:latin typeface="Arial" panose="020B0604020202020204" pitchFamily="34" charset="0"/>
              </a:rPr>
              <a:t>myName</a:t>
            </a:r>
            <a:r>
              <a:rPr lang="en-US" altLang="en-US" sz="2400" dirty="0">
                <a:latin typeface="Arial" panose="020B0604020202020204" pitchFamily="34" charset="0"/>
              </a:rPr>
              <a:t> ="";</a:t>
            </a:r>
          </a:p>
          <a:p>
            <a:pPr>
              <a:spcBef>
                <a:spcPct val="0"/>
              </a:spcBef>
              <a:buFontTx/>
              <a:buNone/>
            </a:pPr>
            <a:r>
              <a:rPr lang="en-US" altLang="en-US" sz="2400" dirty="0">
                <a:solidFill>
                  <a:srgbClr val="7030A0"/>
                </a:solidFill>
                <a:latin typeface="Arial" panose="020B0604020202020204" pitchFamily="34" charset="0"/>
              </a:rPr>
              <a:t>     count++;</a:t>
            </a:r>
          </a:p>
          <a:p>
            <a:pPr>
              <a:spcBef>
                <a:spcPct val="0"/>
              </a:spcBef>
              <a:buFontTx/>
              <a:buNone/>
            </a:pPr>
            <a:r>
              <a:rPr lang="en-US" altLang="en-US" sz="2400" dirty="0">
                <a:latin typeface="Arial" panose="020B0604020202020204" pitchFamily="34" charset="0"/>
              </a:rPr>
              <a:t>   }</a:t>
            </a:r>
          </a:p>
          <a:p>
            <a:pPr>
              <a:spcBef>
                <a:spcPct val="0"/>
              </a:spcBef>
              <a:buFontTx/>
              <a:buNone/>
            </a:pPr>
            <a:r>
              <a:rPr lang="en-US" altLang="en-US" sz="2400" dirty="0">
                <a:latin typeface="Arial" panose="020B0604020202020204" pitchFamily="34" charset="0"/>
              </a:rPr>
              <a:t>   public Monster( String name ) {</a:t>
            </a:r>
          </a:p>
          <a:p>
            <a:pPr>
              <a:spcBef>
                <a:spcPct val="0"/>
              </a:spcBef>
              <a:buFontTx/>
              <a:buNone/>
            </a:pPr>
            <a:r>
              <a:rPr lang="en-US" altLang="en-US" sz="2400" dirty="0">
                <a:latin typeface="Arial" panose="020B0604020202020204" pitchFamily="34" charset="0"/>
              </a:rPr>
              <a:t>     </a:t>
            </a:r>
            <a:r>
              <a:rPr lang="en-US" altLang="en-US" sz="2400" dirty="0" err="1">
                <a:latin typeface="Arial" panose="020B0604020202020204" pitchFamily="34" charset="0"/>
              </a:rPr>
              <a:t>myName</a:t>
            </a:r>
            <a:r>
              <a:rPr lang="en-US" altLang="en-US" sz="2400" dirty="0">
                <a:latin typeface="Arial" panose="020B0604020202020204" pitchFamily="34" charset="0"/>
              </a:rPr>
              <a:t> = name;</a:t>
            </a:r>
          </a:p>
          <a:p>
            <a:pPr>
              <a:spcBef>
                <a:spcPct val="0"/>
              </a:spcBef>
              <a:buFontTx/>
              <a:buNone/>
            </a:pPr>
            <a:r>
              <a:rPr lang="en-US" altLang="en-US" sz="2400" dirty="0">
                <a:solidFill>
                  <a:srgbClr val="7030A0"/>
                </a:solidFill>
                <a:latin typeface="Arial" panose="020B0604020202020204" pitchFamily="34" charset="0"/>
              </a:rPr>
              <a:t>     count++;</a:t>
            </a:r>
          </a:p>
          <a:p>
            <a:pPr>
              <a:spcBef>
                <a:spcPct val="0"/>
              </a:spcBef>
              <a:buFontTx/>
              <a:buNone/>
            </a:pPr>
            <a:r>
              <a:rPr lang="en-US" altLang="en-US" sz="2400" dirty="0">
                <a:latin typeface="Arial" panose="020B0604020202020204" pitchFamily="34" charset="0"/>
              </a:rPr>
              <a:t>   }</a:t>
            </a:r>
          </a:p>
          <a:p>
            <a:pPr>
              <a:spcBef>
                <a:spcPct val="0"/>
              </a:spcBef>
              <a:buFontTx/>
              <a:buNone/>
            </a:pPr>
            <a:endParaRPr lang="en-US" altLang="en-US" sz="2400" dirty="0">
              <a:latin typeface="Arial" panose="020B0604020202020204" pitchFamily="34" charset="0"/>
            </a:endParaRPr>
          </a:p>
          <a:p>
            <a:pPr>
              <a:spcBef>
                <a:spcPct val="0"/>
              </a:spcBef>
              <a:buFontTx/>
              <a:buNone/>
            </a:pPr>
            <a:r>
              <a:rPr lang="en-US" altLang="en-US" sz="2400" dirty="0">
                <a:solidFill>
                  <a:srgbClr val="7030A0"/>
                </a:solidFill>
                <a:latin typeface="Arial" panose="020B0604020202020204" pitchFamily="34" charset="0"/>
              </a:rPr>
              <a:t>   public static int </a:t>
            </a:r>
            <a:r>
              <a:rPr lang="en-US" altLang="en-US" sz="2400" dirty="0" err="1">
                <a:solidFill>
                  <a:srgbClr val="7030A0"/>
                </a:solidFill>
                <a:latin typeface="Arial" panose="020B0604020202020204" pitchFamily="34" charset="0"/>
              </a:rPr>
              <a:t>getCount</a:t>
            </a:r>
            <a:r>
              <a:rPr lang="en-US" altLang="en-US" sz="2400" dirty="0">
                <a:solidFill>
                  <a:srgbClr val="7030A0"/>
                </a:solidFill>
                <a:latin typeface="Arial" panose="020B0604020202020204" pitchFamily="34" charset="0"/>
              </a:rPr>
              <a:t>() {  return count; }</a:t>
            </a:r>
          </a:p>
          <a:p>
            <a:pPr>
              <a:spcBef>
                <a:spcPct val="0"/>
              </a:spcBef>
              <a:buFontTx/>
              <a:buNone/>
            </a:pPr>
            <a:r>
              <a:rPr lang="en-US" altLang="en-US" sz="2400" dirty="0">
                <a:latin typeface="Arial" panose="020B0604020202020204" pitchFamily="34" charset="0"/>
              </a:rPr>
              <a:t>}</a:t>
            </a:r>
          </a:p>
        </p:txBody>
      </p:sp>
      <p:sp>
        <p:nvSpPr>
          <p:cNvPr id="95236" name="WordArt 3"/>
          <p:cNvSpPr>
            <a:spLocks noChangeArrowheads="1" noChangeShapeType="1" noTextEdit="1"/>
          </p:cNvSpPr>
          <p:nvPr/>
        </p:nvSpPr>
        <p:spPr bwMode="auto">
          <a:xfrm>
            <a:off x="4419600" y="533400"/>
            <a:ext cx="3962400" cy="8382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static</a:t>
            </a:r>
          </a:p>
        </p:txBody>
      </p:sp>
      <p:sp>
        <p:nvSpPr>
          <p:cNvPr id="95237" name="Text Box 4"/>
          <p:cNvSpPr txBox="1">
            <a:spLocks noChangeArrowheads="1"/>
          </p:cNvSpPr>
          <p:nvPr/>
        </p:nvSpPr>
        <p:spPr bwMode="auto">
          <a:xfrm>
            <a:off x="5105400" y="2133600"/>
            <a:ext cx="3124200" cy="409575"/>
          </a:xfrm>
          <a:prstGeom prst="rect">
            <a:avLst/>
          </a:prstGeom>
          <a:noFill/>
          <a:ln w="127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solidFill>
                  <a:srgbClr val="000099"/>
                </a:solidFill>
                <a:latin typeface="Arial" panose="020B0604020202020204" pitchFamily="34" charset="0"/>
              </a:rPr>
              <a:t>all Monster share count</a:t>
            </a:r>
          </a:p>
        </p:txBody>
      </p:sp>
      <p:sp>
        <p:nvSpPr>
          <p:cNvPr id="95238" name="Text Box 4"/>
          <p:cNvSpPr txBox="1">
            <a:spLocks noChangeArrowheads="1"/>
          </p:cNvSpPr>
          <p:nvPr/>
        </p:nvSpPr>
        <p:spPr bwMode="auto">
          <a:xfrm>
            <a:off x="5307013" y="3160713"/>
            <a:ext cx="3124200" cy="1016000"/>
          </a:xfrm>
          <a:prstGeom prst="rect">
            <a:avLst/>
          </a:prstGeom>
          <a:noFill/>
          <a:ln w="127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dirty="0">
                <a:solidFill>
                  <a:srgbClr val="000099"/>
                </a:solidFill>
                <a:latin typeface="Arial" panose="020B0604020202020204" pitchFamily="34" charset="0"/>
              </a:rPr>
              <a:t>count is incremented every time a Monster is constructed.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bwMode="auto">
      <p:bgPr>
        <a:solidFill>
          <a:srgbClr val="E0FFA3"/>
        </a:solidFill>
        <a:effectLst/>
      </p:bgPr>
    </p:bg>
    <p:spTree>
      <p:nvGrpSpPr>
        <p:cNvPr id="1" name=""/>
        <p:cNvGrpSpPr/>
        <p:nvPr/>
      </p:nvGrpSpPr>
      <p:grpSpPr>
        <a:xfrm>
          <a:off x="0" y="0"/>
          <a:ext cx="0" cy="0"/>
          <a:chOff x="0" y="0"/>
          <a:chExt cx="0" cy="0"/>
        </a:xfrm>
      </p:grpSpPr>
      <p:sp>
        <p:nvSpPr>
          <p:cNvPr id="100354"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100355" name="Rectangle 2"/>
          <p:cNvSpPr>
            <a:spLocks noChangeArrowheads="1"/>
          </p:cNvSpPr>
          <p:nvPr/>
        </p:nvSpPr>
        <p:spPr bwMode="auto">
          <a:xfrm>
            <a:off x="381000" y="544513"/>
            <a:ext cx="4984750" cy="5632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latin typeface="Arial" panose="020B0604020202020204" pitchFamily="34" charset="0"/>
              </a:rPr>
              <a:t>class Monster</a:t>
            </a:r>
          </a:p>
          <a:p>
            <a:pPr>
              <a:spcBef>
                <a:spcPct val="0"/>
              </a:spcBef>
              <a:buFontTx/>
              <a:buNone/>
            </a:pPr>
            <a:r>
              <a:rPr lang="en-US" altLang="en-US" sz="2400" dirty="0">
                <a:latin typeface="Arial" panose="020B0604020202020204" pitchFamily="34" charset="0"/>
              </a:rPr>
              <a:t>{</a:t>
            </a:r>
          </a:p>
          <a:p>
            <a:pPr>
              <a:spcBef>
                <a:spcPct val="0"/>
              </a:spcBef>
              <a:buFontTx/>
              <a:buNone/>
            </a:pPr>
            <a:r>
              <a:rPr lang="en-US" altLang="en-US" sz="2400" dirty="0">
                <a:latin typeface="Arial" panose="020B0604020202020204" pitchFamily="34" charset="0"/>
              </a:rPr>
              <a:t>   private String </a:t>
            </a:r>
            <a:r>
              <a:rPr lang="en-US" altLang="en-US" sz="2400" dirty="0" err="1">
                <a:latin typeface="Arial" panose="020B0604020202020204" pitchFamily="34" charset="0"/>
              </a:rPr>
              <a:t>myName</a:t>
            </a:r>
            <a:r>
              <a:rPr lang="en-US" altLang="en-US" sz="2400" dirty="0">
                <a:latin typeface="Arial" panose="020B0604020202020204" pitchFamily="34" charset="0"/>
              </a:rPr>
              <a:t>;</a:t>
            </a:r>
          </a:p>
          <a:p>
            <a:pPr>
              <a:spcBef>
                <a:spcPct val="0"/>
              </a:spcBef>
              <a:buFontTx/>
              <a:buNone/>
            </a:pPr>
            <a:r>
              <a:rPr lang="en-US" altLang="en-US" sz="2400" dirty="0">
                <a:solidFill>
                  <a:srgbClr val="7030A0"/>
                </a:solidFill>
                <a:latin typeface="Arial" panose="020B0604020202020204" pitchFamily="34" charset="0"/>
              </a:rPr>
              <a:t>   private static int count ;</a:t>
            </a:r>
          </a:p>
          <a:p>
            <a:pPr>
              <a:spcBef>
                <a:spcPct val="0"/>
              </a:spcBef>
              <a:buFontTx/>
              <a:buNone/>
            </a:pPr>
            <a:endParaRPr lang="en-US" altLang="en-US" sz="2400" dirty="0">
              <a:latin typeface="Arial" panose="020B0604020202020204" pitchFamily="34" charset="0"/>
            </a:endParaRPr>
          </a:p>
          <a:p>
            <a:pPr>
              <a:spcBef>
                <a:spcPct val="0"/>
              </a:spcBef>
              <a:buFontTx/>
              <a:buNone/>
            </a:pPr>
            <a:r>
              <a:rPr lang="en-US" altLang="en-US" sz="2400" dirty="0">
                <a:solidFill>
                  <a:srgbClr val="7030A0"/>
                </a:solidFill>
                <a:latin typeface="Arial" panose="020B0604020202020204" pitchFamily="34" charset="0"/>
              </a:rPr>
              <a:t>   {  count++;   }</a:t>
            </a:r>
          </a:p>
          <a:p>
            <a:pPr>
              <a:spcBef>
                <a:spcPct val="0"/>
              </a:spcBef>
              <a:buFontTx/>
              <a:buNone/>
            </a:pPr>
            <a:endParaRPr lang="en-US" altLang="en-US" sz="2400" dirty="0">
              <a:latin typeface="Arial" panose="020B0604020202020204" pitchFamily="34" charset="0"/>
            </a:endParaRPr>
          </a:p>
          <a:p>
            <a:pPr>
              <a:spcBef>
                <a:spcPct val="0"/>
              </a:spcBef>
              <a:buFontTx/>
              <a:buNone/>
            </a:pPr>
            <a:r>
              <a:rPr lang="en-US" altLang="en-US" sz="2400" dirty="0">
                <a:latin typeface="Arial" panose="020B0604020202020204" pitchFamily="34" charset="0"/>
              </a:rPr>
              <a:t>   public Monster() {</a:t>
            </a:r>
          </a:p>
          <a:p>
            <a:pPr>
              <a:spcBef>
                <a:spcPct val="0"/>
              </a:spcBef>
              <a:buFontTx/>
              <a:buNone/>
            </a:pPr>
            <a:r>
              <a:rPr lang="en-US" altLang="en-US" sz="2400" dirty="0">
                <a:latin typeface="Arial" panose="020B0604020202020204" pitchFamily="34" charset="0"/>
              </a:rPr>
              <a:t>     </a:t>
            </a:r>
            <a:r>
              <a:rPr lang="en-US" altLang="en-US" sz="2400" dirty="0" err="1">
                <a:latin typeface="Arial" panose="020B0604020202020204" pitchFamily="34" charset="0"/>
              </a:rPr>
              <a:t>myName</a:t>
            </a:r>
            <a:r>
              <a:rPr lang="en-US" altLang="en-US" sz="2400" dirty="0">
                <a:latin typeface="Arial" panose="020B0604020202020204" pitchFamily="34" charset="0"/>
              </a:rPr>
              <a:t> ="";</a:t>
            </a:r>
          </a:p>
          <a:p>
            <a:pPr>
              <a:spcBef>
                <a:spcPct val="0"/>
              </a:spcBef>
              <a:buFontTx/>
              <a:buNone/>
            </a:pPr>
            <a:r>
              <a:rPr lang="en-US" altLang="en-US" sz="2400" dirty="0">
                <a:latin typeface="Arial" panose="020B0604020202020204" pitchFamily="34" charset="0"/>
              </a:rPr>
              <a:t>   }</a:t>
            </a:r>
          </a:p>
          <a:p>
            <a:pPr>
              <a:spcBef>
                <a:spcPct val="0"/>
              </a:spcBef>
              <a:buFontTx/>
              <a:buNone/>
            </a:pPr>
            <a:endParaRPr lang="en-US" altLang="en-US" sz="2400" dirty="0">
              <a:latin typeface="Arial" panose="020B0604020202020204" pitchFamily="34" charset="0"/>
            </a:endParaRPr>
          </a:p>
          <a:p>
            <a:pPr>
              <a:spcBef>
                <a:spcPct val="0"/>
              </a:spcBef>
              <a:buFontTx/>
              <a:buNone/>
            </a:pPr>
            <a:r>
              <a:rPr lang="en-US" altLang="en-US" sz="2400" dirty="0">
                <a:latin typeface="Arial" panose="020B0604020202020204" pitchFamily="34" charset="0"/>
              </a:rPr>
              <a:t>   public Monster( String name ) {</a:t>
            </a:r>
          </a:p>
          <a:p>
            <a:pPr>
              <a:spcBef>
                <a:spcPct val="0"/>
              </a:spcBef>
              <a:buFontTx/>
              <a:buNone/>
            </a:pPr>
            <a:r>
              <a:rPr lang="en-US" altLang="en-US" sz="2400" dirty="0">
                <a:latin typeface="Arial" panose="020B0604020202020204" pitchFamily="34" charset="0"/>
              </a:rPr>
              <a:t>     </a:t>
            </a:r>
            <a:r>
              <a:rPr lang="en-US" altLang="en-US" sz="2400" dirty="0" err="1">
                <a:latin typeface="Arial" panose="020B0604020202020204" pitchFamily="34" charset="0"/>
              </a:rPr>
              <a:t>myName</a:t>
            </a:r>
            <a:r>
              <a:rPr lang="en-US" altLang="en-US" sz="2400" dirty="0">
                <a:latin typeface="Arial" panose="020B0604020202020204" pitchFamily="34" charset="0"/>
              </a:rPr>
              <a:t> = name;</a:t>
            </a:r>
          </a:p>
          <a:p>
            <a:pPr>
              <a:spcBef>
                <a:spcPct val="0"/>
              </a:spcBef>
              <a:buFontTx/>
              <a:buNone/>
            </a:pPr>
            <a:r>
              <a:rPr lang="en-US" altLang="en-US" sz="2400" dirty="0">
                <a:latin typeface="Arial" panose="020B0604020202020204" pitchFamily="34" charset="0"/>
              </a:rPr>
              <a:t>   }</a:t>
            </a:r>
          </a:p>
          <a:p>
            <a:pPr>
              <a:spcBef>
                <a:spcPct val="0"/>
              </a:spcBef>
              <a:buFontTx/>
              <a:buNone/>
            </a:pPr>
            <a:r>
              <a:rPr lang="en-US" altLang="en-US" sz="2400" dirty="0">
                <a:latin typeface="Arial" panose="020B0604020202020204" pitchFamily="34" charset="0"/>
              </a:rPr>
              <a:t>}</a:t>
            </a:r>
          </a:p>
        </p:txBody>
      </p:sp>
      <p:sp>
        <p:nvSpPr>
          <p:cNvPr id="100356" name="WordArt 3"/>
          <p:cNvSpPr>
            <a:spLocks noChangeArrowheads="1" noChangeShapeType="1" noTextEdit="1"/>
          </p:cNvSpPr>
          <p:nvPr/>
        </p:nvSpPr>
        <p:spPr bwMode="auto">
          <a:xfrm>
            <a:off x="4419600" y="533400"/>
            <a:ext cx="3962400" cy="8382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Initialization Blocks</a:t>
            </a:r>
          </a:p>
        </p:txBody>
      </p:sp>
      <p:sp>
        <p:nvSpPr>
          <p:cNvPr id="100357" name="Text Box 4"/>
          <p:cNvSpPr txBox="1">
            <a:spLocks noChangeArrowheads="1"/>
          </p:cNvSpPr>
          <p:nvPr/>
        </p:nvSpPr>
        <p:spPr bwMode="auto">
          <a:xfrm>
            <a:off x="5562600" y="3733800"/>
            <a:ext cx="3124200" cy="2678113"/>
          </a:xfrm>
          <a:prstGeom prst="rect">
            <a:avLst/>
          </a:prstGeom>
          <a:noFill/>
          <a:ln w="127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solidFill>
                  <a:srgbClr val="000099"/>
                </a:solidFill>
                <a:latin typeface="Arial" panose="020B0604020202020204" pitchFamily="34" charset="0"/>
              </a:rPr>
              <a:t>By putting the code to increment count in an initialization block, it doesn’t have to be replicated in each constructor.</a:t>
            </a:r>
          </a:p>
        </p:txBody>
      </p:sp>
      <p:sp>
        <p:nvSpPr>
          <p:cNvPr id="100358" name="Text Box 4"/>
          <p:cNvSpPr txBox="1">
            <a:spLocks noChangeArrowheads="1"/>
          </p:cNvSpPr>
          <p:nvPr/>
        </p:nvSpPr>
        <p:spPr bwMode="auto">
          <a:xfrm>
            <a:off x="3657600" y="2119313"/>
            <a:ext cx="5029200" cy="1277937"/>
          </a:xfrm>
          <a:prstGeom prst="rect">
            <a:avLst/>
          </a:prstGeom>
          <a:noFill/>
          <a:ln w="127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spcAft>
                <a:spcPts val="600"/>
              </a:spcAft>
              <a:buFontTx/>
              <a:buNone/>
            </a:pPr>
            <a:r>
              <a:rPr lang="en-US" altLang="en-US" sz="2400">
                <a:solidFill>
                  <a:srgbClr val="000099"/>
                </a:solidFill>
                <a:latin typeface="Arial" panose="020B0604020202020204" pitchFamily="34" charset="0"/>
              </a:rPr>
              <a:t>Instance initialization block</a:t>
            </a:r>
          </a:p>
          <a:p>
            <a:pPr algn="ctr">
              <a:spcBef>
                <a:spcPct val="0"/>
              </a:spcBef>
              <a:spcAft>
                <a:spcPts val="600"/>
              </a:spcAft>
              <a:buFontTx/>
              <a:buNone/>
            </a:pPr>
            <a:r>
              <a:rPr lang="en-US" altLang="en-US" sz="2400">
                <a:solidFill>
                  <a:srgbClr val="000099"/>
                </a:solidFill>
                <a:latin typeface="Arial" panose="020B0604020202020204" pitchFamily="34" charset="0"/>
              </a:rPr>
              <a:t>  It’s as if this code is copied into every constructor.</a:t>
            </a:r>
          </a:p>
        </p:txBody>
      </p:sp>
      <p:cxnSp>
        <p:nvCxnSpPr>
          <p:cNvPr id="100359" name="Straight Arrow Connector 2"/>
          <p:cNvCxnSpPr>
            <a:cxnSpLocks noChangeShapeType="1"/>
          </p:cNvCxnSpPr>
          <p:nvPr/>
        </p:nvCxnSpPr>
        <p:spPr bwMode="auto">
          <a:xfrm flipH="1" flipV="1">
            <a:off x="2743200" y="2674938"/>
            <a:ext cx="914400" cy="85725"/>
          </a:xfrm>
          <a:prstGeom prst="straightConnector1">
            <a:avLst/>
          </a:prstGeom>
          <a:noFill/>
          <a:ln w="28575">
            <a:solidFill>
              <a:srgbClr val="262699"/>
            </a:solidFill>
            <a:round/>
            <a:headEnd/>
            <a:tailEnd type="arrow" w="med" len="med"/>
          </a:ln>
          <a:extLst>
            <a:ext uri="{909E8E84-426E-40DD-AFC4-6F175D3DCCD1}">
              <a14:hiddenFill xmlns:a14="http://schemas.microsoft.com/office/drawing/2010/main">
                <a:noFill/>
              </a14:hiddenFill>
            </a:ext>
          </a:extLst>
        </p:spPr>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bwMode="auto">
      <p:bgPr>
        <a:solidFill>
          <a:srgbClr val="E0FFA3"/>
        </a:solidFill>
        <a:effectLst/>
      </p:bgPr>
    </p:bg>
    <p:spTree>
      <p:nvGrpSpPr>
        <p:cNvPr id="1" name=""/>
        <p:cNvGrpSpPr/>
        <p:nvPr/>
      </p:nvGrpSpPr>
      <p:grpSpPr>
        <a:xfrm>
          <a:off x="0" y="0"/>
          <a:ext cx="0" cy="0"/>
          <a:chOff x="0" y="0"/>
          <a:chExt cx="0" cy="0"/>
        </a:xfrm>
      </p:grpSpPr>
      <p:sp>
        <p:nvSpPr>
          <p:cNvPr id="102402"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102403" name="Rectangle 2"/>
          <p:cNvSpPr>
            <a:spLocks noChangeArrowheads="1"/>
          </p:cNvSpPr>
          <p:nvPr/>
        </p:nvSpPr>
        <p:spPr bwMode="auto">
          <a:xfrm>
            <a:off x="381000" y="544513"/>
            <a:ext cx="4984750" cy="5632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latin typeface="Arial" panose="020B0604020202020204" pitchFamily="34" charset="0"/>
              </a:rPr>
              <a:t>class Monster</a:t>
            </a:r>
          </a:p>
          <a:p>
            <a:pPr>
              <a:spcBef>
                <a:spcPct val="0"/>
              </a:spcBef>
              <a:buFontTx/>
              <a:buNone/>
            </a:pPr>
            <a:r>
              <a:rPr lang="en-US" altLang="en-US" sz="2400">
                <a:latin typeface="Arial" panose="020B0604020202020204" pitchFamily="34" charset="0"/>
              </a:rPr>
              <a:t>{</a:t>
            </a:r>
          </a:p>
          <a:p>
            <a:pPr>
              <a:spcBef>
                <a:spcPct val="0"/>
              </a:spcBef>
              <a:buFontTx/>
              <a:buNone/>
            </a:pPr>
            <a:r>
              <a:rPr lang="en-US" altLang="en-US" sz="2400">
                <a:latin typeface="Arial" panose="020B0604020202020204" pitchFamily="34" charset="0"/>
              </a:rPr>
              <a:t>   private String myName;</a:t>
            </a:r>
          </a:p>
          <a:p>
            <a:pPr>
              <a:spcBef>
                <a:spcPct val="0"/>
              </a:spcBef>
              <a:buFontTx/>
              <a:buNone/>
            </a:pPr>
            <a:r>
              <a:rPr lang="en-US" altLang="en-US" sz="2400">
                <a:latin typeface="Arial" panose="020B0604020202020204" pitchFamily="34" charset="0"/>
              </a:rPr>
              <a:t>   private static int count ;</a:t>
            </a:r>
          </a:p>
          <a:p>
            <a:pPr>
              <a:spcBef>
                <a:spcPct val="0"/>
              </a:spcBef>
              <a:buFontTx/>
              <a:buNone/>
            </a:pPr>
            <a:endParaRPr lang="en-US" altLang="en-US" sz="2400">
              <a:latin typeface="Arial" panose="020B0604020202020204" pitchFamily="34" charset="0"/>
            </a:endParaRPr>
          </a:p>
          <a:p>
            <a:pPr>
              <a:spcBef>
                <a:spcPct val="0"/>
              </a:spcBef>
              <a:buFontTx/>
              <a:buNone/>
            </a:pPr>
            <a:r>
              <a:rPr lang="en-US" altLang="en-US" sz="2400">
                <a:solidFill>
                  <a:srgbClr val="7878DE"/>
                </a:solidFill>
                <a:latin typeface="Arial" panose="020B0604020202020204" pitchFamily="34" charset="0"/>
              </a:rPr>
              <a:t>   </a:t>
            </a:r>
            <a:r>
              <a:rPr lang="en-US" altLang="en-US" sz="2400">
                <a:solidFill>
                  <a:srgbClr val="FF0000"/>
                </a:solidFill>
                <a:latin typeface="Arial" panose="020B0604020202020204" pitchFamily="34" charset="0"/>
              </a:rPr>
              <a:t>static{  count++;   }</a:t>
            </a:r>
          </a:p>
          <a:p>
            <a:pPr>
              <a:spcBef>
                <a:spcPct val="0"/>
              </a:spcBef>
              <a:buFontTx/>
              <a:buNone/>
            </a:pPr>
            <a:endParaRPr lang="en-US" altLang="en-US" sz="2400">
              <a:latin typeface="Arial" panose="020B0604020202020204" pitchFamily="34" charset="0"/>
            </a:endParaRPr>
          </a:p>
          <a:p>
            <a:pPr>
              <a:spcBef>
                <a:spcPct val="0"/>
              </a:spcBef>
              <a:buFontTx/>
              <a:buNone/>
            </a:pPr>
            <a:r>
              <a:rPr lang="en-US" altLang="en-US" sz="2400">
                <a:latin typeface="Arial" panose="020B0604020202020204" pitchFamily="34" charset="0"/>
              </a:rPr>
              <a:t>   public Monster() {</a:t>
            </a:r>
          </a:p>
          <a:p>
            <a:pPr>
              <a:spcBef>
                <a:spcPct val="0"/>
              </a:spcBef>
              <a:buFontTx/>
              <a:buNone/>
            </a:pPr>
            <a:r>
              <a:rPr lang="en-US" altLang="en-US" sz="2400">
                <a:latin typeface="Arial" panose="020B0604020202020204" pitchFamily="34" charset="0"/>
              </a:rPr>
              <a:t>     myName ="";</a:t>
            </a:r>
          </a:p>
          <a:p>
            <a:pPr>
              <a:spcBef>
                <a:spcPct val="0"/>
              </a:spcBef>
              <a:buFontTx/>
              <a:buNone/>
            </a:pPr>
            <a:r>
              <a:rPr lang="en-US" altLang="en-US" sz="2400">
                <a:latin typeface="Arial" panose="020B0604020202020204" pitchFamily="34" charset="0"/>
              </a:rPr>
              <a:t>   }</a:t>
            </a:r>
          </a:p>
          <a:p>
            <a:pPr>
              <a:spcBef>
                <a:spcPct val="0"/>
              </a:spcBef>
              <a:buFontTx/>
              <a:buNone/>
            </a:pPr>
            <a:endParaRPr lang="en-US" altLang="en-US" sz="2400">
              <a:latin typeface="Arial" panose="020B0604020202020204" pitchFamily="34" charset="0"/>
            </a:endParaRPr>
          </a:p>
          <a:p>
            <a:pPr>
              <a:spcBef>
                <a:spcPct val="0"/>
              </a:spcBef>
              <a:buFontTx/>
              <a:buNone/>
            </a:pPr>
            <a:r>
              <a:rPr lang="en-US" altLang="en-US" sz="2400">
                <a:latin typeface="Arial" panose="020B0604020202020204" pitchFamily="34" charset="0"/>
              </a:rPr>
              <a:t>   public Monster( String name ) {</a:t>
            </a:r>
          </a:p>
          <a:p>
            <a:pPr>
              <a:spcBef>
                <a:spcPct val="0"/>
              </a:spcBef>
              <a:buFontTx/>
              <a:buNone/>
            </a:pPr>
            <a:r>
              <a:rPr lang="en-US" altLang="en-US" sz="2400">
                <a:latin typeface="Arial" panose="020B0604020202020204" pitchFamily="34" charset="0"/>
              </a:rPr>
              <a:t>     myName = name;</a:t>
            </a:r>
          </a:p>
          <a:p>
            <a:pPr>
              <a:spcBef>
                <a:spcPct val="0"/>
              </a:spcBef>
              <a:buFontTx/>
              <a:buNone/>
            </a:pPr>
            <a:r>
              <a:rPr lang="en-US" altLang="en-US" sz="2400">
                <a:latin typeface="Arial" panose="020B0604020202020204" pitchFamily="34" charset="0"/>
              </a:rPr>
              <a:t>   }</a:t>
            </a:r>
          </a:p>
          <a:p>
            <a:pPr>
              <a:spcBef>
                <a:spcPct val="0"/>
              </a:spcBef>
              <a:buFontTx/>
              <a:buNone/>
            </a:pPr>
            <a:r>
              <a:rPr lang="en-US" altLang="en-US" sz="2400">
                <a:latin typeface="Arial" panose="020B0604020202020204" pitchFamily="34" charset="0"/>
              </a:rPr>
              <a:t>}</a:t>
            </a:r>
          </a:p>
        </p:txBody>
      </p:sp>
      <p:sp>
        <p:nvSpPr>
          <p:cNvPr id="102404" name="WordArt 3"/>
          <p:cNvSpPr>
            <a:spLocks noChangeArrowheads="1" noChangeShapeType="1" noTextEdit="1"/>
          </p:cNvSpPr>
          <p:nvPr/>
        </p:nvSpPr>
        <p:spPr bwMode="auto">
          <a:xfrm>
            <a:off x="4419600" y="533400"/>
            <a:ext cx="3962400" cy="8382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Initialization Blocks</a:t>
            </a:r>
          </a:p>
        </p:txBody>
      </p:sp>
      <p:sp>
        <p:nvSpPr>
          <p:cNvPr id="102405" name="Text Box 4"/>
          <p:cNvSpPr txBox="1">
            <a:spLocks noChangeArrowheads="1"/>
          </p:cNvSpPr>
          <p:nvPr/>
        </p:nvSpPr>
        <p:spPr bwMode="auto">
          <a:xfrm>
            <a:off x="5541963" y="3810000"/>
            <a:ext cx="3124200" cy="2308225"/>
          </a:xfrm>
          <a:prstGeom prst="rect">
            <a:avLst/>
          </a:prstGeom>
          <a:noFill/>
          <a:ln w="127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solidFill>
                  <a:srgbClr val="FF0000"/>
                </a:solidFill>
                <a:latin typeface="Arial" panose="020B0604020202020204" pitchFamily="34" charset="0"/>
              </a:rPr>
              <a:t>This is a mistake for this class, since you don’t want this called once, but every time an object is constructed.</a:t>
            </a:r>
          </a:p>
        </p:txBody>
      </p:sp>
      <p:sp>
        <p:nvSpPr>
          <p:cNvPr id="102406" name="Text Box 4"/>
          <p:cNvSpPr txBox="1">
            <a:spLocks noChangeArrowheads="1"/>
          </p:cNvSpPr>
          <p:nvPr/>
        </p:nvSpPr>
        <p:spPr bwMode="auto">
          <a:xfrm>
            <a:off x="3886200" y="2057400"/>
            <a:ext cx="4800600" cy="1462088"/>
          </a:xfrm>
          <a:prstGeom prst="rect">
            <a:avLst/>
          </a:prstGeom>
          <a:noFill/>
          <a:ln w="127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spcAft>
                <a:spcPts val="600"/>
              </a:spcAft>
              <a:buFontTx/>
              <a:buNone/>
            </a:pPr>
            <a:r>
              <a:rPr lang="en-US" altLang="en-US" sz="2800">
                <a:solidFill>
                  <a:srgbClr val="000099"/>
                </a:solidFill>
                <a:latin typeface="Arial" panose="020B0604020202020204" pitchFamily="34" charset="0"/>
              </a:rPr>
              <a:t>Static initialization block</a:t>
            </a:r>
          </a:p>
          <a:p>
            <a:pPr algn="ctr">
              <a:spcBef>
                <a:spcPct val="0"/>
              </a:spcBef>
              <a:buFontTx/>
              <a:buNone/>
            </a:pPr>
            <a:r>
              <a:rPr lang="en-US" altLang="en-US" sz="2800">
                <a:solidFill>
                  <a:srgbClr val="000099"/>
                </a:solidFill>
                <a:latin typeface="Arial" panose="020B0604020202020204" pitchFamily="34" charset="0"/>
              </a:rPr>
              <a:t> The code it contains is run when the class is loaded.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bwMode="auto">
      <p:bgPr>
        <a:solidFill>
          <a:srgbClr val="E0FFA3"/>
        </a:solidFill>
        <a:effectLst/>
      </p:bgPr>
    </p:bg>
    <p:spTree>
      <p:nvGrpSpPr>
        <p:cNvPr id="1" name=""/>
        <p:cNvGrpSpPr/>
        <p:nvPr/>
      </p:nvGrpSpPr>
      <p:grpSpPr>
        <a:xfrm>
          <a:off x="0" y="0"/>
          <a:ext cx="0" cy="0"/>
          <a:chOff x="0" y="0"/>
          <a:chExt cx="0" cy="0"/>
        </a:xfrm>
      </p:grpSpPr>
      <p:sp>
        <p:nvSpPr>
          <p:cNvPr id="102402"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102403" name="Rectangle 2"/>
          <p:cNvSpPr>
            <a:spLocks noChangeArrowheads="1"/>
          </p:cNvSpPr>
          <p:nvPr/>
        </p:nvSpPr>
        <p:spPr bwMode="auto">
          <a:xfrm>
            <a:off x="381000" y="544513"/>
            <a:ext cx="4984750" cy="5632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latin typeface="Arial" panose="020B0604020202020204" pitchFamily="34" charset="0"/>
              </a:rPr>
              <a:t>class Monster</a:t>
            </a:r>
          </a:p>
          <a:p>
            <a:pPr>
              <a:spcBef>
                <a:spcPct val="0"/>
              </a:spcBef>
              <a:buFontTx/>
              <a:buNone/>
            </a:pPr>
            <a:r>
              <a:rPr lang="en-US" altLang="en-US" sz="2400" dirty="0">
                <a:latin typeface="Arial" panose="020B0604020202020204" pitchFamily="34" charset="0"/>
              </a:rPr>
              <a:t>{</a:t>
            </a:r>
          </a:p>
          <a:p>
            <a:pPr>
              <a:spcBef>
                <a:spcPct val="0"/>
              </a:spcBef>
              <a:buFontTx/>
              <a:buNone/>
            </a:pPr>
            <a:r>
              <a:rPr lang="en-US" altLang="en-US" sz="2400" dirty="0">
                <a:latin typeface="Arial" panose="020B0604020202020204" pitchFamily="34" charset="0"/>
              </a:rPr>
              <a:t>   private String </a:t>
            </a:r>
            <a:r>
              <a:rPr lang="en-US" altLang="en-US" sz="2400" dirty="0" err="1">
                <a:latin typeface="Arial" panose="020B0604020202020204" pitchFamily="34" charset="0"/>
              </a:rPr>
              <a:t>myName</a:t>
            </a:r>
            <a:r>
              <a:rPr lang="en-US" altLang="en-US" sz="2400" dirty="0">
                <a:latin typeface="Arial" panose="020B0604020202020204" pitchFamily="34" charset="0"/>
              </a:rPr>
              <a:t>;</a:t>
            </a:r>
          </a:p>
          <a:p>
            <a:pPr>
              <a:spcBef>
                <a:spcPct val="0"/>
              </a:spcBef>
              <a:buFontTx/>
              <a:buNone/>
            </a:pPr>
            <a:r>
              <a:rPr lang="en-US" altLang="en-US" sz="2400" dirty="0">
                <a:latin typeface="Arial" panose="020B0604020202020204" pitchFamily="34" charset="0"/>
              </a:rPr>
              <a:t>   private static int count ;</a:t>
            </a:r>
          </a:p>
          <a:p>
            <a:pPr>
              <a:spcBef>
                <a:spcPct val="0"/>
              </a:spcBef>
              <a:buFontTx/>
              <a:buNone/>
            </a:pPr>
            <a:endParaRPr lang="en-US" altLang="en-US" sz="2400" dirty="0">
              <a:latin typeface="Arial" panose="020B0604020202020204" pitchFamily="34" charset="0"/>
            </a:endParaRPr>
          </a:p>
          <a:p>
            <a:pPr>
              <a:spcBef>
                <a:spcPct val="0"/>
              </a:spcBef>
              <a:buFontTx/>
              <a:buNone/>
            </a:pPr>
            <a:r>
              <a:rPr lang="en-US" altLang="en-US" sz="2400" dirty="0">
                <a:solidFill>
                  <a:srgbClr val="7878DE"/>
                </a:solidFill>
                <a:latin typeface="Arial" panose="020B0604020202020204" pitchFamily="34" charset="0"/>
              </a:rPr>
              <a:t>   </a:t>
            </a:r>
            <a:r>
              <a:rPr lang="en-US" altLang="en-US" sz="2400" dirty="0">
                <a:solidFill>
                  <a:srgbClr val="FF0000"/>
                </a:solidFill>
                <a:latin typeface="Arial" panose="020B0604020202020204" pitchFamily="34" charset="0"/>
              </a:rPr>
              <a:t>static{  </a:t>
            </a:r>
            <a:r>
              <a:rPr lang="en-US" altLang="en-US" sz="2400" dirty="0" err="1">
                <a:solidFill>
                  <a:srgbClr val="FF0000"/>
                </a:solidFill>
                <a:latin typeface="Arial" panose="020B0604020202020204" pitchFamily="34" charset="0"/>
              </a:rPr>
              <a:t>myName</a:t>
            </a:r>
            <a:r>
              <a:rPr lang="en-US" altLang="en-US" sz="2400" dirty="0">
                <a:solidFill>
                  <a:srgbClr val="FF0000"/>
                </a:solidFill>
                <a:latin typeface="Arial" panose="020B0604020202020204" pitchFamily="34" charset="0"/>
              </a:rPr>
              <a:t> = …}</a:t>
            </a:r>
          </a:p>
          <a:p>
            <a:pPr>
              <a:spcBef>
                <a:spcPct val="0"/>
              </a:spcBef>
              <a:buFontTx/>
              <a:buNone/>
            </a:pPr>
            <a:endParaRPr lang="en-US" altLang="en-US" sz="2400" dirty="0">
              <a:latin typeface="Arial" panose="020B0604020202020204" pitchFamily="34" charset="0"/>
            </a:endParaRPr>
          </a:p>
          <a:p>
            <a:pPr>
              <a:spcBef>
                <a:spcPct val="0"/>
              </a:spcBef>
              <a:buFontTx/>
              <a:buNone/>
            </a:pPr>
            <a:r>
              <a:rPr lang="en-US" altLang="en-US" sz="2400" dirty="0">
                <a:latin typeface="Arial" panose="020B0604020202020204" pitchFamily="34" charset="0"/>
              </a:rPr>
              <a:t>   public Monster() {</a:t>
            </a:r>
          </a:p>
          <a:p>
            <a:pPr>
              <a:spcBef>
                <a:spcPct val="0"/>
              </a:spcBef>
              <a:buFontTx/>
              <a:buNone/>
            </a:pPr>
            <a:r>
              <a:rPr lang="en-US" altLang="en-US" sz="2400" dirty="0">
                <a:latin typeface="Arial" panose="020B0604020202020204" pitchFamily="34" charset="0"/>
              </a:rPr>
              <a:t>     </a:t>
            </a:r>
            <a:r>
              <a:rPr lang="en-US" altLang="en-US" sz="2400" dirty="0" err="1">
                <a:latin typeface="Arial" panose="020B0604020202020204" pitchFamily="34" charset="0"/>
              </a:rPr>
              <a:t>myName</a:t>
            </a:r>
            <a:r>
              <a:rPr lang="en-US" altLang="en-US" sz="2400" dirty="0">
                <a:latin typeface="Arial" panose="020B0604020202020204" pitchFamily="34" charset="0"/>
              </a:rPr>
              <a:t> ="";</a:t>
            </a:r>
          </a:p>
          <a:p>
            <a:pPr>
              <a:spcBef>
                <a:spcPct val="0"/>
              </a:spcBef>
              <a:buFontTx/>
              <a:buNone/>
            </a:pPr>
            <a:r>
              <a:rPr lang="en-US" altLang="en-US" sz="2400" dirty="0">
                <a:latin typeface="Arial" panose="020B0604020202020204" pitchFamily="34" charset="0"/>
              </a:rPr>
              <a:t>   }</a:t>
            </a:r>
          </a:p>
          <a:p>
            <a:pPr>
              <a:spcBef>
                <a:spcPct val="0"/>
              </a:spcBef>
              <a:buFontTx/>
              <a:buNone/>
            </a:pPr>
            <a:endParaRPr lang="en-US" altLang="en-US" sz="2400" dirty="0">
              <a:latin typeface="Arial" panose="020B0604020202020204" pitchFamily="34" charset="0"/>
            </a:endParaRPr>
          </a:p>
          <a:p>
            <a:pPr>
              <a:spcBef>
                <a:spcPct val="0"/>
              </a:spcBef>
              <a:buFontTx/>
              <a:buNone/>
            </a:pPr>
            <a:r>
              <a:rPr lang="en-US" altLang="en-US" sz="2400" dirty="0">
                <a:latin typeface="Arial" panose="020B0604020202020204" pitchFamily="34" charset="0"/>
              </a:rPr>
              <a:t>   public Monster( String name ) {</a:t>
            </a:r>
          </a:p>
          <a:p>
            <a:pPr>
              <a:spcBef>
                <a:spcPct val="0"/>
              </a:spcBef>
              <a:buFontTx/>
              <a:buNone/>
            </a:pPr>
            <a:r>
              <a:rPr lang="en-US" altLang="en-US" sz="2400" dirty="0">
                <a:latin typeface="Arial" panose="020B0604020202020204" pitchFamily="34" charset="0"/>
              </a:rPr>
              <a:t>     </a:t>
            </a:r>
            <a:r>
              <a:rPr lang="en-US" altLang="en-US" sz="2400" dirty="0" err="1">
                <a:latin typeface="Arial" panose="020B0604020202020204" pitchFamily="34" charset="0"/>
              </a:rPr>
              <a:t>myName</a:t>
            </a:r>
            <a:r>
              <a:rPr lang="en-US" altLang="en-US" sz="2400" dirty="0">
                <a:latin typeface="Arial" panose="020B0604020202020204" pitchFamily="34" charset="0"/>
              </a:rPr>
              <a:t> = name;</a:t>
            </a:r>
          </a:p>
          <a:p>
            <a:pPr>
              <a:spcBef>
                <a:spcPct val="0"/>
              </a:spcBef>
              <a:buFontTx/>
              <a:buNone/>
            </a:pPr>
            <a:r>
              <a:rPr lang="en-US" altLang="en-US" sz="2400" dirty="0">
                <a:latin typeface="Arial" panose="020B0604020202020204" pitchFamily="34" charset="0"/>
              </a:rPr>
              <a:t>   }</a:t>
            </a:r>
          </a:p>
          <a:p>
            <a:pPr>
              <a:spcBef>
                <a:spcPct val="0"/>
              </a:spcBef>
              <a:buFontTx/>
              <a:buNone/>
            </a:pPr>
            <a:r>
              <a:rPr lang="en-US" altLang="en-US" sz="2400" dirty="0">
                <a:latin typeface="Arial" panose="020B0604020202020204" pitchFamily="34" charset="0"/>
              </a:rPr>
              <a:t>}</a:t>
            </a:r>
          </a:p>
        </p:txBody>
      </p:sp>
      <p:sp>
        <p:nvSpPr>
          <p:cNvPr id="102404" name="WordArt 3"/>
          <p:cNvSpPr>
            <a:spLocks noChangeArrowheads="1" noChangeShapeType="1" noTextEdit="1"/>
          </p:cNvSpPr>
          <p:nvPr/>
        </p:nvSpPr>
        <p:spPr bwMode="auto">
          <a:xfrm>
            <a:off x="4419600" y="533400"/>
            <a:ext cx="3962400" cy="8382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Initialization Blocks</a:t>
            </a:r>
          </a:p>
        </p:txBody>
      </p:sp>
      <p:sp>
        <p:nvSpPr>
          <p:cNvPr id="102406" name="Text Box 4"/>
          <p:cNvSpPr txBox="1">
            <a:spLocks noChangeArrowheads="1"/>
          </p:cNvSpPr>
          <p:nvPr/>
        </p:nvSpPr>
        <p:spPr bwMode="auto">
          <a:xfrm>
            <a:off x="4267208" y="2057436"/>
            <a:ext cx="4800600" cy="2323713"/>
          </a:xfrm>
          <a:prstGeom prst="rect">
            <a:avLst/>
          </a:prstGeom>
          <a:noFill/>
          <a:ln w="127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spcAft>
                <a:spcPts val="600"/>
              </a:spcAft>
              <a:buFontTx/>
              <a:buNone/>
            </a:pPr>
            <a:r>
              <a:rPr lang="en-US" altLang="en-US" sz="2800" dirty="0">
                <a:solidFill>
                  <a:srgbClr val="FF0000"/>
                </a:solidFill>
                <a:latin typeface="Arial" panose="020B0604020202020204" pitchFamily="34" charset="0"/>
              </a:rPr>
              <a:t>Static initialization block</a:t>
            </a:r>
          </a:p>
          <a:p>
            <a:pPr>
              <a:spcBef>
                <a:spcPct val="0"/>
              </a:spcBef>
              <a:buFontTx/>
              <a:buNone/>
            </a:pPr>
            <a:r>
              <a:rPr lang="en-US" altLang="en-US" sz="2800" dirty="0">
                <a:solidFill>
                  <a:srgbClr val="FF0000"/>
                </a:solidFill>
                <a:latin typeface="Arial" panose="020B0604020202020204" pitchFamily="34" charset="0"/>
              </a:rPr>
              <a:t> The code it contains is run when the class is loaded, so you can’t access instance variables here!</a:t>
            </a:r>
          </a:p>
        </p:txBody>
      </p:sp>
    </p:spTree>
    <p:extLst>
      <p:ext uri="{BB962C8B-B14F-4D97-AF65-F5344CB8AC3E}">
        <p14:creationId xmlns:p14="http://schemas.microsoft.com/office/powerpoint/2010/main" val="6602303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bwMode="auto">
      <p:bgPr>
        <a:solidFill>
          <a:srgbClr val="E0FFA3"/>
        </a:solidFill>
        <a:effectLst/>
      </p:bgPr>
    </p:bg>
    <p:spTree>
      <p:nvGrpSpPr>
        <p:cNvPr id="1" name=""/>
        <p:cNvGrpSpPr/>
        <p:nvPr/>
      </p:nvGrpSpPr>
      <p:grpSpPr>
        <a:xfrm>
          <a:off x="0" y="0"/>
          <a:ext cx="0" cy="0"/>
          <a:chOff x="0" y="0"/>
          <a:chExt cx="0" cy="0"/>
        </a:xfrm>
      </p:grpSpPr>
      <p:sp>
        <p:nvSpPr>
          <p:cNvPr id="104450"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104451" name="Rectangle 2"/>
          <p:cNvSpPr>
            <a:spLocks noChangeArrowheads="1"/>
          </p:cNvSpPr>
          <p:nvPr/>
        </p:nvSpPr>
        <p:spPr bwMode="auto">
          <a:xfrm>
            <a:off x="315913" y="152486"/>
            <a:ext cx="8961107" cy="6740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latin typeface="Arial" panose="020B0604020202020204" pitchFamily="34" charset="0"/>
              </a:rPr>
              <a:t>class </a:t>
            </a:r>
            <a:r>
              <a:rPr lang="en-US" altLang="en-US" sz="2400" dirty="0" err="1">
                <a:latin typeface="Arial" panose="020B0604020202020204" pitchFamily="34" charset="0"/>
              </a:rPr>
              <a:t>ArrayMan</a:t>
            </a:r>
            <a:r>
              <a:rPr lang="en-US" altLang="en-US" sz="2400" dirty="0">
                <a:latin typeface="Arial" panose="020B0604020202020204" pitchFamily="34" charset="0"/>
              </a:rPr>
              <a:t> { </a:t>
            </a:r>
          </a:p>
          <a:p>
            <a:pPr>
              <a:spcBef>
                <a:spcPct val="0"/>
              </a:spcBef>
              <a:buFontTx/>
              <a:buNone/>
            </a:pPr>
            <a:r>
              <a:rPr lang="en-US" altLang="en-US" sz="2400" dirty="0">
                <a:solidFill>
                  <a:srgbClr val="7030A0"/>
                </a:solidFill>
                <a:latin typeface="Arial" panose="020B0604020202020204" pitchFamily="34" charset="0"/>
              </a:rPr>
              <a:t>   static int[] </a:t>
            </a:r>
            <a:r>
              <a:rPr lang="en-US" altLang="en-US" sz="2400" dirty="0" err="1">
                <a:solidFill>
                  <a:srgbClr val="7030A0"/>
                </a:solidFill>
                <a:latin typeface="Arial" panose="020B0604020202020204" pitchFamily="34" charset="0"/>
              </a:rPr>
              <a:t>numArray</a:t>
            </a:r>
            <a:r>
              <a:rPr lang="en-US" altLang="en-US" sz="2400" dirty="0">
                <a:solidFill>
                  <a:srgbClr val="7030A0"/>
                </a:solidFill>
                <a:latin typeface="Arial" panose="020B0604020202020204" pitchFamily="34" charset="0"/>
              </a:rPr>
              <a:t> = new int[10];</a:t>
            </a:r>
          </a:p>
          <a:p>
            <a:pPr>
              <a:spcBef>
                <a:spcPct val="0"/>
              </a:spcBef>
              <a:buFontTx/>
              <a:buNone/>
            </a:pPr>
            <a:endParaRPr lang="en-US" altLang="en-US" sz="2400" dirty="0">
              <a:solidFill>
                <a:srgbClr val="7030A0"/>
              </a:solidFill>
              <a:latin typeface="Arial" panose="020B0604020202020204" pitchFamily="34" charset="0"/>
            </a:endParaRPr>
          </a:p>
          <a:p>
            <a:pPr>
              <a:spcBef>
                <a:spcPct val="0"/>
              </a:spcBef>
              <a:buFontTx/>
              <a:buNone/>
            </a:pPr>
            <a:r>
              <a:rPr lang="en-US" altLang="en-US" sz="2400" dirty="0">
                <a:solidFill>
                  <a:srgbClr val="7030A0"/>
                </a:solidFill>
                <a:latin typeface="Arial" panose="020B0604020202020204" pitchFamily="34" charset="0"/>
              </a:rPr>
              <a:t>   static {</a:t>
            </a:r>
          </a:p>
          <a:p>
            <a:pPr>
              <a:spcBef>
                <a:spcPct val="0"/>
              </a:spcBef>
              <a:buFontTx/>
              <a:buNone/>
            </a:pPr>
            <a:r>
              <a:rPr lang="en-US" altLang="en-US" sz="2400" dirty="0">
                <a:solidFill>
                  <a:srgbClr val="7030A0"/>
                </a:solidFill>
                <a:latin typeface="Arial" panose="020B0604020202020204" pitchFamily="34" charset="0"/>
              </a:rPr>
              <a:t>      </a:t>
            </a:r>
            <a:r>
              <a:rPr lang="en-US" altLang="en-US" sz="2400" dirty="0" err="1">
                <a:solidFill>
                  <a:srgbClr val="7030A0"/>
                </a:solidFill>
                <a:latin typeface="Arial" panose="020B0604020202020204" pitchFamily="34" charset="0"/>
              </a:rPr>
              <a:t>System.out.println</a:t>
            </a:r>
            <a:r>
              <a:rPr lang="en-US" altLang="en-US" sz="2400" dirty="0">
                <a:solidFill>
                  <a:srgbClr val="7030A0"/>
                </a:solidFill>
                <a:latin typeface="Arial" panose="020B0604020202020204" pitchFamily="34" charset="0"/>
              </a:rPr>
              <a:t>("Running static initialization block.");</a:t>
            </a:r>
          </a:p>
          <a:p>
            <a:pPr>
              <a:spcBef>
                <a:spcPct val="0"/>
              </a:spcBef>
              <a:buFontTx/>
              <a:buNone/>
            </a:pPr>
            <a:r>
              <a:rPr lang="en-US" altLang="en-US" sz="2400" dirty="0">
                <a:solidFill>
                  <a:srgbClr val="7030A0"/>
                </a:solidFill>
                <a:latin typeface="Arial" panose="020B0604020202020204" pitchFamily="34" charset="0"/>
              </a:rPr>
              <a:t>      for (int </a:t>
            </a:r>
            <a:r>
              <a:rPr lang="en-US" altLang="en-US" sz="2400" dirty="0" err="1">
                <a:solidFill>
                  <a:srgbClr val="7030A0"/>
                </a:solidFill>
                <a:latin typeface="Arial" panose="020B0604020202020204" pitchFamily="34" charset="0"/>
              </a:rPr>
              <a:t>i</a:t>
            </a:r>
            <a:r>
              <a:rPr lang="en-US" altLang="en-US" sz="2400" dirty="0">
                <a:solidFill>
                  <a:srgbClr val="7030A0"/>
                </a:solidFill>
                <a:latin typeface="Arial" panose="020B0604020202020204" pitchFamily="34" charset="0"/>
              </a:rPr>
              <a:t> = 0; </a:t>
            </a:r>
            <a:r>
              <a:rPr lang="en-US" altLang="en-US" sz="2400" dirty="0" err="1">
                <a:solidFill>
                  <a:srgbClr val="7030A0"/>
                </a:solidFill>
                <a:latin typeface="Arial" panose="020B0604020202020204" pitchFamily="34" charset="0"/>
              </a:rPr>
              <a:t>i</a:t>
            </a:r>
            <a:r>
              <a:rPr lang="en-US" altLang="en-US" sz="2400" dirty="0">
                <a:solidFill>
                  <a:srgbClr val="7030A0"/>
                </a:solidFill>
                <a:latin typeface="Arial" panose="020B0604020202020204" pitchFamily="34" charset="0"/>
              </a:rPr>
              <a:t> &lt; </a:t>
            </a:r>
            <a:r>
              <a:rPr lang="en-US" altLang="en-US" sz="2400" dirty="0" err="1">
                <a:solidFill>
                  <a:srgbClr val="7030A0"/>
                </a:solidFill>
                <a:latin typeface="Arial" panose="020B0604020202020204" pitchFamily="34" charset="0"/>
              </a:rPr>
              <a:t>numArray.length</a:t>
            </a:r>
            <a:r>
              <a:rPr lang="en-US" altLang="en-US" sz="2400" dirty="0">
                <a:solidFill>
                  <a:srgbClr val="7030A0"/>
                </a:solidFill>
                <a:latin typeface="Arial" panose="020B0604020202020204" pitchFamily="34" charset="0"/>
              </a:rPr>
              <a:t>; </a:t>
            </a:r>
            <a:r>
              <a:rPr lang="en-US" altLang="en-US" sz="2400" dirty="0" err="1">
                <a:solidFill>
                  <a:srgbClr val="7030A0"/>
                </a:solidFill>
                <a:latin typeface="Arial" panose="020B0604020202020204" pitchFamily="34" charset="0"/>
              </a:rPr>
              <a:t>i</a:t>
            </a:r>
            <a:r>
              <a:rPr lang="en-US" altLang="en-US" sz="2400" dirty="0">
                <a:solidFill>
                  <a:srgbClr val="7030A0"/>
                </a:solidFill>
                <a:latin typeface="Arial" panose="020B0604020202020204" pitchFamily="34" charset="0"/>
              </a:rPr>
              <a:t>++) {</a:t>
            </a:r>
          </a:p>
          <a:p>
            <a:pPr>
              <a:spcBef>
                <a:spcPct val="0"/>
              </a:spcBef>
              <a:buFontTx/>
              <a:buNone/>
            </a:pPr>
            <a:r>
              <a:rPr lang="en-US" altLang="en-US" sz="2400" dirty="0">
                <a:solidFill>
                  <a:srgbClr val="7030A0"/>
                </a:solidFill>
                <a:latin typeface="Arial" panose="020B0604020202020204" pitchFamily="34" charset="0"/>
              </a:rPr>
              <a:t>         </a:t>
            </a:r>
            <a:r>
              <a:rPr lang="en-US" altLang="en-US" sz="2400" dirty="0" err="1">
                <a:solidFill>
                  <a:srgbClr val="7030A0"/>
                </a:solidFill>
                <a:latin typeface="Arial" panose="020B0604020202020204" pitchFamily="34" charset="0"/>
              </a:rPr>
              <a:t>numArray</a:t>
            </a:r>
            <a:r>
              <a:rPr lang="en-US" altLang="en-US" sz="2400" dirty="0">
                <a:solidFill>
                  <a:srgbClr val="7030A0"/>
                </a:solidFill>
                <a:latin typeface="Arial" panose="020B0604020202020204" pitchFamily="34" charset="0"/>
              </a:rPr>
              <a:t>[</a:t>
            </a:r>
            <a:r>
              <a:rPr lang="en-US" altLang="en-US" sz="2400" dirty="0" err="1">
                <a:solidFill>
                  <a:srgbClr val="7030A0"/>
                </a:solidFill>
                <a:latin typeface="Arial" panose="020B0604020202020204" pitchFamily="34" charset="0"/>
              </a:rPr>
              <a:t>i</a:t>
            </a:r>
            <a:r>
              <a:rPr lang="en-US" altLang="en-US" sz="2400" dirty="0">
                <a:solidFill>
                  <a:srgbClr val="7030A0"/>
                </a:solidFill>
                <a:latin typeface="Arial" panose="020B0604020202020204" pitchFamily="34" charset="0"/>
              </a:rPr>
              <a:t>] = (int) (100.0 * </a:t>
            </a:r>
            <a:r>
              <a:rPr lang="en-US" altLang="en-US" sz="2400" dirty="0" err="1">
                <a:solidFill>
                  <a:srgbClr val="7030A0"/>
                </a:solidFill>
                <a:latin typeface="Arial" panose="020B0604020202020204" pitchFamily="34" charset="0"/>
              </a:rPr>
              <a:t>Math.random</a:t>
            </a:r>
            <a:r>
              <a:rPr lang="en-US" altLang="en-US" sz="2400" dirty="0">
                <a:solidFill>
                  <a:srgbClr val="7030A0"/>
                </a:solidFill>
                <a:latin typeface="Arial" panose="020B0604020202020204" pitchFamily="34" charset="0"/>
              </a:rPr>
              <a:t>());</a:t>
            </a:r>
          </a:p>
          <a:p>
            <a:pPr>
              <a:spcBef>
                <a:spcPct val="0"/>
              </a:spcBef>
              <a:buFontTx/>
              <a:buNone/>
            </a:pPr>
            <a:r>
              <a:rPr lang="en-US" altLang="en-US" sz="2400" dirty="0">
                <a:solidFill>
                  <a:srgbClr val="7030A0"/>
                </a:solidFill>
                <a:latin typeface="Arial" panose="020B0604020202020204" pitchFamily="34" charset="0"/>
              </a:rPr>
              <a:t>      }</a:t>
            </a:r>
          </a:p>
          <a:p>
            <a:pPr>
              <a:spcBef>
                <a:spcPct val="0"/>
              </a:spcBef>
              <a:buFontTx/>
              <a:buNone/>
            </a:pPr>
            <a:r>
              <a:rPr lang="en-US" altLang="en-US" sz="2400" dirty="0">
                <a:solidFill>
                  <a:srgbClr val="7030A0"/>
                </a:solidFill>
                <a:latin typeface="Arial" panose="020B0604020202020204" pitchFamily="34" charset="0"/>
              </a:rPr>
              <a:t>   }</a:t>
            </a:r>
          </a:p>
          <a:p>
            <a:pPr>
              <a:spcBef>
                <a:spcPct val="0"/>
              </a:spcBef>
              <a:buFontTx/>
              <a:buNone/>
            </a:pPr>
            <a:r>
              <a:rPr lang="en-US" altLang="en-US" sz="2400" dirty="0">
                <a:latin typeface="Arial" panose="020B0604020202020204" pitchFamily="34" charset="0"/>
              </a:rPr>
              <a:t>  </a:t>
            </a:r>
          </a:p>
          <a:p>
            <a:pPr>
              <a:spcBef>
                <a:spcPct val="0"/>
              </a:spcBef>
              <a:buFontTx/>
              <a:buNone/>
            </a:pPr>
            <a:r>
              <a:rPr lang="en-US" altLang="en-US" sz="2400" dirty="0">
                <a:latin typeface="Arial" panose="020B0604020202020204" pitchFamily="34" charset="0"/>
              </a:rPr>
              <a:t>   void </a:t>
            </a:r>
            <a:r>
              <a:rPr lang="en-US" altLang="en-US" sz="2400" dirty="0" err="1">
                <a:latin typeface="Arial" panose="020B0604020202020204" pitchFamily="34" charset="0"/>
              </a:rPr>
              <a:t>printArray</a:t>
            </a:r>
            <a:r>
              <a:rPr lang="en-US" altLang="en-US" sz="2400" dirty="0">
                <a:latin typeface="Arial" panose="020B0604020202020204" pitchFamily="34" charset="0"/>
              </a:rPr>
              <a:t>() {</a:t>
            </a:r>
          </a:p>
          <a:p>
            <a:pPr>
              <a:spcBef>
                <a:spcPct val="0"/>
              </a:spcBef>
              <a:buFontTx/>
              <a:buNone/>
            </a:pPr>
            <a:r>
              <a:rPr lang="en-US" altLang="en-US" sz="2400" dirty="0">
                <a:latin typeface="Arial" panose="020B0604020202020204" pitchFamily="34" charset="0"/>
              </a:rPr>
              <a:t>      </a:t>
            </a:r>
            <a:r>
              <a:rPr lang="en-US" altLang="en-US" sz="2400" dirty="0" err="1">
                <a:latin typeface="Arial" panose="020B0604020202020204" pitchFamily="34" charset="0"/>
              </a:rPr>
              <a:t>System.out.println</a:t>
            </a:r>
            <a:r>
              <a:rPr lang="en-US" altLang="en-US" sz="2400" dirty="0">
                <a:latin typeface="Arial" panose="020B0604020202020204" pitchFamily="34" charset="0"/>
              </a:rPr>
              <a:t>("The initialized values are:");</a:t>
            </a:r>
          </a:p>
          <a:p>
            <a:pPr>
              <a:spcBef>
                <a:spcPct val="0"/>
              </a:spcBef>
              <a:buFontTx/>
              <a:buNone/>
            </a:pPr>
            <a:r>
              <a:rPr lang="en-US" altLang="en-US" sz="2400" dirty="0">
                <a:latin typeface="Arial" panose="020B0604020202020204" pitchFamily="34" charset="0"/>
              </a:rPr>
              <a:t>      for (int </a:t>
            </a:r>
            <a:r>
              <a:rPr lang="en-US" altLang="en-US" sz="2400" dirty="0" err="1">
                <a:latin typeface="Arial" panose="020B0604020202020204" pitchFamily="34" charset="0"/>
              </a:rPr>
              <a:t>i</a:t>
            </a:r>
            <a:r>
              <a:rPr lang="en-US" altLang="en-US" sz="2400" dirty="0">
                <a:latin typeface="Arial" panose="020B0604020202020204" pitchFamily="34" charset="0"/>
              </a:rPr>
              <a:t> = 0; </a:t>
            </a:r>
            <a:r>
              <a:rPr lang="en-US" altLang="en-US" sz="2400" dirty="0" err="1">
                <a:latin typeface="Arial" panose="020B0604020202020204" pitchFamily="34" charset="0"/>
              </a:rPr>
              <a:t>i</a:t>
            </a:r>
            <a:r>
              <a:rPr lang="en-US" altLang="en-US" sz="2400" dirty="0">
                <a:latin typeface="Arial" panose="020B0604020202020204" pitchFamily="34" charset="0"/>
              </a:rPr>
              <a:t> &lt; </a:t>
            </a:r>
            <a:r>
              <a:rPr lang="en-US" altLang="en-US" sz="2400" dirty="0" err="1">
                <a:latin typeface="Arial" panose="020B0604020202020204" pitchFamily="34" charset="0"/>
              </a:rPr>
              <a:t>numArray.length</a:t>
            </a:r>
            <a:r>
              <a:rPr lang="en-US" altLang="en-US" sz="2400" dirty="0">
                <a:latin typeface="Arial" panose="020B0604020202020204" pitchFamily="34" charset="0"/>
              </a:rPr>
              <a:t>; </a:t>
            </a:r>
            <a:r>
              <a:rPr lang="en-US" altLang="en-US" sz="2400" dirty="0" err="1">
                <a:latin typeface="Arial" panose="020B0604020202020204" pitchFamily="34" charset="0"/>
              </a:rPr>
              <a:t>i</a:t>
            </a:r>
            <a:r>
              <a:rPr lang="en-US" altLang="en-US" sz="2400" dirty="0">
                <a:latin typeface="Arial" panose="020B0604020202020204" pitchFamily="34" charset="0"/>
              </a:rPr>
              <a:t>++) {</a:t>
            </a:r>
          </a:p>
          <a:p>
            <a:pPr>
              <a:spcBef>
                <a:spcPct val="0"/>
              </a:spcBef>
              <a:buFontTx/>
              <a:buNone/>
            </a:pPr>
            <a:r>
              <a:rPr lang="en-US" altLang="en-US" sz="2400" dirty="0">
                <a:latin typeface="Arial" panose="020B0604020202020204" pitchFamily="34" charset="0"/>
              </a:rPr>
              <a:t>         </a:t>
            </a:r>
            <a:r>
              <a:rPr lang="en-US" altLang="en-US" sz="2400" dirty="0" err="1">
                <a:latin typeface="Arial" panose="020B0604020202020204" pitchFamily="34" charset="0"/>
              </a:rPr>
              <a:t>System.out.print</a:t>
            </a:r>
            <a:r>
              <a:rPr lang="en-US" altLang="en-US" sz="2400" dirty="0">
                <a:latin typeface="Arial" panose="020B0604020202020204" pitchFamily="34" charset="0"/>
              </a:rPr>
              <a:t>(</a:t>
            </a:r>
            <a:r>
              <a:rPr lang="en-US" altLang="en-US" sz="2400" dirty="0" err="1">
                <a:latin typeface="Arial" panose="020B0604020202020204" pitchFamily="34" charset="0"/>
              </a:rPr>
              <a:t>numArray</a:t>
            </a:r>
            <a:r>
              <a:rPr lang="en-US" altLang="en-US" sz="2400" dirty="0">
                <a:latin typeface="Arial" panose="020B0604020202020204" pitchFamily="34" charset="0"/>
              </a:rPr>
              <a:t>[</a:t>
            </a:r>
            <a:r>
              <a:rPr lang="en-US" altLang="en-US" sz="2400" dirty="0" err="1">
                <a:latin typeface="Arial" panose="020B0604020202020204" pitchFamily="34" charset="0"/>
              </a:rPr>
              <a:t>i</a:t>
            </a:r>
            <a:r>
              <a:rPr lang="en-US" altLang="en-US" sz="2400" dirty="0">
                <a:latin typeface="Arial" panose="020B0604020202020204" pitchFamily="34" charset="0"/>
              </a:rPr>
              <a:t>] + " ");</a:t>
            </a:r>
          </a:p>
          <a:p>
            <a:pPr>
              <a:spcBef>
                <a:spcPct val="0"/>
              </a:spcBef>
              <a:buFontTx/>
              <a:buNone/>
            </a:pPr>
            <a:r>
              <a:rPr lang="en-US" altLang="en-US" sz="2400" dirty="0">
                <a:latin typeface="Arial" panose="020B0604020202020204" pitchFamily="34" charset="0"/>
              </a:rPr>
              <a:t>      }</a:t>
            </a:r>
          </a:p>
          <a:p>
            <a:pPr>
              <a:spcBef>
                <a:spcPct val="0"/>
              </a:spcBef>
              <a:buFontTx/>
              <a:buNone/>
            </a:pPr>
            <a:r>
              <a:rPr lang="en-US" altLang="en-US" sz="2400" dirty="0">
                <a:latin typeface="Arial" panose="020B0604020202020204" pitchFamily="34" charset="0"/>
              </a:rPr>
              <a:t>      </a:t>
            </a:r>
            <a:r>
              <a:rPr lang="en-US" altLang="en-US" sz="2400" dirty="0" err="1">
                <a:latin typeface="Arial" panose="020B0604020202020204" pitchFamily="34" charset="0"/>
              </a:rPr>
              <a:t>System.out.println</a:t>
            </a:r>
            <a:r>
              <a:rPr lang="en-US" altLang="en-US" sz="2400" dirty="0">
                <a:latin typeface="Arial" panose="020B0604020202020204" pitchFamily="34" charset="0"/>
              </a:rPr>
              <a:t>();</a:t>
            </a:r>
          </a:p>
          <a:p>
            <a:pPr>
              <a:spcBef>
                <a:spcPct val="0"/>
              </a:spcBef>
              <a:buFontTx/>
              <a:buNone/>
            </a:pPr>
            <a:r>
              <a:rPr lang="en-US" altLang="en-US" sz="2400" dirty="0">
                <a:latin typeface="Arial" panose="020B0604020202020204" pitchFamily="34" charset="0"/>
              </a:rPr>
              <a:t>   }</a:t>
            </a:r>
          </a:p>
          <a:p>
            <a:pPr>
              <a:spcBef>
                <a:spcPct val="0"/>
              </a:spcBef>
              <a:buFontTx/>
              <a:buNone/>
            </a:pPr>
            <a:r>
              <a:rPr lang="en-US" altLang="en-US" sz="2400" dirty="0">
                <a:latin typeface="Arial" panose="020B0604020202020204" pitchFamily="34" charset="0"/>
              </a:rPr>
              <a:t>}</a:t>
            </a:r>
          </a:p>
        </p:txBody>
      </p:sp>
      <p:sp>
        <p:nvSpPr>
          <p:cNvPr id="104452" name="WordArt 3"/>
          <p:cNvSpPr>
            <a:spLocks noChangeArrowheads="1" noChangeShapeType="1" noTextEdit="1"/>
          </p:cNvSpPr>
          <p:nvPr/>
        </p:nvSpPr>
        <p:spPr bwMode="auto">
          <a:xfrm>
            <a:off x="5333980" y="3141604"/>
            <a:ext cx="3602513" cy="762070"/>
          </a:xfrm>
          <a:prstGeom prst="rect">
            <a:avLst/>
          </a:prstGeom>
        </p:spPr>
        <p:txBody>
          <a:bodyPr wrap="none" fromWordArt="1">
            <a:prstTxWarp prst="textPlain">
              <a:avLst>
                <a:gd name="adj" fmla="val 50000"/>
              </a:avLst>
            </a:prstTxWarp>
          </a:bodyPr>
          <a:lstStyle/>
          <a:p>
            <a:pPr algn="ctr"/>
            <a:r>
              <a:rPr lang="en-US" sz="3600" kern="10" dirty="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Initialization Blocks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bwMode="auto">
      <p:bgPr>
        <a:solidFill>
          <a:srgbClr val="E0FFA3"/>
        </a:solidFill>
        <a:effectLst/>
      </p:bgPr>
    </p:bg>
    <p:spTree>
      <p:nvGrpSpPr>
        <p:cNvPr id="1" name=""/>
        <p:cNvGrpSpPr/>
        <p:nvPr/>
      </p:nvGrpSpPr>
      <p:grpSpPr>
        <a:xfrm>
          <a:off x="0" y="0"/>
          <a:ext cx="0" cy="0"/>
          <a:chOff x="0" y="0"/>
          <a:chExt cx="0" cy="0"/>
        </a:xfrm>
      </p:grpSpPr>
      <p:sp>
        <p:nvSpPr>
          <p:cNvPr id="104450"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104451" name="Rectangle 2"/>
          <p:cNvSpPr>
            <a:spLocks noChangeArrowheads="1"/>
          </p:cNvSpPr>
          <p:nvPr/>
        </p:nvSpPr>
        <p:spPr bwMode="auto">
          <a:xfrm>
            <a:off x="315913" y="760413"/>
            <a:ext cx="8077200" cy="5808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dirty="0">
                <a:latin typeface="Arial" panose="020B0604020202020204" pitchFamily="34" charset="0"/>
              </a:rPr>
              <a:t>import </a:t>
            </a:r>
            <a:r>
              <a:rPr lang="en-US" altLang="en-US" sz="2000" dirty="0" err="1">
                <a:latin typeface="Arial" panose="020B0604020202020204" pitchFamily="34" charset="0"/>
              </a:rPr>
              <a:t>java.util.ResourceBundle</a:t>
            </a:r>
            <a:r>
              <a:rPr lang="en-US" altLang="en-US" sz="2000" dirty="0">
                <a:latin typeface="Arial" panose="020B0604020202020204" pitchFamily="34" charset="0"/>
              </a:rPr>
              <a:t>;</a:t>
            </a:r>
          </a:p>
          <a:p>
            <a:pPr>
              <a:spcBef>
                <a:spcPct val="0"/>
              </a:spcBef>
              <a:buFontTx/>
              <a:buNone/>
            </a:pPr>
            <a:endParaRPr lang="en-US" altLang="en-US" sz="1100" dirty="0">
              <a:latin typeface="Arial" panose="020B0604020202020204" pitchFamily="34" charset="0"/>
            </a:endParaRPr>
          </a:p>
          <a:p>
            <a:pPr>
              <a:spcBef>
                <a:spcPct val="0"/>
              </a:spcBef>
              <a:buFontTx/>
              <a:buNone/>
            </a:pPr>
            <a:r>
              <a:rPr lang="en-US" altLang="en-US" sz="2000" dirty="0">
                <a:latin typeface="Arial" panose="020B0604020202020204" pitchFamily="34" charset="0"/>
              </a:rPr>
              <a:t>class Errors { </a:t>
            </a:r>
          </a:p>
          <a:p>
            <a:pPr>
              <a:spcBef>
                <a:spcPct val="0"/>
              </a:spcBef>
              <a:buFontTx/>
              <a:buNone/>
            </a:pPr>
            <a:r>
              <a:rPr lang="en-US" altLang="en-US" sz="2000" dirty="0">
                <a:solidFill>
                  <a:srgbClr val="7030A0"/>
                </a:solidFill>
                <a:latin typeface="Arial" panose="020B0604020202020204" pitchFamily="34" charset="0"/>
              </a:rPr>
              <a:t>   static </a:t>
            </a:r>
            <a:r>
              <a:rPr lang="en-US" altLang="en-US" sz="2000" dirty="0" err="1">
                <a:solidFill>
                  <a:srgbClr val="7030A0"/>
                </a:solidFill>
                <a:latin typeface="Arial" panose="020B0604020202020204" pitchFamily="34" charset="0"/>
              </a:rPr>
              <a:t>ResourceBundle</a:t>
            </a:r>
            <a:r>
              <a:rPr lang="en-US" altLang="en-US" sz="2000" dirty="0">
                <a:solidFill>
                  <a:srgbClr val="7030A0"/>
                </a:solidFill>
                <a:latin typeface="Arial" panose="020B0604020202020204" pitchFamily="34" charset="0"/>
              </a:rPr>
              <a:t> </a:t>
            </a:r>
            <a:r>
              <a:rPr lang="en-US" altLang="en-US" sz="2000" dirty="0" err="1">
                <a:solidFill>
                  <a:srgbClr val="7030A0"/>
                </a:solidFill>
                <a:latin typeface="Arial" panose="020B0604020202020204" pitchFamily="34" charset="0"/>
              </a:rPr>
              <a:t>errorstrings</a:t>
            </a:r>
            <a:r>
              <a:rPr lang="en-US" altLang="en-US" sz="2000" dirty="0">
                <a:solidFill>
                  <a:srgbClr val="7030A0"/>
                </a:solidFill>
                <a:latin typeface="Arial" panose="020B0604020202020204" pitchFamily="34" charset="0"/>
              </a:rPr>
              <a:t>; </a:t>
            </a:r>
          </a:p>
          <a:p>
            <a:pPr>
              <a:spcBef>
                <a:spcPct val="0"/>
              </a:spcBef>
              <a:buFontTx/>
              <a:buNone/>
            </a:pPr>
            <a:endParaRPr lang="en-US" altLang="en-US" sz="1000" dirty="0">
              <a:solidFill>
                <a:srgbClr val="7030A0"/>
              </a:solidFill>
              <a:latin typeface="Arial" panose="020B0604020202020204" pitchFamily="34" charset="0"/>
            </a:endParaRPr>
          </a:p>
          <a:p>
            <a:pPr>
              <a:spcBef>
                <a:spcPct val="0"/>
              </a:spcBef>
              <a:buFontTx/>
              <a:buNone/>
            </a:pPr>
            <a:r>
              <a:rPr lang="en-US" altLang="en-US" sz="2000" dirty="0">
                <a:solidFill>
                  <a:srgbClr val="7030A0"/>
                </a:solidFill>
                <a:latin typeface="Arial" panose="020B0604020202020204" pitchFamily="34" charset="0"/>
              </a:rPr>
              <a:t>   static { </a:t>
            </a:r>
          </a:p>
          <a:p>
            <a:pPr>
              <a:spcBef>
                <a:spcPct val="0"/>
              </a:spcBef>
              <a:buFontTx/>
              <a:buNone/>
            </a:pPr>
            <a:r>
              <a:rPr lang="en-US" altLang="en-US" sz="2000" dirty="0">
                <a:solidFill>
                  <a:srgbClr val="7030A0"/>
                </a:solidFill>
                <a:latin typeface="Arial" panose="020B0604020202020204" pitchFamily="34" charset="0"/>
              </a:rPr>
              <a:t>       try {</a:t>
            </a:r>
          </a:p>
          <a:p>
            <a:pPr>
              <a:spcBef>
                <a:spcPct val="0"/>
              </a:spcBef>
              <a:buFontTx/>
              <a:buNone/>
            </a:pPr>
            <a:r>
              <a:rPr lang="en-US" altLang="en-US" sz="2000" dirty="0">
                <a:solidFill>
                  <a:srgbClr val="7030A0"/>
                </a:solidFill>
                <a:latin typeface="Arial" panose="020B0604020202020204" pitchFamily="34" charset="0"/>
              </a:rPr>
              <a:t>           </a:t>
            </a:r>
            <a:r>
              <a:rPr lang="en-US" altLang="en-US" sz="2000" dirty="0" err="1">
                <a:solidFill>
                  <a:srgbClr val="7030A0"/>
                </a:solidFill>
                <a:latin typeface="Arial" panose="020B0604020202020204" pitchFamily="34" charset="0"/>
              </a:rPr>
              <a:t>errorstrings</a:t>
            </a:r>
            <a:r>
              <a:rPr lang="en-US" altLang="en-US" sz="2000" dirty="0">
                <a:solidFill>
                  <a:srgbClr val="7030A0"/>
                </a:solidFill>
                <a:latin typeface="Arial" panose="020B0604020202020204" pitchFamily="34" charset="0"/>
              </a:rPr>
              <a:t> = </a:t>
            </a:r>
            <a:r>
              <a:rPr lang="en-US" altLang="en-US" sz="2000" dirty="0" err="1">
                <a:solidFill>
                  <a:srgbClr val="7030A0"/>
                </a:solidFill>
                <a:latin typeface="Arial" panose="020B0604020202020204" pitchFamily="34" charset="0"/>
              </a:rPr>
              <a:t>ResourceBundle.getBundle</a:t>
            </a:r>
            <a:r>
              <a:rPr lang="en-US" altLang="en-US" sz="2000" dirty="0">
                <a:solidFill>
                  <a:srgbClr val="7030A0"/>
                </a:solidFill>
                <a:latin typeface="Arial" panose="020B0604020202020204" pitchFamily="34" charset="0"/>
              </a:rPr>
              <a:t>("</a:t>
            </a:r>
            <a:r>
              <a:rPr lang="en-US" altLang="en-US" sz="2000" dirty="0" err="1">
                <a:solidFill>
                  <a:srgbClr val="7030A0"/>
                </a:solidFill>
                <a:latin typeface="Arial" panose="020B0604020202020204" pitchFamily="34" charset="0"/>
              </a:rPr>
              <a:t>ErrorStrings</a:t>
            </a:r>
            <a:r>
              <a:rPr lang="en-US" altLang="en-US" sz="2000" dirty="0">
                <a:solidFill>
                  <a:srgbClr val="7030A0"/>
                </a:solidFill>
                <a:latin typeface="Arial" panose="020B0604020202020204" pitchFamily="34" charset="0"/>
              </a:rPr>
              <a:t>");</a:t>
            </a:r>
          </a:p>
          <a:p>
            <a:pPr>
              <a:spcBef>
                <a:spcPct val="0"/>
              </a:spcBef>
              <a:buFontTx/>
              <a:buNone/>
            </a:pPr>
            <a:r>
              <a:rPr lang="en-US" altLang="en-US" sz="2000" dirty="0">
                <a:solidFill>
                  <a:srgbClr val="7030A0"/>
                </a:solidFill>
                <a:latin typeface="Arial" panose="020B0604020202020204" pitchFamily="34" charset="0"/>
              </a:rPr>
              <a:t>       } </a:t>
            </a:r>
          </a:p>
          <a:p>
            <a:pPr>
              <a:spcBef>
                <a:spcPct val="0"/>
              </a:spcBef>
              <a:buFontTx/>
              <a:buNone/>
            </a:pPr>
            <a:r>
              <a:rPr lang="en-US" altLang="en-US" sz="2000" dirty="0">
                <a:solidFill>
                  <a:srgbClr val="7030A0"/>
                </a:solidFill>
                <a:latin typeface="Arial" panose="020B0604020202020204" pitchFamily="34" charset="0"/>
              </a:rPr>
              <a:t>       catch (</a:t>
            </a:r>
            <a:r>
              <a:rPr lang="en-US" altLang="en-US" sz="2000" dirty="0" err="1">
                <a:solidFill>
                  <a:srgbClr val="7030A0"/>
                </a:solidFill>
                <a:latin typeface="Arial" panose="020B0604020202020204" pitchFamily="34" charset="0"/>
              </a:rPr>
              <a:t>java.util.MissingResourceException</a:t>
            </a:r>
            <a:r>
              <a:rPr lang="en-US" altLang="en-US" sz="2000" dirty="0">
                <a:solidFill>
                  <a:srgbClr val="7030A0"/>
                </a:solidFill>
                <a:latin typeface="Arial" panose="020B0604020202020204" pitchFamily="34" charset="0"/>
              </a:rPr>
              <a:t> e) {</a:t>
            </a:r>
          </a:p>
          <a:p>
            <a:pPr>
              <a:spcBef>
                <a:spcPct val="0"/>
              </a:spcBef>
              <a:buFontTx/>
              <a:buNone/>
            </a:pPr>
            <a:r>
              <a:rPr lang="en-US" altLang="en-US" sz="2000" dirty="0">
                <a:solidFill>
                  <a:srgbClr val="7030A0"/>
                </a:solidFill>
                <a:latin typeface="Arial" panose="020B0604020202020204" pitchFamily="34" charset="0"/>
              </a:rPr>
              <a:t>          // error recovery code here </a:t>
            </a:r>
          </a:p>
          <a:p>
            <a:pPr>
              <a:spcBef>
                <a:spcPct val="0"/>
              </a:spcBef>
              <a:buFontTx/>
              <a:buNone/>
            </a:pPr>
            <a:r>
              <a:rPr lang="en-US" altLang="en-US" sz="2000" dirty="0">
                <a:solidFill>
                  <a:srgbClr val="7030A0"/>
                </a:solidFill>
                <a:latin typeface="Arial" panose="020B0604020202020204" pitchFamily="34" charset="0"/>
              </a:rPr>
              <a:t>       }</a:t>
            </a:r>
          </a:p>
          <a:p>
            <a:pPr>
              <a:spcBef>
                <a:spcPct val="0"/>
              </a:spcBef>
              <a:buFontTx/>
              <a:buNone/>
            </a:pPr>
            <a:r>
              <a:rPr lang="en-US" altLang="en-US" sz="2000" dirty="0">
                <a:latin typeface="Arial" panose="020B0604020202020204" pitchFamily="34" charset="0"/>
              </a:rPr>
              <a:t>   }</a:t>
            </a:r>
          </a:p>
          <a:p>
            <a:pPr>
              <a:spcBef>
                <a:spcPct val="0"/>
              </a:spcBef>
              <a:buFontTx/>
              <a:buNone/>
            </a:pPr>
            <a:r>
              <a:rPr lang="en-US" altLang="en-US" sz="2000" dirty="0">
                <a:latin typeface="Arial" panose="020B0604020202020204" pitchFamily="34" charset="0"/>
              </a:rPr>
              <a:t>}</a:t>
            </a:r>
          </a:p>
          <a:p>
            <a:pPr>
              <a:spcBef>
                <a:spcPct val="0"/>
              </a:spcBef>
              <a:buFontTx/>
              <a:buNone/>
            </a:pPr>
            <a:endParaRPr lang="en-US" altLang="en-US" sz="1000" dirty="0">
              <a:latin typeface="Arial" panose="020B0604020202020204" pitchFamily="34" charset="0"/>
            </a:endParaRPr>
          </a:p>
          <a:p>
            <a:pPr>
              <a:spcBef>
                <a:spcPct val="0"/>
              </a:spcBef>
              <a:buFontTx/>
              <a:buNone/>
            </a:pPr>
            <a:r>
              <a:rPr lang="en-US" altLang="en-US" sz="2000" dirty="0">
                <a:latin typeface="Arial" panose="020B0604020202020204" pitchFamily="34" charset="0"/>
              </a:rPr>
              <a:t>The error strings resource bundle must be initialized in a static </a:t>
            </a:r>
          </a:p>
          <a:p>
            <a:pPr>
              <a:spcBef>
                <a:spcPct val="0"/>
              </a:spcBef>
              <a:buFontTx/>
              <a:buNone/>
            </a:pPr>
            <a:r>
              <a:rPr lang="en-US" altLang="en-US" sz="2000" dirty="0">
                <a:latin typeface="Arial" panose="020B0604020202020204" pitchFamily="34" charset="0"/>
              </a:rPr>
              <a:t>initialization block. This is because error recovery must be </a:t>
            </a:r>
          </a:p>
          <a:p>
            <a:pPr>
              <a:spcBef>
                <a:spcPct val="0"/>
              </a:spcBef>
              <a:buFontTx/>
              <a:buNone/>
            </a:pPr>
            <a:r>
              <a:rPr lang="en-US" altLang="en-US" sz="2000" dirty="0">
                <a:latin typeface="Arial" panose="020B0604020202020204" pitchFamily="34" charset="0"/>
              </a:rPr>
              <a:t>performed if the bundle cannot be found.  Also, </a:t>
            </a:r>
            <a:r>
              <a:rPr lang="en-US" altLang="en-US" sz="2000" dirty="0" err="1">
                <a:latin typeface="Arial" panose="020B0604020202020204" pitchFamily="34" charset="0"/>
              </a:rPr>
              <a:t>errorstrings</a:t>
            </a:r>
            <a:r>
              <a:rPr lang="en-US" altLang="en-US" sz="2000" dirty="0">
                <a:latin typeface="Arial" panose="020B0604020202020204" pitchFamily="34" charset="0"/>
              </a:rPr>
              <a:t> is a </a:t>
            </a:r>
          </a:p>
          <a:p>
            <a:pPr>
              <a:spcBef>
                <a:spcPct val="0"/>
              </a:spcBef>
              <a:buFontTx/>
              <a:buNone/>
            </a:pPr>
            <a:r>
              <a:rPr lang="en-US" altLang="en-US" sz="2000" dirty="0">
                <a:latin typeface="Arial" panose="020B0604020202020204" pitchFamily="34" charset="0"/>
              </a:rPr>
              <a:t>class member and it does not make sense for it to be initialized </a:t>
            </a:r>
          </a:p>
          <a:p>
            <a:pPr>
              <a:spcBef>
                <a:spcPct val="0"/>
              </a:spcBef>
              <a:buFontTx/>
              <a:buNone/>
            </a:pPr>
            <a:r>
              <a:rPr lang="en-US" altLang="en-US" sz="2000" dirty="0">
                <a:latin typeface="Arial" panose="020B0604020202020204" pitchFamily="34" charset="0"/>
              </a:rPr>
              <a:t>in a constructor.  </a:t>
            </a:r>
          </a:p>
        </p:txBody>
      </p:sp>
      <p:sp>
        <p:nvSpPr>
          <p:cNvPr id="104452" name="WordArt 3"/>
          <p:cNvSpPr>
            <a:spLocks noChangeArrowheads="1" noChangeShapeType="1" noTextEdit="1"/>
          </p:cNvSpPr>
          <p:nvPr/>
        </p:nvSpPr>
        <p:spPr bwMode="auto">
          <a:xfrm>
            <a:off x="4800600" y="533400"/>
            <a:ext cx="3962400" cy="8382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Initialization Blocks</a:t>
            </a:r>
          </a:p>
        </p:txBody>
      </p:sp>
    </p:spTree>
    <p:extLst>
      <p:ext uri="{BB962C8B-B14F-4D97-AF65-F5344CB8AC3E}">
        <p14:creationId xmlns:p14="http://schemas.microsoft.com/office/powerpoint/2010/main" val="22585240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95235" name="Rectangle 2"/>
          <p:cNvSpPr>
            <a:spLocks noChangeArrowheads="1"/>
          </p:cNvSpPr>
          <p:nvPr/>
        </p:nvSpPr>
        <p:spPr bwMode="auto">
          <a:xfrm>
            <a:off x="609705" y="1804491"/>
            <a:ext cx="7848394" cy="40318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dirty="0">
                <a:latin typeface="Arial" panose="020B0604020202020204" pitchFamily="34" charset="0"/>
              </a:rPr>
              <a:t>While static methods can be inherited, class methods have nothing to do with polymorphism.</a:t>
            </a:r>
          </a:p>
          <a:p>
            <a:pPr>
              <a:spcBef>
                <a:spcPct val="0"/>
              </a:spcBef>
              <a:buFontTx/>
              <a:buNone/>
            </a:pPr>
            <a:endParaRPr lang="en-US" altLang="en-US" dirty="0">
              <a:latin typeface="Arial" panose="020B0604020202020204" pitchFamily="34" charset="0"/>
            </a:endParaRPr>
          </a:p>
          <a:p>
            <a:pPr>
              <a:spcBef>
                <a:spcPct val="0"/>
              </a:spcBef>
              <a:buFontTx/>
              <a:buNone/>
            </a:pPr>
            <a:r>
              <a:rPr lang="en-US" altLang="en-US" dirty="0">
                <a:latin typeface="Arial" panose="020B0604020202020204" pitchFamily="34" charset="0"/>
              </a:rPr>
              <a:t>Polymorphism is based on the run-time type, but with static methods the compiler will choose method to call based on the reference type instead.</a:t>
            </a:r>
          </a:p>
        </p:txBody>
      </p:sp>
      <p:sp>
        <p:nvSpPr>
          <p:cNvPr id="95236" name="WordArt 3"/>
          <p:cNvSpPr>
            <a:spLocks noChangeArrowheads="1" noChangeShapeType="1" noTextEdit="1"/>
          </p:cNvSpPr>
          <p:nvPr/>
        </p:nvSpPr>
        <p:spPr bwMode="auto">
          <a:xfrm>
            <a:off x="1371684" y="457279"/>
            <a:ext cx="5867246" cy="685782"/>
          </a:xfrm>
          <a:prstGeom prst="rect">
            <a:avLst/>
          </a:prstGeom>
        </p:spPr>
        <p:txBody>
          <a:bodyPr wrap="none" fromWordArt="1">
            <a:prstTxWarp prst="textPlain">
              <a:avLst>
                <a:gd name="adj" fmla="val 50000"/>
              </a:avLst>
            </a:prstTxWarp>
          </a:bodyPr>
          <a:lstStyle/>
          <a:p>
            <a:pPr algn="ctr"/>
            <a:r>
              <a:rPr lang="en-US" sz="3600" kern="10" dirty="0">
                <a:ln w="9525">
                  <a:solidFill>
                    <a:schemeClr val="accent3">
                      <a:lumMod val="95000"/>
                    </a:schemeClr>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Static methods</a:t>
            </a:r>
          </a:p>
        </p:txBody>
      </p:sp>
    </p:spTree>
    <p:extLst>
      <p:ext uri="{BB962C8B-B14F-4D97-AF65-F5344CB8AC3E}">
        <p14:creationId xmlns:p14="http://schemas.microsoft.com/office/powerpoint/2010/main" val="32736012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95235" name="Rectangle 2"/>
          <p:cNvSpPr>
            <a:spLocks noChangeArrowheads="1"/>
          </p:cNvSpPr>
          <p:nvPr/>
        </p:nvSpPr>
        <p:spPr bwMode="auto">
          <a:xfrm>
            <a:off x="647842" y="2438426"/>
            <a:ext cx="7848394" cy="2369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marL="457200" indent="-457200">
              <a:spcBef>
                <a:spcPct val="0"/>
              </a:spcBef>
              <a:spcAft>
                <a:spcPts val="1200"/>
              </a:spcAft>
            </a:pPr>
            <a:r>
              <a:rPr lang="en-US" altLang="en-US" dirty="0">
                <a:solidFill>
                  <a:schemeClr val="accent1">
                    <a:lumMod val="50000"/>
                  </a:schemeClr>
                </a:solidFill>
                <a:latin typeface="Arial" panose="020B0604020202020204" pitchFamily="34" charset="0"/>
              </a:rPr>
              <a:t>Instance methods </a:t>
            </a:r>
            <a:r>
              <a:rPr lang="en-US" altLang="en-US" dirty="0">
                <a:latin typeface="Arial" panose="020B0604020202020204" pitchFamily="34" charset="0"/>
              </a:rPr>
              <a:t>can be </a:t>
            </a:r>
            <a:r>
              <a:rPr lang="en-US" altLang="en-US" i="1" dirty="0">
                <a:solidFill>
                  <a:schemeClr val="accent1">
                    <a:lumMod val="50000"/>
                  </a:schemeClr>
                </a:solidFill>
                <a:latin typeface="Arial" panose="020B0604020202020204" pitchFamily="34" charset="0"/>
              </a:rPr>
              <a:t>overridden</a:t>
            </a:r>
            <a:r>
              <a:rPr lang="en-US" altLang="en-US" dirty="0">
                <a:latin typeface="Arial" panose="020B0604020202020204" pitchFamily="34" charset="0"/>
              </a:rPr>
              <a:t>.</a:t>
            </a:r>
          </a:p>
          <a:p>
            <a:pPr marL="457200" indent="-457200">
              <a:spcBef>
                <a:spcPct val="0"/>
              </a:spcBef>
              <a:spcAft>
                <a:spcPts val="1200"/>
              </a:spcAft>
            </a:pPr>
            <a:r>
              <a:rPr lang="en-US" altLang="en-US" dirty="0">
                <a:latin typeface="Arial" panose="020B0604020202020204" pitchFamily="34" charset="0"/>
              </a:rPr>
              <a:t>Method version is decided </a:t>
            </a:r>
            <a:br>
              <a:rPr lang="en-US" altLang="en-US" dirty="0">
                <a:latin typeface="Arial" panose="020B0604020202020204" pitchFamily="34" charset="0"/>
              </a:rPr>
            </a:br>
            <a:r>
              <a:rPr lang="en-US" altLang="en-US" dirty="0">
                <a:latin typeface="Arial" panose="020B0604020202020204" pitchFamily="34" charset="0"/>
              </a:rPr>
              <a:t>at </a:t>
            </a:r>
            <a:r>
              <a:rPr lang="en-US" altLang="en-US" dirty="0">
                <a:solidFill>
                  <a:schemeClr val="accent1">
                    <a:lumMod val="50000"/>
                  </a:schemeClr>
                </a:solidFill>
                <a:latin typeface="Arial" panose="020B0604020202020204" pitchFamily="34" charset="0"/>
              </a:rPr>
              <a:t>run-time.</a:t>
            </a:r>
          </a:p>
          <a:p>
            <a:pPr marL="457200" indent="-457200">
              <a:spcBef>
                <a:spcPct val="0"/>
              </a:spcBef>
              <a:spcAft>
                <a:spcPts val="1200"/>
              </a:spcAft>
            </a:pPr>
            <a:r>
              <a:rPr lang="en-US" altLang="en-US" dirty="0">
                <a:latin typeface="Arial" panose="020B0604020202020204" pitchFamily="34" charset="0"/>
              </a:rPr>
              <a:t>This is called </a:t>
            </a:r>
            <a:r>
              <a:rPr lang="en-US" altLang="en-US" dirty="0">
                <a:solidFill>
                  <a:schemeClr val="accent1">
                    <a:lumMod val="50000"/>
                  </a:schemeClr>
                </a:solidFill>
                <a:latin typeface="Arial" panose="020B0604020202020204" pitchFamily="34" charset="0"/>
              </a:rPr>
              <a:t>late binding</a:t>
            </a:r>
            <a:r>
              <a:rPr lang="en-US" altLang="en-US" dirty="0">
                <a:latin typeface="Arial" panose="020B0604020202020204" pitchFamily="34" charset="0"/>
              </a:rPr>
              <a:t>.</a:t>
            </a:r>
          </a:p>
        </p:txBody>
      </p:sp>
      <p:sp>
        <p:nvSpPr>
          <p:cNvPr id="5" name="WordArt 3"/>
          <p:cNvSpPr>
            <a:spLocks noChangeArrowheads="1" noChangeShapeType="1" noTextEdit="1"/>
          </p:cNvSpPr>
          <p:nvPr/>
        </p:nvSpPr>
        <p:spPr bwMode="auto">
          <a:xfrm>
            <a:off x="838298" y="457278"/>
            <a:ext cx="7695998" cy="1142970"/>
          </a:xfrm>
          <a:prstGeom prst="rect">
            <a:avLst/>
          </a:prstGeom>
        </p:spPr>
        <p:txBody>
          <a:bodyPr wrap="none" fromWordArt="1">
            <a:prstTxWarp prst="textPlain">
              <a:avLst>
                <a:gd name="adj" fmla="val 50000"/>
              </a:avLst>
            </a:prstTxWarp>
          </a:bodyPr>
          <a:lstStyle/>
          <a:p>
            <a:pPr algn="ctr"/>
            <a:r>
              <a:rPr lang="en-US" sz="3600" b="0" kern="10" dirty="0">
                <a:ln w="9525">
                  <a:solidFill>
                    <a:schemeClr val="accent3">
                      <a:lumMod val="95000"/>
                    </a:schemeClr>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Instance methods</a:t>
            </a:r>
          </a:p>
          <a:p>
            <a:pPr algn="ctr"/>
            <a:r>
              <a:rPr lang="en-US" sz="3600" b="0" kern="10" dirty="0">
                <a:ln w="9525">
                  <a:solidFill>
                    <a:schemeClr val="accent3">
                      <a:lumMod val="95000"/>
                    </a:schemeClr>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can be Overridden</a:t>
            </a:r>
          </a:p>
        </p:txBody>
      </p:sp>
    </p:spTree>
    <p:extLst>
      <p:ext uri="{BB962C8B-B14F-4D97-AF65-F5344CB8AC3E}">
        <p14:creationId xmlns:p14="http://schemas.microsoft.com/office/powerpoint/2010/main" val="76938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5" name="WordArt 3"/>
          <p:cNvSpPr>
            <a:spLocks noChangeArrowheads="1" noChangeShapeType="1" noTextEdit="1"/>
          </p:cNvSpPr>
          <p:nvPr/>
        </p:nvSpPr>
        <p:spPr bwMode="auto">
          <a:xfrm>
            <a:off x="1524080" y="457278"/>
            <a:ext cx="6019642" cy="1219168"/>
          </a:xfrm>
          <a:prstGeom prst="rect">
            <a:avLst/>
          </a:prstGeom>
        </p:spPr>
        <p:txBody>
          <a:bodyPr wrap="none" fromWordArt="1">
            <a:prstTxWarp prst="textPlain">
              <a:avLst>
                <a:gd name="adj" fmla="val 50000"/>
              </a:avLst>
            </a:prstTxWarp>
          </a:bodyPr>
          <a:lstStyle/>
          <a:p>
            <a:pPr algn="ctr"/>
            <a:r>
              <a:rPr lang="en-US" sz="3600" b="0" kern="10" dirty="0">
                <a:ln w="9525">
                  <a:solidFill>
                    <a:schemeClr val="accent5">
                      <a:lumMod val="20000"/>
                      <a:lumOff val="80000"/>
                    </a:schemeClr>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Static methods</a:t>
            </a:r>
          </a:p>
          <a:p>
            <a:pPr algn="ctr"/>
            <a:r>
              <a:rPr lang="en-US" sz="3600" b="0" kern="10" dirty="0">
                <a:ln w="9525">
                  <a:solidFill>
                    <a:schemeClr val="accent5">
                      <a:lumMod val="20000"/>
                      <a:lumOff val="80000"/>
                    </a:schemeClr>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can be Hidden</a:t>
            </a:r>
          </a:p>
        </p:txBody>
      </p:sp>
      <p:sp>
        <p:nvSpPr>
          <p:cNvPr id="4" name="Rectangle 2"/>
          <p:cNvSpPr>
            <a:spLocks noChangeArrowheads="1"/>
          </p:cNvSpPr>
          <p:nvPr/>
        </p:nvSpPr>
        <p:spPr bwMode="auto">
          <a:xfrm>
            <a:off x="647842" y="2438426"/>
            <a:ext cx="8038850"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marL="457200" indent="-457200">
              <a:spcBef>
                <a:spcPct val="0"/>
              </a:spcBef>
              <a:spcAft>
                <a:spcPts val="1200"/>
              </a:spcAft>
            </a:pPr>
            <a:r>
              <a:rPr lang="en-US" altLang="en-US" dirty="0">
                <a:solidFill>
                  <a:srgbClr val="0070C0"/>
                </a:solidFill>
                <a:latin typeface="Arial" panose="020B0604020202020204" pitchFamily="34" charset="0"/>
              </a:rPr>
              <a:t>Static methods </a:t>
            </a:r>
            <a:r>
              <a:rPr lang="en-US" altLang="en-US" dirty="0">
                <a:latin typeface="Arial" panose="020B0604020202020204" pitchFamily="34" charset="0"/>
              </a:rPr>
              <a:t>cannot be overridden. They </a:t>
            </a:r>
            <a:r>
              <a:rPr lang="en-US" altLang="en-US" u="sng" dirty="0">
                <a:latin typeface="Arial" panose="020B0604020202020204" pitchFamily="34" charset="0"/>
              </a:rPr>
              <a:t>can</a:t>
            </a:r>
            <a:r>
              <a:rPr lang="en-US" altLang="en-US" dirty="0">
                <a:latin typeface="Arial" panose="020B0604020202020204" pitchFamily="34" charset="0"/>
              </a:rPr>
              <a:t> be </a:t>
            </a:r>
            <a:r>
              <a:rPr lang="en-US" altLang="en-US" i="1" dirty="0">
                <a:solidFill>
                  <a:srgbClr val="0070C0"/>
                </a:solidFill>
                <a:latin typeface="Arial" panose="020B0604020202020204" pitchFamily="34" charset="0"/>
              </a:rPr>
              <a:t>hidden</a:t>
            </a:r>
            <a:r>
              <a:rPr lang="en-US" altLang="en-US" dirty="0">
                <a:latin typeface="Arial" panose="020B0604020202020204" pitchFamily="34" charset="0"/>
              </a:rPr>
              <a:t> in a subclass.</a:t>
            </a:r>
          </a:p>
          <a:p>
            <a:pPr marL="457200" indent="-457200">
              <a:spcBef>
                <a:spcPct val="0"/>
              </a:spcBef>
              <a:spcAft>
                <a:spcPts val="1200"/>
              </a:spcAft>
            </a:pPr>
            <a:r>
              <a:rPr lang="en-US" altLang="en-US" dirty="0">
                <a:latin typeface="Arial" panose="020B0604020202020204" pitchFamily="34" charset="0"/>
              </a:rPr>
              <a:t>Method version is decided at </a:t>
            </a:r>
            <a:r>
              <a:rPr lang="en-US" altLang="en-US" dirty="0">
                <a:solidFill>
                  <a:srgbClr val="0070C0"/>
                </a:solidFill>
                <a:latin typeface="Arial" panose="020B0604020202020204" pitchFamily="34" charset="0"/>
              </a:rPr>
              <a:t>compile time</a:t>
            </a:r>
            <a:r>
              <a:rPr lang="en-US" altLang="en-US" dirty="0">
                <a:latin typeface="Arial" panose="020B0604020202020204" pitchFamily="34" charset="0"/>
              </a:rPr>
              <a:t>.</a:t>
            </a:r>
          </a:p>
          <a:p>
            <a:pPr marL="457200" indent="-457200">
              <a:spcBef>
                <a:spcPct val="0"/>
              </a:spcBef>
              <a:spcAft>
                <a:spcPts val="1200"/>
              </a:spcAft>
            </a:pPr>
            <a:r>
              <a:rPr lang="en-US" altLang="en-US" dirty="0">
                <a:latin typeface="Arial" panose="020B0604020202020204" pitchFamily="34" charset="0"/>
              </a:rPr>
              <a:t>This is called </a:t>
            </a:r>
            <a:r>
              <a:rPr lang="en-US" altLang="en-US" dirty="0">
                <a:solidFill>
                  <a:srgbClr val="0070C0"/>
                </a:solidFill>
                <a:latin typeface="Arial" panose="020B0604020202020204" pitchFamily="34" charset="0"/>
              </a:rPr>
              <a:t>early binding</a:t>
            </a:r>
            <a:r>
              <a:rPr lang="en-US" altLang="en-US" dirty="0">
                <a:latin typeface="Arial" panose="020B0604020202020204" pitchFamily="34" charset="0"/>
              </a:rPr>
              <a:t>.</a:t>
            </a:r>
          </a:p>
        </p:txBody>
      </p:sp>
    </p:spTree>
    <p:extLst>
      <p:ext uri="{BB962C8B-B14F-4D97-AF65-F5344CB8AC3E}">
        <p14:creationId xmlns:p14="http://schemas.microsoft.com/office/powerpoint/2010/main" val="35598002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95235" name="Rectangle 2"/>
          <p:cNvSpPr>
            <a:spLocks noChangeArrowheads="1"/>
          </p:cNvSpPr>
          <p:nvPr/>
        </p:nvSpPr>
        <p:spPr bwMode="auto">
          <a:xfrm>
            <a:off x="1009763" y="2133634"/>
            <a:ext cx="7353068" cy="4154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buNone/>
            </a:pPr>
            <a:r>
              <a:rPr lang="en-US" sz="4400" dirty="0">
                <a:solidFill>
                  <a:srgbClr val="000000"/>
                </a:solidFill>
                <a:latin typeface="Droid Sans"/>
              </a:rPr>
              <a:t>When you </a:t>
            </a:r>
            <a:r>
              <a:rPr lang="en-US" sz="4400" i="1" dirty="0">
                <a:solidFill>
                  <a:srgbClr val="000000"/>
                </a:solidFill>
                <a:latin typeface="Droid Sans"/>
              </a:rPr>
              <a:t>override</a:t>
            </a:r>
            <a:r>
              <a:rPr lang="en-US" sz="4400" dirty="0">
                <a:solidFill>
                  <a:srgbClr val="000000"/>
                </a:solidFill>
                <a:latin typeface="Droid Sans"/>
              </a:rPr>
              <a:t> an instance method you get the benefits of run-time polymorphism, but when you </a:t>
            </a:r>
            <a:r>
              <a:rPr lang="en-US" sz="4400" i="1" dirty="0">
                <a:solidFill>
                  <a:srgbClr val="000000"/>
                </a:solidFill>
                <a:latin typeface="Droid Sans"/>
              </a:rPr>
              <a:t>hide</a:t>
            </a:r>
            <a:r>
              <a:rPr lang="en-US" sz="4400" dirty="0">
                <a:solidFill>
                  <a:srgbClr val="000000"/>
                </a:solidFill>
                <a:latin typeface="Droid Sans"/>
              </a:rPr>
              <a:t> a static method you don't.</a:t>
            </a:r>
            <a:endParaRPr lang="en-US" sz="4400" dirty="0"/>
          </a:p>
        </p:txBody>
      </p:sp>
      <p:sp>
        <p:nvSpPr>
          <p:cNvPr id="5" name="WordArt 3"/>
          <p:cNvSpPr>
            <a:spLocks noChangeArrowheads="1" noChangeShapeType="1" noTextEdit="1"/>
          </p:cNvSpPr>
          <p:nvPr/>
        </p:nvSpPr>
        <p:spPr bwMode="auto">
          <a:xfrm>
            <a:off x="838298" y="457278"/>
            <a:ext cx="7695998" cy="1142970"/>
          </a:xfrm>
          <a:prstGeom prst="rect">
            <a:avLst/>
          </a:prstGeom>
        </p:spPr>
        <p:txBody>
          <a:bodyPr wrap="none" fromWordArt="1">
            <a:prstTxWarp prst="textPlain">
              <a:avLst>
                <a:gd name="adj" fmla="val 50000"/>
              </a:avLst>
            </a:prstTxWarp>
          </a:bodyPr>
          <a:lstStyle/>
          <a:p>
            <a:pPr algn="ctr"/>
            <a:r>
              <a:rPr lang="en-US" sz="3600" b="0" kern="10" dirty="0">
                <a:ln w="9525">
                  <a:solidFill>
                    <a:schemeClr val="accent3">
                      <a:lumMod val="95000"/>
                    </a:schemeClr>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Instance methods</a:t>
            </a:r>
          </a:p>
          <a:p>
            <a:pPr algn="ctr"/>
            <a:r>
              <a:rPr lang="en-US" sz="3600" b="0" kern="10" dirty="0">
                <a:ln w="9525">
                  <a:solidFill>
                    <a:schemeClr val="accent3">
                      <a:lumMod val="95000"/>
                    </a:schemeClr>
                  </a:solidFill>
                  <a:round/>
                  <a:headEnd/>
                  <a:tailEnd/>
                </a:ln>
                <a:solidFill>
                  <a:srgbClr val="0000FF"/>
                </a:solidFill>
                <a:effectLst>
                  <a:outerShdw dist="35921" dir="2700000" algn="ctr" rotWithShape="0">
                    <a:srgbClr val="C0C0C0">
                      <a:alpha val="78998"/>
                    </a:srgbClr>
                  </a:outerShdw>
                </a:effectLst>
                <a:latin typeface="Impact" panose="020B0806030902050204" pitchFamily="34" charset="0"/>
              </a:rPr>
              <a:t>can be Overridden</a:t>
            </a:r>
          </a:p>
        </p:txBody>
      </p:sp>
    </p:spTree>
    <p:extLst>
      <p:ext uri="{BB962C8B-B14F-4D97-AF65-F5344CB8AC3E}">
        <p14:creationId xmlns:p14="http://schemas.microsoft.com/office/powerpoint/2010/main" val="39743728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bwMode="auto">
      <p:bgPr>
        <a:solidFill>
          <a:srgbClr val="DED4F0"/>
        </a:solidFill>
        <a:effectLst/>
      </p:bgPr>
    </p:bg>
    <p:spTree>
      <p:nvGrpSpPr>
        <p:cNvPr id="1" name=""/>
        <p:cNvGrpSpPr/>
        <p:nvPr/>
      </p:nvGrpSpPr>
      <p:grpSpPr>
        <a:xfrm>
          <a:off x="0" y="0"/>
          <a:ext cx="0" cy="0"/>
          <a:chOff x="0" y="0"/>
          <a:chExt cx="0" cy="0"/>
        </a:xfrm>
      </p:grpSpPr>
      <p:sp>
        <p:nvSpPr>
          <p:cNvPr id="96258" name="Footer Placeholder 1"/>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p>
          <a:p>
            <a:pPr algn="ctr">
              <a:spcBef>
                <a:spcPct val="0"/>
              </a:spcBef>
              <a:buFontTx/>
              <a:buNone/>
            </a:pPr>
            <a:endParaRPr lang="en-US" altLang="en-US" sz="800"/>
          </a:p>
          <a:p>
            <a:pPr algn="ctr">
              <a:spcBef>
                <a:spcPct val="0"/>
              </a:spcBef>
              <a:buFontTx/>
              <a:buNone/>
            </a:pPr>
            <a:r>
              <a:rPr lang="en-US" altLang="en-US" sz="800"/>
              <a:t>© A+ Computer Science  -  www.apluscompsci.com</a:t>
            </a:r>
          </a:p>
        </p:txBody>
      </p:sp>
      <p:sp>
        <p:nvSpPr>
          <p:cNvPr id="96259" name="Footer Placeholder 3"/>
          <p:cNvSpPr txBox="1">
            <a:spLocks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96260" name="Rectangle 2"/>
          <p:cNvSpPr>
            <a:spLocks noChangeArrowheads="1"/>
          </p:cNvSpPr>
          <p:nvPr/>
        </p:nvSpPr>
        <p:spPr bwMode="auto">
          <a:xfrm>
            <a:off x="452438" y="1981200"/>
            <a:ext cx="8386762" cy="4154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latin typeface="Courier New" panose="02070309020205020404" pitchFamily="49" charset="0"/>
                <a:cs typeface="Courier New" panose="02070309020205020404" pitchFamily="49" charset="0"/>
              </a:rPr>
              <a:t>class A {</a:t>
            </a:r>
          </a:p>
          <a:p>
            <a:pPr>
              <a:spcBef>
                <a:spcPct val="0"/>
              </a:spcBef>
              <a:buFontTx/>
              <a:buNone/>
            </a:pPr>
            <a:r>
              <a:rPr lang="en-US" altLang="en-US" sz="2400" dirty="0">
                <a:latin typeface="Courier New" panose="02070309020205020404" pitchFamily="49" charset="0"/>
                <a:cs typeface="Courier New" panose="02070309020205020404" pitchFamily="49" charset="0"/>
              </a:rPr>
              <a:t>   public </a:t>
            </a:r>
            <a:r>
              <a:rPr lang="en-US" altLang="en-US" sz="2400" dirty="0">
                <a:solidFill>
                  <a:srgbClr val="00B050"/>
                </a:solidFill>
                <a:latin typeface="Courier New" panose="02070309020205020404" pitchFamily="49" charset="0"/>
                <a:cs typeface="Courier New" panose="02070309020205020404" pitchFamily="49" charset="0"/>
              </a:rPr>
              <a:t>static</a:t>
            </a:r>
            <a:r>
              <a:rPr lang="en-US" altLang="en-US" sz="2400" dirty="0">
                <a:solidFill>
                  <a:srgbClr val="C00000"/>
                </a:solidFill>
                <a:latin typeface="Courier New" panose="02070309020205020404" pitchFamily="49" charset="0"/>
                <a:cs typeface="Courier New" panose="02070309020205020404" pitchFamily="49" charset="0"/>
              </a:rPr>
              <a:t> </a:t>
            </a:r>
            <a:r>
              <a:rPr lang="en-US" altLang="en-US" sz="2400" dirty="0">
                <a:latin typeface="Courier New" panose="02070309020205020404" pitchFamily="49" charset="0"/>
                <a:cs typeface="Courier New" panose="02070309020205020404" pitchFamily="49" charset="0"/>
              </a:rPr>
              <a:t>void write() </a:t>
            </a:r>
          </a:p>
          <a:p>
            <a:pPr>
              <a:spcBef>
                <a:spcPct val="0"/>
              </a:spcBef>
              <a:buFontTx/>
              <a:buNone/>
            </a:pPr>
            <a:r>
              <a:rPr lang="en-US" altLang="en-US" sz="2400" dirty="0">
                <a:latin typeface="Courier New" panose="02070309020205020404" pitchFamily="49" charset="0"/>
                <a:cs typeface="Courier New" panose="02070309020205020404" pitchFamily="49" charset="0"/>
              </a:rPr>
              <a:t>   {   </a:t>
            </a:r>
            <a:r>
              <a:rPr lang="en-US" altLang="en-US" sz="2400" dirty="0" err="1">
                <a:latin typeface="Courier New" panose="02070309020205020404" pitchFamily="49" charset="0"/>
                <a:cs typeface="Courier New" panose="02070309020205020404" pitchFamily="49" charset="0"/>
              </a:rPr>
              <a:t>System.out.println</a:t>
            </a:r>
            <a:r>
              <a:rPr lang="en-US" altLang="en-US" sz="2400" dirty="0">
                <a:latin typeface="Courier New" panose="02070309020205020404" pitchFamily="49" charset="0"/>
                <a:cs typeface="Courier New" panose="02070309020205020404" pitchFamily="49" charset="0"/>
              </a:rPr>
              <a:t>(“Eh?”);  }</a:t>
            </a:r>
          </a:p>
          <a:p>
            <a:pPr>
              <a:spcBef>
                <a:spcPct val="0"/>
              </a:spcBef>
              <a:buFontTx/>
              <a:buNone/>
            </a:pPr>
            <a:endParaRPr lang="en-US" altLang="en-US" sz="2400" dirty="0">
              <a:latin typeface="Courier New" panose="02070309020205020404" pitchFamily="49" charset="0"/>
              <a:cs typeface="Courier New" panose="02070309020205020404" pitchFamily="49" charset="0"/>
            </a:endParaRPr>
          </a:p>
          <a:p>
            <a:pPr>
              <a:spcBef>
                <a:spcPct val="0"/>
              </a:spcBef>
              <a:buFontTx/>
              <a:buNone/>
            </a:pPr>
            <a:r>
              <a:rPr lang="en-US" altLang="en-US" sz="2400" dirty="0">
                <a:latin typeface="Courier New" panose="02070309020205020404" pitchFamily="49" charset="0"/>
                <a:cs typeface="Courier New" panose="02070309020205020404" pitchFamily="49" charset="0"/>
              </a:rPr>
              <a:t>class B extends A {</a:t>
            </a:r>
          </a:p>
          <a:p>
            <a:pPr>
              <a:spcBef>
                <a:spcPct val="0"/>
              </a:spcBef>
              <a:buFontTx/>
              <a:buNone/>
            </a:pPr>
            <a:r>
              <a:rPr lang="en-US" altLang="en-US" sz="2400" dirty="0">
                <a:latin typeface="Courier New" panose="02070309020205020404" pitchFamily="49" charset="0"/>
                <a:cs typeface="Courier New" panose="02070309020205020404" pitchFamily="49" charset="0"/>
              </a:rPr>
              <a:t>   public </a:t>
            </a:r>
            <a:r>
              <a:rPr lang="en-US" altLang="en-US" sz="2400" dirty="0">
                <a:solidFill>
                  <a:srgbClr val="00B050"/>
                </a:solidFill>
                <a:latin typeface="Courier New" panose="02070309020205020404" pitchFamily="49" charset="0"/>
                <a:cs typeface="Courier New" panose="02070309020205020404" pitchFamily="49" charset="0"/>
              </a:rPr>
              <a:t>static</a:t>
            </a:r>
            <a:r>
              <a:rPr lang="en-US" altLang="en-US" sz="2400" dirty="0">
                <a:latin typeface="Courier New" panose="02070309020205020404" pitchFamily="49" charset="0"/>
                <a:cs typeface="Courier New" panose="02070309020205020404" pitchFamily="49" charset="0"/>
              </a:rPr>
              <a:t> void write() </a:t>
            </a:r>
          </a:p>
          <a:p>
            <a:pPr>
              <a:spcBef>
                <a:spcPct val="0"/>
              </a:spcBef>
              <a:buFontTx/>
              <a:buNone/>
            </a:pPr>
            <a:r>
              <a:rPr lang="en-US" altLang="en-US" sz="2400" dirty="0">
                <a:latin typeface="Courier New" panose="02070309020205020404" pitchFamily="49" charset="0"/>
                <a:cs typeface="Courier New" panose="02070309020205020404" pitchFamily="49" charset="0"/>
              </a:rPr>
              <a:t>   {   </a:t>
            </a:r>
            <a:r>
              <a:rPr lang="en-US" altLang="en-US" sz="2400" dirty="0" err="1">
                <a:latin typeface="Courier New" panose="02070309020205020404" pitchFamily="49" charset="0"/>
                <a:cs typeface="Courier New" panose="02070309020205020404" pitchFamily="49" charset="0"/>
              </a:rPr>
              <a:t>System.out.println</a:t>
            </a:r>
            <a:r>
              <a:rPr lang="en-US" altLang="en-US" sz="2400" dirty="0">
                <a:latin typeface="Courier New" panose="02070309020205020404" pitchFamily="49" charset="0"/>
                <a:cs typeface="Courier New" panose="02070309020205020404" pitchFamily="49" charset="0"/>
              </a:rPr>
              <a:t>(“Bee!!!”);  }</a:t>
            </a:r>
          </a:p>
          <a:p>
            <a:pPr>
              <a:spcBef>
                <a:spcPct val="0"/>
              </a:spcBef>
              <a:buFontTx/>
              <a:buNone/>
            </a:pPr>
            <a:r>
              <a:rPr lang="en-US" altLang="en-US" sz="2400" dirty="0">
                <a:latin typeface="Courier New" panose="02070309020205020404" pitchFamily="49" charset="0"/>
                <a:cs typeface="Courier New" panose="02070309020205020404" pitchFamily="49" charset="0"/>
              </a:rPr>
              <a:t>  </a:t>
            </a:r>
          </a:p>
          <a:p>
            <a:pPr>
              <a:spcBef>
                <a:spcPct val="0"/>
              </a:spcBef>
              <a:buFontTx/>
              <a:buNone/>
            </a:pPr>
            <a:r>
              <a:rPr lang="en-US" altLang="en-US" sz="2400" dirty="0">
                <a:latin typeface="Courier New" panose="02070309020205020404" pitchFamily="49" charset="0"/>
                <a:cs typeface="Courier New" panose="02070309020205020404" pitchFamily="49" charset="0"/>
              </a:rPr>
              <a:t>// In the main method:</a:t>
            </a:r>
          </a:p>
          <a:p>
            <a:pPr>
              <a:spcBef>
                <a:spcPct val="0"/>
              </a:spcBef>
              <a:buFontTx/>
              <a:buNone/>
            </a:pP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a:t>
            </a:r>
            <a:r>
              <a:rPr lang="en-US" altLang="en-US" sz="2400" dirty="0" err="1">
                <a:solidFill>
                  <a:srgbClr val="0000FF"/>
                </a:solidFill>
                <a:latin typeface="Courier New" panose="02070309020205020404" pitchFamily="49" charset="0"/>
                <a:cs typeface="Courier New" panose="02070309020205020404" pitchFamily="49" charset="0"/>
              </a:rPr>
              <a:t>A.write</a:t>
            </a:r>
            <a:r>
              <a:rPr lang="en-US" altLang="en-US" sz="2400" dirty="0">
                <a:solidFill>
                  <a:srgbClr val="0000FF"/>
                </a:solidFill>
                <a:latin typeface="Courier New" panose="02070309020205020404" pitchFamily="49" charset="0"/>
                <a:cs typeface="Courier New" panose="02070309020205020404" pitchFamily="49" charset="0"/>
              </a:rPr>
              <a:t>()</a:t>
            </a:r>
            <a:r>
              <a:rPr lang="en-US" altLang="en-US" sz="2400" dirty="0">
                <a:latin typeface="Courier New" panose="02070309020205020404" pitchFamily="49" charset="0"/>
                <a:cs typeface="Courier New" panose="02070309020205020404" pitchFamily="49" charset="0"/>
              </a:rPr>
              <a:t>);</a:t>
            </a:r>
          </a:p>
          <a:p>
            <a:pPr>
              <a:spcBef>
                <a:spcPct val="0"/>
              </a:spcBef>
              <a:buFontTx/>
              <a:buNone/>
            </a:pP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a:t>
            </a:r>
            <a:r>
              <a:rPr lang="en-US" altLang="en-US" sz="2400" dirty="0" err="1">
                <a:solidFill>
                  <a:srgbClr val="0000FF"/>
                </a:solidFill>
                <a:latin typeface="Courier New" panose="02070309020205020404" pitchFamily="49" charset="0"/>
                <a:cs typeface="Courier New" panose="02070309020205020404" pitchFamily="49" charset="0"/>
              </a:rPr>
              <a:t>B.write</a:t>
            </a:r>
            <a:r>
              <a:rPr lang="en-US" altLang="en-US" sz="2400" dirty="0">
                <a:solidFill>
                  <a:srgbClr val="0000FF"/>
                </a:solidFill>
                <a:latin typeface="Courier New" panose="02070309020205020404" pitchFamily="49" charset="0"/>
                <a:cs typeface="Courier New" panose="02070309020205020404" pitchFamily="49" charset="0"/>
              </a:rPr>
              <a:t>()</a:t>
            </a:r>
            <a:r>
              <a:rPr lang="en-US" altLang="en-US" sz="2400" dirty="0">
                <a:latin typeface="Courier New" panose="02070309020205020404" pitchFamily="49" charset="0"/>
                <a:cs typeface="Courier New" panose="02070309020205020404" pitchFamily="49" charset="0"/>
              </a:rPr>
              <a:t>);</a:t>
            </a:r>
          </a:p>
        </p:txBody>
      </p:sp>
      <p:sp>
        <p:nvSpPr>
          <p:cNvPr id="96261" name="WordArt 3"/>
          <p:cNvSpPr>
            <a:spLocks noChangeArrowheads="1" noChangeShapeType="1" noTextEdit="1"/>
          </p:cNvSpPr>
          <p:nvPr/>
        </p:nvSpPr>
        <p:spPr bwMode="auto">
          <a:xfrm>
            <a:off x="452438" y="381000"/>
            <a:ext cx="8386762" cy="5334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Choosing when the methods are CLASS METHODS</a:t>
            </a:r>
          </a:p>
        </p:txBody>
      </p:sp>
      <p:sp>
        <p:nvSpPr>
          <p:cNvPr id="96262" name="Rectangle 1"/>
          <p:cNvSpPr>
            <a:spLocks noChangeArrowheads="1"/>
          </p:cNvSpPr>
          <p:nvPr/>
        </p:nvSpPr>
        <p:spPr bwMode="auto">
          <a:xfrm>
            <a:off x="434975" y="1219200"/>
            <a:ext cx="8153400" cy="784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1800">
                <a:solidFill>
                  <a:srgbClr val="0000FF"/>
                </a:solidFill>
                <a:latin typeface="Tahoma" panose="020B0604030504040204" pitchFamily="34" charset="0"/>
              </a:rPr>
              <a:t>Static Binding </a:t>
            </a:r>
            <a:r>
              <a:rPr lang="en-US" altLang="en-US" sz="1800">
                <a:latin typeface="Tahoma" panose="020B0604030504040204" pitchFamily="34" charset="0"/>
              </a:rPr>
              <a:t>-  method calls that are locked down at compile time.</a:t>
            </a:r>
          </a:p>
          <a:p>
            <a:pPr>
              <a:spcBef>
                <a:spcPct val="50000"/>
              </a:spcBef>
              <a:buFontTx/>
              <a:buNone/>
            </a:pPr>
            <a:endParaRPr lang="en-US" altLang="en-US" sz="1800">
              <a:latin typeface="Tahoma" panose="020B0604030504040204" pitchFamily="34" charset="0"/>
            </a:endParaRPr>
          </a:p>
        </p:txBody>
      </p:sp>
      <p:sp>
        <p:nvSpPr>
          <p:cNvPr id="96263" name="TextBox 1"/>
          <p:cNvSpPr txBox="1">
            <a:spLocks noChangeArrowheads="1"/>
          </p:cNvSpPr>
          <p:nvPr/>
        </p:nvSpPr>
        <p:spPr bwMode="auto">
          <a:xfrm>
            <a:off x="5410200" y="4953000"/>
            <a:ext cx="1296988" cy="1138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solidFill>
                  <a:srgbClr val="0000FF"/>
                </a:solidFill>
                <a:latin typeface="Arial" panose="020B0604020202020204" pitchFamily="34" charset="0"/>
              </a:rPr>
              <a:t>OUTPUT:</a:t>
            </a:r>
          </a:p>
          <a:p>
            <a:pPr>
              <a:spcBef>
                <a:spcPct val="0"/>
              </a:spcBef>
              <a:buFontTx/>
              <a:buNone/>
            </a:pPr>
            <a:r>
              <a:rPr lang="en-US" altLang="en-US" sz="2400">
                <a:solidFill>
                  <a:srgbClr val="0000FF"/>
                </a:solidFill>
                <a:latin typeface="Courier New" panose="02070309020205020404" pitchFamily="49" charset="0"/>
                <a:cs typeface="Courier New" panose="02070309020205020404" pitchFamily="49" charset="0"/>
              </a:rPr>
              <a:t>Eh?</a:t>
            </a:r>
          </a:p>
          <a:p>
            <a:pPr>
              <a:spcBef>
                <a:spcPct val="0"/>
              </a:spcBef>
              <a:buFontTx/>
              <a:buNone/>
            </a:pPr>
            <a:r>
              <a:rPr lang="en-US" altLang="en-US" sz="2400">
                <a:solidFill>
                  <a:srgbClr val="0000FF"/>
                </a:solidFill>
                <a:latin typeface="Courier New" panose="02070309020205020404" pitchFamily="49" charset="0"/>
                <a:cs typeface="Courier New" panose="02070309020205020404" pitchFamily="49" charset="0"/>
              </a:rPr>
              <a:t>Bee!!!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bwMode="auto">
      <p:bgPr>
        <a:solidFill>
          <a:srgbClr val="DED4F0"/>
        </a:solidFill>
        <a:effectLst/>
      </p:bgPr>
    </p:bg>
    <p:spTree>
      <p:nvGrpSpPr>
        <p:cNvPr id="1" name=""/>
        <p:cNvGrpSpPr/>
        <p:nvPr/>
      </p:nvGrpSpPr>
      <p:grpSpPr>
        <a:xfrm>
          <a:off x="0" y="0"/>
          <a:ext cx="0" cy="0"/>
          <a:chOff x="0" y="0"/>
          <a:chExt cx="0" cy="0"/>
        </a:xfrm>
      </p:grpSpPr>
      <p:sp>
        <p:nvSpPr>
          <p:cNvPr id="97282" name="Rectangle 2"/>
          <p:cNvSpPr>
            <a:spLocks noChangeArrowheads="1"/>
          </p:cNvSpPr>
          <p:nvPr/>
        </p:nvSpPr>
        <p:spPr bwMode="auto">
          <a:xfrm>
            <a:off x="434975" y="1611313"/>
            <a:ext cx="8386763" cy="51398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latin typeface="Courier New" panose="02070309020205020404" pitchFamily="49" charset="0"/>
                <a:cs typeface="Courier New" panose="02070309020205020404" pitchFamily="49" charset="0"/>
              </a:rPr>
              <a:t>class A {</a:t>
            </a:r>
          </a:p>
          <a:p>
            <a:pPr>
              <a:spcBef>
                <a:spcPct val="0"/>
              </a:spcBef>
              <a:buFontTx/>
              <a:buNone/>
            </a:pPr>
            <a:r>
              <a:rPr lang="en-US" altLang="en-US" sz="2400" dirty="0">
                <a:latin typeface="Courier New" panose="02070309020205020404" pitchFamily="49" charset="0"/>
                <a:cs typeface="Courier New" panose="02070309020205020404" pitchFamily="49" charset="0"/>
              </a:rPr>
              <a:t>   public </a:t>
            </a:r>
            <a:r>
              <a:rPr lang="en-US" altLang="en-US" sz="2400" dirty="0">
                <a:solidFill>
                  <a:srgbClr val="00B050"/>
                </a:solidFill>
                <a:latin typeface="Courier New" panose="02070309020205020404" pitchFamily="49" charset="0"/>
                <a:cs typeface="Courier New" panose="02070309020205020404" pitchFamily="49" charset="0"/>
              </a:rPr>
              <a:t>static</a:t>
            </a:r>
            <a:r>
              <a:rPr lang="en-US" altLang="en-US" sz="2400" dirty="0">
                <a:solidFill>
                  <a:srgbClr val="C00000"/>
                </a:solidFill>
                <a:latin typeface="Courier New" panose="02070309020205020404" pitchFamily="49" charset="0"/>
                <a:cs typeface="Courier New" panose="02070309020205020404" pitchFamily="49" charset="0"/>
              </a:rPr>
              <a:t> </a:t>
            </a:r>
            <a:r>
              <a:rPr lang="en-US" altLang="en-US" sz="2400" dirty="0">
                <a:latin typeface="Courier New" panose="02070309020205020404" pitchFamily="49" charset="0"/>
                <a:cs typeface="Courier New" panose="02070309020205020404" pitchFamily="49" charset="0"/>
              </a:rPr>
              <a:t>void write() </a:t>
            </a:r>
          </a:p>
          <a:p>
            <a:pPr>
              <a:spcBef>
                <a:spcPct val="0"/>
              </a:spcBef>
              <a:buFontTx/>
              <a:buNone/>
            </a:pPr>
            <a:r>
              <a:rPr lang="en-US" altLang="en-US" sz="2400" dirty="0">
                <a:latin typeface="Courier New" panose="02070309020205020404" pitchFamily="49" charset="0"/>
                <a:cs typeface="Courier New" panose="02070309020205020404" pitchFamily="49" charset="0"/>
              </a:rPr>
              <a:t>   {   </a:t>
            </a:r>
            <a:r>
              <a:rPr lang="en-US" altLang="en-US" sz="2400" dirty="0" err="1">
                <a:latin typeface="Courier New" panose="02070309020205020404" pitchFamily="49" charset="0"/>
                <a:cs typeface="Courier New" panose="02070309020205020404" pitchFamily="49" charset="0"/>
              </a:rPr>
              <a:t>System.out.println</a:t>
            </a:r>
            <a:r>
              <a:rPr lang="en-US" altLang="en-US" sz="2400" dirty="0">
                <a:latin typeface="Courier New" panose="02070309020205020404" pitchFamily="49" charset="0"/>
                <a:cs typeface="Courier New" panose="02070309020205020404" pitchFamily="49" charset="0"/>
              </a:rPr>
              <a:t>(“Eh?”);  }</a:t>
            </a:r>
          </a:p>
          <a:p>
            <a:pPr>
              <a:spcBef>
                <a:spcPct val="0"/>
              </a:spcBef>
              <a:buFontTx/>
              <a:buNone/>
            </a:pPr>
            <a:endParaRPr lang="en-US" altLang="en-US" sz="2400" dirty="0">
              <a:latin typeface="Courier New" panose="02070309020205020404" pitchFamily="49" charset="0"/>
              <a:cs typeface="Courier New" panose="02070309020205020404" pitchFamily="49" charset="0"/>
            </a:endParaRPr>
          </a:p>
          <a:p>
            <a:pPr>
              <a:spcBef>
                <a:spcPct val="0"/>
              </a:spcBef>
              <a:buFontTx/>
              <a:buNone/>
            </a:pPr>
            <a:r>
              <a:rPr lang="en-US" altLang="en-US" sz="2400" dirty="0">
                <a:latin typeface="Courier New" panose="02070309020205020404" pitchFamily="49" charset="0"/>
                <a:cs typeface="Courier New" panose="02070309020205020404" pitchFamily="49" charset="0"/>
              </a:rPr>
              <a:t>class B extends A {</a:t>
            </a:r>
          </a:p>
          <a:p>
            <a:pPr>
              <a:spcBef>
                <a:spcPct val="0"/>
              </a:spcBef>
              <a:buFontTx/>
              <a:buNone/>
            </a:pPr>
            <a:r>
              <a:rPr lang="en-US" altLang="en-US" sz="2400" dirty="0">
                <a:latin typeface="Courier New" panose="02070309020205020404" pitchFamily="49" charset="0"/>
                <a:cs typeface="Courier New" panose="02070309020205020404" pitchFamily="49" charset="0"/>
              </a:rPr>
              <a:t>   public </a:t>
            </a:r>
            <a:r>
              <a:rPr lang="en-US" altLang="en-US" sz="2400" dirty="0">
                <a:solidFill>
                  <a:srgbClr val="00B050"/>
                </a:solidFill>
                <a:latin typeface="Courier New" panose="02070309020205020404" pitchFamily="49" charset="0"/>
                <a:cs typeface="Courier New" panose="02070309020205020404" pitchFamily="49" charset="0"/>
              </a:rPr>
              <a:t>static</a:t>
            </a:r>
            <a:r>
              <a:rPr lang="en-US" altLang="en-US" sz="2400" dirty="0">
                <a:latin typeface="Courier New" panose="02070309020205020404" pitchFamily="49" charset="0"/>
                <a:cs typeface="Courier New" panose="02070309020205020404" pitchFamily="49" charset="0"/>
              </a:rPr>
              <a:t> void write() </a:t>
            </a:r>
          </a:p>
          <a:p>
            <a:pPr>
              <a:spcBef>
                <a:spcPct val="0"/>
              </a:spcBef>
              <a:buFontTx/>
              <a:buNone/>
            </a:pPr>
            <a:r>
              <a:rPr lang="en-US" altLang="en-US" sz="2400" dirty="0">
                <a:latin typeface="Courier New" panose="02070309020205020404" pitchFamily="49" charset="0"/>
                <a:cs typeface="Courier New" panose="02070309020205020404" pitchFamily="49" charset="0"/>
              </a:rPr>
              <a:t>   {   </a:t>
            </a:r>
            <a:r>
              <a:rPr lang="en-US" altLang="en-US" sz="2400" dirty="0" err="1">
                <a:latin typeface="Courier New" panose="02070309020205020404" pitchFamily="49" charset="0"/>
                <a:cs typeface="Courier New" panose="02070309020205020404" pitchFamily="49" charset="0"/>
              </a:rPr>
              <a:t>System.out.println</a:t>
            </a:r>
            <a:r>
              <a:rPr lang="en-US" altLang="en-US" sz="2400" dirty="0">
                <a:latin typeface="Courier New" panose="02070309020205020404" pitchFamily="49" charset="0"/>
                <a:cs typeface="Courier New" panose="02070309020205020404" pitchFamily="49" charset="0"/>
              </a:rPr>
              <a:t>(“Bee!!!”);  }</a:t>
            </a:r>
          </a:p>
          <a:p>
            <a:pPr>
              <a:spcBef>
                <a:spcPct val="0"/>
              </a:spcBef>
              <a:buFontTx/>
              <a:buNone/>
            </a:pPr>
            <a:r>
              <a:rPr lang="en-US" altLang="en-US" sz="4000" dirty="0">
                <a:latin typeface="Courier New" panose="02070309020205020404" pitchFamily="49" charset="0"/>
                <a:cs typeface="Courier New" panose="02070309020205020404" pitchFamily="49" charset="0"/>
              </a:rPr>
              <a:t>  </a:t>
            </a:r>
          </a:p>
          <a:p>
            <a:pPr>
              <a:spcBef>
                <a:spcPct val="0"/>
              </a:spcBef>
              <a:buFontTx/>
              <a:buNone/>
            </a:pPr>
            <a:r>
              <a:rPr lang="en-US" altLang="en-US" sz="2400" dirty="0">
                <a:latin typeface="Courier New" panose="02070309020205020404" pitchFamily="49" charset="0"/>
                <a:cs typeface="Courier New" panose="02070309020205020404" pitchFamily="49" charset="0"/>
              </a:rPr>
              <a:t>// In the main method:</a:t>
            </a:r>
          </a:p>
          <a:p>
            <a:pPr>
              <a:spcBef>
                <a:spcPct val="0"/>
              </a:spcBef>
              <a:buFontTx/>
              <a:buNone/>
            </a:pPr>
            <a:r>
              <a:rPr lang="en-US" altLang="en-US" sz="2400" dirty="0">
                <a:solidFill>
                  <a:srgbClr val="612A8A"/>
                </a:solidFill>
                <a:latin typeface="Courier New" panose="02070309020205020404" pitchFamily="49" charset="0"/>
                <a:cs typeface="Courier New" panose="02070309020205020404" pitchFamily="49" charset="0"/>
              </a:rPr>
              <a:t>A </a:t>
            </a:r>
            <a:r>
              <a:rPr lang="en-US" altLang="en-US" sz="2400" dirty="0" err="1">
                <a:solidFill>
                  <a:srgbClr val="612A8A"/>
                </a:solidFill>
                <a:latin typeface="Courier New" panose="02070309020205020404" pitchFamily="49" charset="0"/>
                <a:cs typeface="Courier New" panose="02070309020205020404" pitchFamily="49" charset="0"/>
              </a:rPr>
              <a:t>obj</a:t>
            </a:r>
            <a:r>
              <a:rPr lang="en-US" altLang="en-US" sz="2400" dirty="0">
                <a:solidFill>
                  <a:srgbClr val="612A8A"/>
                </a:solidFill>
                <a:latin typeface="Courier New" panose="02070309020205020404" pitchFamily="49" charset="0"/>
                <a:cs typeface="Courier New" panose="02070309020205020404" pitchFamily="49" charset="0"/>
              </a:rPr>
              <a:t> = new A();</a:t>
            </a:r>
          </a:p>
          <a:p>
            <a:pPr>
              <a:spcBef>
                <a:spcPct val="0"/>
              </a:spcBef>
              <a:buFontTx/>
              <a:buNone/>
            </a:pP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a:t>
            </a:r>
            <a:r>
              <a:rPr lang="en-US" altLang="en-US" sz="2400" dirty="0" err="1">
                <a:solidFill>
                  <a:srgbClr val="7030A0"/>
                </a:solidFill>
                <a:latin typeface="Courier New" panose="02070309020205020404" pitchFamily="49" charset="0"/>
                <a:cs typeface="Courier New" panose="02070309020205020404" pitchFamily="49" charset="0"/>
              </a:rPr>
              <a:t>obj.write</a:t>
            </a:r>
            <a:r>
              <a:rPr lang="en-US" altLang="en-US" sz="2400" dirty="0">
                <a:solidFill>
                  <a:srgbClr val="7030A0"/>
                </a:solidFill>
                <a:latin typeface="Courier New" panose="02070309020205020404" pitchFamily="49" charset="0"/>
                <a:cs typeface="Courier New" panose="02070309020205020404" pitchFamily="49" charset="0"/>
              </a:rPr>
              <a:t>()</a:t>
            </a:r>
            <a:r>
              <a:rPr lang="en-US" altLang="en-US" sz="2400" dirty="0">
                <a:latin typeface="Courier New" panose="02070309020205020404" pitchFamily="49" charset="0"/>
                <a:cs typeface="Courier New" panose="02070309020205020404" pitchFamily="49" charset="0"/>
              </a:rPr>
              <a:t>);</a:t>
            </a:r>
          </a:p>
          <a:p>
            <a:pPr>
              <a:spcBef>
                <a:spcPct val="0"/>
              </a:spcBef>
              <a:buFontTx/>
              <a:buNone/>
            </a:pPr>
            <a:r>
              <a:rPr lang="en-US" altLang="en-US" sz="2400" dirty="0" err="1">
                <a:solidFill>
                  <a:srgbClr val="612A8A"/>
                </a:solidFill>
                <a:latin typeface="Courier New" panose="02070309020205020404" pitchFamily="49" charset="0"/>
                <a:cs typeface="Courier New" panose="02070309020205020404" pitchFamily="49" charset="0"/>
              </a:rPr>
              <a:t>obj</a:t>
            </a:r>
            <a:r>
              <a:rPr lang="en-US" altLang="en-US" sz="2400" dirty="0">
                <a:solidFill>
                  <a:srgbClr val="612A8A"/>
                </a:solidFill>
                <a:latin typeface="Courier New" panose="02070309020205020404" pitchFamily="49" charset="0"/>
                <a:cs typeface="Courier New" panose="02070309020205020404" pitchFamily="49" charset="0"/>
              </a:rPr>
              <a:t> = new B();</a:t>
            </a:r>
          </a:p>
          <a:p>
            <a:pPr>
              <a:spcBef>
                <a:spcPct val="0"/>
              </a:spcBef>
              <a:buFontTx/>
              <a:buNone/>
            </a:pP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a:t>
            </a:r>
            <a:r>
              <a:rPr lang="en-US" altLang="en-US" sz="2400" dirty="0" err="1">
                <a:solidFill>
                  <a:srgbClr val="7030A0"/>
                </a:solidFill>
                <a:latin typeface="Courier New" panose="02070309020205020404" pitchFamily="49" charset="0"/>
                <a:cs typeface="Courier New" panose="02070309020205020404" pitchFamily="49" charset="0"/>
              </a:rPr>
              <a:t>obj.write</a:t>
            </a:r>
            <a:r>
              <a:rPr lang="en-US" altLang="en-US" sz="2400" dirty="0">
                <a:solidFill>
                  <a:srgbClr val="7030A0"/>
                </a:solidFill>
                <a:latin typeface="Courier New" panose="02070309020205020404" pitchFamily="49" charset="0"/>
                <a:cs typeface="Courier New" panose="02070309020205020404" pitchFamily="49" charset="0"/>
              </a:rPr>
              <a:t>()</a:t>
            </a:r>
            <a:r>
              <a:rPr lang="en-US" altLang="en-US" sz="2400" dirty="0">
                <a:latin typeface="Courier New" panose="02070309020205020404" pitchFamily="49" charset="0"/>
                <a:cs typeface="Courier New" panose="02070309020205020404" pitchFamily="49" charset="0"/>
              </a:rPr>
              <a:t>);</a:t>
            </a:r>
          </a:p>
        </p:txBody>
      </p:sp>
      <p:sp>
        <p:nvSpPr>
          <p:cNvPr id="97283" name="WordArt 3"/>
          <p:cNvSpPr>
            <a:spLocks noChangeArrowheads="1" noChangeShapeType="1" noTextEdit="1"/>
          </p:cNvSpPr>
          <p:nvPr/>
        </p:nvSpPr>
        <p:spPr bwMode="auto">
          <a:xfrm>
            <a:off x="452438" y="381000"/>
            <a:ext cx="8386762" cy="5334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Choosing when the methods are CLASS METHODS</a:t>
            </a:r>
          </a:p>
        </p:txBody>
      </p:sp>
      <p:sp>
        <p:nvSpPr>
          <p:cNvPr id="97284" name="Rectangle 1"/>
          <p:cNvSpPr>
            <a:spLocks noChangeArrowheads="1"/>
          </p:cNvSpPr>
          <p:nvPr/>
        </p:nvSpPr>
        <p:spPr bwMode="auto">
          <a:xfrm>
            <a:off x="434975" y="1219200"/>
            <a:ext cx="8153400" cy="784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1800">
                <a:solidFill>
                  <a:srgbClr val="0000FF"/>
                </a:solidFill>
                <a:latin typeface="Tahoma" panose="020B0604030504040204" pitchFamily="34" charset="0"/>
              </a:rPr>
              <a:t>Static Binding </a:t>
            </a:r>
            <a:r>
              <a:rPr lang="en-US" altLang="en-US" sz="1800">
                <a:latin typeface="Tahoma" panose="020B0604030504040204" pitchFamily="34" charset="0"/>
              </a:rPr>
              <a:t>-  method calls that are locked down at compile time.</a:t>
            </a:r>
          </a:p>
          <a:p>
            <a:pPr>
              <a:spcBef>
                <a:spcPct val="50000"/>
              </a:spcBef>
              <a:buFontTx/>
              <a:buNone/>
            </a:pPr>
            <a:endParaRPr lang="en-US" altLang="en-US" sz="1800">
              <a:latin typeface="Tahoma" panose="020B0604030504040204" pitchFamily="34" charset="0"/>
            </a:endParaRPr>
          </a:p>
        </p:txBody>
      </p:sp>
      <p:sp>
        <p:nvSpPr>
          <p:cNvPr id="97285" name="TextBox 1"/>
          <p:cNvSpPr txBox="1">
            <a:spLocks noChangeArrowheads="1"/>
          </p:cNvSpPr>
          <p:nvPr/>
        </p:nvSpPr>
        <p:spPr bwMode="auto">
          <a:xfrm>
            <a:off x="5410200" y="5197389"/>
            <a:ext cx="1296988" cy="1508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dirty="0">
                <a:solidFill>
                  <a:srgbClr val="0000FF"/>
                </a:solidFill>
                <a:latin typeface="Arial" panose="020B0604020202020204" pitchFamily="34" charset="0"/>
              </a:rPr>
              <a:t>OUTPUT:</a:t>
            </a:r>
          </a:p>
          <a:p>
            <a:pPr>
              <a:spcBef>
                <a:spcPct val="0"/>
              </a:spcBef>
              <a:buFontTx/>
              <a:buNone/>
            </a:pPr>
            <a:r>
              <a:rPr lang="en-US" altLang="en-US" sz="2400" dirty="0">
                <a:solidFill>
                  <a:srgbClr val="7030A0"/>
                </a:solidFill>
                <a:latin typeface="Courier New" panose="02070309020205020404" pitchFamily="49" charset="0"/>
                <a:cs typeface="Courier New" panose="02070309020205020404" pitchFamily="49" charset="0"/>
              </a:rPr>
              <a:t>Eh?</a:t>
            </a:r>
          </a:p>
          <a:p>
            <a:pPr>
              <a:spcBef>
                <a:spcPct val="0"/>
              </a:spcBef>
              <a:buFontTx/>
              <a:buNone/>
            </a:pPr>
            <a:endParaRPr lang="en-US" altLang="en-US" sz="2400" dirty="0">
              <a:solidFill>
                <a:srgbClr val="7030A0"/>
              </a:solidFill>
              <a:latin typeface="Courier New" panose="02070309020205020404" pitchFamily="49" charset="0"/>
              <a:cs typeface="Courier New" panose="02070309020205020404" pitchFamily="49" charset="0"/>
            </a:endParaRPr>
          </a:p>
          <a:p>
            <a:pPr>
              <a:spcBef>
                <a:spcPct val="0"/>
              </a:spcBef>
              <a:buFontTx/>
              <a:buNone/>
            </a:pPr>
            <a:r>
              <a:rPr lang="en-US" altLang="en-US" sz="2400" dirty="0">
                <a:solidFill>
                  <a:srgbClr val="7030A0"/>
                </a:solidFill>
                <a:latin typeface="Courier New" panose="02070309020205020404" pitchFamily="49" charset="0"/>
                <a:cs typeface="Courier New" panose="02070309020205020404" pitchFamily="49" charset="0"/>
              </a:rPr>
              <a:t>Eh?</a:t>
            </a:r>
          </a:p>
        </p:txBody>
      </p:sp>
      <p:sp>
        <p:nvSpPr>
          <p:cNvPr id="6" name="Rectangle 2"/>
          <p:cNvSpPr>
            <a:spLocks noChangeArrowheads="1"/>
          </p:cNvSpPr>
          <p:nvPr/>
        </p:nvSpPr>
        <p:spPr bwMode="auto">
          <a:xfrm>
            <a:off x="5464047" y="4226899"/>
            <a:ext cx="3527437"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dirty="0">
                <a:solidFill>
                  <a:srgbClr val="FF0000"/>
                </a:solidFill>
                <a:latin typeface="Arial" panose="020B0604020202020204" pitchFamily="34" charset="0"/>
                <a:cs typeface="Arial" panose="020B0604020202020204" pitchFamily="34" charset="0"/>
              </a:rPr>
              <a:t>Note:  It is considered poor form to call a static method using an object reference!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bwMode="auto">
      <p:bgPr>
        <a:solidFill>
          <a:srgbClr val="DED4F0"/>
        </a:solidFill>
        <a:effectLst/>
      </p:bgPr>
    </p:bg>
    <p:spTree>
      <p:nvGrpSpPr>
        <p:cNvPr id="1" name=""/>
        <p:cNvGrpSpPr/>
        <p:nvPr/>
      </p:nvGrpSpPr>
      <p:grpSpPr>
        <a:xfrm>
          <a:off x="0" y="0"/>
          <a:ext cx="0" cy="0"/>
          <a:chOff x="0" y="0"/>
          <a:chExt cx="0" cy="0"/>
        </a:xfrm>
      </p:grpSpPr>
      <p:sp>
        <p:nvSpPr>
          <p:cNvPr id="99330" name="Rectangle 2"/>
          <p:cNvSpPr>
            <a:spLocks noChangeArrowheads="1"/>
          </p:cNvSpPr>
          <p:nvPr/>
        </p:nvSpPr>
        <p:spPr bwMode="auto">
          <a:xfrm>
            <a:off x="434975" y="1611313"/>
            <a:ext cx="8386763" cy="52014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latin typeface="Courier New" panose="02070309020205020404" pitchFamily="49" charset="0"/>
                <a:cs typeface="Courier New" panose="02070309020205020404" pitchFamily="49" charset="0"/>
              </a:rPr>
              <a:t>class A {</a:t>
            </a:r>
          </a:p>
          <a:p>
            <a:pPr>
              <a:spcBef>
                <a:spcPct val="0"/>
              </a:spcBef>
              <a:buFontTx/>
              <a:buNone/>
            </a:pPr>
            <a:r>
              <a:rPr lang="en-US" altLang="en-US" sz="2400" dirty="0">
                <a:latin typeface="Courier New" panose="02070309020205020404" pitchFamily="49" charset="0"/>
                <a:cs typeface="Courier New" panose="02070309020205020404" pitchFamily="49" charset="0"/>
              </a:rPr>
              <a:t>   public </a:t>
            </a:r>
            <a:r>
              <a:rPr lang="en-US" altLang="en-US" sz="2400" dirty="0">
                <a:solidFill>
                  <a:srgbClr val="00B050"/>
                </a:solidFill>
                <a:latin typeface="Courier New" panose="02070309020205020404" pitchFamily="49" charset="0"/>
                <a:cs typeface="Courier New" panose="02070309020205020404" pitchFamily="49" charset="0"/>
              </a:rPr>
              <a:t>static</a:t>
            </a:r>
            <a:r>
              <a:rPr lang="en-US" altLang="en-US" sz="2400" dirty="0">
                <a:solidFill>
                  <a:srgbClr val="C00000"/>
                </a:solidFill>
                <a:latin typeface="Courier New" panose="02070309020205020404" pitchFamily="49" charset="0"/>
                <a:cs typeface="Courier New" panose="02070309020205020404" pitchFamily="49" charset="0"/>
              </a:rPr>
              <a:t> </a:t>
            </a:r>
            <a:r>
              <a:rPr lang="en-US" altLang="en-US" sz="2400" dirty="0">
                <a:latin typeface="Courier New" panose="02070309020205020404" pitchFamily="49" charset="0"/>
                <a:cs typeface="Courier New" panose="02070309020205020404" pitchFamily="49" charset="0"/>
              </a:rPr>
              <a:t>void write() </a:t>
            </a:r>
          </a:p>
          <a:p>
            <a:pPr>
              <a:spcBef>
                <a:spcPct val="0"/>
              </a:spcBef>
              <a:buFontTx/>
              <a:buNone/>
            </a:pPr>
            <a:r>
              <a:rPr lang="en-US" altLang="en-US" sz="2400" dirty="0">
                <a:latin typeface="Courier New" panose="02070309020205020404" pitchFamily="49" charset="0"/>
                <a:cs typeface="Courier New" panose="02070309020205020404" pitchFamily="49" charset="0"/>
              </a:rPr>
              <a:t>   {   </a:t>
            </a:r>
            <a:r>
              <a:rPr lang="en-US" altLang="en-US" sz="2400" dirty="0" err="1">
                <a:latin typeface="Courier New" panose="02070309020205020404" pitchFamily="49" charset="0"/>
                <a:cs typeface="Courier New" panose="02070309020205020404" pitchFamily="49" charset="0"/>
              </a:rPr>
              <a:t>System.out.println</a:t>
            </a:r>
            <a:r>
              <a:rPr lang="en-US" altLang="en-US" sz="2400" dirty="0">
                <a:latin typeface="Courier New" panose="02070309020205020404" pitchFamily="49" charset="0"/>
                <a:cs typeface="Courier New" panose="02070309020205020404" pitchFamily="49" charset="0"/>
              </a:rPr>
              <a:t>(“Eh?”);  }</a:t>
            </a:r>
          </a:p>
          <a:p>
            <a:pPr>
              <a:spcBef>
                <a:spcPct val="0"/>
              </a:spcBef>
              <a:buFontTx/>
              <a:buNone/>
            </a:pPr>
            <a:endParaRPr lang="en-US" altLang="en-US" sz="2400" dirty="0">
              <a:latin typeface="Courier New" panose="02070309020205020404" pitchFamily="49" charset="0"/>
              <a:cs typeface="Courier New" panose="02070309020205020404" pitchFamily="49" charset="0"/>
            </a:endParaRPr>
          </a:p>
          <a:p>
            <a:pPr>
              <a:spcBef>
                <a:spcPct val="0"/>
              </a:spcBef>
              <a:buFontTx/>
              <a:buNone/>
            </a:pPr>
            <a:r>
              <a:rPr lang="en-US" altLang="en-US" sz="2400" dirty="0">
                <a:latin typeface="Courier New" panose="02070309020205020404" pitchFamily="49" charset="0"/>
                <a:cs typeface="Courier New" panose="02070309020205020404" pitchFamily="49" charset="0"/>
              </a:rPr>
              <a:t>class B extends A {</a:t>
            </a:r>
          </a:p>
          <a:p>
            <a:pPr>
              <a:spcBef>
                <a:spcPct val="0"/>
              </a:spcBef>
              <a:buFontTx/>
              <a:buNone/>
            </a:pPr>
            <a:r>
              <a:rPr lang="en-US" altLang="en-US" sz="2400" dirty="0">
                <a:latin typeface="Courier New" panose="02070309020205020404" pitchFamily="49" charset="0"/>
                <a:cs typeface="Courier New" panose="02070309020205020404" pitchFamily="49" charset="0"/>
              </a:rPr>
              <a:t>   public </a:t>
            </a:r>
            <a:r>
              <a:rPr lang="en-US" altLang="en-US" sz="2400" dirty="0">
                <a:solidFill>
                  <a:srgbClr val="00B050"/>
                </a:solidFill>
                <a:latin typeface="Courier New" panose="02070309020205020404" pitchFamily="49" charset="0"/>
                <a:cs typeface="Courier New" panose="02070309020205020404" pitchFamily="49" charset="0"/>
              </a:rPr>
              <a:t>static</a:t>
            </a:r>
            <a:r>
              <a:rPr lang="en-US" altLang="en-US" sz="2400" dirty="0">
                <a:latin typeface="Courier New" panose="02070309020205020404" pitchFamily="49" charset="0"/>
                <a:cs typeface="Courier New" panose="02070309020205020404" pitchFamily="49" charset="0"/>
              </a:rPr>
              <a:t> void write() </a:t>
            </a:r>
          </a:p>
          <a:p>
            <a:pPr>
              <a:spcBef>
                <a:spcPct val="0"/>
              </a:spcBef>
              <a:buFontTx/>
              <a:buNone/>
            </a:pPr>
            <a:r>
              <a:rPr lang="en-US" altLang="en-US" sz="2400" dirty="0">
                <a:latin typeface="Courier New" panose="02070309020205020404" pitchFamily="49" charset="0"/>
                <a:cs typeface="Courier New" panose="02070309020205020404" pitchFamily="49" charset="0"/>
              </a:rPr>
              <a:t>   {   </a:t>
            </a:r>
            <a:r>
              <a:rPr lang="en-US" altLang="en-US" sz="2400" dirty="0" err="1">
                <a:latin typeface="Courier New" panose="02070309020205020404" pitchFamily="49" charset="0"/>
                <a:cs typeface="Courier New" panose="02070309020205020404" pitchFamily="49" charset="0"/>
              </a:rPr>
              <a:t>System.out.println</a:t>
            </a:r>
            <a:r>
              <a:rPr lang="en-US" altLang="en-US" sz="2400" dirty="0">
                <a:latin typeface="Courier New" panose="02070309020205020404" pitchFamily="49" charset="0"/>
                <a:cs typeface="Courier New" panose="02070309020205020404" pitchFamily="49" charset="0"/>
              </a:rPr>
              <a:t>(“Bee!!!”);  }</a:t>
            </a:r>
          </a:p>
          <a:p>
            <a:pPr>
              <a:spcBef>
                <a:spcPct val="0"/>
              </a:spcBef>
              <a:buFontTx/>
              <a:buNone/>
            </a:pPr>
            <a:r>
              <a:rPr lang="en-US" altLang="en-US" sz="4400" dirty="0">
                <a:latin typeface="Courier New" panose="02070309020205020404" pitchFamily="49" charset="0"/>
                <a:cs typeface="Courier New" panose="02070309020205020404" pitchFamily="49" charset="0"/>
              </a:rPr>
              <a:t>  </a:t>
            </a:r>
          </a:p>
          <a:p>
            <a:pPr>
              <a:spcBef>
                <a:spcPct val="0"/>
              </a:spcBef>
              <a:buFontTx/>
              <a:buNone/>
            </a:pPr>
            <a:r>
              <a:rPr lang="en-US" altLang="en-US" sz="2400" dirty="0">
                <a:latin typeface="Courier New" panose="02070309020205020404" pitchFamily="49" charset="0"/>
                <a:cs typeface="Courier New" panose="02070309020205020404" pitchFamily="49" charset="0"/>
              </a:rPr>
              <a:t>// In the main method:</a:t>
            </a:r>
          </a:p>
          <a:p>
            <a:pPr>
              <a:spcBef>
                <a:spcPct val="0"/>
              </a:spcBef>
              <a:buFontTx/>
              <a:buNone/>
            </a:pPr>
            <a:r>
              <a:rPr lang="en-US" altLang="en-US" sz="2400" dirty="0">
                <a:solidFill>
                  <a:srgbClr val="612A8A"/>
                </a:solidFill>
                <a:latin typeface="Courier New" panose="02070309020205020404" pitchFamily="49" charset="0"/>
                <a:cs typeface="Courier New" panose="02070309020205020404" pitchFamily="49" charset="0"/>
              </a:rPr>
              <a:t>A obj1 = new B();</a:t>
            </a:r>
          </a:p>
          <a:p>
            <a:pPr>
              <a:spcBef>
                <a:spcPct val="0"/>
              </a:spcBef>
              <a:buFontTx/>
              <a:buNone/>
            </a:pP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a:t>
            </a:r>
            <a:r>
              <a:rPr lang="en-US" altLang="en-US" sz="2400" dirty="0">
                <a:solidFill>
                  <a:srgbClr val="7030A0"/>
                </a:solidFill>
                <a:latin typeface="Courier New" panose="02070309020205020404" pitchFamily="49" charset="0"/>
                <a:cs typeface="Courier New" panose="02070309020205020404" pitchFamily="49" charset="0"/>
              </a:rPr>
              <a:t>obj1.write()</a:t>
            </a:r>
            <a:r>
              <a:rPr lang="en-US" altLang="en-US" sz="2400" dirty="0">
                <a:latin typeface="Courier New" panose="02070309020205020404" pitchFamily="49" charset="0"/>
                <a:cs typeface="Courier New" panose="02070309020205020404" pitchFamily="49" charset="0"/>
              </a:rPr>
              <a:t>);</a:t>
            </a:r>
          </a:p>
          <a:p>
            <a:pPr>
              <a:spcBef>
                <a:spcPct val="0"/>
              </a:spcBef>
              <a:buFontTx/>
              <a:buNone/>
            </a:pPr>
            <a:r>
              <a:rPr lang="en-US" altLang="en-US" sz="2400" dirty="0">
                <a:solidFill>
                  <a:srgbClr val="612A8A"/>
                </a:solidFill>
                <a:latin typeface="Courier New" panose="02070309020205020404" pitchFamily="49" charset="0"/>
                <a:cs typeface="Courier New" panose="02070309020205020404" pitchFamily="49" charset="0"/>
              </a:rPr>
              <a:t>B obj2 = new B();</a:t>
            </a:r>
          </a:p>
          <a:p>
            <a:pPr>
              <a:spcBef>
                <a:spcPct val="0"/>
              </a:spcBef>
              <a:buFontTx/>
              <a:buNone/>
            </a:pP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a:t>
            </a:r>
            <a:r>
              <a:rPr lang="en-US" altLang="en-US" sz="2400" dirty="0">
                <a:solidFill>
                  <a:srgbClr val="7030A0"/>
                </a:solidFill>
                <a:latin typeface="Courier New" panose="02070309020205020404" pitchFamily="49" charset="0"/>
                <a:cs typeface="Courier New" panose="02070309020205020404" pitchFamily="49" charset="0"/>
              </a:rPr>
              <a:t>obj2.write()</a:t>
            </a:r>
            <a:r>
              <a:rPr lang="en-US" altLang="en-US" sz="2400" dirty="0">
                <a:latin typeface="Courier New" panose="02070309020205020404" pitchFamily="49" charset="0"/>
                <a:cs typeface="Courier New" panose="02070309020205020404" pitchFamily="49" charset="0"/>
              </a:rPr>
              <a:t>);</a:t>
            </a:r>
          </a:p>
        </p:txBody>
      </p:sp>
      <p:sp>
        <p:nvSpPr>
          <p:cNvPr id="99331" name="WordArt 3"/>
          <p:cNvSpPr>
            <a:spLocks noChangeArrowheads="1" noChangeShapeType="1" noTextEdit="1"/>
          </p:cNvSpPr>
          <p:nvPr/>
        </p:nvSpPr>
        <p:spPr bwMode="auto">
          <a:xfrm>
            <a:off x="452438" y="381000"/>
            <a:ext cx="8386762" cy="5334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Choosing when the methods are CLASS METHODS</a:t>
            </a:r>
          </a:p>
        </p:txBody>
      </p:sp>
      <p:sp>
        <p:nvSpPr>
          <p:cNvPr id="99332" name="Rectangle 1"/>
          <p:cNvSpPr>
            <a:spLocks noChangeArrowheads="1"/>
          </p:cNvSpPr>
          <p:nvPr/>
        </p:nvSpPr>
        <p:spPr bwMode="auto">
          <a:xfrm>
            <a:off x="434975" y="1219200"/>
            <a:ext cx="8153400" cy="784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1800" dirty="0">
                <a:solidFill>
                  <a:srgbClr val="0000FF"/>
                </a:solidFill>
                <a:latin typeface="Tahoma" panose="020B0604030504040204" pitchFamily="34" charset="0"/>
              </a:rPr>
              <a:t>Static Binding </a:t>
            </a:r>
            <a:r>
              <a:rPr lang="en-US" altLang="en-US" sz="1800" dirty="0">
                <a:latin typeface="Tahoma" panose="020B0604030504040204" pitchFamily="34" charset="0"/>
              </a:rPr>
              <a:t>-  method calls that are locked down at compile time.</a:t>
            </a:r>
          </a:p>
          <a:p>
            <a:pPr>
              <a:spcBef>
                <a:spcPct val="50000"/>
              </a:spcBef>
              <a:buFontTx/>
              <a:buNone/>
            </a:pPr>
            <a:endParaRPr lang="en-US" altLang="en-US" sz="1800" dirty="0">
              <a:latin typeface="Tahoma" panose="020B0604030504040204" pitchFamily="34" charset="0"/>
            </a:endParaRPr>
          </a:p>
        </p:txBody>
      </p:sp>
      <p:sp>
        <p:nvSpPr>
          <p:cNvPr id="99333" name="TextBox 1"/>
          <p:cNvSpPr txBox="1">
            <a:spLocks noChangeArrowheads="1"/>
          </p:cNvSpPr>
          <p:nvPr/>
        </p:nvSpPr>
        <p:spPr bwMode="auto">
          <a:xfrm>
            <a:off x="5410200" y="5273587"/>
            <a:ext cx="1296988" cy="1508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dirty="0">
                <a:latin typeface="Arial" panose="020B0604020202020204" pitchFamily="34" charset="0"/>
              </a:rPr>
              <a:t>OUTPUT:</a:t>
            </a:r>
          </a:p>
          <a:p>
            <a:pPr>
              <a:spcBef>
                <a:spcPct val="0"/>
              </a:spcBef>
              <a:buFontTx/>
              <a:buNone/>
            </a:pPr>
            <a:r>
              <a:rPr lang="en-US" altLang="en-US" sz="2400" dirty="0">
                <a:solidFill>
                  <a:srgbClr val="7030A0"/>
                </a:solidFill>
                <a:latin typeface="Courier New" panose="02070309020205020404" pitchFamily="49" charset="0"/>
                <a:cs typeface="Courier New" panose="02070309020205020404" pitchFamily="49" charset="0"/>
              </a:rPr>
              <a:t>Eh?</a:t>
            </a:r>
          </a:p>
          <a:p>
            <a:pPr>
              <a:spcBef>
                <a:spcPct val="0"/>
              </a:spcBef>
              <a:buFontTx/>
              <a:buNone/>
            </a:pPr>
            <a:endParaRPr lang="en-US" altLang="en-US" sz="2400" dirty="0">
              <a:solidFill>
                <a:srgbClr val="7030A0"/>
              </a:solidFill>
              <a:latin typeface="Courier New" panose="02070309020205020404" pitchFamily="49" charset="0"/>
              <a:cs typeface="Courier New" panose="02070309020205020404" pitchFamily="49" charset="0"/>
            </a:endParaRPr>
          </a:p>
          <a:p>
            <a:pPr>
              <a:spcBef>
                <a:spcPct val="0"/>
              </a:spcBef>
              <a:buFontTx/>
              <a:buNone/>
            </a:pPr>
            <a:r>
              <a:rPr lang="en-US" altLang="en-US" sz="2400" dirty="0">
                <a:solidFill>
                  <a:srgbClr val="7030A0"/>
                </a:solidFill>
                <a:latin typeface="Courier New" panose="02070309020205020404" pitchFamily="49" charset="0"/>
                <a:cs typeface="Courier New" panose="02070309020205020404" pitchFamily="49" charset="0"/>
              </a:rPr>
              <a:t>Bee!!!</a:t>
            </a:r>
          </a:p>
        </p:txBody>
      </p:sp>
      <p:sp>
        <p:nvSpPr>
          <p:cNvPr id="6" name="Rectangle 2"/>
          <p:cNvSpPr>
            <a:spLocks noChangeArrowheads="1"/>
          </p:cNvSpPr>
          <p:nvPr/>
        </p:nvSpPr>
        <p:spPr bwMode="auto">
          <a:xfrm>
            <a:off x="5294301" y="4226899"/>
            <a:ext cx="3527437"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dirty="0">
                <a:solidFill>
                  <a:srgbClr val="FF0000"/>
                </a:solidFill>
                <a:latin typeface="Arial" panose="020B0604020202020204" pitchFamily="34" charset="0"/>
                <a:cs typeface="Arial" panose="020B0604020202020204" pitchFamily="34" charset="0"/>
              </a:rPr>
              <a:t>Note:  It is considered poor form to call a static method using an object reference!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bwMode="auto">
      <p:bgPr>
        <a:solidFill>
          <a:srgbClr val="DED4F0"/>
        </a:solidFill>
        <a:effectLst/>
      </p:bgPr>
    </p:bg>
    <p:spTree>
      <p:nvGrpSpPr>
        <p:cNvPr id="1" name=""/>
        <p:cNvGrpSpPr/>
        <p:nvPr/>
      </p:nvGrpSpPr>
      <p:grpSpPr>
        <a:xfrm>
          <a:off x="0" y="0"/>
          <a:ext cx="0" cy="0"/>
          <a:chOff x="0" y="0"/>
          <a:chExt cx="0" cy="0"/>
        </a:xfrm>
      </p:grpSpPr>
      <p:sp>
        <p:nvSpPr>
          <p:cNvPr id="99330" name="Rectangle 2"/>
          <p:cNvSpPr>
            <a:spLocks noChangeArrowheads="1"/>
          </p:cNvSpPr>
          <p:nvPr/>
        </p:nvSpPr>
        <p:spPr bwMode="auto">
          <a:xfrm>
            <a:off x="434975" y="1611313"/>
            <a:ext cx="8386763" cy="2308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latin typeface="Courier New" panose="02070309020205020404" pitchFamily="49" charset="0"/>
                <a:cs typeface="Courier New" panose="02070309020205020404" pitchFamily="49" charset="0"/>
              </a:rPr>
              <a:t>class A {</a:t>
            </a:r>
          </a:p>
          <a:p>
            <a:pPr>
              <a:spcBef>
                <a:spcPct val="0"/>
              </a:spcBef>
              <a:buFontTx/>
              <a:buNone/>
            </a:pPr>
            <a:r>
              <a:rPr lang="en-US" altLang="en-US" sz="2400" dirty="0">
                <a:latin typeface="Courier New" panose="02070309020205020404" pitchFamily="49" charset="0"/>
                <a:cs typeface="Courier New" panose="02070309020205020404" pitchFamily="49" charset="0"/>
              </a:rPr>
              <a:t>   public </a:t>
            </a:r>
            <a:r>
              <a:rPr lang="en-US" altLang="en-US" sz="2400" dirty="0">
                <a:solidFill>
                  <a:srgbClr val="C00000"/>
                </a:solidFill>
                <a:latin typeface="Courier New" panose="02070309020205020404" pitchFamily="49" charset="0"/>
                <a:cs typeface="Courier New" panose="02070309020205020404" pitchFamily="49" charset="0"/>
              </a:rPr>
              <a:t>static abstract </a:t>
            </a:r>
            <a:r>
              <a:rPr lang="en-US" altLang="en-US" sz="2400" dirty="0">
                <a:latin typeface="Courier New" panose="02070309020205020404" pitchFamily="49" charset="0"/>
                <a:cs typeface="Courier New" panose="02070309020205020404" pitchFamily="49" charset="0"/>
              </a:rPr>
              <a:t>void write(); </a:t>
            </a:r>
          </a:p>
          <a:p>
            <a:pPr>
              <a:spcBef>
                <a:spcPct val="0"/>
              </a:spcBef>
              <a:buFontTx/>
              <a:buNone/>
            </a:pPr>
            <a:r>
              <a:rPr lang="en-US" altLang="en-US" sz="2400" dirty="0">
                <a:latin typeface="Courier New" panose="02070309020205020404" pitchFamily="49" charset="0"/>
                <a:cs typeface="Courier New" panose="02070309020205020404" pitchFamily="49" charset="0"/>
              </a:rPr>
              <a:t>   </a:t>
            </a:r>
          </a:p>
          <a:p>
            <a:pPr>
              <a:spcBef>
                <a:spcPct val="0"/>
              </a:spcBef>
              <a:buFontTx/>
              <a:buNone/>
            </a:pPr>
            <a:r>
              <a:rPr lang="en-US" altLang="en-US" sz="2400" dirty="0">
                <a:latin typeface="Courier New" panose="02070309020205020404" pitchFamily="49" charset="0"/>
                <a:cs typeface="Courier New" panose="02070309020205020404" pitchFamily="49" charset="0"/>
              </a:rPr>
              <a:t>class B extends A {</a:t>
            </a:r>
          </a:p>
          <a:p>
            <a:pPr>
              <a:spcBef>
                <a:spcPct val="0"/>
              </a:spcBef>
              <a:buFontTx/>
              <a:buNone/>
            </a:pPr>
            <a:r>
              <a:rPr lang="en-US" altLang="en-US" sz="2400" dirty="0">
                <a:latin typeface="Courier New" panose="02070309020205020404" pitchFamily="49" charset="0"/>
                <a:cs typeface="Courier New" panose="02070309020205020404" pitchFamily="49" charset="0"/>
              </a:rPr>
              <a:t>   public </a:t>
            </a:r>
            <a:r>
              <a:rPr lang="en-US" altLang="en-US" sz="2400" dirty="0">
                <a:solidFill>
                  <a:srgbClr val="C00000"/>
                </a:solidFill>
                <a:latin typeface="Courier New" panose="02070309020205020404" pitchFamily="49" charset="0"/>
                <a:cs typeface="Courier New" panose="02070309020205020404" pitchFamily="49" charset="0"/>
              </a:rPr>
              <a:t>static</a:t>
            </a:r>
            <a:r>
              <a:rPr lang="en-US" altLang="en-US" sz="2400" dirty="0">
                <a:latin typeface="Courier New" panose="02070309020205020404" pitchFamily="49" charset="0"/>
                <a:cs typeface="Courier New" panose="02070309020205020404" pitchFamily="49" charset="0"/>
              </a:rPr>
              <a:t> void write() </a:t>
            </a:r>
          </a:p>
          <a:p>
            <a:pPr>
              <a:spcBef>
                <a:spcPct val="0"/>
              </a:spcBef>
              <a:buFontTx/>
              <a:buNone/>
            </a:pPr>
            <a:r>
              <a:rPr lang="en-US" altLang="en-US" sz="2400" dirty="0">
                <a:latin typeface="Courier New" panose="02070309020205020404" pitchFamily="49" charset="0"/>
                <a:cs typeface="Courier New" panose="02070309020205020404" pitchFamily="49" charset="0"/>
              </a:rPr>
              <a:t>   {   </a:t>
            </a:r>
            <a:r>
              <a:rPr lang="en-US" altLang="en-US" sz="2400" dirty="0" err="1">
                <a:latin typeface="Courier New" panose="02070309020205020404" pitchFamily="49" charset="0"/>
                <a:cs typeface="Courier New" panose="02070309020205020404" pitchFamily="49" charset="0"/>
              </a:rPr>
              <a:t>System.out.println</a:t>
            </a:r>
            <a:r>
              <a:rPr lang="en-US" altLang="en-US" sz="2400" dirty="0">
                <a:latin typeface="Courier New" panose="02070309020205020404" pitchFamily="49" charset="0"/>
                <a:cs typeface="Courier New" panose="02070309020205020404" pitchFamily="49" charset="0"/>
              </a:rPr>
              <a:t>(“Bee!!!”);  }</a:t>
            </a:r>
          </a:p>
        </p:txBody>
      </p:sp>
      <p:sp>
        <p:nvSpPr>
          <p:cNvPr id="99331" name="WordArt 3"/>
          <p:cNvSpPr>
            <a:spLocks noChangeArrowheads="1" noChangeShapeType="1" noTextEdit="1"/>
          </p:cNvSpPr>
          <p:nvPr/>
        </p:nvSpPr>
        <p:spPr bwMode="auto">
          <a:xfrm>
            <a:off x="452438" y="381000"/>
            <a:ext cx="8386762" cy="5334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a:tailEnd/>
                </a:ln>
                <a:solidFill>
                  <a:srgbClr val="0000FF"/>
                </a:solidFill>
                <a:effectLst>
                  <a:outerShdw dist="35921" dir="2700000" algn="ctr" rotWithShape="0">
                    <a:srgbClr val="C0C0C0"/>
                  </a:outerShdw>
                </a:effectLst>
                <a:latin typeface="Impact" panose="020B0806030902050204" pitchFamily="34" charset="0"/>
              </a:rPr>
              <a:t>Choosing when the methods are CLASS METHODS</a:t>
            </a:r>
          </a:p>
        </p:txBody>
      </p:sp>
      <p:sp>
        <p:nvSpPr>
          <p:cNvPr id="99332" name="Rectangle 1"/>
          <p:cNvSpPr>
            <a:spLocks noChangeArrowheads="1"/>
          </p:cNvSpPr>
          <p:nvPr/>
        </p:nvSpPr>
        <p:spPr bwMode="auto">
          <a:xfrm>
            <a:off x="434975" y="1219200"/>
            <a:ext cx="8153400" cy="784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1800" dirty="0">
                <a:solidFill>
                  <a:srgbClr val="0000FF"/>
                </a:solidFill>
                <a:latin typeface="Tahoma" panose="020B0604030504040204" pitchFamily="34" charset="0"/>
              </a:rPr>
              <a:t>Static Binding </a:t>
            </a:r>
            <a:r>
              <a:rPr lang="en-US" altLang="en-US" sz="1800" dirty="0">
                <a:latin typeface="Tahoma" panose="020B0604030504040204" pitchFamily="34" charset="0"/>
              </a:rPr>
              <a:t>-  method calls that are locked down at compile time.</a:t>
            </a:r>
          </a:p>
          <a:p>
            <a:pPr>
              <a:spcBef>
                <a:spcPct val="50000"/>
              </a:spcBef>
              <a:buFontTx/>
              <a:buNone/>
            </a:pPr>
            <a:endParaRPr lang="en-US" altLang="en-US" sz="1800" dirty="0">
              <a:latin typeface="Tahoma" panose="020B0604030504040204" pitchFamily="34" charset="0"/>
            </a:endParaRPr>
          </a:p>
        </p:txBody>
      </p:sp>
      <p:sp>
        <p:nvSpPr>
          <p:cNvPr id="6" name="Rectangle 2"/>
          <p:cNvSpPr>
            <a:spLocks noChangeArrowheads="1"/>
          </p:cNvSpPr>
          <p:nvPr/>
        </p:nvSpPr>
        <p:spPr bwMode="auto">
          <a:xfrm>
            <a:off x="304912" y="4876762"/>
            <a:ext cx="8386763"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4000" dirty="0">
                <a:solidFill>
                  <a:srgbClr val="FF0000"/>
                </a:solidFill>
                <a:latin typeface="Arial" panose="020B0604020202020204" pitchFamily="34" charset="0"/>
                <a:cs typeface="Arial" panose="020B0604020202020204" pitchFamily="34" charset="0"/>
              </a:rPr>
              <a:t>Abstract methods can’t be static!</a:t>
            </a:r>
          </a:p>
        </p:txBody>
      </p:sp>
    </p:spTree>
    <p:extLst>
      <p:ext uri="{BB962C8B-B14F-4D97-AF65-F5344CB8AC3E}">
        <p14:creationId xmlns:p14="http://schemas.microsoft.com/office/powerpoint/2010/main" val="14063892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44BAB-7585-F35F-70BD-8A64A900C715}"/>
              </a:ext>
            </a:extLst>
          </p:cNvPr>
          <p:cNvSpPr>
            <a:spLocks noGrp="1"/>
          </p:cNvSpPr>
          <p:nvPr>
            <p:ph type="ctrTitle"/>
          </p:nvPr>
        </p:nvSpPr>
        <p:spPr>
          <a:xfrm>
            <a:off x="1160196" y="2133634"/>
            <a:ext cx="6858000" cy="2387600"/>
          </a:xfrm>
        </p:spPr>
        <p:txBody>
          <a:bodyPr/>
          <a:lstStyle/>
          <a:p>
            <a:r>
              <a:rPr lang="en-US" sz="7200" dirty="0">
                <a:latin typeface="Abadi" panose="020B0604020104020204" pitchFamily="34" charset="0"/>
              </a:rPr>
              <a:t>Modifiers combinable with abstract</a:t>
            </a:r>
          </a:p>
        </p:txBody>
      </p:sp>
    </p:spTree>
    <p:extLst>
      <p:ext uri="{BB962C8B-B14F-4D97-AF65-F5344CB8AC3E}">
        <p14:creationId xmlns:p14="http://schemas.microsoft.com/office/powerpoint/2010/main" val="25148368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44BAB-7585-F35F-70BD-8A64A900C715}"/>
              </a:ext>
            </a:extLst>
          </p:cNvPr>
          <p:cNvSpPr>
            <a:spLocks noGrp="1"/>
          </p:cNvSpPr>
          <p:nvPr>
            <p:ph type="ctrTitle"/>
          </p:nvPr>
        </p:nvSpPr>
        <p:spPr>
          <a:xfrm>
            <a:off x="0" y="263150"/>
            <a:ext cx="9144000" cy="838179"/>
          </a:xfrm>
        </p:spPr>
        <p:txBody>
          <a:bodyPr/>
          <a:lstStyle/>
          <a:p>
            <a:pPr>
              <a:tabLst>
                <a:tab pos="1258888" algn="ctr"/>
                <a:tab pos="6862763" algn="ctr"/>
              </a:tabLst>
            </a:pPr>
            <a:r>
              <a:rPr lang="en-US" sz="5400" b="1" dirty="0">
                <a:latin typeface="Abadi" panose="020B0604020104020204" pitchFamily="34" charset="0"/>
              </a:rPr>
              <a:t>Which are allowed?</a:t>
            </a:r>
          </a:p>
        </p:txBody>
      </p:sp>
      <p:sp>
        <p:nvSpPr>
          <p:cNvPr id="3" name="Subtitle 2">
            <a:extLst>
              <a:ext uri="{FF2B5EF4-FFF2-40B4-BE49-F238E27FC236}">
                <a16:creationId xmlns:a16="http://schemas.microsoft.com/office/drawing/2014/main" id="{5C2FC2FF-8BA1-0442-C53E-B537BBAAF9FA}"/>
              </a:ext>
            </a:extLst>
          </p:cNvPr>
          <p:cNvSpPr>
            <a:spLocks noGrp="1"/>
          </p:cNvSpPr>
          <p:nvPr>
            <p:ph type="subTitle" idx="1"/>
          </p:nvPr>
        </p:nvSpPr>
        <p:spPr>
          <a:xfrm>
            <a:off x="2666975" y="2039445"/>
            <a:ext cx="3581396" cy="838178"/>
          </a:xfrm>
        </p:spPr>
        <p:txBody>
          <a:bodyPr/>
          <a:lstStyle/>
          <a:p>
            <a:r>
              <a:rPr lang="en-US" sz="4000" dirty="0">
                <a:latin typeface="Abadi" panose="020B0604020104020204" pitchFamily="34" charset="0"/>
              </a:rPr>
              <a:t>private abstract</a:t>
            </a:r>
          </a:p>
        </p:txBody>
      </p:sp>
      <p:sp>
        <p:nvSpPr>
          <p:cNvPr id="7" name="TextBox 6">
            <a:extLst>
              <a:ext uri="{FF2B5EF4-FFF2-40B4-BE49-F238E27FC236}">
                <a16:creationId xmlns:a16="http://schemas.microsoft.com/office/drawing/2014/main" id="{F1A2AF72-1E4D-0C96-7102-7205C8BF6B2F}"/>
              </a:ext>
            </a:extLst>
          </p:cNvPr>
          <p:cNvSpPr txBox="1"/>
          <p:nvPr/>
        </p:nvSpPr>
        <p:spPr>
          <a:xfrm>
            <a:off x="2781287" y="5410148"/>
            <a:ext cx="3352772" cy="707886"/>
          </a:xfrm>
          <a:prstGeom prst="rect">
            <a:avLst/>
          </a:prstGeom>
          <a:noFill/>
        </p:spPr>
        <p:txBody>
          <a:bodyPr wrap="square">
            <a:spAutoFit/>
          </a:bodyPr>
          <a:lstStyle/>
          <a:p>
            <a:pPr marL="0" marR="0" lvl="0" indent="0" algn="ctr" defTabSz="914400" rtl="0" eaLnBrk="0" fontAlgn="base" latinLnBrk="0" hangingPunct="0">
              <a:lnSpc>
                <a:spcPct val="100000"/>
              </a:lnSpc>
              <a:spcBef>
                <a:spcPct val="20000"/>
              </a:spcBef>
              <a:spcAft>
                <a:spcPct val="0"/>
              </a:spcAft>
              <a:buClrTx/>
              <a:buSzTx/>
              <a:buFontTx/>
              <a:buNone/>
              <a:tabLst/>
              <a:defRPr/>
            </a:pPr>
            <a:r>
              <a:rPr kumimoji="0" lang="en-US" sz="4000" b="0" i="0" u="none" strike="noStrike" kern="1200" cap="none" spc="0" normalizeH="0" baseline="0" noProof="0" dirty="0">
                <a:ln>
                  <a:noFill/>
                </a:ln>
                <a:solidFill>
                  <a:srgbClr val="000000"/>
                </a:solidFill>
                <a:effectLst/>
                <a:uLnTx/>
                <a:uFillTx/>
                <a:latin typeface="Abadi" panose="020B0604020104020204" pitchFamily="34" charset="0"/>
                <a:ea typeface="+mn-ea"/>
                <a:cs typeface="+mn-cs"/>
              </a:rPr>
              <a:t>abstract static</a:t>
            </a:r>
          </a:p>
        </p:txBody>
      </p:sp>
      <p:sp>
        <p:nvSpPr>
          <p:cNvPr id="11" name="TextBox 10">
            <a:extLst>
              <a:ext uri="{FF2B5EF4-FFF2-40B4-BE49-F238E27FC236}">
                <a16:creationId xmlns:a16="http://schemas.microsoft.com/office/drawing/2014/main" id="{D85845A5-218F-549E-7129-331B247373DB}"/>
              </a:ext>
            </a:extLst>
          </p:cNvPr>
          <p:cNvSpPr txBox="1"/>
          <p:nvPr/>
        </p:nvSpPr>
        <p:spPr>
          <a:xfrm>
            <a:off x="2895629" y="4495772"/>
            <a:ext cx="3124088" cy="707886"/>
          </a:xfrm>
          <a:prstGeom prst="rect">
            <a:avLst/>
          </a:prstGeom>
          <a:noFill/>
        </p:spPr>
        <p:txBody>
          <a:bodyPr wrap="square">
            <a:spAutoFit/>
          </a:bodyPr>
          <a:lstStyle/>
          <a:p>
            <a:pPr marL="0" marR="0" lvl="0" indent="0" algn="ctr" defTabSz="914400" rtl="0" eaLnBrk="0" fontAlgn="base" latinLnBrk="0" hangingPunct="0">
              <a:lnSpc>
                <a:spcPct val="100000"/>
              </a:lnSpc>
              <a:spcBef>
                <a:spcPct val="20000"/>
              </a:spcBef>
              <a:spcAft>
                <a:spcPct val="0"/>
              </a:spcAft>
              <a:buClrTx/>
              <a:buSzTx/>
              <a:buFontTx/>
              <a:buNone/>
              <a:tabLst/>
              <a:defRPr/>
            </a:pPr>
            <a:r>
              <a:rPr kumimoji="0" lang="en-US" sz="4000" b="0" i="0" u="none" strike="noStrike" kern="1200" cap="none" spc="0" normalizeH="0" baseline="0" noProof="0" dirty="0">
                <a:ln>
                  <a:noFill/>
                </a:ln>
                <a:solidFill>
                  <a:srgbClr val="000000"/>
                </a:solidFill>
                <a:effectLst/>
                <a:uLnTx/>
                <a:uFillTx/>
                <a:latin typeface="Abadi" panose="020B0604020104020204" pitchFamily="34" charset="0"/>
                <a:ea typeface="+mn-ea"/>
                <a:cs typeface="+mn-cs"/>
              </a:rPr>
              <a:t>abstract final</a:t>
            </a:r>
          </a:p>
        </p:txBody>
      </p:sp>
      <p:sp>
        <p:nvSpPr>
          <p:cNvPr id="15" name="TextBox 14">
            <a:extLst>
              <a:ext uri="{FF2B5EF4-FFF2-40B4-BE49-F238E27FC236}">
                <a16:creationId xmlns:a16="http://schemas.microsoft.com/office/drawing/2014/main" id="{7B632209-EB69-6001-C232-14C5EBF2C8FC}"/>
              </a:ext>
            </a:extLst>
          </p:cNvPr>
          <p:cNvSpPr txBox="1"/>
          <p:nvPr/>
        </p:nvSpPr>
        <p:spPr>
          <a:xfrm>
            <a:off x="2666990" y="3712443"/>
            <a:ext cx="3581366" cy="707886"/>
          </a:xfrm>
          <a:prstGeom prst="rect">
            <a:avLst/>
          </a:prstGeom>
          <a:noFill/>
        </p:spPr>
        <p:txBody>
          <a:bodyPr wrap="square">
            <a:spAutoFit/>
          </a:bodyPr>
          <a:lstStyle/>
          <a:p>
            <a:pPr marL="0" marR="0" lvl="0" indent="0" algn="ctr" defTabSz="914400" rtl="0" eaLnBrk="0" fontAlgn="base" latinLnBrk="0" hangingPunct="0">
              <a:lnSpc>
                <a:spcPct val="100000"/>
              </a:lnSpc>
              <a:spcBef>
                <a:spcPct val="20000"/>
              </a:spcBef>
              <a:spcAft>
                <a:spcPct val="0"/>
              </a:spcAft>
              <a:buClrTx/>
              <a:buSzTx/>
              <a:buFontTx/>
              <a:buNone/>
              <a:tabLst/>
              <a:defRPr/>
            </a:pPr>
            <a:r>
              <a:rPr kumimoji="0" lang="en-US" sz="4000" b="0" i="0" u="none" strike="noStrike" kern="1200" cap="none" spc="0" normalizeH="0" baseline="0" noProof="0" dirty="0">
                <a:ln>
                  <a:noFill/>
                </a:ln>
                <a:solidFill>
                  <a:srgbClr val="000000"/>
                </a:solidFill>
                <a:effectLst/>
                <a:uLnTx/>
                <a:uFillTx/>
                <a:latin typeface="Abadi" panose="020B0604020104020204" pitchFamily="34" charset="0"/>
                <a:ea typeface="+mn-ea"/>
                <a:cs typeface="+mn-cs"/>
              </a:rPr>
              <a:t>public abstract</a:t>
            </a:r>
          </a:p>
        </p:txBody>
      </p:sp>
      <p:sp>
        <p:nvSpPr>
          <p:cNvPr id="19" name="TextBox 18">
            <a:extLst>
              <a:ext uri="{FF2B5EF4-FFF2-40B4-BE49-F238E27FC236}">
                <a16:creationId xmlns:a16="http://schemas.microsoft.com/office/drawing/2014/main" id="{248A1F96-2D48-B92D-0705-10F375105ACB}"/>
              </a:ext>
            </a:extLst>
          </p:cNvPr>
          <p:cNvSpPr txBox="1"/>
          <p:nvPr/>
        </p:nvSpPr>
        <p:spPr>
          <a:xfrm>
            <a:off x="2324144" y="2819416"/>
            <a:ext cx="4267058" cy="707886"/>
          </a:xfrm>
          <a:prstGeom prst="rect">
            <a:avLst/>
          </a:prstGeom>
          <a:noFill/>
        </p:spPr>
        <p:txBody>
          <a:bodyPr wrap="square">
            <a:spAutoFit/>
          </a:bodyPr>
          <a:lstStyle/>
          <a:p>
            <a:pPr marL="0" marR="0" lvl="0" indent="0" algn="ctr" defTabSz="914400" rtl="0" eaLnBrk="0" fontAlgn="base" latinLnBrk="0" hangingPunct="0">
              <a:lnSpc>
                <a:spcPct val="100000"/>
              </a:lnSpc>
              <a:spcBef>
                <a:spcPct val="20000"/>
              </a:spcBef>
              <a:spcAft>
                <a:spcPct val="0"/>
              </a:spcAft>
              <a:buClrTx/>
              <a:buSzTx/>
              <a:buFontTx/>
              <a:buNone/>
              <a:tabLst/>
              <a:defRPr/>
            </a:pPr>
            <a:r>
              <a:rPr kumimoji="0" lang="en-US" sz="4000" b="0" i="0" u="none" strike="noStrike" kern="1200" cap="none" spc="0" normalizeH="0" baseline="0" noProof="0" dirty="0">
                <a:ln>
                  <a:noFill/>
                </a:ln>
                <a:solidFill>
                  <a:srgbClr val="000000"/>
                </a:solidFill>
                <a:effectLst/>
                <a:uLnTx/>
                <a:uFillTx/>
                <a:latin typeface="Abadi" panose="020B0604020104020204" pitchFamily="34" charset="0"/>
                <a:ea typeface="+mn-ea"/>
                <a:cs typeface="+mn-cs"/>
              </a:rPr>
              <a:t>protected abstract</a:t>
            </a:r>
          </a:p>
        </p:txBody>
      </p:sp>
      <p:sp>
        <p:nvSpPr>
          <p:cNvPr id="23" name="TextBox 22">
            <a:extLst>
              <a:ext uri="{FF2B5EF4-FFF2-40B4-BE49-F238E27FC236}">
                <a16:creationId xmlns:a16="http://schemas.microsoft.com/office/drawing/2014/main" id="{45E31523-15E5-424E-1461-2EE289F1DBCB}"/>
              </a:ext>
            </a:extLst>
          </p:cNvPr>
          <p:cNvSpPr txBox="1"/>
          <p:nvPr/>
        </p:nvSpPr>
        <p:spPr>
          <a:xfrm>
            <a:off x="0" y="991419"/>
            <a:ext cx="9144000" cy="923330"/>
          </a:xfrm>
          <a:prstGeom prst="rect">
            <a:avLst/>
          </a:prstGeom>
          <a:noFill/>
        </p:spPr>
        <p:txBody>
          <a:bodyPr wrap="square">
            <a:spAutoFit/>
          </a:bodyPr>
          <a:lstStyle/>
          <a:p>
            <a:pPr>
              <a:tabLst>
                <a:tab pos="1770063" algn="ctr"/>
                <a:tab pos="6862763" algn="ctr"/>
              </a:tabLst>
            </a:pPr>
            <a:r>
              <a:rPr kumimoji="0" lang="en-US" sz="5400" b="1" i="0" u="none" strike="noStrike" kern="1200" cap="none" spc="0" normalizeH="0" baseline="0" noProof="0" dirty="0">
                <a:ln>
                  <a:noFill/>
                </a:ln>
                <a:solidFill>
                  <a:srgbClr val="000000"/>
                </a:solidFill>
                <a:effectLst/>
                <a:uLnTx/>
                <a:uFillTx/>
                <a:latin typeface="Abadi" panose="020B0604020104020204" pitchFamily="34" charset="0"/>
                <a:ea typeface="+mj-ea"/>
                <a:cs typeface="+mj-cs"/>
              </a:rPr>
              <a:t>	</a:t>
            </a:r>
            <a:r>
              <a:rPr lang="en-US" sz="5400" dirty="0">
                <a:solidFill>
                  <a:srgbClr val="176B25"/>
                </a:solidFill>
                <a:latin typeface="Abadi" panose="020B0604020104020204" pitchFamily="34" charset="0"/>
                <a:ea typeface="+mj-ea"/>
                <a:cs typeface="+mj-cs"/>
              </a:rPr>
              <a:t>a</a:t>
            </a:r>
            <a:r>
              <a:rPr kumimoji="0" lang="en-US" sz="5400" b="1" i="0" u="none" strike="noStrike" kern="1200" cap="none" spc="0" normalizeH="0" baseline="0" noProof="0" dirty="0" err="1">
                <a:ln>
                  <a:noFill/>
                </a:ln>
                <a:solidFill>
                  <a:srgbClr val="176B25"/>
                </a:solidFill>
                <a:effectLst/>
                <a:uLnTx/>
                <a:uFillTx/>
                <a:latin typeface="Abadi" panose="020B0604020104020204" pitchFamily="34" charset="0"/>
                <a:ea typeface="+mj-ea"/>
                <a:cs typeface="+mj-cs"/>
              </a:rPr>
              <a:t>llowed</a:t>
            </a:r>
            <a:r>
              <a:rPr kumimoji="0" lang="en-US" sz="5400" b="1" i="0" u="none" strike="noStrike" kern="1200" cap="none" spc="0" normalizeH="0" baseline="0" noProof="0" dirty="0">
                <a:ln>
                  <a:noFill/>
                </a:ln>
                <a:solidFill>
                  <a:srgbClr val="000000"/>
                </a:solidFill>
                <a:effectLst/>
                <a:uLnTx/>
                <a:uFillTx/>
                <a:latin typeface="Abadi" panose="020B0604020104020204" pitchFamily="34" charset="0"/>
                <a:ea typeface="+mj-ea"/>
                <a:cs typeface="+mj-cs"/>
              </a:rPr>
              <a:t>	</a:t>
            </a:r>
            <a:r>
              <a:rPr kumimoji="0" lang="en-US" sz="5400" b="1" i="0" u="none" strike="noStrike" kern="1200" cap="none" spc="0" normalizeH="0" baseline="0" noProof="0" dirty="0">
                <a:ln>
                  <a:noFill/>
                </a:ln>
                <a:solidFill>
                  <a:srgbClr val="C00000"/>
                </a:solidFill>
                <a:effectLst/>
                <a:uLnTx/>
                <a:uFillTx/>
                <a:latin typeface="Abadi" panose="020B0604020104020204" pitchFamily="34" charset="0"/>
                <a:ea typeface="+mj-ea"/>
                <a:cs typeface="+mj-cs"/>
              </a:rPr>
              <a:t>not</a:t>
            </a:r>
            <a:endParaRPr lang="en-US" dirty="0">
              <a:solidFill>
                <a:srgbClr val="C00000"/>
              </a:solidFill>
            </a:endParaRPr>
          </a:p>
        </p:txBody>
      </p:sp>
    </p:spTree>
    <p:extLst>
      <p:ext uri="{BB962C8B-B14F-4D97-AF65-F5344CB8AC3E}">
        <p14:creationId xmlns:p14="http://schemas.microsoft.com/office/powerpoint/2010/main" val="3961653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3.33333E-6 -1.11111E-6 L 0.26667 -0.00417 " pathEditMode="relative" rAng="0" ptsTypes="AA">
                                      <p:cBhvr>
                                        <p:cTn id="6" dur="2000" fill="hold"/>
                                        <p:tgtEl>
                                          <p:spTgt spid="3">
                                            <p:txEl>
                                              <p:pRg st="0" end="0"/>
                                            </p:txEl>
                                          </p:spTgt>
                                        </p:tgtEl>
                                        <p:attrNameLst>
                                          <p:attrName>ppt_x</p:attrName>
                                          <p:attrName>ppt_y</p:attrName>
                                        </p:attrNameLst>
                                      </p:cBhvr>
                                      <p:rCtr x="13333" y="-208"/>
                                    </p:animMotion>
                                  </p:childTnLst>
                                </p:cTn>
                              </p:par>
                              <p:par>
                                <p:cTn id="7" presetID="19" presetClass="emph" presetSubtype="0" fill="hold" grpId="1" nodeType="withEffect">
                                  <p:stCondLst>
                                    <p:cond delay="0"/>
                                  </p:stCondLst>
                                  <p:childTnLst>
                                    <p:animClr clrSpc="rgb" dir="cw">
                                      <p:cBhvr override="childStyle">
                                        <p:cTn id="8" dur="500" fill="hold"/>
                                        <p:tgtEl>
                                          <p:spTgt spid="3">
                                            <p:txEl>
                                              <p:pRg st="0" end="0"/>
                                            </p:txEl>
                                          </p:spTgt>
                                        </p:tgtEl>
                                        <p:attrNameLst>
                                          <p:attrName>style.color</p:attrName>
                                        </p:attrNameLst>
                                      </p:cBhvr>
                                      <p:to>
                                        <a:srgbClr val="C00000"/>
                                      </p:to>
                                    </p:animClr>
                                    <p:animClr clrSpc="rgb" dir="cw">
                                      <p:cBhvr>
                                        <p:cTn id="9" dur="500" fill="hold"/>
                                        <p:tgtEl>
                                          <p:spTgt spid="3">
                                            <p:txEl>
                                              <p:pRg st="0" end="0"/>
                                            </p:txEl>
                                          </p:spTgt>
                                        </p:tgtEl>
                                        <p:attrNameLst>
                                          <p:attrName>fillcolor</p:attrName>
                                        </p:attrNameLst>
                                      </p:cBhvr>
                                      <p:to>
                                        <a:srgbClr val="C00000"/>
                                      </p:to>
                                    </p:animClr>
                                    <p:set>
                                      <p:cBhvr>
                                        <p:cTn id="10" dur="500" fill="hold"/>
                                        <p:tgtEl>
                                          <p:spTgt spid="3">
                                            <p:txEl>
                                              <p:pRg st="0" end="0"/>
                                            </p:txEl>
                                          </p:spTgt>
                                        </p:tgtEl>
                                        <p:attrNameLst>
                                          <p:attrName>fill.type</p:attrName>
                                        </p:attrNameLst>
                                      </p:cBhvr>
                                      <p:to>
                                        <p:strVal val="solid"/>
                                      </p:to>
                                    </p:set>
                                    <p:set>
                                      <p:cBhvr>
                                        <p:cTn id="11" dur="500" fill="hold"/>
                                        <p:tgtEl>
                                          <p:spTgt spid="3">
                                            <p:txEl>
                                              <p:pRg st="0" end="0"/>
                                            </p:txEl>
                                          </p:spTgt>
                                        </p:tgtEl>
                                        <p:attrNameLst>
                                          <p:attrName>fill.on</p:attrName>
                                        </p:attrNameLst>
                                      </p:cBhvr>
                                      <p:to>
                                        <p:strVal val="true"/>
                                      </p:to>
                                    </p:set>
                                  </p:childTnLst>
                                </p:cTn>
                              </p:par>
                            </p:childTnLst>
                          </p:cTn>
                        </p:par>
                      </p:childTnLst>
                    </p:cTn>
                  </p:par>
                  <p:par>
                    <p:cTn id="12" fill="hold">
                      <p:stCondLst>
                        <p:cond delay="indefinite"/>
                      </p:stCondLst>
                      <p:childTnLst>
                        <p:par>
                          <p:cTn id="13" fill="hold">
                            <p:stCondLst>
                              <p:cond delay="0"/>
                            </p:stCondLst>
                            <p:childTnLst>
                              <p:par>
                                <p:cTn id="14" presetID="42" presetClass="path" presetSubtype="0" accel="50000" decel="50000" fill="hold" grpId="0" nodeType="clickEffect">
                                  <p:stCondLst>
                                    <p:cond delay="0"/>
                                  </p:stCondLst>
                                  <p:childTnLst>
                                    <p:animMotion origin="layout" path="M 0 -1.48148E-6 L -0.25 -0.01296 " pathEditMode="relative" rAng="0" ptsTypes="AA">
                                      <p:cBhvr>
                                        <p:cTn id="15" dur="2000" fill="hold"/>
                                        <p:tgtEl>
                                          <p:spTgt spid="19"/>
                                        </p:tgtEl>
                                        <p:attrNameLst>
                                          <p:attrName>ppt_x</p:attrName>
                                          <p:attrName>ppt_y</p:attrName>
                                        </p:attrNameLst>
                                      </p:cBhvr>
                                      <p:rCtr x="-12500" y="-648"/>
                                    </p:animMotion>
                                  </p:childTnLst>
                                </p:cTn>
                              </p:par>
                              <p:par>
                                <p:cTn id="16" presetID="19" presetClass="emph" presetSubtype="0" fill="hold" nodeType="withEffect">
                                  <p:stCondLst>
                                    <p:cond delay="0"/>
                                  </p:stCondLst>
                                  <p:childTnLst>
                                    <p:animClr clrSpc="rgb" dir="cw">
                                      <p:cBhvr override="childStyle">
                                        <p:cTn id="17" dur="500" fill="hold"/>
                                        <p:tgtEl>
                                          <p:spTgt spid="19">
                                            <p:txEl>
                                              <p:pRg st="0" end="0"/>
                                            </p:txEl>
                                          </p:spTgt>
                                        </p:tgtEl>
                                        <p:attrNameLst>
                                          <p:attrName>style.color</p:attrName>
                                        </p:attrNameLst>
                                      </p:cBhvr>
                                      <p:to>
                                        <a:srgbClr val="176B25"/>
                                      </p:to>
                                    </p:animClr>
                                    <p:animClr clrSpc="rgb" dir="cw">
                                      <p:cBhvr>
                                        <p:cTn id="18" dur="500" fill="hold"/>
                                        <p:tgtEl>
                                          <p:spTgt spid="19">
                                            <p:txEl>
                                              <p:pRg st="0" end="0"/>
                                            </p:txEl>
                                          </p:spTgt>
                                        </p:tgtEl>
                                        <p:attrNameLst>
                                          <p:attrName>fillcolor</p:attrName>
                                        </p:attrNameLst>
                                      </p:cBhvr>
                                      <p:to>
                                        <a:srgbClr val="176B25"/>
                                      </p:to>
                                    </p:animClr>
                                    <p:set>
                                      <p:cBhvr>
                                        <p:cTn id="19" dur="500" fill="hold"/>
                                        <p:tgtEl>
                                          <p:spTgt spid="19">
                                            <p:txEl>
                                              <p:pRg st="0" end="0"/>
                                            </p:txEl>
                                          </p:spTgt>
                                        </p:tgtEl>
                                        <p:attrNameLst>
                                          <p:attrName>fill.type</p:attrName>
                                        </p:attrNameLst>
                                      </p:cBhvr>
                                      <p:to>
                                        <p:strVal val="solid"/>
                                      </p:to>
                                    </p:set>
                                    <p:set>
                                      <p:cBhvr>
                                        <p:cTn id="20" dur="500" fill="hold"/>
                                        <p:tgtEl>
                                          <p:spTgt spid="19">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42" presetClass="path" presetSubtype="0" accel="50000" decel="50000" fill="hold" grpId="0" nodeType="clickEffect">
                                  <p:stCondLst>
                                    <p:cond delay="0"/>
                                  </p:stCondLst>
                                  <p:childTnLst>
                                    <p:animMotion origin="layout" path="M 0.03333 0.01112 L -0.25417 0.00718 " pathEditMode="relative" rAng="0" ptsTypes="AA">
                                      <p:cBhvr>
                                        <p:cTn id="24" dur="2000" fill="hold"/>
                                        <p:tgtEl>
                                          <p:spTgt spid="15"/>
                                        </p:tgtEl>
                                        <p:attrNameLst>
                                          <p:attrName>ppt_x</p:attrName>
                                          <p:attrName>ppt_y</p:attrName>
                                        </p:attrNameLst>
                                      </p:cBhvr>
                                      <p:rCtr x="-14375" y="-208"/>
                                    </p:animMotion>
                                  </p:childTnLst>
                                </p:cTn>
                              </p:par>
                              <p:par>
                                <p:cTn id="25" presetID="19" presetClass="emph" presetSubtype="0" fill="hold" nodeType="withEffect">
                                  <p:stCondLst>
                                    <p:cond delay="0"/>
                                  </p:stCondLst>
                                  <p:childTnLst>
                                    <p:animClr clrSpc="rgb" dir="cw">
                                      <p:cBhvr override="childStyle">
                                        <p:cTn id="26" dur="500" fill="hold"/>
                                        <p:tgtEl>
                                          <p:spTgt spid="15">
                                            <p:txEl>
                                              <p:pRg st="0" end="0"/>
                                            </p:txEl>
                                          </p:spTgt>
                                        </p:tgtEl>
                                        <p:attrNameLst>
                                          <p:attrName>style.color</p:attrName>
                                        </p:attrNameLst>
                                      </p:cBhvr>
                                      <p:to>
                                        <a:srgbClr val="176B25"/>
                                      </p:to>
                                    </p:animClr>
                                    <p:animClr clrSpc="rgb" dir="cw">
                                      <p:cBhvr>
                                        <p:cTn id="27" dur="500" fill="hold"/>
                                        <p:tgtEl>
                                          <p:spTgt spid="15">
                                            <p:txEl>
                                              <p:pRg st="0" end="0"/>
                                            </p:txEl>
                                          </p:spTgt>
                                        </p:tgtEl>
                                        <p:attrNameLst>
                                          <p:attrName>fillcolor</p:attrName>
                                        </p:attrNameLst>
                                      </p:cBhvr>
                                      <p:to>
                                        <a:srgbClr val="176B25"/>
                                      </p:to>
                                    </p:animClr>
                                    <p:set>
                                      <p:cBhvr>
                                        <p:cTn id="28" dur="500" fill="hold"/>
                                        <p:tgtEl>
                                          <p:spTgt spid="15">
                                            <p:txEl>
                                              <p:pRg st="0" end="0"/>
                                            </p:txEl>
                                          </p:spTgt>
                                        </p:tgtEl>
                                        <p:attrNameLst>
                                          <p:attrName>fill.type</p:attrName>
                                        </p:attrNameLst>
                                      </p:cBhvr>
                                      <p:to>
                                        <p:strVal val="solid"/>
                                      </p:to>
                                    </p:set>
                                    <p:set>
                                      <p:cBhvr>
                                        <p:cTn id="29" dur="500" fill="hold"/>
                                        <p:tgtEl>
                                          <p:spTgt spid="15">
                                            <p:txEl>
                                              <p:pRg st="0" end="0"/>
                                            </p:txEl>
                                          </p:spTgt>
                                        </p:tgtEl>
                                        <p:attrNameLst>
                                          <p:attrName>fill.on</p:attrName>
                                        </p:attrNameLst>
                                      </p:cBhvr>
                                      <p:to>
                                        <p:strVal val="true"/>
                                      </p:to>
                                    </p:set>
                                  </p:childTnLst>
                                </p:cTn>
                              </p:par>
                            </p:childTnLst>
                          </p:cTn>
                        </p:par>
                      </p:childTnLst>
                    </p:cTn>
                  </p:par>
                  <p:par>
                    <p:cTn id="30" fill="hold">
                      <p:stCondLst>
                        <p:cond delay="indefinite"/>
                      </p:stCondLst>
                      <p:childTnLst>
                        <p:par>
                          <p:cTn id="31" fill="hold">
                            <p:stCondLst>
                              <p:cond delay="0"/>
                            </p:stCondLst>
                            <p:childTnLst>
                              <p:par>
                                <p:cTn id="32" presetID="42" presetClass="path" presetSubtype="0" accel="50000" decel="50000" fill="hold" grpId="0" nodeType="clickEffect">
                                  <p:stCondLst>
                                    <p:cond delay="0"/>
                                  </p:stCondLst>
                                  <p:childTnLst>
                                    <p:animMotion origin="layout" path="M -0.07083 0.00601 L 0.26667 -0.00116 " pathEditMode="relative" rAng="0" ptsTypes="AA">
                                      <p:cBhvr>
                                        <p:cTn id="33" dur="2000" fill="hold"/>
                                        <p:tgtEl>
                                          <p:spTgt spid="11"/>
                                        </p:tgtEl>
                                        <p:attrNameLst>
                                          <p:attrName>ppt_x</p:attrName>
                                          <p:attrName>ppt_y</p:attrName>
                                        </p:attrNameLst>
                                      </p:cBhvr>
                                      <p:rCtr x="16875" y="-370"/>
                                    </p:animMotion>
                                  </p:childTnLst>
                                </p:cTn>
                              </p:par>
                            </p:childTnLst>
                          </p:cTn>
                        </p:par>
                      </p:childTnLst>
                    </p:cTn>
                  </p:par>
                  <p:par>
                    <p:cTn id="34" fill="hold">
                      <p:stCondLst>
                        <p:cond delay="indefinite"/>
                      </p:stCondLst>
                      <p:childTnLst>
                        <p:par>
                          <p:cTn id="35" fill="hold">
                            <p:stCondLst>
                              <p:cond delay="0"/>
                            </p:stCondLst>
                            <p:childTnLst>
                              <p:par>
                                <p:cTn id="36" presetID="42" presetClass="path" presetSubtype="0" accel="50000" decel="50000" fill="hold" grpId="0" nodeType="clickEffect">
                                  <p:stCondLst>
                                    <p:cond delay="0"/>
                                  </p:stCondLst>
                                  <p:childTnLst>
                                    <p:animMotion origin="layout" path="M -0.04583 0.00393 L 0.275 0.00787 " pathEditMode="relative" rAng="0" ptsTypes="AA">
                                      <p:cBhvr>
                                        <p:cTn id="37" dur="2000" fill="hold"/>
                                        <p:tgtEl>
                                          <p:spTgt spid="7"/>
                                        </p:tgtEl>
                                        <p:attrNameLst>
                                          <p:attrName>ppt_x</p:attrName>
                                          <p:attrName>ppt_y</p:attrName>
                                        </p:attrNameLst>
                                      </p:cBhvr>
                                      <p:rCtr x="16042" y="185"/>
                                    </p:animMotion>
                                  </p:childTnLst>
                                </p:cTn>
                              </p:par>
                            </p:childTnLst>
                          </p:cTn>
                        </p:par>
                      </p:childTnLst>
                    </p:cTn>
                  </p:par>
                  <p:par>
                    <p:cTn id="38" fill="hold">
                      <p:stCondLst>
                        <p:cond delay="indefinite"/>
                      </p:stCondLst>
                      <p:childTnLst>
                        <p:par>
                          <p:cTn id="39" fill="hold">
                            <p:stCondLst>
                              <p:cond delay="0"/>
                            </p:stCondLst>
                            <p:childTnLst>
                              <p:par>
                                <p:cTn id="40" presetID="19" presetClass="emph" presetSubtype="0" fill="hold" nodeType="clickEffect">
                                  <p:stCondLst>
                                    <p:cond delay="0"/>
                                  </p:stCondLst>
                                  <p:childTnLst>
                                    <p:animClr clrSpc="rgb" dir="cw">
                                      <p:cBhvr override="childStyle">
                                        <p:cTn id="41" dur="500" fill="hold"/>
                                        <p:tgtEl>
                                          <p:spTgt spid="11">
                                            <p:txEl>
                                              <p:pRg st="0" end="0"/>
                                            </p:txEl>
                                          </p:spTgt>
                                        </p:tgtEl>
                                        <p:attrNameLst>
                                          <p:attrName>style.color</p:attrName>
                                        </p:attrNameLst>
                                      </p:cBhvr>
                                      <p:to>
                                        <a:srgbClr val="C00000"/>
                                      </p:to>
                                    </p:animClr>
                                    <p:animClr clrSpc="rgb" dir="cw">
                                      <p:cBhvr>
                                        <p:cTn id="42" dur="500" fill="hold"/>
                                        <p:tgtEl>
                                          <p:spTgt spid="11">
                                            <p:txEl>
                                              <p:pRg st="0" end="0"/>
                                            </p:txEl>
                                          </p:spTgt>
                                        </p:tgtEl>
                                        <p:attrNameLst>
                                          <p:attrName>fillcolor</p:attrName>
                                        </p:attrNameLst>
                                      </p:cBhvr>
                                      <p:to>
                                        <a:srgbClr val="C00000"/>
                                      </p:to>
                                    </p:animClr>
                                    <p:set>
                                      <p:cBhvr>
                                        <p:cTn id="43" dur="500" fill="hold"/>
                                        <p:tgtEl>
                                          <p:spTgt spid="11">
                                            <p:txEl>
                                              <p:pRg st="0" end="0"/>
                                            </p:txEl>
                                          </p:spTgt>
                                        </p:tgtEl>
                                        <p:attrNameLst>
                                          <p:attrName>fill.type</p:attrName>
                                        </p:attrNameLst>
                                      </p:cBhvr>
                                      <p:to>
                                        <p:strVal val="solid"/>
                                      </p:to>
                                    </p:set>
                                    <p:set>
                                      <p:cBhvr>
                                        <p:cTn id="44" dur="500" fill="hold"/>
                                        <p:tgtEl>
                                          <p:spTgt spid="11">
                                            <p:txEl>
                                              <p:pRg st="0" end="0"/>
                                            </p:txEl>
                                          </p:spTgt>
                                        </p:tgtEl>
                                        <p:attrNameLst>
                                          <p:attrName>fill.on</p:attrName>
                                        </p:attrNameLst>
                                      </p:cBhvr>
                                      <p:to>
                                        <p:strVal val="true"/>
                                      </p:to>
                                    </p:set>
                                  </p:childTnLst>
                                </p:cTn>
                              </p:par>
                            </p:childTnLst>
                          </p:cTn>
                        </p:par>
                      </p:childTnLst>
                    </p:cTn>
                  </p:par>
                  <p:par>
                    <p:cTn id="45" fill="hold">
                      <p:stCondLst>
                        <p:cond delay="indefinite"/>
                      </p:stCondLst>
                      <p:childTnLst>
                        <p:par>
                          <p:cTn id="46" fill="hold">
                            <p:stCondLst>
                              <p:cond delay="0"/>
                            </p:stCondLst>
                            <p:childTnLst>
                              <p:par>
                                <p:cTn id="47" presetID="19" presetClass="emph" presetSubtype="0" fill="hold" nodeType="clickEffect">
                                  <p:stCondLst>
                                    <p:cond delay="0"/>
                                  </p:stCondLst>
                                  <p:childTnLst>
                                    <p:animClr clrSpc="rgb" dir="cw">
                                      <p:cBhvr override="childStyle">
                                        <p:cTn id="48" dur="500" fill="hold"/>
                                        <p:tgtEl>
                                          <p:spTgt spid="7">
                                            <p:txEl>
                                              <p:pRg st="0" end="0"/>
                                            </p:txEl>
                                          </p:spTgt>
                                        </p:tgtEl>
                                        <p:attrNameLst>
                                          <p:attrName>style.color</p:attrName>
                                        </p:attrNameLst>
                                      </p:cBhvr>
                                      <p:to>
                                        <a:srgbClr val="C00000"/>
                                      </p:to>
                                    </p:animClr>
                                    <p:animClr clrSpc="rgb" dir="cw">
                                      <p:cBhvr>
                                        <p:cTn id="49" dur="500" fill="hold"/>
                                        <p:tgtEl>
                                          <p:spTgt spid="7">
                                            <p:txEl>
                                              <p:pRg st="0" end="0"/>
                                            </p:txEl>
                                          </p:spTgt>
                                        </p:tgtEl>
                                        <p:attrNameLst>
                                          <p:attrName>fillcolor</p:attrName>
                                        </p:attrNameLst>
                                      </p:cBhvr>
                                      <p:to>
                                        <a:srgbClr val="C00000"/>
                                      </p:to>
                                    </p:animClr>
                                    <p:set>
                                      <p:cBhvr>
                                        <p:cTn id="50" dur="500" fill="hold"/>
                                        <p:tgtEl>
                                          <p:spTgt spid="7">
                                            <p:txEl>
                                              <p:pRg st="0" end="0"/>
                                            </p:txEl>
                                          </p:spTgt>
                                        </p:tgtEl>
                                        <p:attrNameLst>
                                          <p:attrName>fill.type</p:attrName>
                                        </p:attrNameLst>
                                      </p:cBhvr>
                                      <p:to>
                                        <p:strVal val="solid"/>
                                      </p:to>
                                    </p:set>
                                    <p:set>
                                      <p:cBhvr>
                                        <p:cTn id="51" dur="500" fill="hold"/>
                                        <p:tgtEl>
                                          <p:spTgt spid="7">
                                            <p:txEl>
                                              <p:pRg st="0" end="0"/>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build="p"/>
      <p:bldP spid="7" grpId="0"/>
      <p:bldP spid="11" grpId="0"/>
      <p:bldP spid="15" grpId="0"/>
      <p:bldP spid="19"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44BAB-7585-F35F-70BD-8A64A900C715}"/>
              </a:ext>
            </a:extLst>
          </p:cNvPr>
          <p:cNvSpPr>
            <a:spLocks noGrp="1"/>
          </p:cNvSpPr>
          <p:nvPr>
            <p:ph type="ctrTitle"/>
          </p:nvPr>
        </p:nvSpPr>
        <p:spPr>
          <a:xfrm>
            <a:off x="0" y="263150"/>
            <a:ext cx="9144000" cy="838179"/>
          </a:xfrm>
        </p:spPr>
        <p:txBody>
          <a:bodyPr/>
          <a:lstStyle/>
          <a:p>
            <a:pPr>
              <a:tabLst>
                <a:tab pos="1258888" algn="ctr"/>
                <a:tab pos="6862763" algn="ctr"/>
              </a:tabLst>
            </a:pPr>
            <a:r>
              <a:rPr lang="en-US" sz="5400" b="1" dirty="0">
                <a:latin typeface="Abadi" panose="020B0604020104020204" pitchFamily="34" charset="0"/>
              </a:rPr>
              <a:t>Which are allowed?</a:t>
            </a:r>
          </a:p>
        </p:txBody>
      </p:sp>
      <p:sp>
        <p:nvSpPr>
          <p:cNvPr id="23" name="TextBox 22">
            <a:extLst>
              <a:ext uri="{FF2B5EF4-FFF2-40B4-BE49-F238E27FC236}">
                <a16:creationId xmlns:a16="http://schemas.microsoft.com/office/drawing/2014/main" id="{45E31523-15E5-424E-1461-2EE289F1DBCB}"/>
              </a:ext>
            </a:extLst>
          </p:cNvPr>
          <p:cNvSpPr txBox="1"/>
          <p:nvPr/>
        </p:nvSpPr>
        <p:spPr>
          <a:xfrm>
            <a:off x="120" y="1508847"/>
            <a:ext cx="4419604" cy="2400657"/>
          </a:xfrm>
          <a:prstGeom prst="rect">
            <a:avLst/>
          </a:prstGeom>
          <a:noFill/>
        </p:spPr>
        <p:txBody>
          <a:bodyPr wrap="square">
            <a:spAutoFit/>
          </a:bodyPr>
          <a:lstStyle/>
          <a:p>
            <a:pPr algn="ctr">
              <a:tabLst>
                <a:tab pos="1770063" algn="ctr"/>
                <a:tab pos="6862763" algn="ctr"/>
              </a:tabLst>
            </a:pPr>
            <a:r>
              <a:rPr lang="en-US" sz="5400" dirty="0">
                <a:solidFill>
                  <a:srgbClr val="176B25"/>
                </a:solidFill>
                <a:latin typeface="Abadi" panose="020B0604020104020204" pitchFamily="34" charset="0"/>
                <a:ea typeface="+mj-ea"/>
                <a:cs typeface="+mj-cs"/>
              </a:rPr>
              <a:t>A</a:t>
            </a:r>
            <a:r>
              <a:rPr kumimoji="0" lang="en-US" sz="5400" b="1" i="0" u="none" strike="noStrike" kern="1200" cap="none" spc="0" normalizeH="0" baseline="0" noProof="0" dirty="0" err="1">
                <a:ln>
                  <a:noFill/>
                </a:ln>
                <a:solidFill>
                  <a:srgbClr val="176B25"/>
                </a:solidFill>
                <a:effectLst/>
                <a:uLnTx/>
                <a:uFillTx/>
                <a:latin typeface="Abadi" panose="020B0604020104020204" pitchFamily="34" charset="0"/>
                <a:ea typeface="+mj-ea"/>
                <a:cs typeface="+mj-cs"/>
              </a:rPr>
              <a:t>llowed</a:t>
            </a:r>
            <a:endParaRPr kumimoji="0" lang="en-US" sz="5400" b="1" i="0" u="none" strike="noStrike" kern="1200" cap="none" spc="0" normalizeH="0" baseline="0" noProof="0" dirty="0">
              <a:ln>
                <a:noFill/>
              </a:ln>
              <a:solidFill>
                <a:srgbClr val="176B25"/>
              </a:solidFill>
              <a:effectLst/>
              <a:uLnTx/>
              <a:uFillTx/>
              <a:latin typeface="Abadi" panose="020B0604020104020204" pitchFamily="34" charset="0"/>
              <a:ea typeface="+mj-ea"/>
              <a:cs typeface="+mj-cs"/>
            </a:endParaRPr>
          </a:p>
          <a:p>
            <a:pPr lvl="0" algn="ctr">
              <a:spcBef>
                <a:spcPct val="20000"/>
              </a:spcBef>
              <a:defRPr/>
            </a:pPr>
            <a:r>
              <a:rPr lang="en-US" sz="4000" b="0" dirty="0">
                <a:solidFill>
                  <a:srgbClr val="000000"/>
                </a:solidFill>
                <a:latin typeface="Abadi" panose="020B0604020104020204" pitchFamily="34" charset="0"/>
              </a:rPr>
              <a:t>protected abstract</a:t>
            </a:r>
          </a:p>
          <a:p>
            <a:pPr algn="ctr">
              <a:spcBef>
                <a:spcPct val="20000"/>
              </a:spcBef>
              <a:defRPr/>
            </a:pPr>
            <a:r>
              <a:rPr lang="en-US" sz="4000" b="0" dirty="0">
                <a:solidFill>
                  <a:srgbClr val="000000"/>
                </a:solidFill>
                <a:latin typeface="Abadi" panose="020B0604020104020204" pitchFamily="34" charset="0"/>
              </a:rPr>
              <a:t>public abstract</a:t>
            </a:r>
            <a:endParaRPr lang="en-US" dirty="0">
              <a:solidFill>
                <a:srgbClr val="C00000"/>
              </a:solidFill>
            </a:endParaRPr>
          </a:p>
        </p:txBody>
      </p:sp>
      <p:sp>
        <p:nvSpPr>
          <p:cNvPr id="4" name="TextBox 3">
            <a:extLst>
              <a:ext uri="{FF2B5EF4-FFF2-40B4-BE49-F238E27FC236}">
                <a16:creationId xmlns:a16="http://schemas.microsoft.com/office/drawing/2014/main" id="{2015624F-A124-636D-FA36-D0B606A927C7}"/>
              </a:ext>
            </a:extLst>
          </p:cNvPr>
          <p:cNvSpPr txBox="1"/>
          <p:nvPr/>
        </p:nvSpPr>
        <p:spPr>
          <a:xfrm>
            <a:off x="4877066" y="1508847"/>
            <a:ext cx="4267058" cy="3139321"/>
          </a:xfrm>
          <a:prstGeom prst="rect">
            <a:avLst/>
          </a:prstGeom>
          <a:noFill/>
        </p:spPr>
        <p:txBody>
          <a:bodyPr wrap="square">
            <a:spAutoFit/>
          </a:bodyPr>
          <a:lstStyle/>
          <a:p>
            <a:pPr algn="ctr">
              <a:tabLst>
                <a:tab pos="1770063" algn="ctr"/>
                <a:tab pos="6862763" algn="ctr"/>
              </a:tabLst>
            </a:pPr>
            <a:r>
              <a:rPr kumimoji="0" lang="en-US" sz="5400" b="1" i="0" u="none" strike="noStrike" kern="1200" cap="none" spc="0" normalizeH="0" baseline="0" noProof="0" dirty="0">
                <a:ln>
                  <a:noFill/>
                </a:ln>
                <a:solidFill>
                  <a:srgbClr val="C00000"/>
                </a:solidFill>
                <a:effectLst/>
                <a:uLnTx/>
                <a:uFillTx/>
                <a:latin typeface="Abadi" panose="020B0604020104020204" pitchFamily="34" charset="0"/>
                <a:ea typeface="+mj-ea"/>
                <a:cs typeface="+mj-cs"/>
              </a:rPr>
              <a:t>not</a:t>
            </a:r>
          </a:p>
          <a:p>
            <a:pPr marL="0" marR="0" lvl="0" indent="0" algn="ctr" defTabSz="914400" rtl="0" eaLnBrk="0" fontAlgn="base" latinLnBrk="0" hangingPunct="0">
              <a:lnSpc>
                <a:spcPct val="100000"/>
              </a:lnSpc>
              <a:spcBef>
                <a:spcPct val="20000"/>
              </a:spcBef>
              <a:spcAft>
                <a:spcPct val="0"/>
              </a:spcAft>
              <a:buClrTx/>
              <a:buSzTx/>
              <a:buFontTx/>
              <a:buNone/>
              <a:tabLst/>
              <a:defRPr/>
            </a:pPr>
            <a:r>
              <a:rPr kumimoji="0" lang="en-US" sz="4000" b="0" i="0" u="none" strike="noStrike" kern="1200" cap="none" spc="0" normalizeH="0" baseline="0" noProof="0" dirty="0">
                <a:ln>
                  <a:noFill/>
                </a:ln>
                <a:solidFill>
                  <a:srgbClr val="000000"/>
                </a:solidFill>
                <a:effectLst/>
                <a:uLnTx/>
                <a:uFillTx/>
                <a:latin typeface="Abadi" panose="020B0604020104020204" pitchFamily="34" charset="0"/>
                <a:ea typeface="+mn-ea"/>
                <a:cs typeface="+mn-cs"/>
              </a:rPr>
              <a:t>private abstract</a:t>
            </a:r>
          </a:p>
          <a:p>
            <a:pPr algn="ctr">
              <a:spcBef>
                <a:spcPct val="20000"/>
              </a:spcBef>
              <a:defRPr/>
            </a:pPr>
            <a:r>
              <a:rPr kumimoji="0" lang="en-US" sz="4000" b="0" i="0" u="none" strike="noStrike" kern="1200" cap="none" spc="0" normalizeH="0" baseline="0" noProof="0" dirty="0">
                <a:ln>
                  <a:noFill/>
                </a:ln>
                <a:solidFill>
                  <a:srgbClr val="000000"/>
                </a:solidFill>
                <a:effectLst/>
                <a:uLnTx/>
                <a:uFillTx/>
                <a:latin typeface="Abadi" panose="020B0604020104020204" pitchFamily="34" charset="0"/>
                <a:ea typeface="+mn-ea"/>
                <a:cs typeface="+mn-cs"/>
              </a:rPr>
              <a:t>abstract final</a:t>
            </a:r>
          </a:p>
          <a:p>
            <a:pPr algn="ctr">
              <a:spcBef>
                <a:spcPct val="20000"/>
              </a:spcBef>
              <a:defRPr/>
            </a:pPr>
            <a:r>
              <a:rPr kumimoji="0" lang="en-US" sz="4000" b="0" i="0" u="none" strike="noStrike" kern="1200" cap="none" spc="0" normalizeH="0" baseline="0" noProof="0" dirty="0">
                <a:ln>
                  <a:noFill/>
                </a:ln>
                <a:solidFill>
                  <a:srgbClr val="000000"/>
                </a:solidFill>
                <a:effectLst/>
                <a:uLnTx/>
                <a:uFillTx/>
                <a:latin typeface="Abadi" panose="020B0604020104020204" pitchFamily="34" charset="0"/>
                <a:ea typeface="+mn-ea"/>
                <a:cs typeface="+mn-cs"/>
              </a:rPr>
              <a:t>abstract static</a:t>
            </a:r>
          </a:p>
        </p:txBody>
      </p:sp>
    </p:spTree>
    <p:extLst>
      <p:ext uri="{BB962C8B-B14F-4D97-AF65-F5344CB8AC3E}">
        <p14:creationId xmlns:p14="http://schemas.microsoft.com/office/powerpoint/2010/main" val="8307258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bwMode="auto">
      <p:bgPr>
        <a:solidFill>
          <a:srgbClr val="AAE2CA"/>
        </a:solidFill>
        <a:effectLst/>
      </p:bgPr>
    </p:bg>
    <p:spTree>
      <p:nvGrpSpPr>
        <p:cNvPr id="1" name=""/>
        <p:cNvGrpSpPr/>
        <p:nvPr/>
      </p:nvGrpSpPr>
      <p:grpSpPr>
        <a:xfrm>
          <a:off x="0" y="0"/>
          <a:ext cx="0" cy="0"/>
          <a:chOff x="0" y="0"/>
          <a:chExt cx="0" cy="0"/>
        </a:xfrm>
      </p:grpSpPr>
      <p:sp>
        <p:nvSpPr>
          <p:cNvPr id="108546"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graphicFrame>
        <p:nvGraphicFramePr>
          <p:cNvPr id="94211" name="Group 3"/>
          <p:cNvGraphicFramePr>
            <a:graphicFrameLocks noGrp="1"/>
          </p:cNvGraphicFramePr>
          <p:nvPr>
            <p:extLst>
              <p:ext uri="{D42A27DB-BD31-4B8C-83A1-F6EECF244321}">
                <p14:modId xmlns:p14="http://schemas.microsoft.com/office/powerpoint/2010/main" val="2491423827"/>
              </p:ext>
            </p:extLst>
          </p:nvPr>
        </p:nvGraphicFramePr>
        <p:xfrm>
          <a:off x="533400" y="1266825"/>
          <a:ext cx="8229600" cy="4829177"/>
        </p:xfrm>
        <a:graphic>
          <a:graphicData uri="http://schemas.openxmlformats.org/drawingml/2006/table">
            <a:tbl>
              <a:tblPr/>
              <a:tblGrid>
                <a:gridCol w="44196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tblGrid>
              <a:tr h="1066784">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3200" b="1" i="0" u="none" strike="noStrike" cap="none" normalizeH="0" baseline="0" dirty="0">
                          <a:ln>
                            <a:noFill/>
                          </a:ln>
                          <a:solidFill>
                            <a:srgbClr val="336600"/>
                          </a:solidFill>
                          <a:effectLst/>
                          <a:latin typeface="Arial" panose="020B0604020202020204" pitchFamily="34" charset="0"/>
                          <a:cs typeface="Arial" panose="020B0604020202020204" pitchFamily="34" charset="0"/>
                        </a:rPr>
                        <a:t>Description</a:t>
                      </a:r>
                      <a:endParaRPr kumimoji="0" lang="en-US" altLang="en-US" sz="3200" b="0" i="0" u="none" strike="noStrike" cap="none" normalizeH="0" baseline="0" dirty="0">
                        <a:ln>
                          <a:noFill/>
                        </a:ln>
                        <a:solidFill>
                          <a:srgbClr val="336600"/>
                        </a:solidFill>
                        <a:effectLst/>
                        <a:latin typeface="Times New Roman" panose="02020603050405020304" pitchFamily="18" charset="0"/>
                        <a:cs typeface="Arial" panose="020B0604020202020204" pitchFamily="34" charset="0"/>
                      </a:endParaRPr>
                    </a:p>
                  </a:txBody>
                  <a:tcPr marT="45712" marB="45712"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3200" b="1" i="0" u="none" strike="noStrike" cap="none" normalizeH="0" baseline="0">
                          <a:ln>
                            <a:noFill/>
                          </a:ln>
                          <a:solidFill>
                            <a:srgbClr val="CC3300"/>
                          </a:solidFill>
                          <a:effectLst/>
                          <a:latin typeface="Arial" panose="020B0604020202020204" pitchFamily="34" charset="0"/>
                          <a:cs typeface="Arial" panose="020B0604020202020204" pitchFamily="34" charset="0"/>
                        </a:rPr>
                        <a:t>Interface</a:t>
                      </a:r>
                      <a:endParaRPr kumimoji="0" lang="en-US" altLang="en-US" sz="3200" b="0" i="0" u="none" strike="noStrike" cap="none" normalizeH="0" baseline="0">
                        <a:ln>
                          <a:noFill/>
                        </a:ln>
                        <a:solidFill>
                          <a:srgbClr val="CC3300"/>
                        </a:solidFill>
                        <a:effectLst/>
                        <a:latin typeface="Times New Roman" panose="02020603050405020304" pitchFamily="18" charset="0"/>
                        <a:cs typeface="Arial" panose="020B0604020202020204" pitchFamily="34" charset="0"/>
                      </a:endParaRPr>
                    </a:p>
                  </a:txBody>
                  <a:tcPr marT="45712" marB="45712"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3200" b="1" i="0" u="none" strike="noStrike" cap="none" normalizeH="0" baseline="0">
                          <a:ln>
                            <a:noFill/>
                          </a:ln>
                          <a:solidFill>
                            <a:srgbClr val="993366"/>
                          </a:solidFill>
                          <a:effectLst/>
                          <a:latin typeface="Arial" panose="020B0604020202020204" pitchFamily="34" charset="0"/>
                          <a:cs typeface="Arial" panose="020B0604020202020204" pitchFamily="34" charset="0"/>
                        </a:rPr>
                        <a:t>Abstract Class</a:t>
                      </a:r>
                      <a:endParaRPr kumimoji="0" lang="en-US" altLang="en-US" sz="3200" b="0" i="0" u="none" strike="noStrike" cap="none" normalizeH="0" baseline="0">
                        <a:ln>
                          <a:noFill/>
                        </a:ln>
                        <a:solidFill>
                          <a:srgbClr val="993366"/>
                        </a:solidFill>
                        <a:effectLst/>
                        <a:latin typeface="Times New Roman" panose="02020603050405020304" pitchFamily="18" charset="0"/>
                        <a:cs typeface="Arial" panose="020B0604020202020204" pitchFamily="34" charset="0"/>
                      </a:endParaRPr>
                    </a:p>
                  </a:txBody>
                  <a:tcPr marT="45712" marB="45712"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944864">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a:ln>
                            <a:noFill/>
                          </a:ln>
                          <a:solidFill>
                            <a:schemeClr val="tx1"/>
                          </a:solidFill>
                          <a:effectLst/>
                          <a:latin typeface="Arial" panose="020B0604020202020204" pitchFamily="34" charset="0"/>
                          <a:cs typeface="Arial" panose="020B0604020202020204" pitchFamily="34" charset="0"/>
                        </a:rPr>
                        <a:t>Can contain abstract methods?</a:t>
                      </a:r>
                      <a:endParaRPr kumimoji="0" lang="en-US" altLang="en-US" sz="2800" b="0" i="0" u="none" strike="noStrike" cap="none" normalizeH="0" baseline="0">
                        <a:ln>
                          <a:noFill/>
                        </a:ln>
                        <a:solidFill>
                          <a:schemeClr val="tx1"/>
                        </a:solidFill>
                        <a:effectLst/>
                        <a:latin typeface="Times New Roman" panose="02020603050405020304" pitchFamily="18" charset="0"/>
                        <a:cs typeface="Arial" panose="020B0604020202020204" pitchFamily="34" charset="0"/>
                      </a:endParaRPr>
                    </a:p>
                  </a:txBody>
                  <a:tcPr marT="45712" marB="45712"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2" marB="45712"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2" marB="45712"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945855">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a:ln>
                            <a:noFill/>
                          </a:ln>
                          <a:solidFill>
                            <a:schemeClr val="tx1"/>
                          </a:solidFill>
                          <a:effectLst/>
                          <a:latin typeface="Arial" panose="020B0604020202020204" pitchFamily="34" charset="0"/>
                          <a:cs typeface="Arial" panose="020B0604020202020204" pitchFamily="34" charset="0"/>
                        </a:rPr>
                        <a:t>Can contain non-abstract methods?</a:t>
                      </a:r>
                      <a:endParaRPr kumimoji="0" lang="en-US" altLang="en-US" sz="2800" b="0" i="0" u="none" strike="noStrike" cap="none" normalizeH="0" baseline="0">
                        <a:ln>
                          <a:noFill/>
                        </a:ln>
                        <a:solidFill>
                          <a:schemeClr val="tx1"/>
                        </a:solidFill>
                        <a:effectLst/>
                        <a:latin typeface="Times New Roman" panose="02020603050405020304" pitchFamily="18" charset="0"/>
                        <a:cs typeface="Arial" panose="020B0604020202020204" pitchFamily="34" charset="0"/>
                      </a:endParaRPr>
                    </a:p>
                  </a:txBody>
                  <a:tcPr marT="45712" marB="45712"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2" marB="45712"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2" marB="45712"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944864">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a:ln>
                            <a:noFill/>
                          </a:ln>
                          <a:solidFill>
                            <a:schemeClr val="tx1"/>
                          </a:solidFill>
                          <a:effectLst/>
                          <a:latin typeface="Arial" panose="020B0604020202020204" pitchFamily="34" charset="0"/>
                          <a:cs typeface="Arial" panose="020B0604020202020204" pitchFamily="34" charset="0"/>
                        </a:rPr>
                        <a:t>Can contain constructors?</a:t>
                      </a:r>
                      <a:endParaRPr kumimoji="0" lang="en-US" altLang="en-US" sz="2800" b="0" i="0" u="none" strike="noStrike" cap="none" normalizeH="0" baseline="0">
                        <a:ln>
                          <a:noFill/>
                        </a:ln>
                        <a:solidFill>
                          <a:schemeClr val="tx1"/>
                        </a:solidFill>
                        <a:effectLst/>
                        <a:latin typeface="Times New Roman" panose="02020603050405020304" pitchFamily="18" charset="0"/>
                        <a:cs typeface="Arial" panose="020B0604020202020204" pitchFamily="34" charset="0"/>
                      </a:endParaRPr>
                    </a:p>
                  </a:txBody>
                  <a:tcPr marT="45712" marB="45712"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2" marB="45712"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2" marB="45712"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926810">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a:ln>
                            <a:noFill/>
                          </a:ln>
                          <a:solidFill>
                            <a:schemeClr val="tx1"/>
                          </a:solidFill>
                          <a:effectLst/>
                          <a:latin typeface="Arial" panose="020B0604020202020204" pitchFamily="34" charset="0"/>
                          <a:cs typeface="Arial" panose="020B0604020202020204" pitchFamily="34" charset="0"/>
                        </a:rPr>
                        <a:t>Can be instantiated?</a:t>
                      </a:r>
                      <a:endParaRPr kumimoji="0" lang="en-US" altLang="en-US" sz="2800" b="0" i="0" u="none" strike="noStrike" cap="none" normalizeH="0" baseline="0">
                        <a:ln>
                          <a:noFill/>
                        </a:ln>
                        <a:solidFill>
                          <a:schemeClr val="tx1"/>
                        </a:solidFill>
                        <a:effectLst/>
                        <a:latin typeface="Times New Roman" panose="02020603050405020304" pitchFamily="18" charset="0"/>
                        <a:cs typeface="Arial" panose="020B0604020202020204" pitchFamily="34" charset="0"/>
                      </a:endParaRPr>
                    </a:p>
                  </a:txBody>
                  <a:tcPr marT="45712" marB="45712"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2" marB="45712"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2" marB="45712"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108573" name="TextBox 3"/>
          <p:cNvSpPr txBox="1">
            <a:spLocks noChangeArrowheads="1"/>
          </p:cNvSpPr>
          <p:nvPr/>
        </p:nvSpPr>
        <p:spPr bwMode="auto">
          <a:xfrm>
            <a:off x="846138" y="304800"/>
            <a:ext cx="78105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200" dirty="0">
                <a:latin typeface="Arial" panose="020B0604020202020204" pitchFamily="34" charset="0"/>
              </a:rPr>
              <a:t>Methods in interfaces are  </a:t>
            </a:r>
            <a:r>
              <a:rPr lang="en-US" altLang="en-US" sz="2200" dirty="0">
                <a:solidFill>
                  <a:srgbClr val="0066FF"/>
                </a:solidFill>
                <a:latin typeface="Courier New" panose="02070309020205020404" pitchFamily="49" charset="0"/>
                <a:cs typeface="Courier New" panose="02070309020205020404" pitchFamily="49" charset="0"/>
              </a:rPr>
              <a:t>public abstract </a:t>
            </a:r>
            <a:r>
              <a:rPr lang="en-US" altLang="en-US" sz="2200" dirty="0">
                <a:latin typeface="Arial" panose="020B0604020202020204" pitchFamily="34" charset="0"/>
              </a:rPr>
              <a:t>by default.</a:t>
            </a:r>
          </a:p>
          <a:p>
            <a:pPr>
              <a:spcBef>
                <a:spcPct val="0"/>
              </a:spcBef>
              <a:buFontTx/>
              <a:buNone/>
            </a:pPr>
            <a:r>
              <a:rPr lang="en-US" altLang="en-US" sz="2200" dirty="0">
                <a:latin typeface="Arial" panose="020B0604020202020204" pitchFamily="34" charset="0"/>
              </a:rPr>
              <a:t>Methods in abstract classes can have any visibility.</a:t>
            </a:r>
          </a:p>
        </p:txBody>
      </p:sp>
      <p:sp>
        <p:nvSpPr>
          <p:cNvPr id="2" name="TextBox 1">
            <a:extLst>
              <a:ext uri="{FF2B5EF4-FFF2-40B4-BE49-F238E27FC236}">
                <a16:creationId xmlns:a16="http://schemas.microsoft.com/office/drawing/2014/main" id="{5DC4C34C-9E81-4BDD-5B6B-1D8EBCECC1C6}"/>
              </a:ext>
            </a:extLst>
          </p:cNvPr>
          <p:cNvSpPr txBox="1"/>
          <p:nvPr/>
        </p:nvSpPr>
        <p:spPr>
          <a:xfrm>
            <a:off x="4952990" y="2362228"/>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Yes	Yes</a:t>
            </a:r>
            <a:endParaRPr lang="en-US" sz="2800" b="0" i="0" u="none" strike="noStrike" dirty="0">
              <a:effectLst/>
              <a:latin typeface="Arial" panose="020B0604020202020204" pitchFamily="34" charset="0"/>
            </a:endParaRPr>
          </a:p>
        </p:txBody>
      </p:sp>
      <p:sp>
        <p:nvSpPr>
          <p:cNvPr id="3" name="TextBox 2">
            <a:extLst>
              <a:ext uri="{FF2B5EF4-FFF2-40B4-BE49-F238E27FC236}">
                <a16:creationId xmlns:a16="http://schemas.microsoft.com/office/drawing/2014/main" id="{37F3DE5C-9037-5D65-7592-ED0D4D8FB9A8}"/>
              </a:ext>
            </a:extLst>
          </p:cNvPr>
          <p:cNvSpPr txBox="1"/>
          <p:nvPr/>
        </p:nvSpPr>
        <p:spPr>
          <a:xfrm>
            <a:off x="4856412" y="3327470"/>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No	Yes</a:t>
            </a:r>
            <a:endParaRPr lang="en-US" sz="2800" b="0" i="0" u="none" strike="noStrike" dirty="0">
              <a:effectLst/>
              <a:latin typeface="Arial" panose="020B0604020202020204" pitchFamily="34" charset="0"/>
            </a:endParaRPr>
          </a:p>
        </p:txBody>
      </p:sp>
      <p:sp>
        <p:nvSpPr>
          <p:cNvPr id="4" name="TextBox 3">
            <a:extLst>
              <a:ext uri="{FF2B5EF4-FFF2-40B4-BE49-F238E27FC236}">
                <a16:creationId xmlns:a16="http://schemas.microsoft.com/office/drawing/2014/main" id="{2133727C-F156-236E-EDBD-E6F4932CFEEF}"/>
              </a:ext>
            </a:extLst>
          </p:cNvPr>
          <p:cNvSpPr txBox="1"/>
          <p:nvPr/>
        </p:nvSpPr>
        <p:spPr>
          <a:xfrm>
            <a:off x="4858824" y="4245074"/>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No	Yes</a:t>
            </a:r>
            <a:endParaRPr lang="en-US" sz="2800" b="0" i="0" u="none" strike="noStrike" dirty="0">
              <a:effectLst/>
              <a:latin typeface="Arial" panose="020B0604020202020204" pitchFamily="34" charset="0"/>
            </a:endParaRPr>
          </a:p>
        </p:txBody>
      </p:sp>
      <p:sp>
        <p:nvSpPr>
          <p:cNvPr id="5" name="TextBox 4">
            <a:extLst>
              <a:ext uri="{FF2B5EF4-FFF2-40B4-BE49-F238E27FC236}">
                <a16:creationId xmlns:a16="http://schemas.microsoft.com/office/drawing/2014/main" id="{EFABE051-A988-F572-A842-B67C3082E6E2}"/>
              </a:ext>
            </a:extLst>
          </p:cNvPr>
          <p:cNvSpPr txBox="1"/>
          <p:nvPr/>
        </p:nvSpPr>
        <p:spPr>
          <a:xfrm>
            <a:off x="4861236" y="5162678"/>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No	No</a:t>
            </a:r>
            <a:endParaRPr lang="en-US" sz="2800" b="0" i="0" u="none" strike="noStrike" dirty="0">
              <a:effectLst/>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bwMode="auto">
      <p:bgPr>
        <a:solidFill>
          <a:srgbClr val="AAE2CA"/>
        </a:solidFill>
        <a:effectLst/>
      </p:bgPr>
    </p:bg>
    <p:spTree>
      <p:nvGrpSpPr>
        <p:cNvPr id="1" name=""/>
        <p:cNvGrpSpPr/>
        <p:nvPr/>
      </p:nvGrpSpPr>
      <p:grpSpPr>
        <a:xfrm>
          <a:off x="0" y="0"/>
          <a:ext cx="0" cy="0"/>
          <a:chOff x="0" y="0"/>
          <a:chExt cx="0" cy="0"/>
        </a:xfrm>
      </p:grpSpPr>
      <p:sp>
        <p:nvSpPr>
          <p:cNvPr id="109570"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700"/>
          </a:p>
          <a:p>
            <a:pPr algn="ctr">
              <a:spcBef>
                <a:spcPct val="0"/>
              </a:spcBef>
              <a:buFontTx/>
              <a:buNone/>
            </a:pPr>
            <a:endParaRPr lang="en-US" altLang="en-US" sz="700">
              <a:latin typeface="Tahoma" panose="020B0604030504040204" pitchFamily="34" charset="0"/>
            </a:endParaRPr>
          </a:p>
          <a:p>
            <a:pPr algn="ctr">
              <a:spcBef>
                <a:spcPct val="0"/>
              </a:spcBef>
              <a:buFontTx/>
              <a:buNone/>
            </a:pPr>
            <a:endParaRPr lang="en-US" altLang="en-US" sz="700">
              <a:latin typeface="Tahoma" panose="020B0604030504040204" pitchFamily="34" charset="0"/>
            </a:endParaRPr>
          </a:p>
          <a:p>
            <a:pPr algn="ctr">
              <a:spcBef>
                <a:spcPct val="0"/>
              </a:spcBef>
              <a:buFontTx/>
              <a:buNone/>
            </a:pPr>
            <a:r>
              <a:rPr lang="en-US" altLang="en-US" sz="700">
                <a:latin typeface="Tahoma" panose="020B0604030504040204" pitchFamily="34" charset="0"/>
              </a:rPr>
              <a:t>© A+ Computer Science  -  www.apluscompsci.com</a:t>
            </a:r>
          </a:p>
        </p:txBody>
      </p:sp>
      <p:graphicFrame>
        <p:nvGraphicFramePr>
          <p:cNvPr id="95235" name="Group 3"/>
          <p:cNvGraphicFramePr>
            <a:graphicFrameLocks noGrp="1"/>
          </p:cNvGraphicFramePr>
          <p:nvPr/>
        </p:nvGraphicFramePr>
        <p:xfrm>
          <a:off x="533400" y="1325563"/>
          <a:ext cx="8229600" cy="4848226"/>
        </p:xfrm>
        <a:graphic>
          <a:graphicData uri="http://schemas.openxmlformats.org/drawingml/2006/table">
            <a:tbl>
              <a:tblPr/>
              <a:tblGrid>
                <a:gridCol w="44196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tblGrid>
              <a:tr h="1066780">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3200" b="1" i="0" u="none" strike="noStrike" cap="none" normalizeH="0" baseline="0" dirty="0">
                          <a:ln>
                            <a:noFill/>
                          </a:ln>
                          <a:solidFill>
                            <a:srgbClr val="336600"/>
                          </a:solidFill>
                          <a:effectLst/>
                          <a:latin typeface="Arial" panose="020B0604020202020204" pitchFamily="34" charset="0"/>
                          <a:cs typeface="Arial" panose="020B0604020202020204" pitchFamily="34" charset="0"/>
                        </a:rPr>
                        <a:t>Description</a:t>
                      </a:r>
                      <a:endParaRPr kumimoji="0" lang="en-US" altLang="en-US" sz="3200" b="0" i="0" u="none" strike="noStrike" cap="none" normalizeH="0" baseline="0" dirty="0">
                        <a:ln>
                          <a:noFill/>
                        </a:ln>
                        <a:solidFill>
                          <a:srgbClr val="336600"/>
                        </a:solidFill>
                        <a:effectLst/>
                        <a:latin typeface="Times New Roman" panose="02020603050405020304" pitchFamily="18" charset="0"/>
                        <a:cs typeface="Arial" panose="020B0604020202020204" pitchFamily="34" charset="0"/>
                      </a:endParaRPr>
                    </a:p>
                  </a:txBody>
                  <a:tcPr marT="45710" marB="45710"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3200" b="1" i="0" u="none" strike="noStrike" cap="none" normalizeH="0" baseline="0" dirty="0">
                          <a:ln>
                            <a:noFill/>
                          </a:ln>
                          <a:solidFill>
                            <a:srgbClr val="CC3300"/>
                          </a:solidFill>
                          <a:effectLst/>
                          <a:latin typeface="Arial" panose="020B0604020202020204" pitchFamily="34" charset="0"/>
                          <a:cs typeface="Arial" panose="020B0604020202020204" pitchFamily="34" charset="0"/>
                        </a:rPr>
                        <a:t>Interface</a:t>
                      </a:r>
                      <a:endParaRPr kumimoji="0" lang="en-US" altLang="en-US" sz="3200" b="0" i="0" u="none" strike="noStrike" cap="none" normalizeH="0" baseline="0" dirty="0">
                        <a:ln>
                          <a:noFill/>
                        </a:ln>
                        <a:solidFill>
                          <a:srgbClr val="CC3300"/>
                        </a:solidFill>
                        <a:effectLst/>
                        <a:latin typeface="Times New Roman" panose="02020603050405020304" pitchFamily="18" charset="0"/>
                        <a:cs typeface="Arial" panose="020B0604020202020204" pitchFamily="34" charset="0"/>
                      </a:endParaRPr>
                    </a:p>
                  </a:txBody>
                  <a:tcPr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3200" b="1" i="0" u="none" strike="noStrike" cap="none" normalizeH="0" baseline="0" dirty="0">
                          <a:ln>
                            <a:noFill/>
                          </a:ln>
                          <a:solidFill>
                            <a:srgbClr val="993366"/>
                          </a:solidFill>
                          <a:effectLst/>
                          <a:latin typeface="Arial" panose="020B0604020202020204" pitchFamily="34" charset="0"/>
                          <a:cs typeface="Arial" panose="020B0604020202020204" pitchFamily="34" charset="0"/>
                        </a:rPr>
                        <a:t>Abstract Class</a:t>
                      </a:r>
                      <a:endParaRPr kumimoji="0" lang="en-US" altLang="en-US" sz="3200" b="0" i="0" u="none" strike="noStrike" cap="none" normalizeH="0" baseline="0" dirty="0">
                        <a:ln>
                          <a:noFill/>
                        </a:ln>
                        <a:solidFill>
                          <a:srgbClr val="993366"/>
                        </a:solidFill>
                        <a:effectLst/>
                        <a:latin typeface="Times New Roman" panose="02020603050405020304" pitchFamily="18" charset="0"/>
                        <a:cs typeface="Arial" panose="020B0604020202020204" pitchFamily="34" charset="0"/>
                      </a:endParaRPr>
                    </a:p>
                  </a:txBody>
                  <a:tcPr marT="45710" marB="4571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944860">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Can contain instance variables?</a:t>
                      </a: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0" marB="4571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No</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Yes</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10" marB="4571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945863">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Can contain final instance variables?</a:t>
                      </a: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0" marB="4571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No</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Yes</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10" marB="4571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944860">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Can contain final class variables?</a:t>
                      </a: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0" marB="4571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Yes</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Yes</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10" marB="4571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945863">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Can contain non-final class variables?</a:t>
                      </a:r>
                      <a:endParaRPr kumimoji="0" lang="en-US" altLang="en-US" sz="2800" b="0" i="0" u="none" strike="noStrike" cap="none" normalizeH="0" baseline="0" dirty="0">
                        <a:ln>
                          <a:noFill/>
                        </a:ln>
                        <a:solidFill>
                          <a:schemeClr val="tx1"/>
                        </a:solidFill>
                        <a:effectLst/>
                        <a:latin typeface="Times New Roman" panose="02020603050405020304" pitchFamily="18" charset="0"/>
                        <a:cs typeface="Arial" panose="020B0604020202020204" pitchFamily="34" charset="0"/>
                      </a:endParaRPr>
                    </a:p>
                  </a:txBody>
                  <a:tcPr marT="45710" marB="4571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No</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Yes</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10" marB="45710"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109597" name="TextBox 3"/>
          <p:cNvSpPr txBox="1">
            <a:spLocks noChangeArrowheads="1"/>
          </p:cNvSpPr>
          <p:nvPr/>
        </p:nvSpPr>
        <p:spPr bwMode="auto">
          <a:xfrm>
            <a:off x="533400" y="304800"/>
            <a:ext cx="8140700" cy="769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200">
                <a:latin typeface="Arial" panose="020B0604020202020204" pitchFamily="34" charset="0"/>
              </a:rPr>
              <a:t>Fields in interfaces are </a:t>
            </a:r>
            <a:r>
              <a:rPr lang="en-US" altLang="en-US" sz="2200">
                <a:solidFill>
                  <a:srgbClr val="0066FF"/>
                </a:solidFill>
                <a:latin typeface="Courier New" panose="02070309020205020404" pitchFamily="49" charset="0"/>
                <a:cs typeface="Courier New" panose="02070309020205020404" pitchFamily="49" charset="0"/>
              </a:rPr>
              <a:t>public static final </a:t>
            </a:r>
            <a:r>
              <a:rPr lang="en-US" altLang="en-US" sz="2200">
                <a:latin typeface="Arial" panose="020B0604020202020204" pitchFamily="34" charset="0"/>
              </a:rPr>
              <a:t>by default.</a:t>
            </a:r>
          </a:p>
          <a:p>
            <a:pPr>
              <a:spcBef>
                <a:spcPct val="0"/>
              </a:spcBef>
              <a:buFontTx/>
              <a:buNone/>
            </a:pPr>
            <a:r>
              <a:rPr lang="en-US" altLang="en-US" sz="2200">
                <a:latin typeface="Arial" panose="020B0604020202020204" pitchFamily="34" charset="0"/>
              </a:rPr>
              <a:t>Fields in abstract classes can be whatever you want.</a:t>
            </a:r>
          </a:p>
        </p:txBody>
      </p:sp>
      <p:sp>
        <p:nvSpPr>
          <p:cNvPr id="2" name="TextBox 1">
            <a:extLst>
              <a:ext uri="{FF2B5EF4-FFF2-40B4-BE49-F238E27FC236}">
                <a16:creationId xmlns:a16="http://schemas.microsoft.com/office/drawing/2014/main" id="{D25697E1-F8B1-37A3-999B-528734C6DEF6}"/>
              </a:ext>
            </a:extLst>
          </p:cNvPr>
          <p:cNvSpPr txBox="1"/>
          <p:nvPr/>
        </p:nvSpPr>
        <p:spPr>
          <a:xfrm>
            <a:off x="4952990" y="2362228"/>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No	Yes</a:t>
            </a:r>
            <a:endParaRPr lang="en-US" sz="2800" b="0" i="0" u="none" strike="noStrike" dirty="0">
              <a:effectLst/>
              <a:latin typeface="Arial" panose="020B0604020202020204" pitchFamily="34" charset="0"/>
            </a:endParaRPr>
          </a:p>
        </p:txBody>
      </p:sp>
      <p:sp>
        <p:nvSpPr>
          <p:cNvPr id="3" name="TextBox 2">
            <a:extLst>
              <a:ext uri="{FF2B5EF4-FFF2-40B4-BE49-F238E27FC236}">
                <a16:creationId xmlns:a16="http://schemas.microsoft.com/office/drawing/2014/main" id="{21D6EFD1-29A2-504F-028C-3CE046AA5F65}"/>
              </a:ext>
            </a:extLst>
          </p:cNvPr>
          <p:cNvSpPr txBox="1"/>
          <p:nvPr/>
        </p:nvSpPr>
        <p:spPr>
          <a:xfrm>
            <a:off x="4856412" y="3327470"/>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No	Yes</a:t>
            </a:r>
            <a:endParaRPr lang="en-US" sz="2800" b="0" i="0" u="none" strike="noStrike" dirty="0">
              <a:effectLst/>
              <a:latin typeface="Arial" panose="020B0604020202020204" pitchFamily="34" charset="0"/>
            </a:endParaRPr>
          </a:p>
        </p:txBody>
      </p:sp>
      <p:sp>
        <p:nvSpPr>
          <p:cNvPr id="4" name="TextBox 3">
            <a:extLst>
              <a:ext uri="{FF2B5EF4-FFF2-40B4-BE49-F238E27FC236}">
                <a16:creationId xmlns:a16="http://schemas.microsoft.com/office/drawing/2014/main" id="{1AFE27EE-6D10-491B-B841-F10EA868F016}"/>
              </a:ext>
            </a:extLst>
          </p:cNvPr>
          <p:cNvSpPr txBox="1"/>
          <p:nvPr/>
        </p:nvSpPr>
        <p:spPr>
          <a:xfrm>
            <a:off x="4858824" y="4245074"/>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Yes	Yes</a:t>
            </a:r>
            <a:endParaRPr lang="en-US" sz="2800" b="0" i="0" u="none" strike="noStrike" dirty="0">
              <a:effectLst/>
              <a:latin typeface="Arial" panose="020B0604020202020204" pitchFamily="34" charset="0"/>
            </a:endParaRPr>
          </a:p>
        </p:txBody>
      </p:sp>
      <p:sp>
        <p:nvSpPr>
          <p:cNvPr id="5" name="TextBox 4">
            <a:extLst>
              <a:ext uri="{FF2B5EF4-FFF2-40B4-BE49-F238E27FC236}">
                <a16:creationId xmlns:a16="http://schemas.microsoft.com/office/drawing/2014/main" id="{BDEC5581-8B6F-41A1-FF60-70126F973EDB}"/>
              </a:ext>
            </a:extLst>
          </p:cNvPr>
          <p:cNvSpPr txBox="1"/>
          <p:nvPr/>
        </p:nvSpPr>
        <p:spPr>
          <a:xfrm>
            <a:off x="4861236" y="5162678"/>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No	No</a:t>
            </a:r>
            <a:endParaRPr lang="en-US" sz="2800" b="0" i="0" u="none" strike="noStrike" dirty="0">
              <a:effectLst/>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bwMode="auto">
      <p:bgPr>
        <a:solidFill>
          <a:srgbClr val="AAE2CA"/>
        </a:solidFill>
        <a:effectLst/>
      </p:bgPr>
    </p:bg>
    <p:spTree>
      <p:nvGrpSpPr>
        <p:cNvPr id="1" name=""/>
        <p:cNvGrpSpPr/>
        <p:nvPr/>
      </p:nvGrpSpPr>
      <p:grpSpPr>
        <a:xfrm>
          <a:off x="0" y="0"/>
          <a:ext cx="0" cy="0"/>
          <a:chOff x="0" y="0"/>
          <a:chExt cx="0" cy="0"/>
        </a:xfrm>
      </p:grpSpPr>
      <p:sp>
        <p:nvSpPr>
          <p:cNvPr id="110594"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graphicFrame>
        <p:nvGraphicFramePr>
          <p:cNvPr id="96259" name="Group 3"/>
          <p:cNvGraphicFramePr>
            <a:graphicFrameLocks noGrp="1"/>
          </p:cNvGraphicFramePr>
          <p:nvPr/>
        </p:nvGraphicFramePr>
        <p:xfrm>
          <a:off x="533400" y="533400"/>
          <a:ext cx="8229600" cy="5000628"/>
        </p:xfrm>
        <a:graphic>
          <a:graphicData uri="http://schemas.openxmlformats.org/drawingml/2006/table">
            <a:tbl>
              <a:tblPr/>
              <a:tblGrid>
                <a:gridCol w="44196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tblGrid>
              <a:tr h="1066771">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3200" b="1" i="0" u="none" strike="noStrike" cap="none" normalizeH="0" baseline="0" dirty="0">
                          <a:ln>
                            <a:noFill/>
                          </a:ln>
                          <a:solidFill>
                            <a:srgbClr val="336600"/>
                          </a:solidFill>
                          <a:effectLst/>
                          <a:latin typeface="Arial" panose="020B0604020202020204" pitchFamily="34" charset="0"/>
                          <a:cs typeface="Arial" panose="020B0604020202020204" pitchFamily="34" charset="0"/>
                        </a:rPr>
                        <a:t>Description</a:t>
                      </a:r>
                      <a:endParaRPr kumimoji="0" lang="en-US" altLang="en-US" sz="3200" b="0" i="0" u="none" strike="noStrike" cap="none" normalizeH="0" baseline="0" dirty="0">
                        <a:ln>
                          <a:noFill/>
                        </a:ln>
                        <a:solidFill>
                          <a:srgbClr val="336600"/>
                        </a:solidFill>
                        <a:effectLst/>
                        <a:latin typeface="Times New Roman" panose="02020603050405020304" pitchFamily="18" charset="0"/>
                        <a:cs typeface="Arial" panose="020B0604020202020204" pitchFamily="34" charset="0"/>
                      </a:endParaRPr>
                    </a:p>
                  </a:txBody>
                  <a:tcPr marT="45706" marB="45706"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3200" b="1" i="0" u="none" strike="noStrike" cap="none" normalizeH="0" baseline="0">
                          <a:ln>
                            <a:noFill/>
                          </a:ln>
                          <a:solidFill>
                            <a:srgbClr val="CC3300"/>
                          </a:solidFill>
                          <a:effectLst/>
                          <a:latin typeface="Arial" panose="020B0604020202020204" pitchFamily="34" charset="0"/>
                          <a:cs typeface="Arial" panose="020B0604020202020204" pitchFamily="34" charset="0"/>
                        </a:rPr>
                        <a:t>Interface</a:t>
                      </a:r>
                      <a:endParaRPr kumimoji="0" lang="en-US" altLang="en-US" sz="3200" b="0" i="0" u="none" strike="noStrike" cap="none" normalizeH="0" baseline="0">
                        <a:ln>
                          <a:noFill/>
                        </a:ln>
                        <a:solidFill>
                          <a:srgbClr val="CC3300"/>
                        </a:solidFill>
                        <a:effectLst/>
                        <a:latin typeface="Times New Roman" panose="02020603050405020304" pitchFamily="18" charset="0"/>
                        <a:cs typeface="Arial" panose="020B0604020202020204" pitchFamily="34" charset="0"/>
                      </a:endParaRPr>
                    </a:p>
                  </a:txBody>
                  <a:tcPr marT="45706" marB="45706"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3200" b="1" i="0" u="none" strike="noStrike" cap="none" normalizeH="0" baseline="0">
                          <a:ln>
                            <a:noFill/>
                          </a:ln>
                          <a:solidFill>
                            <a:srgbClr val="993366"/>
                          </a:solidFill>
                          <a:effectLst/>
                          <a:latin typeface="Arial" panose="020B0604020202020204" pitchFamily="34" charset="0"/>
                          <a:cs typeface="Arial" panose="020B0604020202020204" pitchFamily="34" charset="0"/>
                        </a:rPr>
                        <a:t>Abstract Class</a:t>
                      </a:r>
                      <a:endParaRPr kumimoji="0" lang="en-US" altLang="en-US" sz="3200" b="0" i="0" u="none" strike="noStrike" cap="none" normalizeH="0" baseline="0">
                        <a:ln>
                          <a:noFill/>
                        </a:ln>
                        <a:solidFill>
                          <a:srgbClr val="993366"/>
                        </a:solidFill>
                        <a:effectLst/>
                        <a:latin typeface="Times New Roman" panose="02020603050405020304" pitchFamily="18" charset="0"/>
                        <a:cs typeface="Arial" panose="020B0604020202020204" pitchFamily="34" charset="0"/>
                      </a:endParaRPr>
                    </a:p>
                  </a:txBody>
                  <a:tcPr marT="45706" marB="45706"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809509">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a:ln>
                            <a:noFill/>
                          </a:ln>
                          <a:solidFill>
                            <a:schemeClr val="tx1"/>
                          </a:solidFill>
                          <a:effectLst/>
                          <a:latin typeface="Arial" panose="020B0604020202020204" pitchFamily="34" charset="0"/>
                          <a:cs typeface="Arial" panose="020B0604020202020204" pitchFamily="34" charset="0"/>
                        </a:rPr>
                        <a:t>Can be extended?</a:t>
                      </a:r>
                      <a:endParaRPr kumimoji="0" lang="en-US" altLang="en-US" sz="2800" b="0" i="0" u="none" strike="noStrike" cap="none" normalizeH="0" baseline="0">
                        <a:ln>
                          <a:noFill/>
                        </a:ln>
                        <a:solidFill>
                          <a:schemeClr val="tx1"/>
                        </a:solidFill>
                        <a:effectLst/>
                        <a:latin typeface="Times New Roman" panose="02020603050405020304" pitchFamily="18" charset="0"/>
                        <a:cs typeface="Arial" panose="020B0604020202020204" pitchFamily="34" charset="0"/>
                      </a:endParaRPr>
                    </a:p>
                  </a:txBody>
                  <a:tcPr marT="45706" marB="45706"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Yes</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06" marB="45706"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Yes</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06" marB="45706"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807923">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a:ln>
                            <a:noFill/>
                          </a:ln>
                          <a:solidFill>
                            <a:schemeClr val="tx1"/>
                          </a:solidFill>
                          <a:effectLst/>
                          <a:latin typeface="Arial" panose="020B0604020202020204" pitchFamily="34" charset="0"/>
                          <a:cs typeface="Arial" panose="020B0604020202020204" pitchFamily="34" charset="0"/>
                        </a:rPr>
                        <a:t>Can be implemented?</a:t>
                      </a:r>
                      <a:endParaRPr kumimoji="0" lang="en-US" altLang="en-US" sz="2800" b="0" i="0" u="none" strike="noStrike" cap="none" normalizeH="0" baseline="0">
                        <a:ln>
                          <a:noFill/>
                        </a:ln>
                        <a:solidFill>
                          <a:schemeClr val="tx1"/>
                        </a:solidFill>
                        <a:effectLst/>
                        <a:latin typeface="Times New Roman" panose="02020603050405020304" pitchFamily="18" charset="0"/>
                        <a:cs typeface="Arial" panose="020B0604020202020204" pitchFamily="34" charset="0"/>
                      </a:endParaRPr>
                    </a:p>
                  </a:txBody>
                  <a:tcPr marT="45706" marB="45706"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Yes</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06" marB="45706"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No</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06" marB="45706"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944851">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a:ln>
                            <a:noFill/>
                          </a:ln>
                          <a:solidFill>
                            <a:schemeClr val="tx1"/>
                          </a:solidFill>
                          <a:effectLst/>
                          <a:latin typeface="Arial" panose="020B0604020202020204" pitchFamily="34" charset="0"/>
                          <a:cs typeface="Arial" panose="020B0604020202020204" pitchFamily="34" charset="0"/>
                        </a:rPr>
                        <a:t>Can be used as a reference type?</a:t>
                      </a:r>
                      <a:endParaRPr kumimoji="0" lang="en-US" altLang="en-US" sz="2800" b="0" i="0" u="none" strike="noStrike" cap="none" normalizeH="0" baseline="0">
                        <a:ln>
                          <a:noFill/>
                        </a:ln>
                        <a:solidFill>
                          <a:schemeClr val="tx1"/>
                        </a:solidFill>
                        <a:effectLst/>
                        <a:latin typeface="Times New Roman" panose="02020603050405020304" pitchFamily="18" charset="0"/>
                        <a:cs typeface="Arial" panose="020B0604020202020204" pitchFamily="34" charset="0"/>
                      </a:endParaRPr>
                    </a:p>
                  </a:txBody>
                  <a:tcPr marT="45706" marB="45706"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Yes</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06" marB="45706"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Yes</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06" marB="45706"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1371571">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l"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a:ln>
                            <a:noFill/>
                          </a:ln>
                          <a:solidFill>
                            <a:schemeClr val="tx1"/>
                          </a:solidFill>
                          <a:effectLst/>
                          <a:latin typeface="Arial" panose="020B0604020202020204" pitchFamily="34" charset="0"/>
                          <a:cs typeface="Arial" panose="020B0604020202020204" pitchFamily="34" charset="0"/>
                        </a:rPr>
                        <a:t>Can contain protected, package, or private methods?</a:t>
                      </a:r>
                      <a:endParaRPr kumimoji="0" lang="en-US" altLang="en-US" sz="2800" b="0" i="0" u="none" strike="noStrike" cap="none" normalizeH="0" baseline="0">
                        <a:ln>
                          <a:noFill/>
                        </a:ln>
                        <a:solidFill>
                          <a:schemeClr val="tx1"/>
                        </a:solidFill>
                        <a:effectLst/>
                        <a:latin typeface="Times New Roman" panose="02020603050405020304" pitchFamily="18" charset="0"/>
                        <a:cs typeface="Arial" panose="020B0604020202020204" pitchFamily="34" charset="0"/>
                      </a:endParaRPr>
                    </a:p>
                  </a:txBody>
                  <a:tcPr marT="45706" marB="45706"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No</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06" marB="45706"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marL="742950" indent="-285750">
                        <a:spcBef>
                          <a:spcPct val="20000"/>
                        </a:spcBef>
                        <a:defRPr sz="2400">
                          <a:solidFill>
                            <a:schemeClr val="tx1"/>
                          </a:solidFill>
                          <a:latin typeface="Times New Roman" panose="02020603050405020304" pitchFamily="18" charset="0"/>
                        </a:defRPr>
                      </a:lvl2pPr>
                      <a:lvl3pPr marL="1143000" indent="-228600">
                        <a:spcBef>
                          <a:spcPct val="20000"/>
                        </a:spcBef>
                        <a:defRPr sz="2000">
                          <a:solidFill>
                            <a:schemeClr val="tx1"/>
                          </a:solidFill>
                          <a:latin typeface="Times New Roman" panose="02020603050405020304" pitchFamily="18" charset="0"/>
                        </a:defRPr>
                      </a:lvl3pPr>
                      <a:lvl4pPr marL="1600200" indent="-228600">
                        <a:spcBef>
                          <a:spcPct val="20000"/>
                        </a:spcBef>
                        <a:defRPr>
                          <a:solidFill>
                            <a:schemeClr val="tx1"/>
                          </a:solidFill>
                          <a:latin typeface="Times New Roman" panose="02020603050405020304" pitchFamily="18" charset="0"/>
                        </a:defRPr>
                      </a:lvl4pPr>
                      <a:lvl5pPr marL="2057400" indent="-228600">
                        <a:spcBef>
                          <a:spcPct val="20000"/>
                        </a:spcBef>
                        <a:defRPr>
                          <a:solidFill>
                            <a:schemeClr val="tx1"/>
                          </a:solidFill>
                          <a:latin typeface="Times New Roman" panose="02020603050405020304" pitchFamily="18" charset="0"/>
                        </a:defRPr>
                      </a:lvl5pPr>
                      <a:lvl6pPr marL="2514600" indent="-228600" eaLnBrk="0" fontAlgn="base" hangingPunct="0">
                        <a:spcBef>
                          <a:spcPct val="20000"/>
                        </a:spcBef>
                        <a:spcAft>
                          <a:spcPct val="0"/>
                        </a:spcAft>
                        <a:defRPr>
                          <a:solidFill>
                            <a:schemeClr val="tx1"/>
                          </a:solidFill>
                          <a:latin typeface="Times New Roman" panose="02020603050405020304" pitchFamily="18" charset="0"/>
                        </a:defRPr>
                      </a:lvl6pPr>
                      <a:lvl7pPr marL="2971800" indent="-228600" eaLnBrk="0" fontAlgn="base" hangingPunct="0">
                        <a:spcBef>
                          <a:spcPct val="20000"/>
                        </a:spcBef>
                        <a:spcAft>
                          <a:spcPct val="0"/>
                        </a:spcAft>
                        <a:defRPr>
                          <a:solidFill>
                            <a:schemeClr val="tx1"/>
                          </a:solidFill>
                          <a:latin typeface="Times New Roman" panose="02020603050405020304" pitchFamily="18" charset="0"/>
                        </a:defRPr>
                      </a:lvl7pPr>
                      <a:lvl8pPr marL="3429000" indent="-228600" eaLnBrk="0" fontAlgn="base" hangingPunct="0">
                        <a:spcBef>
                          <a:spcPct val="20000"/>
                        </a:spcBef>
                        <a:spcAft>
                          <a:spcPct val="0"/>
                        </a:spcAft>
                        <a:defRPr>
                          <a:solidFill>
                            <a:schemeClr val="tx1"/>
                          </a:solidFill>
                          <a:latin typeface="Times New Roman" panose="02020603050405020304" pitchFamily="18" charset="0"/>
                        </a:defRPr>
                      </a:lvl8pPr>
                      <a:lvl9pPr marL="3886200" indent="-228600" eaLnBrk="0" fontAlgn="base" hangingPunct="0">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altLang="en-US" sz="2800" b="1" i="0" u="none" strike="noStrike" cap="none" normalizeH="0" baseline="0" dirty="0">
                          <a:ln>
                            <a:noFill/>
                          </a:ln>
                          <a:solidFill>
                            <a:srgbClr val="AAE2CA"/>
                          </a:solidFill>
                          <a:effectLst/>
                          <a:latin typeface="Arial" panose="020B0604020202020204" pitchFamily="34" charset="0"/>
                          <a:cs typeface="Arial" panose="020B0604020202020204" pitchFamily="34" charset="0"/>
                        </a:rPr>
                        <a:t>Yes</a:t>
                      </a:r>
                      <a:endParaRPr kumimoji="0" lang="en-US" altLang="en-US" sz="2800" b="0" i="0" u="none" strike="noStrike" cap="none" normalizeH="0" baseline="0" dirty="0">
                        <a:ln>
                          <a:noFill/>
                        </a:ln>
                        <a:solidFill>
                          <a:srgbClr val="AAE2CA"/>
                        </a:solidFill>
                        <a:effectLst/>
                        <a:latin typeface="Times New Roman" panose="02020603050405020304" pitchFamily="18" charset="0"/>
                        <a:cs typeface="Arial" panose="020B0604020202020204" pitchFamily="34" charset="0"/>
                      </a:endParaRPr>
                    </a:p>
                  </a:txBody>
                  <a:tcPr marT="45706" marB="45706"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2" name="TextBox 1">
            <a:extLst>
              <a:ext uri="{FF2B5EF4-FFF2-40B4-BE49-F238E27FC236}">
                <a16:creationId xmlns:a16="http://schemas.microsoft.com/office/drawing/2014/main" id="{70E64EC1-A2CD-D60E-B21C-497BC14A9F06}"/>
              </a:ext>
            </a:extLst>
          </p:cNvPr>
          <p:cNvSpPr txBox="1"/>
          <p:nvPr/>
        </p:nvSpPr>
        <p:spPr>
          <a:xfrm>
            <a:off x="4952990" y="1524050"/>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Yes	Yes</a:t>
            </a:r>
            <a:endParaRPr lang="en-US" sz="2800" b="0" i="0" u="none" strike="noStrike" dirty="0">
              <a:effectLst/>
              <a:latin typeface="Arial" panose="020B0604020202020204" pitchFamily="34" charset="0"/>
            </a:endParaRPr>
          </a:p>
        </p:txBody>
      </p:sp>
      <p:sp>
        <p:nvSpPr>
          <p:cNvPr id="3" name="TextBox 2">
            <a:extLst>
              <a:ext uri="{FF2B5EF4-FFF2-40B4-BE49-F238E27FC236}">
                <a16:creationId xmlns:a16="http://schemas.microsoft.com/office/drawing/2014/main" id="{067D01BE-C2E8-127E-D51E-B1277210E9E1}"/>
              </a:ext>
            </a:extLst>
          </p:cNvPr>
          <p:cNvSpPr txBox="1"/>
          <p:nvPr/>
        </p:nvSpPr>
        <p:spPr>
          <a:xfrm>
            <a:off x="4952880" y="2362228"/>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Yes	No</a:t>
            </a:r>
            <a:endParaRPr lang="en-US" sz="2800" b="0" i="0" u="none" strike="noStrike" dirty="0">
              <a:effectLst/>
              <a:latin typeface="Arial" panose="020B0604020202020204" pitchFamily="34" charset="0"/>
            </a:endParaRPr>
          </a:p>
        </p:txBody>
      </p:sp>
      <p:sp>
        <p:nvSpPr>
          <p:cNvPr id="4" name="TextBox 3">
            <a:extLst>
              <a:ext uri="{FF2B5EF4-FFF2-40B4-BE49-F238E27FC236}">
                <a16:creationId xmlns:a16="http://schemas.microsoft.com/office/drawing/2014/main" id="{66B90C8D-55FB-B905-CCA5-52568D4E5F78}"/>
              </a:ext>
            </a:extLst>
          </p:cNvPr>
          <p:cNvSpPr txBox="1"/>
          <p:nvPr/>
        </p:nvSpPr>
        <p:spPr>
          <a:xfrm>
            <a:off x="4952880" y="3200406"/>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Yes	Yes</a:t>
            </a:r>
            <a:endParaRPr lang="en-US" sz="2800" b="0" i="0" u="none" strike="noStrike" dirty="0">
              <a:effectLst/>
              <a:latin typeface="Arial" panose="020B0604020202020204" pitchFamily="34" charset="0"/>
            </a:endParaRPr>
          </a:p>
        </p:txBody>
      </p:sp>
      <p:sp>
        <p:nvSpPr>
          <p:cNvPr id="5" name="TextBox 4">
            <a:extLst>
              <a:ext uri="{FF2B5EF4-FFF2-40B4-BE49-F238E27FC236}">
                <a16:creationId xmlns:a16="http://schemas.microsoft.com/office/drawing/2014/main" id="{5EFE10BF-F17D-9534-86B3-124F7175E624}"/>
              </a:ext>
            </a:extLst>
          </p:cNvPr>
          <p:cNvSpPr txBox="1"/>
          <p:nvPr/>
        </p:nvSpPr>
        <p:spPr>
          <a:xfrm>
            <a:off x="4952880" y="4324500"/>
            <a:ext cx="3810010" cy="707886"/>
          </a:xfrm>
          <a:prstGeom prst="rect">
            <a:avLst/>
          </a:prstGeom>
          <a:noFill/>
        </p:spPr>
        <p:txBody>
          <a:bodyPr wrap="square" rtlCol="0">
            <a:spAutoFit/>
          </a:bodyPr>
          <a:lstStyle/>
          <a:p>
            <a:pPr marL="0" marR="0" indent="0" rtl="0" eaLnBrk="0" fontAlgn="base" latinLnBrk="0" hangingPunct="0">
              <a:spcBef>
                <a:spcPts val="0"/>
              </a:spcBef>
              <a:spcAft>
                <a:spcPts val="0"/>
              </a:spcAft>
              <a:tabLst>
                <a:tab pos="914400" algn="ctr"/>
                <a:tab pos="2743200" algn="ctr"/>
              </a:tabLst>
            </a:pPr>
            <a:r>
              <a:rPr lang="en-US" sz="1200" b="1" i="0" u="none" strike="noStrike" kern="1200" baseline="0" dirty="0">
                <a:ln>
                  <a:noFill/>
                </a:ln>
                <a:solidFill>
                  <a:srgbClr val="000000"/>
                </a:solidFill>
                <a:effectLst/>
                <a:latin typeface="Arial" panose="020B0604020202020204" pitchFamily="34" charset="0"/>
                <a:cs typeface="Arial" panose="020B0604020202020204" pitchFamily="34" charset="0"/>
              </a:rPr>
              <a:t> </a:t>
            </a:r>
          </a:p>
          <a:p>
            <a:pPr marL="0" marR="0" indent="0" rtl="0" eaLnBrk="0" fontAlgn="base" latinLnBrk="0" hangingPunct="0">
              <a:spcBef>
                <a:spcPts val="0"/>
              </a:spcBef>
              <a:spcAft>
                <a:spcPts val="0"/>
              </a:spcAft>
              <a:tabLst>
                <a:tab pos="914400" algn="ctr"/>
                <a:tab pos="2743200" algn="ctr"/>
              </a:tabLst>
            </a:pPr>
            <a:r>
              <a:rPr lang="en-US" sz="2800" b="1" i="0" u="none" strike="noStrike" kern="1200" baseline="0" dirty="0">
                <a:ln>
                  <a:noFill/>
                </a:ln>
                <a:solidFill>
                  <a:srgbClr val="000000"/>
                </a:solidFill>
                <a:effectLst/>
                <a:latin typeface="Arial" panose="020B0604020202020204" pitchFamily="34" charset="0"/>
                <a:cs typeface="Arial" panose="020B0604020202020204" pitchFamily="34" charset="0"/>
              </a:rPr>
              <a:t>	No	Yes</a:t>
            </a:r>
            <a:endParaRPr lang="en-US" sz="2800" b="0" i="0" u="none" strike="noStrike" dirty="0">
              <a:effectLst/>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accent5">
            <a:lumMod val="60000"/>
            <a:lumOff val="40000"/>
          </a:schemeClr>
        </a:solidFill>
        <a:effectLst/>
      </p:bgPr>
    </p:bg>
    <p:spTree>
      <p:nvGrpSpPr>
        <p:cNvPr id="1" name=""/>
        <p:cNvGrpSpPr/>
        <p:nvPr/>
      </p:nvGrpSpPr>
      <p:grpSpPr>
        <a:xfrm>
          <a:off x="0" y="0"/>
          <a:ext cx="0" cy="0"/>
          <a:chOff x="0" y="0"/>
          <a:chExt cx="0" cy="0"/>
        </a:xfrm>
      </p:grpSpPr>
      <p:sp>
        <p:nvSpPr>
          <p:cNvPr id="86018" name="Footer Placeholder 3"/>
          <p:cNvSpPr txBox="1">
            <a:spLocks noGrp="1" noChangeArrowheads="1"/>
          </p:cNvSpPr>
          <p:nvPr/>
        </p:nvSpPr>
        <p:spPr bwMode="auto">
          <a:xfrm>
            <a:off x="3124200" y="6248400"/>
            <a:ext cx="28956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800"/>
          </a:p>
          <a:p>
            <a:pPr algn="ctr">
              <a:spcBef>
                <a:spcPct val="0"/>
              </a:spcBef>
              <a:buFontTx/>
              <a:buNone/>
            </a:pPr>
            <a:endParaRPr lang="en-US" altLang="en-US" sz="800">
              <a:latin typeface="Tahoma" panose="020B0604030504040204" pitchFamily="34" charset="0"/>
            </a:endParaRPr>
          </a:p>
          <a:p>
            <a:pPr algn="ctr">
              <a:spcBef>
                <a:spcPct val="0"/>
              </a:spcBef>
              <a:buFontTx/>
              <a:buNone/>
            </a:pPr>
            <a:endParaRPr lang="en-US" altLang="en-US" sz="800">
              <a:latin typeface="Tahoma" panose="020B0604030504040204" pitchFamily="34" charset="0"/>
            </a:endParaRPr>
          </a:p>
          <a:p>
            <a:pPr algn="ctr">
              <a:spcBef>
                <a:spcPct val="0"/>
              </a:spcBef>
              <a:buFontTx/>
              <a:buNone/>
            </a:pPr>
            <a:r>
              <a:rPr lang="en-US" altLang="en-US" sz="800">
                <a:latin typeface="Tahoma" panose="020B0604030504040204" pitchFamily="34" charset="0"/>
              </a:rPr>
              <a:t>© A+ Computer Science  -  www.apluscompsci.com</a:t>
            </a:r>
          </a:p>
        </p:txBody>
      </p:sp>
      <p:sp>
        <p:nvSpPr>
          <p:cNvPr id="86019" name="Text Box 2"/>
          <p:cNvSpPr txBox="1">
            <a:spLocks noChangeArrowheads="1"/>
          </p:cNvSpPr>
          <p:nvPr/>
        </p:nvSpPr>
        <p:spPr bwMode="auto">
          <a:xfrm>
            <a:off x="696913" y="457200"/>
            <a:ext cx="7772400" cy="5724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spcAft>
                <a:spcPts val="600"/>
              </a:spcAft>
              <a:buFontTx/>
              <a:buNone/>
            </a:pPr>
            <a:r>
              <a:rPr lang="en-US" altLang="en-US" sz="2400" dirty="0">
                <a:solidFill>
                  <a:srgbClr val="008000"/>
                </a:solidFill>
                <a:latin typeface="Tahoma" panose="020B0604030504040204" pitchFamily="34" charset="0"/>
              </a:rPr>
              <a:t>   //Abstract class as a </a:t>
            </a:r>
            <a:r>
              <a:rPr lang="en-US" altLang="en-US" sz="2400" dirty="0">
                <a:solidFill>
                  <a:srgbClr val="0000FF"/>
                </a:solidFill>
                <a:latin typeface="Tahoma" panose="020B0604030504040204" pitchFamily="34" charset="0"/>
              </a:rPr>
              <a:t>reference type</a:t>
            </a:r>
            <a:r>
              <a:rPr lang="en-US" altLang="en-US" sz="2400" dirty="0">
                <a:solidFill>
                  <a:srgbClr val="008000"/>
                </a:solidFill>
                <a:latin typeface="Tahoma" panose="020B0604030504040204" pitchFamily="34" charset="0"/>
              </a:rPr>
              <a:t>:</a:t>
            </a:r>
          </a:p>
          <a:p>
            <a:pPr>
              <a:spcBef>
                <a:spcPct val="0"/>
              </a:spcBef>
              <a:buFontTx/>
              <a:buNone/>
            </a:pPr>
            <a:r>
              <a:rPr lang="en-US" altLang="en-US" sz="2400" dirty="0">
                <a:latin typeface="Tahoma" panose="020B0604030504040204" pitchFamily="34" charset="0"/>
              </a:rPr>
              <a:t>   </a:t>
            </a:r>
            <a:r>
              <a:rPr lang="en-US" altLang="en-US" sz="2400" dirty="0">
                <a:solidFill>
                  <a:srgbClr val="0000FF"/>
                </a:solidFill>
                <a:latin typeface="Tahoma" panose="020B0604030504040204" pitchFamily="34" charset="0"/>
              </a:rPr>
              <a:t>Monster[] </a:t>
            </a:r>
            <a:r>
              <a:rPr lang="en-US" altLang="en-US" sz="2400" dirty="0">
                <a:latin typeface="Tahoma" panose="020B0604030504040204" pitchFamily="34" charset="0"/>
              </a:rPr>
              <a:t>m = new Monster[3];</a:t>
            </a:r>
          </a:p>
          <a:p>
            <a:pPr>
              <a:spcBef>
                <a:spcPct val="0"/>
              </a:spcBef>
              <a:buFontTx/>
              <a:buNone/>
            </a:pPr>
            <a:r>
              <a:rPr lang="en-US" altLang="en-US" sz="2400" dirty="0">
                <a:latin typeface="Tahoma" panose="020B0604030504040204" pitchFamily="34" charset="0"/>
              </a:rPr>
              <a:t>   m[0] = new Vampire("Jerry");</a:t>
            </a:r>
          </a:p>
          <a:p>
            <a:pPr>
              <a:spcBef>
                <a:spcPct val="0"/>
              </a:spcBef>
              <a:buFontTx/>
              <a:buNone/>
            </a:pPr>
            <a:r>
              <a:rPr lang="en-US" altLang="en-US" sz="2400" dirty="0">
                <a:latin typeface="Tahoma" panose="020B0604030504040204" pitchFamily="34" charset="0"/>
              </a:rPr>
              <a:t>   m[1] = new Witch("Helen");</a:t>
            </a:r>
          </a:p>
          <a:p>
            <a:pPr>
              <a:spcBef>
                <a:spcPct val="0"/>
              </a:spcBef>
              <a:buFontTx/>
              <a:buNone/>
            </a:pPr>
            <a:r>
              <a:rPr lang="en-US" altLang="en-US" sz="2400" dirty="0">
                <a:latin typeface="Tahoma" panose="020B0604030504040204" pitchFamily="34" charset="0"/>
              </a:rPr>
              <a:t>   m[2] = new Ghost("Casper");</a:t>
            </a:r>
          </a:p>
          <a:p>
            <a:pPr>
              <a:spcBef>
                <a:spcPct val="0"/>
              </a:spcBef>
              <a:buFontTx/>
              <a:buNone/>
            </a:pPr>
            <a:endParaRPr lang="en-US" altLang="en-US" sz="2400" dirty="0">
              <a:latin typeface="Tahoma" panose="020B0604030504040204" pitchFamily="34" charset="0"/>
            </a:endParaRPr>
          </a:p>
          <a:p>
            <a:pPr>
              <a:spcBef>
                <a:spcPct val="0"/>
              </a:spcBef>
              <a:spcAft>
                <a:spcPts val="600"/>
              </a:spcAft>
              <a:buFontTx/>
              <a:buNone/>
            </a:pPr>
            <a:r>
              <a:rPr lang="en-US" altLang="en-US" sz="2400" dirty="0">
                <a:solidFill>
                  <a:srgbClr val="008000"/>
                </a:solidFill>
                <a:latin typeface="Tahoma" panose="020B0604030504040204" pitchFamily="34" charset="0"/>
              </a:rPr>
              <a:t> //Interface as a </a:t>
            </a:r>
            <a:r>
              <a:rPr lang="en-US" altLang="en-US" sz="2400" dirty="0">
                <a:solidFill>
                  <a:srgbClr val="0000FF"/>
                </a:solidFill>
                <a:latin typeface="Tahoma" panose="020B0604030504040204" pitchFamily="34" charset="0"/>
              </a:rPr>
              <a:t>reference type</a:t>
            </a:r>
            <a:r>
              <a:rPr lang="en-US" altLang="en-US" sz="2400" dirty="0">
                <a:solidFill>
                  <a:srgbClr val="008000"/>
                </a:solidFill>
                <a:latin typeface="Tahoma" panose="020B0604030504040204" pitchFamily="34" charset="0"/>
              </a:rPr>
              <a:t>:</a:t>
            </a:r>
          </a:p>
          <a:p>
            <a:pPr>
              <a:spcBef>
                <a:spcPct val="0"/>
              </a:spcBef>
              <a:spcAft>
                <a:spcPts val="1200"/>
              </a:spcAft>
              <a:buFontTx/>
              <a:buNone/>
            </a:pPr>
            <a:r>
              <a:rPr lang="en-US" altLang="en-US" sz="2400" dirty="0">
                <a:latin typeface="Tahoma" panose="020B0604030504040204" pitchFamily="34" charset="0"/>
              </a:rPr>
              <a:t>   </a:t>
            </a:r>
            <a:r>
              <a:rPr lang="en-US" altLang="en-US" sz="2400" dirty="0">
                <a:solidFill>
                  <a:srgbClr val="0000FF"/>
                </a:solidFill>
                <a:latin typeface="Tahoma" panose="020B0604030504040204" pitchFamily="34" charset="0"/>
              </a:rPr>
              <a:t>Comparable</a:t>
            </a:r>
            <a:r>
              <a:rPr lang="en-US" altLang="en-US" sz="2400" dirty="0">
                <a:latin typeface="Tahoma" panose="020B0604030504040204" pitchFamily="34" charset="0"/>
              </a:rPr>
              <a:t> x, y;</a:t>
            </a:r>
          </a:p>
          <a:p>
            <a:pPr>
              <a:spcBef>
                <a:spcPct val="0"/>
              </a:spcBef>
              <a:buFontTx/>
              <a:buNone/>
            </a:pPr>
            <a:r>
              <a:rPr lang="en-US" altLang="en-US" sz="2400" dirty="0">
                <a:latin typeface="Tahoma" panose="020B0604030504040204" pitchFamily="34" charset="0"/>
              </a:rPr>
              <a:t>   x = new String("This is a test.");</a:t>
            </a:r>
          </a:p>
          <a:p>
            <a:pPr>
              <a:spcBef>
                <a:spcPct val="0"/>
              </a:spcBef>
              <a:buFontTx/>
              <a:buNone/>
            </a:pPr>
            <a:r>
              <a:rPr lang="en-US" altLang="en-US" sz="2400" dirty="0">
                <a:latin typeface="Tahoma" panose="020B0604030504040204" pitchFamily="34" charset="0"/>
              </a:rPr>
              <a:t>   y = new String(“this is a test.");</a:t>
            </a:r>
          </a:p>
          <a:p>
            <a:pPr>
              <a:spcBef>
                <a:spcPct val="0"/>
              </a:spcBef>
              <a:spcAft>
                <a:spcPts val="1200"/>
              </a:spcAft>
              <a:buFontTx/>
              <a:buNone/>
            </a:pPr>
            <a:r>
              <a:rPr lang="en-US" altLang="en-US" sz="2400" dirty="0">
                <a:latin typeface="Tahoma" panose="020B0604030504040204" pitchFamily="34" charset="0"/>
              </a:rPr>
              <a:t>   </a:t>
            </a:r>
            <a:r>
              <a:rPr lang="en-US" altLang="en-US" sz="2400" dirty="0" err="1">
                <a:latin typeface="Tahoma" panose="020B0604030504040204" pitchFamily="34" charset="0"/>
              </a:rPr>
              <a:t>out.println</a:t>
            </a:r>
            <a:r>
              <a:rPr lang="en-US" altLang="en-US" sz="2400" dirty="0">
                <a:latin typeface="Tahoma" panose="020B0604030504040204" pitchFamily="34" charset="0"/>
              </a:rPr>
              <a:t>(</a:t>
            </a:r>
            <a:r>
              <a:rPr lang="en-US" altLang="en-US" sz="2400" dirty="0" err="1">
                <a:latin typeface="Tahoma" panose="020B0604030504040204" pitchFamily="34" charset="0"/>
              </a:rPr>
              <a:t>x.compareTo</a:t>
            </a:r>
            <a:r>
              <a:rPr lang="en-US" altLang="en-US" sz="2400" dirty="0">
                <a:latin typeface="Tahoma" panose="020B0604030504040204" pitchFamily="34" charset="0"/>
              </a:rPr>
              <a:t>(y));</a:t>
            </a:r>
          </a:p>
          <a:p>
            <a:pPr>
              <a:spcBef>
                <a:spcPct val="0"/>
              </a:spcBef>
              <a:buFontTx/>
              <a:buNone/>
            </a:pPr>
            <a:r>
              <a:rPr lang="en-US" altLang="en-US" sz="2400" dirty="0">
                <a:latin typeface="Tahoma" panose="020B0604030504040204" pitchFamily="34" charset="0"/>
              </a:rPr>
              <a:t>   x = new Integer(5);</a:t>
            </a:r>
          </a:p>
          <a:p>
            <a:pPr>
              <a:spcBef>
                <a:spcPct val="0"/>
              </a:spcBef>
              <a:buFontTx/>
              <a:buNone/>
            </a:pPr>
            <a:r>
              <a:rPr lang="en-US" altLang="en-US" sz="2400" dirty="0">
                <a:latin typeface="Tahoma" panose="020B0604030504040204" pitchFamily="34" charset="0"/>
              </a:rPr>
              <a:t>   y = new Integer(9);</a:t>
            </a:r>
          </a:p>
          <a:p>
            <a:pPr>
              <a:spcBef>
                <a:spcPct val="0"/>
              </a:spcBef>
              <a:buFontTx/>
              <a:buNone/>
            </a:pPr>
            <a:r>
              <a:rPr lang="en-US" altLang="en-US" sz="2400" dirty="0">
                <a:latin typeface="Tahoma" panose="020B0604030504040204" pitchFamily="34" charset="0"/>
              </a:rPr>
              <a:t>   </a:t>
            </a:r>
            <a:r>
              <a:rPr lang="en-US" altLang="en-US" sz="2400" dirty="0" err="1">
                <a:latin typeface="Tahoma" panose="020B0604030504040204" pitchFamily="34" charset="0"/>
              </a:rPr>
              <a:t>out.println</a:t>
            </a:r>
            <a:r>
              <a:rPr lang="en-US" altLang="en-US" sz="2400" dirty="0">
                <a:latin typeface="Tahoma" panose="020B0604030504040204" pitchFamily="34" charset="0"/>
              </a:rPr>
              <a:t>(</a:t>
            </a:r>
            <a:r>
              <a:rPr lang="en-US" altLang="en-US" sz="2400" dirty="0" err="1">
                <a:latin typeface="Tahoma" panose="020B0604030504040204" pitchFamily="34" charset="0"/>
              </a:rPr>
              <a:t>x.compareTo</a:t>
            </a:r>
            <a:r>
              <a:rPr lang="en-US" altLang="en-US" sz="2400" dirty="0">
                <a:latin typeface="Tahoma" panose="020B0604030504040204" pitchFamily="34" charset="0"/>
              </a:rPr>
              <a:t>(y));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sp>
        <p:nvSpPr>
          <p:cNvPr id="111619" name="Rectangle 2"/>
          <p:cNvSpPr>
            <a:spLocks noChangeArrowheads="1"/>
          </p:cNvSpPr>
          <p:nvPr/>
        </p:nvSpPr>
        <p:spPr bwMode="auto">
          <a:xfrm>
            <a:off x="2026489" y="3991300"/>
            <a:ext cx="6462621" cy="25545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b="0" dirty="0">
                <a:latin typeface="Courier New" panose="02070309020205020404" pitchFamily="49" charset="0"/>
                <a:cs typeface="Courier New" panose="02070309020205020404" pitchFamily="49" charset="0"/>
              </a:rPr>
              <a:t>public static void </a:t>
            </a:r>
            <a:r>
              <a:rPr lang="en-US" altLang="en-US" sz="2000" dirty="0">
                <a:latin typeface="Courier New" panose="02070309020205020404" pitchFamily="49" charset="0"/>
                <a:cs typeface="Courier New" panose="02070309020205020404" pitchFamily="49" charset="0"/>
              </a:rPr>
              <a:t>write(Object obj) </a:t>
            </a:r>
          </a:p>
          <a:p>
            <a:pPr>
              <a:spcBef>
                <a:spcPct val="0"/>
              </a:spcBef>
              <a:buFontTx/>
              <a:buNone/>
            </a:pPr>
            <a:r>
              <a:rPr lang="en-US" altLang="en-US" sz="2000" b="0" dirty="0">
                <a:latin typeface="Courier New" panose="02070309020205020404" pitchFamily="49" charset="0"/>
                <a:cs typeface="Courier New" panose="02070309020205020404" pitchFamily="49" charset="0"/>
              </a:rPr>
              <a:t>{</a:t>
            </a:r>
          </a:p>
          <a:p>
            <a:pPr>
              <a:spcBef>
                <a:spcPct val="0"/>
              </a:spcBef>
              <a:buFontTx/>
              <a:buNone/>
            </a:pPr>
            <a:r>
              <a:rPr lang="en-US" altLang="en-US" sz="2000" b="0" dirty="0">
                <a:latin typeface="Courier New" panose="02070309020205020404" pitchFamily="49" charset="0"/>
                <a:cs typeface="Courier New" panose="02070309020205020404" pitchFamily="49" charset="0"/>
              </a:rPr>
              <a:t>    </a:t>
            </a:r>
            <a:r>
              <a:rPr lang="en-US" altLang="en-US" sz="2000" b="0" dirty="0" err="1">
                <a:latin typeface="Courier New" panose="02070309020205020404" pitchFamily="49" charset="0"/>
                <a:cs typeface="Courier New" panose="02070309020205020404" pitchFamily="49" charset="0"/>
              </a:rPr>
              <a:t>System.out.println</a:t>
            </a:r>
            <a:r>
              <a:rPr lang="en-US" altLang="en-US" sz="2000" b="0" dirty="0">
                <a:latin typeface="Courier New" panose="02070309020205020404" pitchFamily="49" charset="0"/>
                <a:cs typeface="Courier New" panose="02070309020205020404" pitchFamily="49" charset="0"/>
              </a:rPr>
              <a:t>(“object”);</a:t>
            </a:r>
          </a:p>
          <a:p>
            <a:pPr>
              <a:spcBef>
                <a:spcPct val="0"/>
              </a:spcBef>
              <a:buFontTx/>
              <a:buNone/>
            </a:pPr>
            <a:r>
              <a:rPr lang="en-US" altLang="en-US" sz="2000" b="0" dirty="0">
                <a:latin typeface="Courier New" panose="02070309020205020404" pitchFamily="49" charset="0"/>
                <a:cs typeface="Courier New" panose="02070309020205020404" pitchFamily="49" charset="0"/>
              </a:rPr>
              <a:t>}</a:t>
            </a:r>
          </a:p>
          <a:p>
            <a:pPr>
              <a:spcBef>
                <a:spcPct val="0"/>
              </a:spcBef>
              <a:buFontTx/>
              <a:buNone/>
            </a:pPr>
            <a:r>
              <a:rPr lang="en-US" altLang="en-US" sz="2000" b="0" dirty="0">
                <a:latin typeface="Courier New" panose="02070309020205020404" pitchFamily="49" charset="0"/>
                <a:cs typeface="Courier New" panose="02070309020205020404" pitchFamily="49" charset="0"/>
              </a:rPr>
              <a:t>public static void </a:t>
            </a:r>
            <a:r>
              <a:rPr lang="en-US" altLang="en-US" sz="2000" dirty="0">
                <a:latin typeface="Courier New" panose="02070309020205020404" pitchFamily="49" charset="0"/>
                <a:cs typeface="Courier New" panose="02070309020205020404" pitchFamily="49" charset="0"/>
              </a:rPr>
              <a:t>write(String str) </a:t>
            </a:r>
          </a:p>
          <a:p>
            <a:pPr>
              <a:spcBef>
                <a:spcPct val="0"/>
              </a:spcBef>
              <a:buFontTx/>
              <a:buNone/>
            </a:pPr>
            <a:r>
              <a:rPr lang="en-US" altLang="en-US" sz="2000" b="0" dirty="0">
                <a:latin typeface="Courier New" panose="02070309020205020404" pitchFamily="49" charset="0"/>
                <a:cs typeface="Courier New" panose="02070309020205020404" pitchFamily="49" charset="0"/>
              </a:rPr>
              <a:t>{</a:t>
            </a:r>
          </a:p>
          <a:p>
            <a:pPr>
              <a:spcBef>
                <a:spcPct val="0"/>
              </a:spcBef>
              <a:buFontTx/>
              <a:buNone/>
            </a:pPr>
            <a:r>
              <a:rPr lang="en-US" altLang="en-US" sz="2000" b="0" dirty="0">
                <a:latin typeface="Courier New" panose="02070309020205020404" pitchFamily="49" charset="0"/>
                <a:cs typeface="Courier New" panose="02070309020205020404" pitchFamily="49" charset="0"/>
              </a:rPr>
              <a:t>   </a:t>
            </a:r>
            <a:r>
              <a:rPr lang="en-US" altLang="en-US" sz="2000" b="0" dirty="0" err="1">
                <a:latin typeface="Courier New" panose="02070309020205020404" pitchFamily="49" charset="0"/>
                <a:cs typeface="Courier New" panose="02070309020205020404" pitchFamily="49" charset="0"/>
              </a:rPr>
              <a:t>System.out.println</a:t>
            </a:r>
            <a:r>
              <a:rPr lang="en-US" altLang="en-US" sz="2000" b="0" dirty="0">
                <a:latin typeface="Courier New" panose="02070309020205020404" pitchFamily="49" charset="0"/>
                <a:cs typeface="Courier New" panose="02070309020205020404" pitchFamily="49" charset="0"/>
              </a:rPr>
              <a:t>(“string”);</a:t>
            </a:r>
          </a:p>
          <a:p>
            <a:pPr>
              <a:spcBef>
                <a:spcPct val="0"/>
              </a:spcBef>
              <a:buFontTx/>
              <a:buNone/>
            </a:pPr>
            <a:r>
              <a:rPr lang="en-US" altLang="en-US" sz="2000" b="0" dirty="0">
                <a:latin typeface="Courier New" panose="02070309020205020404" pitchFamily="49" charset="0"/>
                <a:cs typeface="Courier New" panose="02070309020205020404" pitchFamily="49" charset="0"/>
              </a:rPr>
              <a:t>}</a:t>
            </a:r>
          </a:p>
        </p:txBody>
      </p:sp>
      <p:sp>
        <p:nvSpPr>
          <p:cNvPr id="111620" name="WordArt 3"/>
          <p:cNvSpPr>
            <a:spLocks noChangeArrowheads="1" noChangeShapeType="1" noTextEdit="1"/>
          </p:cNvSpPr>
          <p:nvPr/>
        </p:nvSpPr>
        <p:spPr bwMode="auto">
          <a:xfrm>
            <a:off x="685800" y="228600"/>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Choosing based on matching</a:t>
            </a:r>
          </a:p>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parameter type and reference type</a:t>
            </a:r>
          </a:p>
        </p:txBody>
      </p:sp>
      <p:sp>
        <p:nvSpPr>
          <p:cNvPr id="111621" name="Rectangle 1"/>
          <p:cNvSpPr>
            <a:spLocks noChangeArrowheads="1"/>
          </p:cNvSpPr>
          <p:nvPr/>
        </p:nvSpPr>
        <p:spPr bwMode="auto">
          <a:xfrm>
            <a:off x="317260" y="3484251"/>
            <a:ext cx="838178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000" dirty="0">
                <a:latin typeface="Tahoma" panose="020B0604030504040204" pitchFamily="34" charset="0"/>
              </a:rPr>
              <a:t>Calls of </a:t>
            </a:r>
            <a:r>
              <a:rPr lang="en-US" altLang="en-US" sz="2000" dirty="0">
                <a:solidFill>
                  <a:srgbClr val="612A8A"/>
                </a:solidFill>
                <a:latin typeface="Tahoma" panose="020B0604030504040204" pitchFamily="34" charset="0"/>
              </a:rPr>
              <a:t>overloaded methods </a:t>
            </a:r>
            <a:r>
              <a:rPr lang="en-US" altLang="en-US" sz="2000" dirty="0">
                <a:latin typeface="Tahoma" panose="020B0604030504040204" pitchFamily="34" charset="0"/>
              </a:rPr>
              <a:t>are locked down </a:t>
            </a:r>
            <a:r>
              <a:rPr lang="en-US" altLang="en-US" sz="2000" dirty="0">
                <a:solidFill>
                  <a:srgbClr val="612A8A"/>
                </a:solidFill>
                <a:latin typeface="Tahoma" panose="020B0604030504040204" pitchFamily="34" charset="0"/>
              </a:rPr>
              <a:t>at compile time</a:t>
            </a:r>
            <a:r>
              <a:rPr lang="en-US" altLang="en-US" sz="2000" dirty="0">
                <a:latin typeface="Tahoma" panose="020B0604030504040204" pitchFamily="34" charset="0"/>
              </a:rPr>
              <a:t>.</a:t>
            </a:r>
          </a:p>
        </p:txBody>
      </p:sp>
      <p:sp>
        <p:nvSpPr>
          <p:cNvPr id="2" name="Rectangle 1">
            <a:extLst>
              <a:ext uri="{FF2B5EF4-FFF2-40B4-BE49-F238E27FC236}">
                <a16:creationId xmlns:a16="http://schemas.microsoft.com/office/drawing/2014/main" id="{DDFD1058-98C3-434C-8E90-AD5F3AB65384}"/>
              </a:ext>
            </a:extLst>
          </p:cNvPr>
          <p:cNvSpPr/>
          <p:nvPr/>
        </p:nvSpPr>
        <p:spPr>
          <a:xfrm>
            <a:off x="2026489" y="1914473"/>
            <a:ext cx="4572000" cy="1400383"/>
          </a:xfrm>
          <a:prstGeom prst="rect">
            <a:avLst/>
          </a:prstGeom>
        </p:spPr>
        <p:txBody>
          <a:bodyPr>
            <a:spAutoFit/>
          </a:bodyPr>
          <a:lstStyle/>
          <a:p>
            <a:pPr>
              <a:spcAft>
                <a:spcPts val="600"/>
              </a:spcAft>
            </a:pPr>
            <a:r>
              <a:rPr lang="en-US" altLang="en-US" dirty="0">
                <a:solidFill>
                  <a:srgbClr val="176B25"/>
                </a:solidFill>
                <a:latin typeface="Courier New" panose="02070309020205020404" pitchFamily="49" charset="0"/>
                <a:cs typeface="Courier New" panose="02070309020205020404" pitchFamily="49" charset="0"/>
              </a:rPr>
              <a:t>// In the main method:</a:t>
            </a:r>
          </a:p>
          <a:p>
            <a:r>
              <a:rPr lang="en-US" altLang="en-US" dirty="0">
                <a:latin typeface="Courier New" panose="02070309020205020404" pitchFamily="49" charset="0"/>
                <a:cs typeface="Courier New" panose="02070309020205020404" pitchFamily="49" charset="0"/>
              </a:rPr>
              <a:t>Object x = new String(“hi”);</a:t>
            </a:r>
          </a:p>
          <a:p>
            <a:r>
              <a:rPr lang="en-US" altLang="en-US" dirty="0">
                <a:solidFill>
                  <a:srgbClr val="612A8A"/>
                </a:solidFill>
                <a:latin typeface="Courier New" panose="02070309020205020404" pitchFamily="49" charset="0"/>
                <a:cs typeface="Courier New" panose="02070309020205020404" pitchFamily="49" charset="0"/>
              </a:rPr>
              <a:t>write(x);</a:t>
            </a:r>
          </a:p>
          <a:p>
            <a:r>
              <a:rPr lang="en-US" altLang="en-US" dirty="0" err="1">
                <a:latin typeface="Courier New" panose="02070309020205020404" pitchFamily="49" charset="0"/>
                <a:cs typeface="Courier New" panose="02070309020205020404" pitchFamily="49" charset="0"/>
              </a:rPr>
              <a:t>out.println</a:t>
            </a:r>
            <a:r>
              <a:rPr lang="en-US" altLang="en-US" dirty="0">
                <a:latin typeface="Courier New" panose="02070309020205020404" pitchFamily="49" charset="0"/>
                <a:cs typeface="Courier New" panose="02070309020205020404" pitchFamily="49" charset="0"/>
              </a:rPr>
              <a:t>(</a:t>
            </a:r>
            <a:r>
              <a:rPr lang="en-US" altLang="en-US" dirty="0" err="1">
                <a:solidFill>
                  <a:srgbClr val="0000FF"/>
                </a:solidFill>
                <a:latin typeface="Courier New" panose="02070309020205020404" pitchFamily="49" charset="0"/>
                <a:cs typeface="Courier New" panose="02070309020205020404" pitchFamily="49" charset="0"/>
              </a:rPr>
              <a:t>x.toString</a:t>
            </a:r>
            <a:r>
              <a:rPr lang="en-US" altLang="en-US" dirty="0">
                <a:solidFill>
                  <a:srgbClr val="0000FF"/>
                </a:solidFill>
                <a:latin typeface="Courier New" panose="02070309020205020404" pitchFamily="49" charset="0"/>
                <a:cs typeface="Courier New" panose="02070309020205020404" pitchFamily="49" charset="0"/>
              </a:rPr>
              <a:t>()</a:t>
            </a:r>
            <a:r>
              <a:rPr lang="en-US" altLang="en-US" dirty="0">
                <a:latin typeface="Courier New" panose="02070309020205020404" pitchFamily="49" charset="0"/>
                <a:cs typeface="Courier New" panose="02070309020205020404" pitchFamily="49" charset="0"/>
              </a:rPr>
              <a:t>);</a:t>
            </a:r>
          </a:p>
        </p:txBody>
      </p:sp>
      <p:sp>
        <p:nvSpPr>
          <p:cNvPr id="9" name="Rectangle 8">
            <a:extLst>
              <a:ext uri="{FF2B5EF4-FFF2-40B4-BE49-F238E27FC236}">
                <a16:creationId xmlns:a16="http://schemas.microsoft.com/office/drawing/2014/main" id="{4723CE23-03DF-4A37-ADF4-397C362A1FDC}"/>
              </a:ext>
            </a:extLst>
          </p:cNvPr>
          <p:cNvSpPr/>
          <p:nvPr/>
        </p:nvSpPr>
        <p:spPr>
          <a:xfrm>
            <a:off x="228714" y="2235684"/>
            <a:ext cx="1371564" cy="584775"/>
          </a:xfrm>
          <a:prstGeom prst="rect">
            <a:avLst/>
          </a:prstGeom>
        </p:spPr>
        <p:txBody>
          <a:bodyPr wrap="square">
            <a:spAutoFit/>
          </a:bodyPr>
          <a:lstStyle/>
          <a:p>
            <a:pPr algn="ctr">
              <a:spcAft>
                <a:spcPts val="600"/>
              </a:spcAft>
            </a:pPr>
            <a:r>
              <a:rPr lang="en-US" altLang="en-US" sz="1600" dirty="0">
                <a:solidFill>
                  <a:srgbClr val="00B0F0"/>
                </a:solidFill>
                <a:cs typeface="Arial" panose="020B0604020202020204" pitchFamily="34" charset="0"/>
              </a:rPr>
              <a:t>Reference type</a:t>
            </a:r>
          </a:p>
        </p:txBody>
      </p:sp>
      <p:cxnSp>
        <p:nvCxnSpPr>
          <p:cNvPr id="4" name="Straight Arrow Connector 3">
            <a:extLst>
              <a:ext uri="{FF2B5EF4-FFF2-40B4-BE49-F238E27FC236}">
                <a16:creationId xmlns:a16="http://schemas.microsoft.com/office/drawing/2014/main" id="{E3C40D54-3411-4BC8-8D33-E18FA4C72484}"/>
              </a:ext>
            </a:extLst>
          </p:cNvPr>
          <p:cNvCxnSpPr>
            <a:cxnSpLocks/>
          </p:cNvCxnSpPr>
          <p:nvPr/>
        </p:nvCxnSpPr>
        <p:spPr bwMode="auto">
          <a:xfrm flipV="1">
            <a:off x="1447882" y="2464278"/>
            <a:ext cx="578607" cy="5998"/>
          </a:xfrm>
          <a:prstGeom prst="straightConnector1">
            <a:avLst/>
          </a:prstGeom>
          <a:solidFill>
            <a:schemeClr val="accent1"/>
          </a:solidFill>
          <a:ln w="12700" cap="flat" cmpd="sng" algn="ctr">
            <a:solidFill>
              <a:srgbClr val="00B0F0"/>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 name="Rectangle 12">
            <a:extLst>
              <a:ext uri="{FF2B5EF4-FFF2-40B4-BE49-F238E27FC236}">
                <a16:creationId xmlns:a16="http://schemas.microsoft.com/office/drawing/2014/main" id="{1DF024A8-3055-4C7A-8026-0DDBCA88528F}"/>
              </a:ext>
            </a:extLst>
          </p:cNvPr>
          <p:cNvSpPr/>
          <p:nvPr/>
        </p:nvSpPr>
        <p:spPr>
          <a:xfrm>
            <a:off x="7041992" y="1676446"/>
            <a:ext cx="1644700" cy="907941"/>
          </a:xfrm>
          <a:prstGeom prst="rect">
            <a:avLst/>
          </a:prstGeom>
        </p:spPr>
        <p:txBody>
          <a:bodyPr wrap="square">
            <a:spAutoFit/>
          </a:bodyPr>
          <a:lstStyle/>
          <a:p>
            <a:pPr algn="ctr">
              <a:spcAft>
                <a:spcPts val="600"/>
              </a:spcAft>
            </a:pPr>
            <a:r>
              <a:rPr lang="en-US" altLang="en-US" sz="1600" dirty="0">
                <a:solidFill>
                  <a:srgbClr val="00B0F0"/>
                </a:solidFill>
                <a:cs typeface="Arial" panose="020B0604020202020204" pitchFamily="34" charset="0"/>
              </a:rPr>
              <a:t>Actual type</a:t>
            </a:r>
          </a:p>
          <a:p>
            <a:pPr algn="ctr">
              <a:spcAft>
                <a:spcPts val="600"/>
              </a:spcAft>
            </a:pPr>
            <a:r>
              <a:rPr lang="en-US" altLang="en-US" sz="1600" dirty="0">
                <a:solidFill>
                  <a:srgbClr val="00B0F0"/>
                </a:solidFill>
                <a:cs typeface="Arial" panose="020B0604020202020204" pitchFamily="34" charset="0"/>
              </a:rPr>
              <a:t>(a.k.a. the run-time type)</a:t>
            </a:r>
          </a:p>
        </p:txBody>
      </p:sp>
      <p:cxnSp>
        <p:nvCxnSpPr>
          <p:cNvPr id="14" name="Straight Arrow Connector 13">
            <a:extLst>
              <a:ext uri="{FF2B5EF4-FFF2-40B4-BE49-F238E27FC236}">
                <a16:creationId xmlns:a16="http://schemas.microsoft.com/office/drawing/2014/main" id="{B81D5F6C-D8FE-439F-A682-1B3E5B04EDF7}"/>
              </a:ext>
            </a:extLst>
          </p:cNvPr>
          <p:cNvCxnSpPr>
            <a:cxnSpLocks/>
          </p:cNvCxnSpPr>
          <p:nvPr/>
        </p:nvCxnSpPr>
        <p:spPr bwMode="auto">
          <a:xfrm flipH="1">
            <a:off x="5257799" y="2083284"/>
            <a:ext cx="1766901" cy="301796"/>
          </a:xfrm>
          <a:prstGeom prst="straightConnector1">
            <a:avLst/>
          </a:prstGeom>
          <a:solidFill>
            <a:schemeClr val="accent1"/>
          </a:solidFill>
          <a:ln w="12700" cap="flat" cmpd="sng" algn="ctr">
            <a:solidFill>
              <a:srgbClr val="00B0F0"/>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 name="Rectangle 1">
            <a:extLst>
              <a:ext uri="{FF2B5EF4-FFF2-40B4-BE49-F238E27FC236}">
                <a16:creationId xmlns:a16="http://schemas.microsoft.com/office/drawing/2014/main" id="{28067663-FFA5-78D6-1E67-53DAD07BD57B}"/>
              </a:ext>
            </a:extLst>
          </p:cNvPr>
          <p:cNvSpPr>
            <a:spLocks noChangeArrowheads="1"/>
          </p:cNvSpPr>
          <p:nvPr/>
        </p:nvSpPr>
        <p:spPr bwMode="auto">
          <a:xfrm>
            <a:off x="381110" y="1147418"/>
            <a:ext cx="838178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None/>
            </a:pPr>
            <a:r>
              <a:rPr lang="en-US" altLang="en-US" sz="2000" dirty="0">
                <a:latin typeface="Tahoma" panose="020B0604030504040204" pitchFamily="34" charset="0"/>
              </a:rPr>
              <a:t>Calls of </a:t>
            </a:r>
            <a:r>
              <a:rPr lang="en-US" altLang="en-US" sz="2000" dirty="0">
                <a:solidFill>
                  <a:srgbClr val="0000FF"/>
                </a:solidFill>
                <a:latin typeface="Tahoma" panose="020B0604030504040204" pitchFamily="34" charset="0"/>
              </a:rPr>
              <a:t>overridden methods </a:t>
            </a:r>
            <a:r>
              <a:rPr lang="en-US" altLang="en-US" sz="2000" dirty="0">
                <a:latin typeface="Tahoma" panose="020B0604030504040204" pitchFamily="34" charset="0"/>
              </a:rPr>
              <a:t>are determined </a:t>
            </a:r>
            <a:r>
              <a:rPr lang="en-US" altLang="en-US" sz="2000" dirty="0">
                <a:solidFill>
                  <a:srgbClr val="0000FF"/>
                </a:solidFill>
                <a:latin typeface="Tahoma" panose="020B0604030504040204" pitchFamily="34" charset="0"/>
              </a:rPr>
              <a:t>at run time</a:t>
            </a:r>
            <a:r>
              <a:rPr lang="en-US" altLang="en-US" sz="2000" dirty="0">
                <a:latin typeface="Tahoma" panose="020B0604030504040204" pitchFamily="34" charset="0"/>
              </a:rPr>
              <a:t>.</a:t>
            </a:r>
          </a:p>
        </p:txBody>
      </p:sp>
    </p:spTree>
    <p:extLst>
      <p:ext uri="{BB962C8B-B14F-4D97-AF65-F5344CB8AC3E}">
        <p14:creationId xmlns:p14="http://schemas.microsoft.com/office/powerpoint/2010/main" val="33388758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grpSp>
        <p:nvGrpSpPr>
          <p:cNvPr id="2" name="Group 1" descr="The String class extends the Object class and implements the CharSequence and Comparable interfaces.&#10;The StringBuilder class extends the Object class and implements the CharSequence and Appendable interfaces.">
            <a:extLst>
              <a:ext uri="{FF2B5EF4-FFF2-40B4-BE49-F238E27FC236}">
                <a16:creationId xmlns:a16="http://schemas.microsoft.com/office/drawing/2014/main" id="{A8AA95CE-E849-600E-A49B-18AA5BF1AC82}"/>
              </a:ext>
            </a:extLst>
          </p:cNvPr>
          <p:cNvGrpSpPr/>
          <p:nvPr/>
        </p:nvGrpSpPr>
        <p:grpSpPr>
          <a:xfrm>
            <a:off x="457308" y="1610545"/>
            <a:ext cx="8229384" cy="4637781"/>
            <a:chOff x="457308" y="1610545"/>
            <a:chExt cx="8229384" cy="4637781"/>
          </a:xfrm>
        </p:grpSpPr>
        <p:sp>
          <p:nvSpPr>
            <p:cNvPr id="3" name="Rectangle 2">
              <a:extLst>
                <a:ext uri="{FF2B5EF4-FFF2-40B4-BE49-F238E27FC236}">
                  <a16:creationId xmlns:a16="http://schemas.microsoft.com/office/drawing/2014/main" id="{C2C7261D-3A7A-4BE6-B54F-5A167A8D8A0B}"/>
                </a:ext>
              </a:extLst>
            </p:cNvPr>
            <p:cNvSpPr/>
            <p:nvPr/>
          </p:nvSpPr>
          <p:spPr>
            <a:xfrm>
              <a:off x="3435581" y="1610545"/>
              <a:ext cx="1473480" cy="523220"/>
            </a:xfrm>
            <a:prstGeom prst="rect">
              <a:avLst/>
            </a:prstGeom>
            <a:ln>
              <a:solidFill>
                <a:schemeClr val="tx1"/>
              </a:solidFill>
            </a:ln>
          </p:spPr>
          <p:txBody>
            <a:bodyPr wrap="none">
              <a:spAutoFit/>
            </a:bodyPr>
            <a:lstStyle/>
            <a:p>
              <a:r>
                <a:rPr lang="en-US" altLang="en-US" sz="2800" dirty="0">
                  <a:latin typeface="Courier New" panose="02070309020205020404" pitchFamily="49" charset="0"/>
                  <a:cs typeface="Courier New" panose="02070309020205020404" pitchFamily="49" charset="0"/>
                </a:rPr>
                <a:t>Object</a:t>
              </a:r>
              <a:endParaRPr lang="en-US" sz="2800" dirty="0"/>
            </a:p>
          </p:txBody>
        </p:sp>
        <p:sp>
          <p:nvSpPr>
            <p:cNvPr id="8" name="Rectangle 7">
              <a:extLst>
                <a:ext uri="{FF2B5EF4-FFF2-40B4-BE49-F238E27FC236}">
                  <a16:creationId xmlns:a16="http://schemas.microsoft.com/office/drawing/2014/main" id="{B54FDF20-3E3D-43C1-B2B9-7A05861E991C}"/>
                </a:ext>
              </a:extLst>
            </p:cNvPr>
            <p:cNvSpPr/>
            <p:nvPr/>
          </p:nvSpPr>
          <p:spPr>
            <a:xfrm>
              <a:off x="457308" y="3304922"/>
              <a:ext cx="2332690" cy="830997"/>
            </a:xfrm>
            <a:prstGeom prst="rect">
              <a:avLst/>
            </a:prstGeom>
            <a:ln>
              <a:solidFill>
                <a:schemeClr val="tx1"/>
              </a:solidFill>
            </a:ln>
          </p:spPr>
          <p:txBody>
            <a:bodyPr wrap="none">
              <a:spAutoFit/>
            </a:bodyPr>
            <a:lstStyle/>
            <a:p>
              <a:pPr algn="ctr"/>
              <a:r>
                <a:rPr lang="en-US" altLang="en-US" i="1" dirty="0">
                  <a:latin typeface="Courier New" panose="02070309020205020404" pitchFamily="49" charset="0"/>
                  <a:cs typeface="Courier New" panose="02070309020205020404" pitchFamily="49" charset="0"/>
                </a:rPr>
                <a:t>&lt;&lt;interface&gt;&gt;</a:t>
              </a:r>
            </a:p>
            <a:p>
              <a:pPr algn="ctr"/>
              <a:r>
                <a:rPr lang="en-US" altLang="en-US" sz="2800" dirty="0">
                  <a:latin typeface="Courier New" panose="02070309020205020404" pitchFamily="49" charset="0"/>
                  <a:cs typeface="Courier New" panose="02070309020205020404" pitchFamily="49" charset="0"/>
                </a:rPr>
                <a:t>Comparable</a:t>
              </a:r>
              <a:endParaRPr lang="en-US" sz="2800" dirty="0"/>
            </a:p>
          </p:txBody>
        </p:sp>
        <p:sp>
          <p:nvSpPr>
            <p:cNvPr id="9" name="Rectangle 8">
              <a:extLst>
                <a:ext uri="{FF2B5EF4-FFF2-40B4-BE49-F238E27FC236}">
                  <a16:creationId xmlns:a16="http://schemas.microsoft.com/office/drawing/2014/main" id="{352631C9-80A0-4306-AAEC-28740DC27AAA}"/>
                </a:ext>
              </a:extLst>
            </p:cNvPr>
            <p:cNvSpPr/>
            <p:nvPr/>
          </p:nvSpPr>
          <p:spPr>
            <a:xfrm>
              <a:off x="5031531" y="2565497"/>
              <a:ext cx="2762295" cy="830997"/>
            </a:xfrm>
            <a:prstGeom prst="rect">
              <a:avLst/>
            </a:prstGeom>
            <a:ln>
              <a:solidFill>
                <a:schemeClr val="tx1"/>
              </a:solidFill>
            </a:ln>
          </p:spPr>
          <p:txBody>
            <a:bodyPr wrap="none">
              <a:spAutoFit/>
            </a:bodyPr>
            <a:lstStyle/>
            <a:p>
              <a:pPr algn="ctr"/>
              <a:r>
                <a:rPr lang="en-US" altLang="en-US" i="1" dirty="0">
                  <a:latin typeface="Courier New" panose="02070309020205020404" pitchFamily="49" charset="0"/>
                  <a:cs typeface="Courier New" panose="02070309020205020404" pitchFamily="49" charset="0"/>
                </a:rPr>
                <a:t>&lt;&lt;interface&gt;&gt;</a:t>
              </a:r>
            </a:p>
            <a:p>
              <a:pPr algn="ctr"/>
              <a:r>
                <a:rPr lang="en-US" altLang="en-US" sz="2800" dirty="0" err="1">
                  <a:latin typeface="Courier New" panose="02070309020205020404" pitchFamily="49" charset="0"/>
                  <a:cs typeface="Courier New" panose="02070309020205020404" pitchFamily="49" charset="0"/>
                </a:rPr>
                <a:t>CharSequence</a:t>
              </a:r>
              <a:endParaRPr lang="en-US" sz="2800" dirty="0"/>
            </a:p>
          </p:txBody>
        </p:sp>
        <p:sp>
          <p:nvSpPr>
            <p:cNvPr id="10" name="Rectangle 9">
              <a:extLst>
                <a:ext uri="{FF2B5EF4-FFF2-40B4-BE49-F238E27FC236}">
                  <a16:creationId xmlns:a16="http://schemas.microsoft.com/office/drawing/2014/main" id="{F57734FE-6337-49A1-B5CA-C6D1DD4124C9}"/>
                </a:ext>
              </a:extLst>
            </p:cNvPr>
            <p:cNvSpPr/>
            <p:nvPr/>
          </p:nvSpPr>
          <p:spPr>
            <a:xfrm>
              <a:off x="4038614" y="5691567"/>
              <a:ext cx="2977097" cy="523220"/>
            </a:xfrm>
            <a:prstGeom prst="rect">
              <a:avLst/>
            </a:prstGeom>
            <a:ln>
              <a:solidFill>
                <a:schemeClr val="tx1"/>
              </a:solidFill>
            </a:ln>
          </p:spPr>
          <p:txBody>
            <a:bodyPr wrap="none">
              <a:spAutoFit/>
            </a:bodyPr>
            <a:lstStyle/>
            <a:p>
              <a:r>
                <a:rPr lang="en-US" altLang="en-US" sz="2800" dirty="0">
                  <a:latin typeface="Courier New" panose="02070309020205020404" pitchFamily="49" charset="0"/>
                  <a:cs typeface="Courier New" panose="02070309020205020404" pitchFamily="49" charset="0"/>
                </a:rPr>
                <a:t>StringBuilder</a:t>
              </a:r>
              <a:endParaRPr lang="en-US" sz="2800" dirty="0"/>
            </a:p>
          </p:txBody>
        </p:sp>
        <p:sp>
          <p:nvSpPr>
            <p:cNvPr id="11" name="Rectangle 10">
              <a:extLst>
                <a:ext uri="{FF2B5EF4-FFF2-40B4-BE49-F238E27FC236}">
                  <a16:creationId xmlns:a16="http://schemas.microsoft.com/office/drawing/2014/main" id="{809236D9-7F0B-4A34-AAD6-9830BBD69AF8}"/>
                </a:ext>
              </a:extLst>
            </p:cNvPr>
            <p:cNvSpPr/>
            <p:nvPr/>
          </p:nvSpPr>
          <p:spPr>
            <a:xfrm>
              <a:off x="1962101" y="5725106"/>
              <a:ext cx="1473480" cy="523220"/>
            </a:xfrm>
            <a:prstGeom prst="rect">
              <a:avLst/>
            </a:prstGeom>
            <a:ln>
              <a:solidFill>
                <a:schemeClr val="tx1"/>
              </a:solidFill>
            </a:ln>
          </p:spPr>
          <p:txBody>
            <a:bodyPr wrap="none">
              <a:spAutoFit/>
            </a:bodyPr>
            <a:lstStyle/>
            <a:p>
              <a:r>
                <a:rPr lang="en-US" altLang="en-US" sz="2800" dirty="0">
                  <a:latin typeface="Courier New" panose="02070309020205020404" pitchFamily="49" charset="0"/>
                  <a:cs typeface="Courier New" panose="02070309020205020404" pitchFamily="49" charset="0"/>
                </a:rPr>
                <a:t>String</a:t>
              </a:r>
              <a:endParaRPr lang="en-US" sz="2800" dirty="0"/>
            </a:p>
          </p:txBody>
        </p:sp>
        <p:sp>
          <p:nvSpPr>
            <p:cNvPr id="12" name="Rectangle 11">
              <a:extLst>
                <a:ext uri="{FF2B5EF4-FFF2-40B4-BE49-F238E27FC236}">
                  <a16:creationId xmlns:a16="http://schemas.microsoft.com/office/drawing/2014/main" id="{FC7E9D18-AB9D-4489-924F-B84E9BD78311}"/>
                </a:ext>
              </a:extLst>
            </p:cNvPr>
            <p:cNvSpPr/>
            <p:nvPr/>
          </p:nvSpPr>
          <p:spPr>
            <a:xfrm>
              <a:off x="6354001" y="4149111"/>
              <a:ext cx="2332691" cy="830997"/>
            </a:xfrm>
            <a:prstGeom prst="rect">
              <a:avLst/>
            </a:prstGeom>
            <a:ln>
              <a:solidFill>
                <a:schemeClr val="tx1"/>
              </a:solidFill>
            </a:ln>
          </p:spPr>
          <p:txBody>
            <a:bodyPr wrap="none">
              <a:spAutoFit/>
            </a:bodyPr>
            <a:lstStyle/>
            <a:p>
              <a:pPr algn="ctr"/>
              <a:r>
                <a:rPr lang="en-US" altLang="en-US" i="1" dirty="0">
                  <a:latin typeface="Courier New" panose="02070309020205020404" pitchFamily="49" charset="0"/>
                  <a:cs typeface="Courier New" panose="02070309020205020404" pitchFamily="49" charset="0"/>
                </a:rPr>
                <a:t>&lt;&lt;interface&gt;&gt;</a:t>
              </a:r>
            </a:p>
            <a:p>
              <a:pPr algn="ctr"/>
              <a:r>
                <a:rPr lang="en-US" altLang="en-US" sz="2800" dirty="0" err="1">
                  <a:latin typeface="Courier New" panose="02070309020205020404" pitchFamily="49" charset="0"/>
                  <a:cs typeface="Courier New" panose="02070309020205020404" pitchFamily="49" charset="0"/>
                </a:rPr>
                <a:t>Appendable</a:t>
              </a:r>
              <a:endParaRPr lang="en-US" sz="2800" dirty="0"/>
            </a:p>
          </p:txBody>
        </p:sp>
        <p:cxnSp>
          <p:nvCxnSpPr>
            <p:cNvPr id="6" name="Straight Arrow Connector 5">
              <a:extLst>
                <a:ext uri="{FF2B5EF4-FFF2-40B4-BE49-F238E27FC236}">
                  <a16:creationId xmlns:a16="http://schemas.microsoft.com/office/drawing/2014/main" id="{B3B862C3-7F2D-41A0-9423-7643A38BF004}"/>
                </a:ext>
              </a:extLst>
            </p:cNvPr>
            <p:cNvCxnSpPr>
              <a:endCxn id="3" idx="2"/>
            </p:cNvCxnSpPr>
            <p:nvPr/>
          </p:nvCxnSpPr>
          <p:spPr bwMode="auto">
            <a:xfrm flipV="1">
              <a:off x="2646106" y="2133765"/>
              <a:ext cx="1526215" cy="3591341"/>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5" name="Straight Arrow Connector 14">
              <a:extLst>
                <a:ext uri="{FF2B5EF4-FFF2-40B4-BE49-F238E27FC236}">
                  <a16:creationId xmlns:a16="http://schemas.microsoft.com/office/drawing/2014/main" id="{73F9D13E-6B15-487D-A69E-D7690606620A}"/>
                </a:ext>
              </a:extLst>
            </p:cNvPr>
            <p:cNvCxnSpPr>
              <a:stCxn id="11" idx="0"/>
              <a:endCxn id="8" idx="2"/>
            </p:cNvCxnSpPr>
            <p:nvPr/>
          </p:nvCxnSpPr>
          <p:spPr bwMode="auto">
            <a:xfrm flipH="1" flipV="1">
              <a:off x="1623653" y="4135919"/>
              <a:ext cx="1075188" cy="1589187"/>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9" name="Straight Arrow Connector 18">
              <a:extLst>
                <a:ext uri="{FF2B5EF4-FFF2-40B4-BE49-F238E27FC236}">
                  <a16:creationId xmlns:a16="http://schemas.microsoft.com/office/drawing/2014/main" id="{B10B3326-B2C1-4BA4-92A4-DE0B5BBD807E}"/>
                </a:ext>
              </a:extLst>
            </p:cNvPr>
            <p:cNvCxnSpPr>
              <a:stCxn id="11" idx="0"/>
              <a:endCxn id="9" idx="2"/>
            </p:cNvCxnSpPr>
            <p:nvPr/>
          </p:nvCxnSpPr>
          <p:spPr bwMode="auto">
            <a:xfrm flipV="1">
              <a:off x="2698841" y="3396494"/>
              <a:ext cx="3713838" cy="2328612"/>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Arrow Connector 21">
              <a:extLst>
                <a:ext uri="{FF2B5EF4-FFF2-40B4-BE49-F238E27FC236}">
                  <a16:creationId xmlns:a16="http://schemas.microsoft.com/office/drawing/2014/main" id="{FEE00871-E49F-4465-A77A-0BD0E7262917}"/>
                </a:ext>
              </a:extLst>
            </p:cNvPr>
            <p:cNvCxnSpPr>
              <a:stCxn id="10" idx="0"/>
              <a:endCxn id="3" idx="2"/>
            </p:cNvCxnSpPr>
            <p:nvPr/>
          </p:nvCxnSpPr>
          <p:spPr bwMode="auto">
            <a:xfrm flipH="1" flipV="1">
              <a:off x="4172321" y="2133765"/>
              <a:ext cx="1354842" cy="3557802"/>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Straight Arrow Connector 25">
              <a:extLst>
                <a:ext uri="{FF2B5EF4-FFF2-40B4-BE49-F238E27FC236}">
                  <a16:creationId xmlns:a16="http://schemas.microsoft.com/office/drawing/2014/main" id="{89D7E861-3B9F-4080-9077-2A7FDB9A7569}"/>
                </a:ext>
              </a:extLst>
            </p:cNvPr>
            <p:cNvCxnSpPr>
              <a:stCxn id="10" idx="0"/>
              <a:endCxn id="9" idx="2"/>
            </p:cNvCxnSpPr>
            <p:nvPr/>
          </p:nvCxnSpPr>
          <p:spPr bwMode="auto">
            <a:xfrm flipV="1">
              <a:off x="5527163" y="3396494"/>
              <a:ext cx="885516" cy="2295073"/>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9" name="Straight Arrow Connector 28">
              <a:extLst>
                <a:ext uri="{FF2B5EF4-FFF2-40B4-BE49-F238E27FC236}">
                  <a16:creationId xmlns:a16="http://schemas.microsoft.com/office/drawing/2014/main" id="{2A3A202A-00E1-4676-82C6-18E2809A785E}"/>
                </a:ext>
              </a:extLst>
            </p:cNvPr>
            <p:cNvCxnSpPr>
              <a:stCxn id="10" idx="0"/>
              <a:endCxn id="12" idx="2"/>
            </p:cNvCxnSpPr>
            <p:nvPr/>
          </p:nvCxnSpPr>
          <p:spPr bwMode="auto">
            <a:xfrm flipV="1">
              <a:off x="5527163" y="4980108"/>
              <a:ext cx="1993184" cy="711459"/>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37" name="WordArt 3">
            <a:extLst>
              <a:ext uri="{FF2B5EF4-FFF2-40B4-BE49-F238E27FC236}">
                <a16:creationId xmlns:a16="http://schemas.microsoft.com/office/drawing/2014/main" id="{7CFA2581-031D-42F2-BF68-348D81B6158E}"/>
              </a:ext>
            </a:extLst>
          </p:cNvPr>
          <p:cNvSpPr>
            <a:spLocks noChangeArrowheads="1" noChangeShapeType="1" noTextEdit="1"/>
          </p:cNvSpPr>
          <p:nvPr/>
        </p:nvSpPr>
        <p:spPr bwMode="auto">
          <a:xfrm>
            <a:off x="685800" y="533476"/>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Types of Character Strings</a:t>
            </a:r>
          </a:p>
        </p:txBody>
      </p:sp>
    </p:spTree>
    <p:extLst>
      <p:ext uri="{BB962C8B-B14F-4D97-AF65-F5344CB8AC3E}">
        <p14:creationId xmlns:p14="http://schemas.microsoft.com/office/powerpoint/2010/main" val="17069140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sp>
        <p:nvSpPr>
          <p:cNvPr id="111619" name="Rectangle 2"/>
          <p:cNvSpPr>
            <a:spLocks noChangeArrowheads="1"/>
          </p:cNvSpPr>
          <p:nvPr/>
        </p:nvSpPr>
        <p:spPr bwMode="auto">
          <a:xfrm>
            <a:off x="420356" y="4114782"/>
            <a:ext cx="8381780"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 str)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write(StringBuilder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
        <p:nvSpPr>
          <p:cNvPr id="111620" name="WordArt 3"/>
          <p:cNvSpPr>
            <a:spLocks noChangeArrowheads="1" noChangeShapeType="1" noTextEdit="1"/>
          </p:cNvSpPr>
          <p:nvPr/>
        </p:nvSpPr>
        <p:spPr bwMode="auto">
          <a:xfrm>
            <a:off x="685800" y="228600"/>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Choosing based on matching</a:t>
            </a:r>
          </a:p>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parameter type and reference type</a:t>
            </a:r>
          </a:p>
        </p:txBody>
      </p:sp>
      <p:sp>
        <p:nvSpPr>
          <p:cNvPr id="111621" name="Rectangle 1"/>
          <p:cNvSpPr>
            <a:spLocks noChangeArrowheads="1"/>
          </p:cNvSpPr>
          <p:nvPr/>
        </p:nvSpPr>
        <p:spPr bwMode="auto">
          <a:xfrm>
            <a:off x="304912" y="1143060"/>
            <a:ext cx="8381780"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000" dirty="0">
                <a:latin typeface="Tahoma" panose="020B0604030504040204" pitchFamily="34" charset="0"/>
              </a:rPr>
              <a:t>Calls of </a:t>
            </a:r>
            <a:r>
              <a:rPr lang="en-US" altLang="en-US" sz="2000" dirty="0">
                <a:solidFill>
                  <a:srgbClr val="612A8A"/>
                </a:solidFill>
                <a:latin typeface="Tahoma" panose="020B0604030504040204" pitchFamily="34" charset="0"/>
              </a:rPr>
              <a:t>overloaded methods </a:t>
            </a:r>
            <a:r>
              <a:rPr lang="en-US" altLang="en-US" sz="2000" dirty="0">
                <a:latin typeface="Tahoma" panose="020B0604030504040204" pitchFamily="34" charset="0"/>
              </a:rPr>
              <a:t>are locked down </a:t>
            </a:r>
            <a:r>
              <a:rPr lang="en-US" altLang="en-US" sz="2000" dirty="0">
                <a:solidFill>
                  <a:srgbClr val="612A8A"/>
                </a:solidFill>
                <a:latin typeface="Tahoma" panose="020B0604030504040204" pitchFamily="34" charset="0"/>
              </a:rPr>
              <a:t>at compile time</a:t>
            </a:r>
            <a:r>
              <a:rPr lang="en-US" altLang="en-US" sz="2000" dirty="0">
                <a:latin typeface="Tahoma" panose="020B0604030504040204" pitchFamily="34" charset="0"/>
              </a:rPr>
              <a:t>.</a:t>
            </a:r>
          </a:p>
          <a:p>
            <a:pPr algn="ctr">
              <a:spcBef>
                <a:spcPct val="50000"/>
              </a:spcBef>
              <a:buNone/>
            </a:pPr>
            <a:r>
              <a:rPr lang="en-US" altLang="en-US" sz="2000" dirty="0">
                <a:latin typeface="Tahoma" panose="020B0604030504040204" pitchFamily="34" charset="0"/>
              </a:rPr>
              <a:t>Calls of </a:t>
            </a:r>
            <a:r>
              <a:rPr lang="en-US" altLang="en-US" sz="2000" dirty="0">
                <a:solidFill>
                  <a:srgbClr val="0000FF"/>
                </a:solidFill>
                <a:latin typeface="Tahoma" panose="020B0604030504040204" pitchFamily="34" charset="0"/>
              </a:rPr>
              <a:t>overridden methods </a:t>
            </a:r>
            <a:r>
              <a:rPr lang="en-US" altLang="en-US" sz="2000" dirty="0">
                <a:latin typeface="Tahoma" panose="020B0604030504040204" pitchFamily="34" charset="0"/>
              </a:rPr>
              <a:t>are determined </a:t>
            </a:r>
            <a:r>
              <a:rPr lang="en-US" altLang="en-US" sz="2000" dirty="0">
                <a:solidFill>
                  <a:srgbClr val="0000FF"/>
                </a:solidFill>
                <a:latin typeface="Tahoma" panose="020B0604030504040204" pitchFamily="34" charset="0"/>
              </a:rPr>
              <a:t>at run time</a:t>
            </a:r>
            <a:r>
              <a:rPr lang="en-US" altLang="en-US" sz="2000" dirty="0">
                <a:latin typeface="Tahoma" panose="020B0604030504040204" pitchFamily="34" charset="0"/>
              </a:rPr>
              <a:t>.</a:t>
            </a:r>
          </a:p>
        </p:txBody>
      </p:sp>
      <p:sp>
        <p:nvSpPr>
          <p:cNvPr id="2" name="Rectangle 1">
            <a:extLst>
              <a:ext uri="{FF2B5EF4-FFF2-40B4-BE49-F238E27FC236}">
                <a16:creationId xmlns:a16="http://schemas.microsoft.com/office/drawing/2014/main" id="{DDFD1058-98C3-434C-8E90-AD5F3AB65384}"/>
              </a:ext>
            </a:extLst>
          </p:cNvPr>
          <p:cNvSpPr/>
          <p:nvPr/>
        </p:nvSpPr>
        <p:spPr>
          <a:xfrm>
            <a:off x="420356" y="2491540"/>
            <a:ext cx="5288640" cy="1277273"/>
          </a:xfrm>
          <a:prstGeom prst="rect">
            <a:avLst/>
          </a:prstGeom>
        </p:spPr>
        <p:txBody>
          <a:bodyPr wrap="square">
            <a:spAutoFit/>
          </a:bodyPr>
          <a:lstStyle/>
          <a:p>
            <a:pPr>
              <a:spcAft>
                <a:spcPts val="600"/>
              </a:spcAft>
            </a:pPr>
            <a:r>
              <a:rPr lang="en-US" altLang="en-US" sz="2400" dirty="0">
                <a:solidFill>
                  <a:srgbClr val="176B25"/>
                </a:solidFill>
                <a:latin typeface="Courier New" panose="02070309020205020404" pitchFamily="49" charset="0"/>
                <a:cs typeface="Courier New" panose="02070309020205020404" pitchFamily="49" charset="0"/>
              </a:rPr>
              <a:t>// In the main method:</a:t>
            </a:r>
          </a:p>
          <a:p>
            <a:r>
              <a:rPr lang="en-US" altLang="en-US" sz="2400" dirty="0">
                <a:latin typeface="Courier New" panose="02070309020205020404" pitchFamily="49" charset="0"/>
                <a:cs typeface="Courier New" panose="02070309020205020404" pitchFamily="49" charset="0"/>
              </a:rPr>
              <a:t>Comparable s = "";</a:t>
            </a:r>
          </a:p>
          <a:p>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00FF"/>
                </a:solidFill>
                <a:latin typeface="Courier New" panose="02070309020205020404" pitchFamily="49" charset="0"/>
                <a:cs typeface="Courier New" panose="02070309020205020404" pitchFamily="49" charset="0"/>
              </a:rPr>
              <a:t>s</a:t>
            </a:r>
            <a:r>
              <a:rPr lang="en-US" altLang="en-US" sz="2400" dirty="0">
                <a:latin typeface="Courier New" panose="02070309020205020404" pitchFamily="49" charset="0"/>
                <a:cs typeface="Courier New" panose="02070309020205020404" pitchFamily="49" charset="0"/>
              </a:rPr>
              <a:t>);</a:t>
            </a:r>
          </a:p>
        </p:txBody>
      </p:sp>
      <p:sp>
        <p:nvSpPr>
          <p:cNvPr id="3" name="Rectangle 2">
            <a:extLst>
              <a:ext uri="{FF2B5EF4-FFF2-40B4-BE49-F238E27FC236}">
                <a16:creationId xmlns:a16="http://schemas.microsoft.com/office/drawing/2014/main" id="{7C648C95-8098-51EC-6D44-9934320734DE}"/>
              </a:ext>
            </a:extLst>
          </p:cNvPr>
          <p:cNvSpPr>
            <a:spLocks noChangeArrowheads="1"/>
          </p:cNvSpPr>
          <p:nvPr/>
        </p:nvSpPr>
        <p:spPr bwMode="auto">
          <a:xfrm>
            <a:off x="420356" y="4114782"/>
            <a:ext cx="8381780"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B050"/>
                </a:solidFill>
                <a:latin typeface="Courier New" panose="02070309020205020404" pitchFamily="49" charset="0"/>
                <a:cs typeface="Courier New" panose="02070309020205020404" pitchFamily="49" charset="0"/>
              </a:rPr>
              <a:t>Comparable</a:t>
            </a:r>
            <a:r>
              <a:rPr lang="en-US" altLang="en-US" sz="2400" dirty="0">
                <a:latin typeface="Courier New" panose="02070309020205020404" pitchFamily="49" charset="0"/>
                <a:cs typeface="Courier New" panose="02070309020205020404" pitchFamily="49" charset="0"/>
              </a:rPr>
              <a: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 str)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write(StringBuilder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283473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8.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sp>
        <p:nvSpPr>
          <p:cNvPr id="111620" name="WordArt 3"/>
          <p:cNvSpPr>
            <a:spLocks noChangeArrowheads="1" noChangeShapeType="1" noTextEdit="1"/>
          </p:cNvSpPr>
          <p:nvPr/>
        </p:nvSpPr>
        <p:spPr bwMode="auto">
          <a:xfrm>
            <a:off x="685800" y="228600"/>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Choosing based on matching</a:t>
            </a:r>
          </a:p>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parameter type and reference type</a:t>
            </a:r>
          </a:p>
        </p:txBody>
      </p:sp>
      <p:sp>
        <p:nvSpPr>
          <p:cNvPr id="111621" name="Rectangle 1"/>
          <p:cNvSpPr>
            <a:spLocks noChangeArrowheads="1"/>
          </p:cNvSpPr>
          <p:nvPr/>
        </p:nvSpPr>
        <p:spPr bwMode="auto">
          <a:xfrm>
            <a:off x="304912" y="1143060"/>
            <a:ext cx="8381780"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000" dirty="0">
                <a:latin typeface="Tahoma" panose="020B0604030504040204" pitchFamily="34" charset="0"/>
              </a:rPr>
              <a:t>Calls of </a:t>
            </a:r>
            <a:r>
              <a:rPr lang="en-US" altLang="en-US" sz="2000" dirty="0">
                <a:solidFill>
                  <a:srgbClr val="612A8A"/>
                </a:solidFill>
                <a:latin typeface="Tahoma" panose="020B0604030504040204" pitchFamily="34" charset="0"/>
              </a:rPr>
              <a:t>overloaded methods </a:t>
            </a:r>
            <a:r>
              <a:rPr lang="en-US" altLang="en-US" sz="2000" dirty="0">
                <a:latin typeface="Tahoma" panose="020B0604030504040204" pitchFamily="34" charset="0"/>
              </a:rPr>
              <a:t>are locked down </a:t>
            </a:r>
            <a:r>
              <a:rPr lang="en-US" altLang="en-US" sz="2000" dirty="0">
                <a:solidFill>
                  <a:srgbClr val="612A8A"/>
                </a:solidFill>
                <a:latin typeface="Tahoma" panose="020B0604030504040204" pitchFamily="34" charset="0"/>
              </a:rPr>
              <a:t>at compile time</a:t>
            </a:r>
            <a:r>
              <a:rPr lang="en-US" altLang="en-US" sz="2000" dirty="0">
                <a:latin typeface="Tahoma" panose="020B0604030504040204" pitchFamily="34" charset="0"/>
              </a:rPr>
              <a:t>.</a:t>
            </a:r>
          </a:p>
          <a:p>
            <a:pPr algn="ctr">
              <a:spcBef>
                <a:spcPct val="50000"/>
              </a:spcBef>
              <a:buNone/>
            </a:pPr>
            <a:r>
              <a:rPr lang="en-US" altLang="en-US" sz="2000" dirty="0">
                <a:latin typeface="Tahoma" panose="020B0604030504040204" pitchFamily="34" charset="0"/>
              </a:rPr>
              <a:t>Calls of </a:t>
            </a:r>
            <a:r>
              <a:rPr lang="en-US" altLang="en-US" sz="2000" dirty="0">
                <a:solidFill>
                  <a:srgbClr val="0000FF"/>
                </a:solidFill>
                <a:latin typeface="Tahoma" panose="020B0604030504040204" pitchFamily="34" charset="0"/>
              </a:rPr>
              <a:t>overridden methods </a:t>
            </a:r>
            <a:r>
              <a:rPr lang="en-US" altLang="en-US" sz="2000" dirty="0">
                <a:latin typeface="Tahoma" panose="020B0604030504040204" pitchFamily="34" charset="0"/>
              </a:rPr>
              <a:t>are determined </a:t>
            </a:r>
            <a:r>
              <a:rPr lang="en-US" altLang="en-US" sz="2000" dirty="0">
                <a:solidFill>
                  <a:srgbClr val="0000FF"/>
                </a:solidFill>
                <a:latin typeface="Tahoma" panose="020B0604030504040204" pitchFamily="34" charset="0"/>
              </a:rPr>
              <a:t>at run time</a:t>
            </a:r>
            <a:r>
              <a:rPr lang="en-US" altLang="en-US" sz="2000" dirty="0">
                <a:latin typeface="Tahoma" panose="020B0604030504040204" pitchFamily="34" charset="0"/>
              </a:rPr>
              <a:t>.</a:t>
            </a:r>
          </a:p>
        </p:txBody>
      </p:sp>
      <p:sp>
        <p:nvSpPr>
          <p:cNvPr id="2" name="Rectangle 1">
            <a:extLst>
              <a:ext uri="{FF2B5EF4-FFF2-40B4-BE49-F238E27FC236}">
                <a16:creationId xmlns:a16="http://schemas.microsoft.com/office/drawing/2014/main" id="{DDFD1058-98C3-434C-8E90-AD5F3AB65384}"/>
              </a:ext>
            </a:extLst>
          </p:cNvPr>
          <p:cNvSpPr/>
          <p:nvPr/>
        </p:nvSpPr>
        <p:spPr>
          <a:xfrm>
            <a:off x="420356" y="2491540"/>
            <a:ext cx="7047168" cy="1277273"/>
          </a:xfrm>
          <a:prstGeom prst="rect">
            <a:avLst/>
          </a:prstGeom>
        </p:spPr>
        <p:txBody>
          <a:bodyPr wrap="square">
            <a:spAutoFit/>
          </a:bodyPr>
          <a:lstStyle/>
          <a:p>
            <a:pPr>
              <a:spcAft>
                <a:spcPts val="600"/>
              </a:spcAft>
            </a:pPr>
            <a:r>
              <a:rPr lang="en-US" altLang="en-US" sz="2400" dirty="0">
                <a:solidFill>
                  <a:srgbClr val="176B25"/>
                </a:solidFill>
                <a:latin typeface="Courier New" panose="02070309020205020404" pitchFamily="49" charset="0"/>
                <a:cs typeface="Courier New" panose="02070309020205020404" pitchFamily="49" charset="0"/>
              </a:rPr>
              <a:t>// In the main method:</a:t>
            </a:r>
          </a:p>
          <a:p>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s = </a:t>
            </a:r>
            <a:r>
              <a:rPr lang="en-US" altLang="en-US" sz="2400" dirty="0">
                <a:solidFill>
                  <a:srgbClr val="0000FF"/>
                </a:solidFill>
                <a:latin typeface="Courier New" panose="02070309020205020404" pitchFamily="49" charset="0"/>
                <a:cs typeface="Courier New" panose="02070309020205020404" pitchFamily="49" charset="0"/>
              </a:rPr>
              <a:t>new String("CS")</a:t>
            </a:r>
            <a:r>
              <a:rPr lang="en-US" altLang="en-US" sz="2400" dirty="0">
                <a:latin typeface="Courier New" panose="02070309020205020404" pitchFamily="49" charset="0"/>
                <a:cs typeface="Courier New" panose="02070309020205020404" pitchFamily="49" charset="0"/>
              </a:rPr>
              <a:t>;</a:t>
            </a:r>
          </a:p>
          <a:p>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00FF"/>
                </a:solidFill>
                <a:latin typeface="Courier New" panose="02070309020205020404" pitchFamily="49" charset="0"/>
                <a:cs typeface="Courier New" panose="02070309020205020404" pitchFamily="49" charset="0"/>
              </a:rPr>
              <a:t>s</a:t>
            </a:r>
            <a:r>
              <a:rPr lang="en-US" altLang="en-US" sz="2400" dirty="0">
                <a:latin typeface="Courier New" panose="02070309020205020404" pitchFamily="49" charset="0"/>
                <a:cs typeface="Courier New" panose="02070309020205020404" pitchFamily="49" charset="0"/>
              </a:rPr>
              <a:t>);</a:t>
            </a:r>
          </a:p>
        </p:txBody>
      </p:sp>
      <p:sp>
        <p:nvSpPr>
          <p:cNvPr id="3" name="Rectangle 2">
            <a:extLst>
              <a:ext uri="{FF2B5EF4-FFF2-40B4-BE49-F238E27FC236}">
                <a16:creationId xmlns:a16="http://schemas.microsoft.com/office/drawing/2014/main" id="{396FC3ED-9015-9DEE-7908-7F7FB223C8E6}"/>
              </a:ext>
            </a:extLst>
          </p:cNvPr>
          <p:cNvSpPr>
            <a:spLocks noChangeArrowheads="1"/>
          </p:cNvSpPr>
          <p:nvPr/>
        </p:nvSpPr>
        <p:spPr bwMode="auto">
          <a:xfrm>
            <a:off x="343010" y="4114782"/>
            <a:ext cx="8381780"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 str)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write(StringBuilder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
        <p:nvSpPr>
          <p:cNvPr id="4" name="Rectangle 2">
            <a:extLst>
              <a:ext uri="{FF2B5EF4-FFF2-40B4-BE49-F238E27FC236}">
                <a16:creationId xmlns:a16="http://schemas.microsoft.com/office/drawing/2014/main" id="{1C7E28E9-3CEB-2C95-EE7C-E4797C10B309}"/>
              </a:ext>
            </a:extLst>
          </p:cNvPr>
          <p:cNvSpPr>
            <a:spLocks noChangeArrowheads="1"/>
          </p:cNvSpPr>
          <p:nvPr/>
        </p:nvSpPr>
        <p:spPr bwMode="auto">
          <a:xfrm>
            <a:off x="343010" y="4114782"/>
            <a:ext cx="8381780"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solidFill>
                  <a:srgbClr val="00B050"/>
                </a:solidFill>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 str)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write(StringBuilder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4271084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9.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sp>
        <p:nvSpPr>
          <p:cNvPr id="111620" name="WordArt 3"/>
          <p:cNvSpPr>
            <a:spLocks noChangeArrowheads="1" noChangeShapeType="1" noTextEdit="1"/>
          </p:cNvSpPr>
          <p:nvPr/>
        </p:nvSpPr>
        <p:spPr bwMode="auto">
          <a:xfrm>
            <a:off x="685800" y="228600"/>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Choosing based on matching</a:t>
            </a:r>
          </a:p>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parameter type and reference type</a:t>
            </a:r>
          </a:p>
        </p:txBody>
      </p:sp>
      <p:sp>
        <p:nvSpPr>
          <p:cNvPr id="111621" name="Rectangle 1"/>
          <p:cNvSpPr>
            <a:spLocks noChangeArrowheads="1"/>
          </p:cNvSpPr>
          <p:nvPr/>
        </p:nvSpPr>
        <p:spPr bwMode="auto">
          <a:xfrm>
            <a:off x="304912" y="1143060"/>
            <a:ext cx="8381780"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000" dirty="0">
                <a:latin typeface="Tahoma" panose="020B0604030504040204" pitchFamily="34" charset="0"/>
              </a:rPr>
              <a:t>Calls of </a:t>
            </a:r>
            <a:r>
              <a:rPr lang="en-US" altLang="en-US" sz="2000" dirty="0">
                <a:solidFill>
                  <a:srgbClr val="612A8A"/>
                </a:solidFill>
                <a:latin typeface="Tahoma" panose="020B0604030504040204" pitchFamily="34" charset="0"/>
              </a:rPr>
              <a:t>overloaded methods </a:t>
            </a:r>
            <a:r>
              <a:rPr lang="en-US" altLang="en-US" sz="2000" dirty="0">
                <a:latin typeface="Tahoma" panose="020B0604030504040204" pitchFamily="34" charset="0"/>
              </a:rPr>
              <a:t>are locked down </a:t>
            </a:r>
            <a:r>
              <a:rPr lang="en-US" altLang="en-US" sz="2000" dirty="0">
                <a:solidFill>
                  <a:srgbClr val="612A8A"/>
                </a:solidFill>
                <a:latin typeface="Tahoma" panose="020B0604030504040204" pitchFamily="34" charset="0"/>
              </a:rPr>
              <a:t>at compile time</a:t>
            </a:r>
            <a:r>
              <a:rPr lang="en-US" altLang="en-US" sz="2000" dirty="0">
                <a:latin typeface="Tahoma" panose="020B0604030504040204" pitchFamily="34" charset="0"/>
              </a:rPr>
              <a:t>.</a:t>
            </a:r>
          </a:p>
          <a:p>
            <a:pPr algn="ctr">
              <a:spcBef>
                <a:spcPct val="50000"/>
              </a:spcBef>
              <a:buNone/>
            </a:pPr>
            <a:r>
              <a:rPr lang="en-US" altLang="en-US" sz="2000" dirty="0">
                <a:latin typeface="Tahoma" panose="020B0604030504040204" pitchFamily="34" charset="0"/>
              </a:rPr>
              <a:t>Calls of </a:t>
            </a:r>
            <a:r>
              <a:rPr lang="en-US" altLang="en-US" sz="2000" dirty="0">
                <a:solidFill>
                  <a:srgbClr val="0000FF"/>
                </a:solidFill>
                <a:latin typeface="Tahoma" panose="020B0604030504040204" pitchFamily="34" charset="0"/>
              </a:rPr>
              <a:t>overridden methods </a:t>
            </a:r>
            <a:r>
              <a:rPr lang="en-US" altLang="en-US" sz="2000" dirty="0">
                <a:latin typeface="Tahoma" panose="020B0604030504040204" pitchFamily="34" charset="0"/>
              </a:rPr>
              <a:t>are determined </a:t>
            </a:r>
            <a:r>
              <a:rPr lang="en-US" altLang="en-US" sz="2000" dirty="0">
                <a:solidFill>
                  <a:srgbClr val="0000FF"/>
                </a:solidFill>
                <a:latin typeface="Tahoma" panose="020B0604030504040204" pitchFamily="34" charset="0"/>
              </a:rPr>
              <a:t>at run time</a:t>
            </a:r>
            <a:r>
              <a:rPr lang="en-US" altLang="en-US" sz="2000" dirty="0">
                <a:latin typeface="Tahoma" panose="020B0604030504040204" pitchFamily="34" charset="0"/>
              </a:rPr>
              <a:t>.</a:t>
            </a:r>
          </a:p>
        </p:txBody>
      </p:sp>
      <p:sp>
        <p:nvSpPr>
          <p:cNvPr id="2" name="Rectangle 1">
            <a:extLst>
              <a:ext uri="{FF2B5EF4-FFF2-40B4-BE49-F238E27FC236}">
                <a16:creationId xmlns:a16="http://schemas.microsoft.com/office/drawing/2014/main" id="{DDFD1058-98C3-434C-8E90-AD5F3AB65384}"/>
              </a:ext>
            </a:extLst>
          </p:cNvPr>
          <p:cNvSpPr/>
          <p:nvPr/>
        </p:nvSpPr>
        <p:spPr>
          <a:xfrm>
            <a:off x="420356" y="2491540"/>
            <a:ext cx="7047168" cy="1277273"/>
          </a:xfrm>
          <a:prstGeom prst="rect">
            <a:avLst/>
          </a:prstGeom>
        </p:spPr>
        <p:txBody>
          <a:bodyPr wrap="square">
            <a:spAutoFit/>
          </a:bodyPr>
          <a:lstStyle/>
          <a:p>
            <a:pPr>
              <a:spcAft>
                <a:spcPts val="600"/>
              </a:spcAft>
            </a:pPr>
            <a:r>
              <a:rPr lang="en-US" altLang="en-US" sz="2400" dirty="0">
                <a:solidFill>
                  <a:srgbClr val="176B25"/>
                </a:solidFill>
                <a:latin typeface="Courier New" panose="02070309020205020404" pitchFamily="49" charset="0"/>
                <a:cs typeface="Courier New" panose="02070309020205020404" pitchFamily="49" charset="0"/>
              </a:rPr>
              <a:t>// In the main method:</a:t>
            </a:r>
          </a:p>
          <a:p>
            <a:r>
              <a:rPr lang="en-US" altLang="en-US" sz="2400" dirty="0">
                <a:latin typeface="Courier New" panose="02070309020205020404" pitchFamily="49" charset="0"/>
                <a:cs typeface="Courier New" panose="02070309020205020404" pitchFamily="49" charset="0"/>
              </a:rPr>
              <a:t>Object s = </a:t>
            </a:r>
            <a:r>
              <a:rPr lang="en-US" altLang="en-US" sz="2400" dirty="0">
                <a:solidFill>
                  <a:srgbClr val="0000FF"/>
                </a:solidFill>
                <a:latin typeface="Courier New" panose="02070309020205020404" pitchFamily="49" charset="0"/>
                <a:cs typeface="Courier New" panose="02070309020205020404" pitchFamily="49" charset="0"/>
              </a:rPr>
              <a:t>new String("CS")</a:t>
            </a:r>
            <a:r>
              <a:rPr lang="en-US" altLang="en-US" sz="2400" dirty="0">
                <a:latin typeface="Courier New" panose="02070309020205020404" pitchFamily="49" charset="0"/>
                <a:cs typeface="Courier New" panose="02070309020205020404" pitchFamily="49" charset="0"/>
              </a:rPr>
              <a:t>;</a:t>
            </a:r>
          </a:p>
          <a:p>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00FF"/>
                </a:solidFill>
                <a:latin typeface="Courier New" panose="02070309020205020404" pitchFamily="49" charset="0"/>
                <a:cs typeface="Courier New" panose="02070309020205020404" pitchFamily="49" charset="0"/>
              </a:rPr>
              <a:t>s</a:t>
            </a:r>
            <a:r>
              <a:rPr lang="en-US" altLang="en-US" sz="2400" dirty="0">
                <a:latin typeface="Courier New" panose="02070309020205020404" pitchFamily="49" charset="0"/>
                <a:cs typeface="Courier New" panose="02070309020205020404" pitchFamily="49" charset="0"/>
              </a:rPr>
              <a:t>);</a:t>
            </a:r>
          </a:p>
        </p:txBody>
      </p:sp>
      <p:sp>
        <p:nvSpPr>
          <p:cNvPr id="3" name="Rectangle 2">
            <a:extLst>
              <a:ext uri="{FF2B5EF4-FFF2-40B4-BE49-F238E27FC236}">
                <a16:creationId xmlns:a16="http://schemas.microsoft.com/office/drawing/2014/main" id="{396FC3ED-9015-9DEE-7908-7F7FB223C8E6}"/>
              </a:ext>
            </a:extLst>
          </p:cNvPr>
          <p:cNvSpPr>
            <a:spLocks noChangeArrowheads="1"/>
          </p:cNvSpPr>
          <p:nvPr/>
        </p:nvSpPr>
        <p:spPr bwMode="auto">
          <a:xfrm>
            <a:off x="343010" y="4114782"/>
            <a:ext cx="8381780"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 str)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write(StringBuilder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
        <p:nvSpPr>
          <p:cNvPr id="4" name="Rectangle 2">
            <a:extLst>
              <a:ext uri="{FF2B5EF4-FFF2-40B4-BE49-F238E27FC236}">
                <a16:creationId xmlns:a16="http://schemas.microsoft.com/office/drawing/2014/main" id="{1C7E28E9-3CEB-2C95-EE7C-E4797C10B309}"/>
              </a:ext>
            </a:extLst>
          </p:cNvPr>
          <p:cNvSpPr>
            <a:spLocks noChangeArrowheads="1"/>
          </p:cNvSpPr>
          <p:nvPr/>
        </p:nvSpPr>
        <p:spPr bwMode="auto">
          <a:xfrm>
            <a:off x="343010" y="4114782"/>
            <a:ext cx="8381780"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B050"/>
                </a:solidFill>
                <a:latin typeface="Courier New" panose="02070309020205020404" pitchFamily="49" charset="0"/>
                <a:cs typeface="Courier New" panose="02070309020205020404" pitchFamily="49" charset="0"/>
              </a:rPr>
              <a:t>Object</a:t>
            </a:r>
            <a:r>
              <a:rPr lang="en-US" altLang="en-US" sz="2400" dirty="0">
                <a:latin typeface="Courier New" panose="02070309020205020404" pitchFamily="49" charset="0"/>
                <a:cs typeface="Courier New" panose="02070309020205020404" pitchFamily="49" charset="0"/>
              </a:rPr>
              <a: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 str)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write(StringBuilder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4235757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0.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sp>
        <p:nvSpPr>
          <p:cNvPr id="111620" name="WordArt 3"/>
          <p:cNvSpPr>
            <a:spLocks noChangeArrowheads="1" noChangeShapeType="1" noTextEdit="1"/>
          </p:cNvSpPr>
          <p:nvPr/>
        </p:nvSpPr>
        <p:spPr bwMode="auto">
          <a:xfrm>
            <a:off x="685800" y="228600"/>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Choosing based on matching</a:t>
            </a:r>
          </a:p>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parameter type and reference type</a:t>
            </a:r>
          </a:p>
        </p:txBody>
      </p:sp>
      <p:sp>
        <p:nvSpPr>
          <p:cNvPr id="111621" name="Rectangle 1"/>
          <p:cNvSpPr>
            <a:spLocks noChangeArrowheads="1"/>
          </p:cNvSpPr>
          <p:nvPr/>
        </p:nvSpPr>
        <p:spPr bwMode="auto">
          <a:xfrm>
            <a:off x="304912" y="1143060"/>
            <a:ext cx="8381780"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000" dirty="0">
                <a:latin typeface="Tahoma" panose="020B0604030504040204" pitchFamily="34" charset="0"/>
              </a:rPr>
              <a:t>Calls of </a:t>
            </a:r>
            <a:r>
              <a:rPr lang="en-US" altLang="en-US" sz="2000" dirty="0">
                <a:solidFill>
                  <a:srgbClr val="612A8A"/>
                </a:solidFill>
                <a:latin typeface="Tahoma" panose="020B0604030504040204" pitchFamily="34" charset="0"/>
              </a:rPr>
              <a:t>overloaded methods </a:t>
            </a:r>
            <a:r>
              <a:rPr lang="en-US" altLang="en-US" sz="2000" dirty="0">
                <a:latin typeface="Tahoma" panose="020B0604030504040204" pitchFamily="34" charset="0"/>
              </a:rPr>
              <a:t>are locked down </a:t>
            </a:r>
            <a:r>
              <a:rPr lang="en-US" altLang="en-US" sz="2000" dirty="0">
                <a:solidFill>
                  <a:srgbClr val="612A8A"/>
                </a:solidFill>
                <a:latin typeface="Tahoma" panose="020B0604030504040204" pitchFamily="34" charset="0"/>
              </a:rPr>
              <a:t>at compile time</a:t>
            </a:r>
            <a:r>
              <a:rPr lang="en-US" altLang="en-US" sz="2000" dirty="0">
                <a:latin typeface="Tahoma" panose="020B0604030504040204" pitchFamily="34" charset="0"/>
              </a:rPr>
              <a:t>.</a:t>
            </a:r>
          </a:p>
          <a:p>
            <a:pPr algn="ctr">
              <a:spcBef>
                <a:spcPct val="50000"/>
              </a:spcBef>
              <a:buNone/>
            </a:pPr>
            <a:r>
              <a:rPr lang="en-US" altLang="en-US" sz="2000" dirty="0">
                <a:latin typeface="Tahoma" panose="020B0604030504040204" pitchFamily="34" charset="0"/>
              </a:rPr>
              <a:t>Calls of </a:t>
            </a:r>
            <a:r>
              <a:rPr lang="en-US" altLang="en-US" sz="2000" dirty="0">
                <a:solidFill>
                  <a:srgbClr val="0000FF"/>
                </a:solidFill>
                <a:latin typeface="Tahoma" panose="020B0604030504040204" pitchFamily="34" charset="0"/>
              </a:rPr>
              <a:t>overridden methods </a:t>
            </a:r>
            <a:r>
              <a:rPr lang="en-US" altLang="en-US" sz="2000" dirty="0">
                <a:latin typeface="Tahoma" panose="020B0604030504040204" pitchFamily="34" charset="0"/>
              </a:rPr>
              <a:t>are determined </a:t>
            </a:r>
            <a:r>
              <a:rPr lang="en-US" altLang="en-US" sz="2000" dirty="0">
                <a:solidFill>
                  <a:srgbClr val="0000FF"/>
                </a:solidFill>
                <a:latin typeface="Tahoma" panose="020B0604030504040204" pitchFamily="34" charset="0"/>
              </a:rPr>
              <a:t>at run time</a:t>
            </a:r>
            <a:r>
              <a:rPr lang="en-US" altLang="en-US" sz="2000" dirty="0">
                <a:latin typeface="Tahoma" panose="020B0604030504040204" pitchFamily="34" charset="0"/>
              </a:rPr>
              <a:t>.</a:t>
            </a:r>
          </a:p>
        </p:txBody>
      </p:sp>
      <p:sp>
        <p:nvSpPr>
          <p:cNvPr id="2" name="Rectangle 1">
            <a:extLst>
              <a:ext uri="{FF2B5EF4-FFF2-40B4-BE49-F238E27FC236}">
                <a16:creationId xmlns:a16="http://schemas.microsoft.com/office/drawing/2014/main" id="{DDFD1058-98C3-434C-8E90-AD5F3AB65384}"/>
              </a:ext>
            </a:extLst>
          </p:cNvPr>
          <p:cNvSpPr/>
          <p:nvPr/>
        </p:nvSpPr>
        <p:spPr>
          <a:xfrm>
            <a:off x="420356" y="2491540"/>
            <a:ext cx="7047168" cy="1277273"/>
          </a:xfrm>
          <a:prstGeom prst="rect">
            <a:avLst/>
          </a:prstGeom>
        </p:spPr>
        <p:txBody>
          <a:bodyPr wrap="square">
            <a:spAutoFit/>
          </a:bodyPr>
          <a:lstStyle/>
          <a:p>
            <a:pPr>
              <a:spcAft>
                <a:spcPts val="600"/>
              </a:spcAft>
            </a:pPr>
            <a:r>
              <a:rPr lang="en-US" altLang="en-US" sz="2400" dirty="0">
                <a:solidFill>
                  <a:srgbClr val="176B25"/>
                </a:solidFill>
                <a:latin typeface="Courier New" panose="02070309020205020404" pitchFamily="49" charset="0"/>
                <a:cs typeface="Courier New" panose="02070309020205020404" pitchFamily="49" charset="0"/>
              </a:rPr>
              <a:t>// In the main method:</a:t>
            </a:r>
          </a:p>
          <a:p>
            <a:r>
              <a:rPr lang="en-US" altLang="en-US" sz="2400" dirty="0">
                <a:latin typeface="Courier New" panose="02070309020205020404" pitchFamily="49" charset="0"/>
                <a:cs typeface="Courier New" panose="02070309020205020404" pitchFamily="49" charset="0"/>
              </a:rPr>
              <a:t>String s = </a:t>
            </a:r>
            <a:r>
              <a:rPr lang="en-US" altLang="en-US" sz="2400" dirty="0">
                <a:solidFill>
                  <a:srgbClr val="0000FF"/>
                </a:solidFill>
                <a:latin typeface="Courier New" panose="02070309020205020404" pitchFamily="49" charset="0"/>
                <a:cs typeface="Courier New" panose="02070309020205020404" pitchFamily="49" charset="0"/>
              </a:rPr>
              <a:t>new String("CS")</a:t>
            </a:r>
            <a:r>
              <a:rPr lang="en-US" altLang="en-US" sz="2400" dirty="0">
                <a:latin typeface="Courier New" panose="02070309020205020404" pitchFamily="49" charset="0"/>
                <a:cs typeface="Courier New" panose="02070309020205020404" pitchFamily="49" charset="0"/>
              </a:rPr>
              <a:t>;</a:t>
            </a:r>
          </a:p>
          <a:p>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00FF"/>
                </a:solidFill>
                <a:latin typeface="Courier New" panose="02070309020205020404" pitchFamily="49" charset="0"/>
                <a:cs typeface="Courier New" panose="02070309020205020404" pitchFamily="49" charset="0"/>
              </a:rPr>
              <a:t>s</a:t>
            </a:r>
            <a:r>
              <a:rPr lang="en-US" altLang="en-US" sz="2400" dirty="0">
                <a:latin typeface="Courier New" panose="02070309020205020404" pitchFamily="49" charset="0"/>
                <a:cs typeface="Courier New" panose="02070309020205020404" pitchFamily="49" charset="0"/>
              </a:rPr>
              <a:t>);</a:t>
            </a:r>
          </a:p>
        </p:txBody>
      </p:sp>
      <p:sp>
        <p:nvSpPr>
          <p:cNvPr id="3" name="Rectangle 2">
            <a:extLst>
              <a:ext uri="{FF2B5EF4-FFF2-40B4-BE49-F238E27FC236}">
                <a16:creationId xmlns:a16="http://schemas.microsoft.com/office/drawing/2014/main" id="{396FC3ED-9015-9DEE-7908-7F7FB223C8E6}"/>
              </a:ext>
            </a:extLst>
          </p:cNvPr>
          <p:cNvSpPr>
            <a:spLocks noChangeArrowheads="1"/>
          </p:cNvSpPr>
          <p:nvPr/>
        </p:nvSpPr>
        <p:spPr bwMode="auto">
          <a:xfrm>
            <a:off x="343010" y="4114782"/>
            <a:ext cx="8381780"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 str)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write(StringBuilder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
        <p:nvSpPr>
          <p:cNvPr id="4" name="Rectangle 2">
            <a:extLst>
              <a:ext uri="{FF2B5EF4-FFF2-40B4-BE49-F238E27FC236}">
                <a16:creationId xmlns:a16="http://schemas.microsoft.com/office/drawing/2014/main" id="{1C7E28E9-3CEB-2C95-EE7C-E4797C10B309}"/>
              </a:ext>
            </a:extLst>
          </p:cNvPr>
          <p:cNvSpPr>
            <a:spLocks noChangeArrowheads="1"/>
          </p:cNvSpPr>
          <p:nvPr/>
        </p:nvSpPr>
        <p:spPr bwMode="auto">
          <a:xfrm>
            <a:off x="343010" y="4114782"/>
            <a:ext cx="8381780"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B050"/>
                </a:solidFill>
                <a:latin typeface="Courier New" panose="02070309020205020404" pitchFamily="49" charset="0"/>
                <a:cs typeface="Courier New" panose="02070309020205020404" pitchFamily="49" charset="0"/>
              </a:rPr>
              <a:t>String</a:t>
            </a:r>
            <a:r>
              <a:rPr lang="en-US" altLang="en-US" sz="2400" dirty="0">
                <a:latin typeface="Courier New" panose="02070309020205020404" pitchFamily="49" charset="0"/>
                <a:cs typeface="Courier New" panose="02070309020205020404" pitchFamily="49" charset="0"/>
              </a:rPr>
              <a:t> str)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write(StringBuilder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751684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1.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grpSp>
        <p:nvGrpSpPr>
          <p:cNvPr id="2" name="Group 1" descr="The String class extends the Object class and implements the CharSequence and Comparable interfaces.&#10;The StringBuilder class extends the Object class and implements the CharSequence and Appendable interfaces.">
            <a:extLst>
              <a:ext uri="{FF2B5EF4-FFF2-40B4-BE49-F238E27FC236}">
                <a16:creationId xmlns:a16="http://schemas.microsoft.com/office/drawing/2014/main" id="{A8AA95CE-E849-600E-A49B-18AA5BF1AC82}"/>
              </a:ext>
            </a:extLst>
          </p:cNvPr>
          <p:cNvGrpSpPr/>
          <p:nvPr/>
        </p:nvGrpSpPr>
        <p:grpSpPr>
          <a:xfrm>
            <a:off x="457308" y="1610545"/>
            <a:ext cx="8229384" cy="4637781"/>
            <a:chOff x="457308" y="1610545"/>
            <a:chExt cx="8229384" cy="4637781"/>
          </a:xfrm>
        </p:grpSpPr>
        <p:sp>
          <p:nvSpPr>
            <p:cNvPr id="3" name="Rectangle 2">
              <a:extLst>
                <a:ext uri="{FF2B5EF4-FFF2-40B4-BE49-F238E27FC236}">
                  <a16:creationId xmlns:a16="http://schemas.microsoft.com/office/drawing/2014/main" id="{C2C7261D-3A7A-4BE6-B54F-5A167A8D8A0B}"/>
                </a:ext>
              </a:extLst>
            </p:cNvPr>
            <p:cNvSpPr/>
            <p:nvPr/>
          </p:nvSpPr>
          <p:spPr>
            <a:xfrm>
              <a:off x="3435581" y="1610545"/>
              <a:ext cx="1473480" cy="523220"/>
            </a:xfrm>
            <a:prstGeom prst="rect">
              <a:avLst/>
            </a:prstGeom>
            <a:ln>
              <a:solidFill>
                <a:schemeClr val="tx1"/>
              </a:solidFill>
            </a:ln>
          </p:spPr>
          <p:txBody>
            <a:bodyPr wrap="none">
              <a:spAutoFit/>
            </a:bodyPr>
            <a:lstStyle/>
            <a:p>
              <a:r>
                <a:rPr lang="en-US" altLang="en-US" sz="2800" dirty="0">
                  <a:latin typeface="Courier New" panose="02070309020205020404" pitchFamily="49" charset="0"/>
                  <a:cs typeface="Courier New" panose="02070309020205020404" pitchFamily="49" charset="0"/>
                </a:rPr>
                <a:t>Object</a:t>
              </a:r>
              <a:endParaRPr lang="en-US" sz="2800" dirty="0"/>
            </a:p>
          </p:txBody>
        </p:sp>
        <p:sp>
          <p:nvSpPr>
            <p:cNvPr id="8" name="Rectangle 7">
              <a:extLst>
                <a:ext uri="{FF2B5EF4-FFF2-40B4-BE49-F238E27FC236}">
                  <a16:creationId xmlns:a16="http://schemas.microsoft.com/office/drawing/2014/main" id="{B54FDF20-3E3D-43C1-B2B9-7A05861E991C}"/>
                </a:ext>
              </a:extLst>
            </p:cNvPr>
            <p:cNvSpPr/>
            <p:nvPr/>
          </p:nvSpPr>
          <p:spPr>
            <a:xfrm>
              <a:off x="457308" y="3304922"/>
              <a:ext cx="2332690" cy="830997"/>
            </a:xfrm>
            <a:prstGeom prst="rect">
              <a:avLst/>
            </a:prstGeom>
            <a:ln>
              <a:solidFill>
                <a:schemeClr val="tx1"/>
              </a:solidFill>
            </a:ln>
          </p:spPr>
          <p:txBody>
            <a:bodyPr wrap="none">
              <a:spAutoFit/>
            </a:bodyPr>
            <a:lstStyle/>
            <a:p>
              <a:pPr algn="ctr"/>
              <a:r>
                <a:rPr lang="en-US" altLang="en-US" i="1" dirty="0">
                  <a:latin typeface="Courier New" panose="02070309020205020404" pitchFamily="49" charset="0"/>
                  <a:cs typeface="Courier New" panose="02070309020205020404" pitchFamily="49" charset="0"/>
                </a:rPr>
                <a:t>&lt;&lt;interface&gt;&gt;</a:t>
              </a:r>
            </a:p>
            <a:p>
              <a:pPr algn="ctr"/>
              <a:r>
                <a:rPr lang="en-US" altLang="en-US" sz="2800" dirty="0">
                  <a:latin typeface="Courier New" panose="02070309020205020404" pitchFamily="49" charset="0"/>
                  <a:cs typeface="Courier New" panose="02070309020205020404" pitchFamily="49" charset="0"/>
                </a:rPr>
                <a:t>Comparable</a:t>
              </a:r>
              <a:endParaRPr lang="en-US" sz="2800" dirty="0"/>
            </a:p>
          </p:txBody>
        </p:sp>
        <p:sp>
          <p:nvSpPr>
            <p:cNvPr id="9" name="Rectangle 8">
              <a:extLst>
                <a:ext uri="{FF2B5EF4-FFF2-40B4-BE49-F238E27FC236}">
                  <a16:creationId xmlns:a16="http://schemas.microsoft.com/office/drawing/2014/main" id="{352631C9-80A0-4306-AAEC-28740DC27AAA}"/>
                </a:ext>
              </a:extLst>
            </p:cNvPr>
            <p:cNvSpPr/>
            <p:nvPr/>
          </p:nvSpPr>
          <p:spPr>
            <a:xfrm>
              <a:off x="5031531" y="2565497"/>
              <a:ext cx="2762295" cy="830997"/>
            </a:xfrm>
            <a:prstGeom prst="rect">
              <a:avLst/>
            </a:prstGeom>
            <a:ln>
              <a:solidFill>
                <a:schemeClr val="tx1"/>
              </a:solidFill>
            </a:ln>
          </p:spPr>
          <p:txBody>
            <a:bodyPr wrap="none">
              <a:spAutoFit/>
            </a:bodyPr>
            <a:lstStyle/>
            <a:p>
              <a:pPr algn="ctr"/>
              <a:r>
                <a:rPr lang="en-US" altLang="en-US" i="1" dirty="0">
                  <a:latin typeface="Courier New" panose="02070309020205020404" pitchFamily="49" charset="0"/>
                  <a:cs typeface="Courier New" panose="02070309020205020404" pitchFamily="49" charset="0"/>
                </a:rPr>
                <a:t>&lt;&lt;interface&gt;&gt;</a:t>
              </a:r>
            </a:p>
            <a:p>
              <a:pPr algn="ctr"/>
              <a:r>
                <a:rPr lang="en-US" altLang="en-US" sz="2800" dirty="0" err="1">
                  <a:latin typeface="Courier New" panose="02070309020205020404" pitchFamily="49" charset="0"/>
                  <a:cs typeface="Courier New" panose="02070309020205020404" pitchFamily="49" charset="0"/>
                </a:rPr>
                <a:t>CharSequence</a:t>
              </a:r>
              <a:endParaRPr lang="en-US" sz="2800" dirty="0"/>
            </a:p>
          </p:txBody>
        </p:sp>
        <p:sp>
          <p:nvSpPr>
            <p:cNvPr id="10" name="Rectangle 9">
              <a:extLst>
                <a:ext uri="{FF2B5EF4-FFF2-40B4-BE49-F238E27FC236}">
                  <a16:creationId xmlns:a16="http://schemas.microsoft.com/office/drawing/2014/main" id="{F57734FE-6337-49A1-B5CA-C6D1DD4124C9}"/>
                </a:ext>
              </a:extLst>
            </p:cNvPr>
            <p:cNvSpPr/>
            <p:nvPr/>
          </p:nvSpPr>
          <p:spPr>
            <a:xfrm>
              <a:off x="4038614" y="5691567"/>
              <a:ext cx="2977097" cy="523220"/>
            </a:xfrm>
            <a:prstGeom prst="rect">
              <a:avLst/>
            </a:prstGeom>
            <a:ln>
              <a:solidFill>
                <a:schemeClr val="tx1"/>
              </a:solidFill>
            </a:ln>
          </p:spPr>
          <p:txBody>
            <a:bodyPr wrap="none">
              <a:spAutoFit/>
            </a:bodyPr>
            <a:lstStyle/>
            <a:p>
              <a:r>
                <a:rPr lang="en-US" altLang="en-US" sz="2800" dirty="0">
                  <a:latin typeface="Courier New" panose="02070309020205020404" pitchFamily="49" charset="0"/>
                  <a:cs typeface="Courier New" panose="02070309020205020404" pitchFamily="49" charset="0"/>
                </a:rPr>
                <a:t>StringBuilder</a:t>
              </a:r>
              <a:endParaRPr lang="en-US" sz="2800" dirty="0"/>
            </a:p>
          </p:txBody>
        </p:sp>
        <p:sp>
          <p:nvSpPr>
            <p:cNvPr id="11" name="Rectangle 10">
              <a:extLst>
                <a:ext uri="{FF2B5EF4-FFF2-40B4-BE49-F238E27FC236}">
                  <a16:creationId xmlns:a16="http://schemas.microsoft.com/office/drawing/2014/main" id="{809236D9-7F0B-4A34-AAD6-9830BBD69AF8}"/>
                </a:ext>
              </a:extLst>
            </p:cNvPr>
            <p:cNvSpPr/>
            <p:nvPr/>
          </p:nvSpPr>
          <p:spPr>
            <a:xfrm>
              <a:off x="1962101" y="5725106"/>
              <a:ext cx="1473480" cy="523220"/>
            </a:xfrm>
            <a:prstGeom prst="rect">
              <a:avLst/>
            </a:prstGeom>
            <a:ln>
              <a:solidFill>
                <a:schemeClr val="tx1"/>
              </a:solidFill>
            </a:ln>
          </p:spPr>
          <p:txBody>
            <a:bodyPr wrap="none">
              <a:spAutoFit/>
            </a:bodyPr>
            <a:lstStyle/>
            <a:p>
              <a:r>
                <a:rPr lang="en-US" altLang="en-US" sz="2800" dirty="0">
                  <a:latin typeface="Courier New" panose="02070309020205020404" pitchFamily="49" charset="0"/>
                  <a:cs typeface="Courier New" panose="02070309020205020404" pitchFamily="49" charset="0"/>
                </a:rPr>
                <a:t>String</a:t>
              </a:r>
              <a:endParaRPr lang="en-US" sz="2800" dirty="0"/>
            </a:p>
          </p:txBody>
        </p:sp>
        <p:sp>
          <p:nvSpPr>
            <p:cNvPr id="12" name="Rectangle 11">
              <a:extLst>
                <a:ext uri="{FF2B5EF4-FFF2-40B4-BE49-F238E27FC236}">
                  <a16:creationId xmlns:a16="http://schemas.microsoft.com/office/drawing/2014/main" id="{FC7E9D18-AB9D-4489-924F-B84E9BD78311}"/>
                </a:ext>
              </a:extLst>
            </p:cNvPr>
            <p:cNvSpPr/>
            <p:nvPr/>
          </p:nvSpPr>
          <p:spPr>
            <a:xfrm>
              <a:off x="6354001" y="4149111"/>
              <a:ext cx="2332691" cy="830997"/>
            </a:xfrm>
            <a:prstGeom prst="rect">
              <a:avLst/>
            </a:prstGeom>
            <a:ln>
              <a:solidFill>
                <a:schemeClr val="tx1"/>
              </a:solidFill>
            </a:ln>
          </p:spPr>
          <p:txBody>
            <a:bodyPr wrap="none">
              <a:spAutoFit/>
            </a:bodyPr>
            <a:lstStyle/>
            <a:p>
              <a:pPr algn="ctr"/>
              <a:r>
                <a:rPr lang="en-US" altLang="en-US" i="1" dirty="0">
                  <a:latin typeface="Courier New" panose="02070309020205020404" pitchFamily="49" charset="0"/>
                  <a:cs typeface="Courier New" panose="02070309020205020404" pitchFamily="49" charset="0"/>
                </a:rPr>
                <a:t>&lt;&lt;interface&gt;&gt;</a:t>
              </a:r>
            </a:p>
            <a:p>
              <a:pPr algn="ctr"/>
              <a:r>
                <a:rPr lang="en-US" altLang="en-US" sz="2800" dirty="0" err="1">
                  <a:latin typeface="Courier New" panose="02070309020205020404" pitchFamily="49" charset="0"/>
                  <a:cs typeface="Courier New" panose="02070309020205020404" pitchFamily="49" charset="0"/>
                </a:rPr>
                <a:t>Appendable</a:t>
              </a:r>
              <a:endParaRPr lang="en-US" sz="2800" dirty="0"/>
            </a:p>
          </p:txBody>
        </p:sp>
        <p:cxnSp>
          <p:nvCxnSpPr>
            <p:cNvPr id="6" name="Straight Arrow Connector 5">
              <a:extLst>
                <a:ext uri="{FF2B5EF4-FFF2-40B4-BE49-F238E27FC236}">
                  <a16:creationId xmlns:a16="http://schemas.microsoft.com/office/drawing/2014/main" id="{B3B862C3-7F2D-41A0-9423-7643A38BF004}"/>
                </a:ext>
              </a:extLst>
            </p:cNvPr>
            <p:cNvCxnSpPr>
              <a:endCxn id="3" idx="2"/>
            </p:cNvCxnSpPr>
            <p:nvPr/>
          </p:nvCxnSpPr>
          <p:spPr bwMode="auto">
            <a:xfrm flipV="1">
              <a:off x="2646106" y="2133765"/>
              <a:ext cx="1526215" cy="3591341"/>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5" name="Straight Arrow Connector 14">
              <a:extLst>
                <a:ext uri="{FF2B5EF4-FFF2-40B4-BE49-F238E27FC236}">
                  <a16:creationId xmlns:a16="http://schemas.microsoft.com/office/drawing/2014/main" id="{73F9D13E-6B15-487D-A69E-D7690606620A}"/>
                </a:ext>
              </a:extLst>
            </p:cNvPr>
            <p:cNvCxnSpPr>
              <a:stCxn id="11" idx="0"/>
              <a:endCxn id="8" idx="2"/>
            </p:cNvCxnSpPr>
            <p:nvPr/>
          </p:nvCxnSpPr>
          <p:spPr bwMode="auto">
            <a:xfrm flipH="1" flipV="1">
              <a:off x="1623653" y="4135919"/>
              <a:ext cx="1075188" cy="1589187"/>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9" name="Straight Arrow Connector 18">
              <a:extLst>
                <a:ext uri="{FF2B5EF4-FFF2-40B4-BE49-F238E27FC236}">
                  <a16:creationId xmlns:a16="http://schemas.microsoft.com/office/drawing/2014/main" id="{B10B3326-B2C1-4BA4-92A4-DE0B5BBD807E}"/>
                </a:ext>
              </a:extLst>
            </p:cNvPr>
            <p:cNvCxnSpPr>
              <a:stCxn id="11" idx="0"/>
              <a:endCxn id="9" idx="2"/>
            </p:cNvCxnSpPr>
            <p:nvPr/>
          </p:nvCxnSpPr>
          <p:spPr bwMode="auto">
            <a:xfrm flipV="1">
              <a:off x="2698841" y="3396494"/>
              <a:ext cx="3713838" cy="2328612"/>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Arrow Connector 21">
              <a:extLst>
                <a:ext uri="{FF2B5EF4-FFF2-40B4-BE49-F238E27FC236}">
                  <a16:creationId xmlns:a16="http://schemas.microsoft.com/office/drawing/2014/main" id="{FEE00871-E49F-4465-A77A-0BD0E7262917}"/>
                </a:ext>
              </a:extLst>
            </p:cNvPr>
            <p:cNvCxnSpPr>
              <a:stCxn id="10" idx="0"/>
              <a:endCxn id="3" idx="2"/>
            </p:cNvCxnSpPr>
            <p:nvPr/>
          </p:nvCxnSpPr>
          <p:spPr bwMode="auto">
            <a:xfrm flipH="1" flipV="1">
              <a:off x="4172321" y="2133765"/>
              <a:ext cx="1354842" cy="3557802"/>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Straight Arrow Connector 25">
              <a:extLst>
                <a:ext uri="{FF2B5EF4-FFF2-40B4-BE49-F238E27FC236}">
                  <a16:creationId xmlns:a16="http://schemas.microsoft.com/office/drawing/2014/main" id="{89D7E861-3B9F-4080-9077-2A7FDB9A7569}"/>
                </a:ext>
              </a:extLst>
            </p:cNvPr>
            <p:cNvCxnSpPr>
              <a:stCxn id="10" idx="0"/>
              <a:endCxn id="9" idx="2"/>
            </p:cNvCxnSpPr>
            <p:nvPr/>
          </p:nvCxnSpPr>
          <p:spPr bwMode="auto">
            <a:xfrm flipV="1">
              <a:off x="5527163" y="3396494"/>
              <a:ext cx="885516" cy="2295073"/>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9" name="Straight Arrow Connector 28">
              <a:extLst>
                <a:ext uri="{FF2B5EF4-FFF2-40B4-BE49-F238E27FC236}">
                  <a16:creationId xmlns:a16="http://schemas.microsoft.com/office/drawing/2014/main" id="{2A3A202A-00E1-4676-82C6-18E2809A785E}"/>
                </a:ext>
              </a:extLst>
            </p:cNvPr>
            <p:cNvCxnSpPr>
              <a:stCxn id="10" idx="0"/>
              <a:endCxn id="12" idx="2"/>
            </p:cNvCxnSpPr>
            <p:nvPr/>
          </p:nvCxnSpPr>
          <p:spPr bwMode="auto">
            <a:xfrm flipV="1">
              <a:off x="5527163" y="4980108"/>
              <a:ext cx="1993184" cy="711459"/>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37" name="WordArt 3">
            <a:extLst>
              <a:ext uri="{FF2B5EF4-FFF2-40B4-BE49-F238E27FC236}">
                <a16:creationId xmlns:a16="http://schemas.microsoft.com/office/drawing/2014/main" id="{7CFA2581-031D-42F2-BF68-348D81B6158E}"/>
              </a:ext>
            </a:extLst>
          </p:cNvPr>
          <p:cNvSpPr>
            <a:spLocks noChangeArrowheads="1" noChangeShapeType="1" noTextEdit="1"/>
          </p:cNvSpPr>
          <p:nvPr/>
        </p:nvSpPr>
        <p:spPr bwMode="auto">
          <a:xfrm>
            <a:off x="685800" y="533476"/>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Types of Character Strings</a:t>
            </a:r>
          </a:p>
        </p:txBody>
      </p:sp>
    </p:spTree>
    <p:extLst>
      <p:ext uri="{BB962C8B-B14F-4D97-AF65-F5344CB8AC3E}">
        <p14:creationId xmlns:p14="http://schemas.microsoft.com/office/powerpoint/2010/main" val="11934820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sp>
        <p:nvSpPr>
          <p:cNvPr id="111619" name="Rectangle 2"/>
          <p:cNvSpPr>
            <a:spLocks noChangeArrowheads="1"/>
          </p:cNvSpPr>
          <p:nvPr/>
        </p:nvSpPr>
        <p:spPr bwMode="auto">
          <a:xfrm>
            <a:off x="381110" y="3886188"/>
            <a:ext cx="838178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p:txBody>
      </p:sp>
      <p:sp>
        <p:nvSpPr>
          <p:cNvPr id="111620" name="WordArt 3"/>
          <p:cNvSpPr>
            <a:spLocks noChangeArrowheads="1" noChangeShapeType="1" noTextEdit="1"/>
          </p:cNvSpPr>
          <p:nvPr/>
        </p:nvSpPr>
        <p:spPr bwMode="auto">
          <a:xfrm>
            <a:off x="685800" y="228600"/>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Choosing based on matching</a:t>
            </a:r>
          </a:p>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parameter type and reference type</a:t>
            </a:r>
          </a:p>
        </p:txBody>
      </p:sp>
      <p:sp>
        <p:nvSpPr>
          <p:cNvPr id="111621" name="Rectangle 1"/>
          <p:cNvSpPr>
            <a:spLocks noChangeArrowheads="1"/>
          </p:cNvSpPr>
          <p:nvPr/>
        </p:nvSpPr>
        <p:spPr bwMode="auto">
          <a:xfrm>
            <a:off x="304912" y="1143060"/>
            <a:ext cx="8381780"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000" dirty="0">
                <a:latin typeface="Tahoma" panose="020B0604030504040204" pitchFamily="34" charset="0"/>
              </a:rPr>
              <a:t>Calls of </a:t>
            </a:r>
            <a:r>
              <a:rPr lang="en-US" altLang="en-US" sz="2000" dirty="0">
                <a:solidFill>
                  <a:srgbClr val="612A8A"/>
                </a:solidFill>
                <a:latin typeface="Tahoma" panose="020B0604030504040204" pitchFamily="34" charset="0"/>
              </a:rPr>
              <a:t>overloaded methods </a:t>
            </a:r>
            <a:r>
              <a:rPr lang="en-US" altLang="en-US" sz="2000" dirty="0">
                <a:latin typeface="Tahoma" panose="020B0604030504040204" pitchFamily="34" charset="0"/>
              </a:rPr>
              <a:t>are locked down </a:t>
            </a:r>
            <a:r>
              <a:rPr lang="en-US" altLang="en-US" sz="2000" dirty="0">
                <a:solidFill>
                  <a:srgbClr val="612A8A"/>
                </a:solidFill>
                <a:latin typeface="Tahoma" panose="020B0604030504040204" pitchFamily="34" charset="0"/>
              </a:rPr>
              <a:t>at compile time</a:t>
            </a:r>
            <a:r>
              <a:rPr lang="en-US" altLang="en-US" sz="2000" dirty="0">
                <a:latin typeface="Tahoma" panose="020B0604030504040204" pitchFamily="34" charset="0"/>
              </a:rPr>
              <a:t>.</a:t>
            </a:r>
          </a:p>
          <a:p>
            <a:pPr algn="ctr">
              <a:spcBef>
                <a:spcPct val="50000"/>
              </a:spcBef>
              <a:buNone/>
            </a:pPr>
            <a:r>
              <a:rPr lang="en-US" altLang="en-US" sz="2000" dirty="0">
                <a:latin typeface="Tahoma" panose="020B0604030504040204" pitchFamily="34" charset="0"/>
              </a:rPr>
              <a:t>Calls of </a:t>
            </a:r>
            <a:r>
              <a:rPr lang="en-US" altLang="en-US" sz="2000" dirty="0">
                <a:solidFill>
                  <a:srgbClr val="0000FF"/>
                </a:solidFill>
                <a:latin typeface="Tahoma" panose="020B0604030504040204" pitchFamily="34" charset="0"/>
              </a:rPr>
              <a:t>overridden methods </a:t>
            </a:r>
            <a:r>
              <a:rPr lang="en-US" altLang="en-US" sz="2000" dirty="0">
                <a:latin typeface="Tahoma" panose="020B0604030504040204" pitchFamily="34" charset="0"/>
              </a:rPr>
              <a:t>are determined </a:t>
            </a:r>
            <a:r>
              <a:rPr lang="en-US" altLang="en-US" sz="2000" dirty="0">
                <a:solidFill>
                  <a:srgbClr val="0000FF"/>
                </a:solidFill>
                <a:latin typeface="Tahoma" panose="020B0604030504040204" pitchFamily="34" charset="0"/>
              </a:rPr>
              <a:t>at run time</a:t>
            </a:r>
            <a:r>
              <a:rPr lang="en-US" altLang="en-US" sz="2000" dirty="0">
                <a:latin typeface="Tahoma" panose="020B0604030504040204" pitchFamily="34" charset="0"/>
              </a:rPr>
              <a:t>.</a:t>
            </a:r>
          </a:p>
        </p:txBody>
      </p:sp>
      <p:sp>
        <p:nvSpPr>
          <p:cNvPr id="2" name="Rectangle 1">
            <a:extLst>
              <a:ext uri="{FF2B5EF4-FFF2-40B4-BE49-F238E27FC236}">
                <a16:creationId xmlns:a16="http://schemas.microsoft.com/office/drawing/2014/main" id="{DDFD1058-98C3-434C-8E90-AD5F3AB65384}"/>
              </a:ext>
            </a:extLst>
          </p:cNvPr>
          <p:cNvSpPr/>
          <p:nvPr/>
        </p:nvSpPr>
        <p:spPr>
          <a:xfrm>
            <a:off x="420356" y="2491540"/>
            <a:ext cx="5288640" cy="907941"/>
          </a:xfrm>
          <a:prstGeom prst="rect">
            <a:avLst/>
          </a:prstGeom>
        </p:spPr>
        <p:txBody>
          <a:bodyPr wrap="square">
            <a:spAutoFit/>
          </a:bodyPr>
          <a:lstStyle/>
          <a:p>
            <a:pPr>
              <a:spcAft>
                <a:spcPts val="600"/>
              </a:spcAft>
            </a:pPr>
            <a:r>
              <a:rPr lang="en-US" altLang="en-US" sz="2400" dirty="0">
                <a:solidFill>
                  <a:srgbClr val="176B25"/>
                </a:solidFill>
                <a:latin typeface="Courier New" panose="02070309020205020404" pitchFamily="49" charset="0"/>
                <a:cs typeface="Courier New" panose="02070309020205020404" pitchFamily="49" charset="0"/>
              </a:rPr>
              <a:t>// In the main method:</a:t>
            </a:r>
          </a:p>
          <a:p>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00FF"/>
                </a:solidFill>
                <a:latin typeface="Courier New" panose="02070309020205020404" pitchFamily="49" charset="0"/>
                <a:cs typeface="Courier New" panose="02070309020205020404" pitchFamily="49" charset="0"/>
              </a:rPr>
              <a:t>null</a:t>
            </a:r>
            <a:r>
              <a:rPr lang="en-US" altLang="en-US" sz="2400" dirty="0">
                <a:latin typeface="Courier New" panose="02070309020205020404" pitchFamily="49" charset="0"/>
                <a:cs typeface="Courier New" panose="02070309020205020404" pitchFamily="49" charset="0"/>
              </a:rPr>
              <a:t>);</a:t>
            </a:r>
          </a:p>
        </p:txBody>
      </p:sp>
      <p:sp>
        <p:nvSpPr>
          <p:cNvPr id="6" name="Rectangle 2">
            <a:extLst>
              <a:ext uri="{FF2B5EF4-FFF2-40B4-BE49-F238E27FC236}">
                <a16:creationId xmlns:a16="http://schemas.microsoft.com/office/drawing/2014/main" id="{EDCE9E28-5F41-4D17-8C89-77569E970C1F}"/>
              </a:ext>
            </a:extLst>
          </p:cNvPr>
          <p:cNvSpPr>
            <a:spLocks noChangeArrowheads="1"/>
          </p:cNvSpPr>
          <p:nvPr/>
        </p:nvSpPr>
        <p:spPr bwMode="auto">
          <a:xfrm>
            <a:off x="381110" y="3886188"/>
            <a:ext cx="838178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B050"/>
                </a:solidFill>
                <a:latin typeface="Courier New" panose="02070309020205020404" pitchFamily="49" charset="0"/>
                <a:cs typeface="Courier New" panose="02070309020205020404" pitchFamily="49" charset="0"/>
              </a:rPr>
              <a:t>Comparable</a:t>
            </a:r>
            <a:r>
              <a:rPr lang="en-US" altLang="en-US" sz="2400" dirty="0">
                <a:latin typeface="Courier New" panose="02070309020205020404" pitchFamily="49" charset="0"/>
                <a:cs typeface="Courier New" panose="02070309020205020404" pitchFamily="49" charset="0"/>
              </a:rPr>
              <a:t> obj) </a:t>
            </a:r>
          </a:p>
        </p:txBody>
      </p:sp>
      <p:sp>
        <p:nvSpPr>
          <p:cNvPr id="3" name="TextBox 2">
            <a:extLst>
              <a:ext uri="{FF2B5EF4-FFF2-40B4-BE49-F238E27FC236}">
                <a16:creationId xmlns:a16="http://schemas.microsoft.com/office/drawing/2014/main" id="{3C90AD26-DCBB-5255-FE95-A32E0265116C}"/>
              </a:ext>
            </a:extLst>
          </p:cNvPr>
          <p:cNvSpPr txBox="1"/>
          <p:nvPr/>
        </p:nvSpPr>
        <p:spPr>
          <a:xfrm>
            <a:off x="1447882" y="5197212"/>
            <a:ext cx="6629326" cy="1200329"/>
          </a:xfrm>
          <a:prstGeom prst="rect">
            <a:avLst/>
          </a:prstGeom>
          <a:noFill/>
        </p:spPr>
        <p:txBody>
          <a:bodyPr wrap="square" rtlCol="0">
            <a:spAutoFit/>
          </a:bodyPr>
          <a:lstStyle/>
          <a:p>
            <a:r>
              <a:rPr lang="en-US" sz="3600" dirty="0">
                <a:solidFill>
                  <a:srgbClr val="612A8A"/>
                </a:solidFill>
                <a:latin typeface="Comic Sans MS" panose="030F0702030302020204" pitchFamily="66" charset="0"/>
              </a:rPr>
              <a:t>Binds to the method with the most specific type</a:t>
            </a:r>
            <a:endParaRPr lang="en-US" sz="4000" dirty="0">
              <a:solidFill>
                <a:srgbClr val="612A8A"/>
              </a:solidFill>
              <a:latin typeface="Comic Sans MS" panose="030F0702030302020204" pitchFamily="66" charset="0"/>
            </a:endParaRPr>
          </a:p>
        </p:txBody>
      </p:sp>
    </p:spTree>
    <p:extLst>
      <p:ext uri="{BB962C8B-B14F-4D97-AF65-F5344CB8AC3E}">
        <p14:creationId xmlns:p14="http://schemas.microsoft.com/office/powerpoint/2010/main" val="2451441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3" grpId="0"/>
    </p:bldLst>
  </p:timing>
</p:sld>
</file>

<file path=ppt/slides/slide33.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sp>
        <p:nvSpPr>
          <p:cNvPr id="111619" name="Rectangle 2"/>
          <p:cNvSpPr>
            <a:spLocks noChangeArrowheads="1"/>
          </p:cNvSpPr>
          <p:nvPr/>
        </p:nvSpPr>
        <p:spPr bwMode="auto">
          <a:xfrm>
            <a:off x="381110" y="3276604"/>
            <a:ext cx="838178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p:txBody>
      </p:sp>
      <p:sp>
        <p:nvSpPr>
          <p:cNvPr id="111620" name="WordArt 3"/>
          <p:cNvSpPr>
            <a:spLocks noChangeArrowheads="1" noChangeShapeType="1" noTextEdit="1"/>
          </p:cNvSpPr>
          <p:nvPr/>
        </p:nvSpPr>
        <p:spPr bwMode="auto">
          <a:xfrm>
            <a:off x="685800" y="228600"/>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Choosing based on matching</a:t>
            </a:r>
          </a:p>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parameter type and reference type</a:t>
            </a:r>
          </a:p>
        </p:txBody>
      </p:sp>
      <p:sp>
        <p:nvSpPr>
          <p:cNvPr id="111621" name="Rectangle 1"/>
          <p:cNvSpPr>
            <a:spLocks noChangeArrowheads="1"/>
          </p:cNvSpPr>
          <p:nvPr/>
        </p:nvSpPr>
        <p:spPr bwMode="auto">
          <a:xfrm>
            <a:off x="304912" y="1143060"/>
            <a:ext cx="8381780"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000" dirty="0">
                <a:latin typeface="Tahoma" panose="020B0604030504040204" pitchFamily="34" charset="0"/>
              </a:rPr>
              <a:t>Calls of </a:t>
            </a:r>
            <a:r>
              <a:rPr lang="en-US" altLang="en-US" sz="2000" dirty="0">
                <a:solidFill>
                  <a:srgbClr val="612A8A"/>
                </a:solidFill>
                <a:latin typeface="Tahoma" panose="020B0604030504040204" pitchFamily="34" charset="0"/>
              </a:rPr>
              <a:t>overloaded methods </a:t>
            </a:r>
            <a:r>
              <a:rPr lang="en-US" altLang="en-US" sz="2000" dirty="0">
                <a:latin typeface="Tahoma" panose="020B0604030504040204" pitchFamily="34" charset="0"/>
              </a:rPr>
              <a:t>are locked down </a:t>
            </a:r>
            <a:r>
              <a:rPr lang="en-US" altLang="en-US" sz="2000" dirty="0">
                <a:solidFill>
                  <a:srgbClr val="612A8A"/>
                </a:solidFill>
                <a:latin typeface="Tahoma" panose="020B0604030504040204" pitchFamily="34" charset="0"/>
              </a:rPr>
              <a:t>at compile time</a:t>
            </a:r>
            <a:r>
              <a:rPr lang="en-US" altLang="en-US" sz="2000" dirty="0">
                <a:latin typeface="Tahoma" panose="020B0604030504040204" pitchFamily="34" charset="0"/>
              </a:rPr>
              <a:t>.</a:t>
            </a:r>
          </a:p>
          <a:p>
            <a:pPr algn="ctr">
              <a:spcBef>
                <a:spcPct val="50000"/>
              </a:spcBef>
              <a:buNone/>
            </a:pPr>
            <a:r>
              <a:rPr lang="en-US" altLang="en-US" sz="2000" dirty="0">
                <a:latin typeface="Tahoma" panose="020B0604030504040204" pitchFamily="34" charset="0"/>
              </a:rPr>
              <a:t>Calls of </a:t>
            </a:r>
            <a:r>
              <a:rPr lang="en-US" altLang="en-US" sz="2000" dirty="0">
                <a:solidFill>
                  <a:srgbClr val="0000FF"/>
                </a:solidFill>
                <a:latin typeface="Tahoma" panose="020B0604030504040204" pitchFamily="34" charset="0"/>
              </a:rPr>
              <a:t>overridden methods </a:t>
            </a:r>
            <a:r>
              <a:rPr lang="en-US" altLang="en-US" sz="2000" dirty="0">
                <a:latin typeface="Tahoma" panose="020B0604030504040204" pitchFamily="34" charset="0"/>
              </a:rPr>
              <a:t>are determined </a:t>
            </a:r>
            <a:r>
              <a:rPr lang="en-US" altLang="en-US" sz="2000" dirty="0">
                <a:solidFill>
                  <a:srgbClr val="0000FF"/>
                </a:solidFill>
                <a:latin typeface="Tahoma" panose="020B0604030504040204" pitchFamily="34" charset="0"/>
              </a:rPr>
              <a:t>at run time</a:t>
            </a:r>
            <a:r>
              <a:rPr lang="en-US" altLang="en-US" sz="2000" dirty="0">
                <a:latin typeface="Tahoma" panose="020B0604030504040204" pitchFamily="34" charset="0"/>
              </a:rPr>
              <a:t>.</a:t>
            </a:r>
          </a:p>
        </p:txBody>
      </p:sp>
      <p:sp>
        <p:nvSpPr>
          <p:cNvPr id="2" name="Rectangle 1">
            <a:extLst>
              <a:ext uri="{FF2B5EF4-FFF2-40B4-BE49-F238E27FC236}">
                <a16:creationId xmlns:a16="http://schemas.microsoft.com/office/drawing/2014/main" id="{DDFD1058-98C3-434C-8E90-AD5F3AB65384}"/>
              </a:ext>
            </a:extLst>
          </p:cNvPr>
          <p:cNvSpPr/>
          <p:nvPr/>
        </p:nvSpPr>
        <p:spPr>
          <a:xfrm>
            <a:off x="1752674" y="2233494"/>
            <a:ext cx="5288640" cy="907941"/>
          </a:xfrm>
          <a:prstGeom prst="rect">
            <a:avLst/>
          </a:prstGeom>
        </p:spPr>
        <p:txBody>
          <a:bodyPr wrap="square">
            <a:spAutoFit/>
          </a:bodyPr>
          <a:lstStyle/>
          <a:p>
            <a:pPr>
              <a:spcAft>
                <a:spcPts val="600"/>
              </a:spcAft>
            </a:pPr>
            <a:r>
              <a:rPr lang="en-US" altLang="en-US" sz="2400" dirty="0">
                <a:solidFill>
                  <a:srgbClr val="176B25"/>
                </a:solidFill>
                <a:latin typeface="Courier New" panose="02070309020205020404" pitchFamily="49" charset="0"/>
                <a:cs typeface="Courier New" panose="02070309020205020404" pitchFamily="49" charset="0"/>
              </a:rPr>
              <a:t>// In the main method:</a:t>
            </a:r>
          </a:p>
          <a:p>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00FF"/>
                </a:solidFill>
                <a:latin typeface="Courier New" panose="02070309020205020404" pitchFamily="49" charset="0"/>
                <a:cs typeface="Courier New" panose="02070309020205020404" pitchFamily="49" charset="0"/>
              </a:rPr>
              <a:t>null</a:t>
            </a:r>
            <a:r>
              <a:rPr lang="en-US" altLang="en-US" sz="2400" dirty="0">
                <a:latin typeface="Courier New" panose="02070309020205020404" pitchFamily="49" charset="0"/>
                <a:cs typeface="Courier New" panose="02070309020205020404" pitchFamily="49" charset="0"/>
              </a:rPr>
              <a:t>);</a:t>
            </a:r>
          </a:p>
        </p:txBody>
      </p:sp>
      <p:sp>
        <p:nvSpPr>
          <p:cNvPr id="6" name="Rectangle 2">
            <a:extLst>
              <a:ext uri="{FF2B5EF4-FFF2-40B4-BE49-F238E27FC236}">
                <a16:creationId xmlns:a16="http://schemas.microsoft.com/office/drawing/2014/main" id="{EDCE9E28-5F41-4D17-8C89-77569E970C1F}"/>
              </a:ext>
            </a:extLst>
          </p:cNvPr>
          <p:cNvSpPr>
            <a:spLocks noChangeArrowheads="1"/>
          </p:cNvSpPr>
          <p:nvPr/>
        </p:nvSpPr>
        <p:spPr bwMode="auto">
          <a:xfrm>
            <a:off x="381110" y="3276604"/>
            <a:ext cx="838178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a:solidFill>
                  <a:srgbClr val="FF0000"/>
                </a:solidFill>
                <a:latin typeface="Courier New" panose="02070309020205020404" pitchFamily="49" charset="0"/>
                <a:cs typeface="Courier New" panose="02070309020205020404" pitchFamily="49" charset="0"/>
              </a:rPr>
              <a:t>Comparable</a:t>
            </a:r>
            <a:r>
              <a:rPr lang="en-US" altLang="en-US" sz="2400" dirty="0">
                <a:latin typeface="Courier New" panose="02070309020205020404" pitchFamily="49" charset="0"/>
                <a:cs typeface="Courier New" panose="02070309020205020404" pitchFamily="49" charset="0"/>
              </a:rPr>
              <a: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solidFill>
                  <a:srgbClr val="FF0000"/>
                </a:solidFill>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p:txBody>
      </p:sp>
      <p:sp>
        <p:nvSpPr>
          <p:cNvPr id="3" name="TextBox 2">
            <a:extLst>
              <a:ext uri="{FF2B5EF4-FFF2-40B4-BE49-F238E27FC236}">
                <a16:creationId xmlns:a16="http://schemas.microsoft.com/office/drawing/2014/main" id="{05A25B2D-1980-8914-8AC2-A7FD38342413}"/>
              </a:ext>
            </a:extLst>
          </p:cNvPr>
          <p:cNvSpPr txBox="1"/>
          <p:nvPr/>
        </p:nvSpPr>
        <p:spPr>
          <a:xfrm>
            <a:off x="1" y="4638560"/>
            <a:ext cx="9144000" cy="1958165"/>
          </a:xfrm>
          <a:prstGeom prst="rect">
            <a:avLst/>
          </a:prstGeom>
          <a:noFill/>
        </p:spPr>
        <p:txBody>
          <a:bodyPr wrap="square" rtlCol="0">
            <a:spAutoFit/>
          </a:bodyPr>
          <a:lstStyle/>
          <a:p>
            <a:pPr algn="ctr">
              <a:lnSpc>
                <a:spcPct val="150000"/>
              </a:lnSpc>
            </a:pPr>
            <a:r>
              <a:rPr lang="en-US" sz="2800" dirty="0">
                <a:solidFill>
                  <a:srgbClr val="C00000"/>
                </a:solidFill>
                <a:latin typeface="Comic Sans MS" panose="030F0702030302020204" pitchFamily="66" charset="0"/>
              </a:rPr>
              <a:t>Compiler error: reference to </a:t>
            </a:r>
            <a:r>
              <a:rPr lang="en-US" sz="2800" i="1" dirty="0">
                <a:solidFill>
                  <a:srgbClr val="C00000"/>
                </a:solidFill>
                <a:latin typeface="Comic Sans MS" panose="030F0702030302020204" pitchFamily="66" charset="0"/>
              </a:rPr>
              <a:t>write</a:t>
            </a:r>
            <a:r>
              <a:rPr lang="en-US" sz="2800" dirty="0">
                <a:solidFill>
                  <a:srgbClr val="C00000"/>
                </a:solidFill>
                <a:latin typeface="Comic Sans MS" panose="030F0702030302020204" pitchFamily="66" charset="0"/>
              </a:rPr>
              <a:t> is ambiguous.</a:t>
            </a:r>
          </a:p>
          <a:p>
            <a:pPr algn="ctr">
              <a:lnSpc>
                <a:spcPct val="150000"/>
              </a:lnSpc>
            </a:pPr>
            <a:r>
              <a:rPr lang="en-US" sz="2800" dirty="0">
                <a:solidFill>
                  <a:srgbClr val="C00000"/>
                </a:solidFill>
                <a:latin typeface="Comic Sans MS" panose="030F0702030302020204" pitchFamily="66" charset="0"/>
              </a:rPr>
              <a:t>Comparable and </a:t>
            </a:r>
            <a:r>
              <a:rPr lang="en-US" sz="2800" dirty="0" err="1">
                <a:solidFill>
                  <a:srgbClr val="C00000"/>
                </a:solidFill>
                <a:latin typeface="Comic Sans MS" panose="030F0702030302020204" pitchFamily="66" charset="0"/>
              </a:rPr>
              <a:t>CharSequence</a:t>
            </a:r>
            <a:r>
              <a:rPr lang="en-US" sz="2800" dirty="0">
                <a:solidFill>
                  <a:srgbClr val="C00000"/>
                </a:solidFill>
                <a:latin typeface="Comic Sans MS" panose="030F0702030302020204" pitchFamily="66" charset="0"/>
              </a:rPr>
              <a:t> are tied:</a:t>
            </a:r>
          </a:p>
          <a:p>
            <a:pPr algn="ctr">
              <a:lnSpc>
                <a:spcPct val="150000"/>
              </a:lnSpc>
            </a:pPr>
            <a:r>
              <a:rPr lang="en-US" sz="2800" dirty="0">
                <a:solidFill>
                  <a:srgbClr val="C00000"/>
                </a:solidFill>
                <a:latin typeface="Comic Sans MS" panose="030F0702030302020204" pitchFamily="66" charset="0"/>
              </a:rPr>
              <a:t>Object </a:t>
            </a:r>
            <a:r>
              <a:rPr lang="en-US" sz="2800" dirty="0">
                <a:solidFill>
                  <a:srgbClr val="C00000"/>
                </a:solidFill>
                <a:latin typeface="Comic Sans MS" panose="030F0702030302020204" pitchFamily="66" charset="0"/>
                <a:sym typeface="Wingdings" panose="05000000000000000000" pitchFamily="2" charset="2"/>
              </a:rPr>
              <a:t> </a:t>
            </a:r>
            <a:r>
              <a:rPr lang="en-US" sz="2800" dirty="0">
                <a:solidFill>
                  <a:srgbClr val="C00000"/>
                </a:solidFill>
                <a:latin typeface="Comic Sans MS" panose="030F0702030302020204" pitchFamily="66" charset="0"/>
              </a:rPr>
              <a:t>Comparable and Object </a:t>
            </a:r>
            <a:r>
              <a:rPr lang="en-US" sz="2800" dirty="0">
                <a:solidFill>
                  <a:srgbClr val="C00000"/>
                </a:solidFill>
                <a:latin typeface="Comic Sans MS" panose="030F0702030302020204" pitchFamily="66" charset="0"/>
                <a:sym typeface="Wingdings" panose="05000000000000000000" pitchFamily="2" charset="2"/>
              </a:rPr>
              <a:t> </a:t>
            </a:r>
            <a:r>
              <a:rPr lang="en-US" sz="2800" dirty="0" err="1">
                <a:solidFill>
                  <a:srgbClr val="C00000"/>
                </a:solidFill>
                <a:latin typeface="Comic Sans MS" panose="030F0702030302020204" pitchFamily="66" charset="0"/>
              </a:rPr>
              <a:t>CharSequence</a:t>
            </a:r>
            <a:endParaRPr lang="en-US" sz="2800" dirty="0">
              <a:solidFill>
                <a:srgbClr val="C00000"/>
              </a:solidFill>
              <a:latin typeface="Comic Sans MS" panose="030F0702030302020204" pitchFamily="66" charset="0"/>
            </a:endParaRPr>
          </a:p>
        </p:txBody>
      </p:sp>
    </p:spTree>
    <p:extLst>
      <p:ext uri="{BB962C8B-B14F-4D97-AF65-F5344CB8AC3E}">
        <p14:creationId xmlns:p14="http://schemas.microsoft.com/office/powerpoint/2010/main" val="2937217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0"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3" grpId="0"/>
    </p:bldLst>
  </p:timing>
</p:sld>
</file>

<file path=ppt/slides/slide34.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grpSp>
        <p:nvGrpSpPr>
          <p:cNvPr id="2" name="Group 1" descr="The String class extends the Object class and implements the CharSequence and Comparable interfaces.&#10;The StringBuilder class extends the Object class and implements the CharSequence and Appendable interfaces.">
            <a:extLst>
              <a:ext uri="{FF2B5EF4-FFF2-40B4-BE49-F238E27FC236}">
                <a16:creationId xmlns:a16="http://schemas.microsoft.com/office/drawing/2014/main" id="{A8AA95CE-E849-600E-A49B-18AA5BF1AC82}"/>
              </a:ext>
            </a:extLst>
          </p:cNvPr>
          <p:cNvGrpSpPr/>
          <p:nvPr/>
        </p:nvGrpSpPr>
        <p:grpSpPr>
          <a:xfrm>
            <a:off x="457308" y="1610545"/>
            <a:ext cx="8229384" cy="4637781"/>
            <a:chOff x="457308" y="1610545"/>
            <a:chExt cx="8229384" cy="4637781"/>
          </a:xfrm>
        </p:grpSpPr>
        <p:sp>
          <p:nvSpPr>
            <p:cNvPr id="3" name="Rectangle 2">
              <a:extLst>
                <a:ext uri="{FF2B5EF4-FFF2-40B4-BE49-F238E27FC236}">
                  <a16:creationId xmlns:a16="http://schemas.microsoft.com/office/drawing/2014/main" id="{C2C7261D-3A7A-4BE6-B54F-5A167A8D8A0B}"/>
                </a:ext>
              </a:extLst>
            </p:cNvPr>
            <p:cNvSpPr/>
            <p:nvPr/>
          </p:nvSpPr>
          <p:spPr>
            <a:xfrm>
              <a:off x="3435581" y="1610545"/>
              <a:ext cx="1473480" cy="523220"/>
            </a:xfrm>
            <a:prstGeom prst="rect">
              <a:avLst/>
            </a:prstGeom>
            <a:ln>
              <a:solidFill>
                <a:schemeClr val="tx1"/>
              </a:solidFill>
            </a:ln>
          </p:spPr>
          <p:txBody>
            <a:bodyPr wrap="none">
              <a:spAutoFit/>
            </a:bodyPr>
            <a:lstStyle/>
            <a:p>
              <a:r>
                <a:rPr lang="en-US" altLang="en-US" sz="2800" dirty="0">
                  <a:latin typeface="Courier New" panose="02070309020205020404" pitchFamily="49" charset="0"/>
                  <a:cs typeface="Courier New" panose="02070309020205020404" pitchFamily="49" charset="0"/>
                </a:rPr>
                <a:t>Object</a:t>
              </a:r>
              <a:endParaRPr lang="en-US" sz="2800" dirty="0"/>
            </a:p>
          </p:txBody>
        </p:sp>
        <p:sp>
          <p:nvSpPr>
            <p:cNvPr id="8" name="Rectangle 7">
              <a:extLst>
                <a:ext uri="{FF2B5EF4-FFF2-40B4-BE49-F238E27FC236}">
                  <a16:creationId xmlns:a16="http://schemas.microsoft.com/office/drawing/2014/main" id="{B54FDF20-3E3D-43C1-B2B9-7A05861E991C}"/>
                </a:ext>
              </a:extLst>
            </p:cNvPr>
            <p:cNvSpPr/>
            <p:nvPr/>
          </p:nvSpPr>
          <p:spPr>
            <a:xfrm>
              <a:off x="457308" y="3304922"/>
              <a:ext cx="2332690" cy="830997"/>
            </a:xfrm>
            <a:prstGeom prst="rect">
              <a:avLst/>
            </a:prstGeom>
            <a:ln>
              <a:solidFill>
                <a:schemeClr val="tx1"/>
              </a:solidFill>
            </a:ln>
          </p:spPr>
          <p:txBody>
            <a:bodyPr wrap="none">
              <a:spAutoFit/>
            </a:bodyPr>
            <a:lstStyle/>
            <a:p>
              <a:pPr algn="ctr"/>
              <a:r>
                <a:rPr lang="en-US" altLang="en-US" i="1" dirty="0">
                  <a:latin typeface="Courier New" panose="02070309020205020404" pitchFamily="49" charset="0"/>
                  <a:cs typeface="Courier New" panose="02070309020205020404" pitchFamily="49" charset="0"/>
                </a:rPr>
                <a:t>&lt;&lt;interface&gt;&gt;</a:t>
              </a:r>
            </a:p>
            <a:p>
              <a:pPr algn="ctr"/>
              <a:r>
                <a:rPr lang="en-US" altLang="en-US" sz="2800" dirty="0">
                  <a:latin typeface="Courier New" panose="02070309020205020404" pitchFamily="49" charset="0"/>
                  <a:cs typeface="Courier New" panose="02070309020205020404" pitchFamily="49" charset="0"/>
                </a:rPr>
                <a:t>Comparable</a:t>
              </a:r>
              <a:endParaRPr lang="en-US" sz="2800" dirty="0"/>
            </a:p>
          </p:txBody>
        </p:sp>
        <p:sp>
          <p:nvSpPr>
            <p:cNvPr id="9" name="Rectangle 8">
              <a:extLst>
                <a:ext uri="{FF2B5EF4-FFF2-40B4-BE49-F238E27FC236}">
                  <a16:creationId xmlns:a16="http://schemas.microsoft.com/office/drawing/2014/main" id="{352631C9-80A0-4306-AAEC-28740DC27AAA}"/>
                </a:ext>
              </a:extLst>
            </p:cNvPr>
            <p:cNvSpPr/>
            <p:nvPr/>
          </p:nvSpPr>
          <p:spPr>
            <a:xfrm>
              <a:off x="5031531" y="2565497"/>
              <a:ext cx="2762295" cy="830997"/>
            </a:xfrm>
            <a:prstGeom prst="rect">
              <a:avLst/>
            </a:prstGeom>
            <a:ln>
              <a:solidFill>
                <a:schemeClr val="tx1"/>
              </a:solidFill>
            </a:ln>
          </p:spPr>
          <p:txBody>
            <a:bodyPr wrap="none">
              <a:spAutoFit/>
            </a:bodyPr>
            <a:lstStyle/>
            <a:p>
              <a:pPr algn="ctr"/>
              <a:r>
                <a:rPr lang="en-US" altLang="en-US" i="1" dirty="0">
                  <a:latin typeface="Courier New" panose="02070309020205020404" pitchFamily="49" charset="0"/>
                  <a:cs typeface="Courier New" panose="02070309020205020404" pitchFamily="49" charset="0"/>
                </a:rPr>
                <a:t>&lt;&lt;interface&gt;&gt;</a:t>
              </a:r>
            </a:p>
            <a:p>
              <a:pPr algn="ctr"/>
              <a:r>
                <a:rPr lang="en-US" altLang="en-US" sz="2800" dirty="0" err="1">
                  <a:latin typeface="Courier New" panose="02070309020205020404" pitchFamily="49" charset="0"/>
                  <a:cs typeface="Courier New" panose="02070309020205020404" pitchFamily="49" charset="0"/>
                </a:rPr>
                <a:t>CharSequence</a:t>
              </a:r>
              <a:endParaRPr lang="en-US" sz="2800" dirty="0"/>
            </a:p>
          </p:txBody>
        </p:sp>
        <p:sp>
          <p:nvSpPr>
            <p:cNvPr id="10" name="Rectangle 9">
              <a:extLst>
                <a:ext uri="{FF2B5EF4-FFF2-40B4-BE49-F238E27FC236}">
                  <a16:creationId xmlns:a16="http://schemas.microsoft.com/office/drawing/2014/main" id="{F57734FE-6337-49A1-B5CA-C6D1DD4124C9}"/>
                </a:ext>
              </a:extLst>
            </p:cNvPr>
            <p:cNvSpPr/>
            <p:nvPr/>
          </p:nvSpPr>
          <p:spPr>
            <a:xfrm>
              <a:off x="4038614" y="5691567"/>
              <a:ext cx="2977097" cy="523220"/>
            </a:xfrm>
            <a:prstGeom prst="rect">
              <a:avLst/>
            </a:prstGeom>
            <a:ln>
              <a:solidFill>
                <a:schemeClr val="tx1"/>
              </a:solidFill>
            </a:ln>
          </p:spPr>
          <p:txBody>
            <a:bodyPr wrap="none">
              <a:spAutoFit/>
            </a:bodyPr>
            <a:lstStyle/>
            <a:p>
              <a:r>
                <a:rPr lang="en-US" altLang="en-US" sz="2800" dirty="0">
                  <a:latin typeface="Courier New" panose="02070309020205020404" pitchFamily="49" charset="0"/>
                  <a:cs typeface="Courier New" panose="02070309020205020404" pitchFamily="49" charset="0"/>
                </a:rPr>
                <a:t>StringBuilder</a:t>
              </a:r>
              <a:endParaRPr lang="en-US" sz="2800" dirty="0"/>
            </a:p>
          </p:txBody>
        </p:sp>
        <p:sp>
          <p:nvSpPr>
            <p:cNvPr id="11" name="Rectangle 10">
              <a:extLst>
                <a:ext uri="{FF2B5EF4-FFF2-40B4-BE49-F238E27FC236}">
                  <a16:creationId xmlns:a16="http://schemas.microsoft.com/office/drawing/2014/main" id="{809236D9-7F0B-4A34-AAD6-9830BBD69AF8}"/>
                </a:ext>
              </a:extLst>
            </p:cNvPr>
            <p:cNvSpPr/>
            <p:nvPr/>
          </p:nvSpPr>
          <p:spPr>
            <a:xfrm>
              <a:off x="1962101" y="5725106"/>
              <a:ext cx="1473480" cy="523220"/>
            </a:xfrm>
            <a:prstGeom prst="rect">
              <a:avLst/>
            </a:prstGeom>
            <a:ln>
              <a:solidFill>
                <a:schemeClr val="tx1"/>
              </a:solidFill>
            </a:ln>
          </p:spPr>
          <p:txBody>
            <a:bodyPr wrap="none">
              <a:spAutoFit/>
            </a:bodyPr>
            <a:lstStyle/>
            <a:p>
              <a:r>
                <a:rPr lang="en-US" altLang="en-US" sz="2800" dirty="0">
                  <a:latin typeface="Courier New" panose="02070309020205020404" pitchFamily="49" charset="0"/>
                  <a:cs typeface="Courier New" panose="02070309020205020404" pitchFamily="49" charset="0"/>
                </a:rPr>
                <a:t>String</a:t>
              </a:r>
              <a:endParaRPr lang="en-US" sz="2800" dirty="0"/>
            </a:p>
          </p:txBody>
        </p:sp>
        <p:sp>
          <p:nvSpPr>
            <p:cNvPr id="12" name="Rectangle 11">
              <a:extLst>
                <a:ext uri="{FF2B5EF4-FFF2-40B4-BE49-F238E27FC236}">
                  <a16:creationId xmlns:a16="http://schemas.microsoft.com/office/drawing/2014/main" id="{FC7E9D18-AB9D-4489-924F-B84E9BD78311}"/>
                </a:ext>
              </a:extLst>
            </p:cNvPr>
            <p:cNvSpPr/>
            <p:nvPr/>
          </p:nvSpPr>
          <p:spPr>
            <a:xfrm>
              <a:off x="6354001" y="4149111"/>
              <a:ext cx="2332691" cy="830997"/>
            </a:xfrm>
            <a:prstGeom prst="rect">
              <a:avLst/>
            </a:prstGeom>
            <a:ln>
              <a:solidFill>
                <a:schemeClr val="tx1"/>
              </a:solidFill>
            </a:ln>
          </p:spPr>
          <p:txBody>
            <a:bodyPr wrap="none">
              <a:spAutoFit/>
            </a:bodyPr>
            <a:lstStyle/>
            <a:p>
              <a:pPr algn="ctr"/>
              <a:r>
                <a:rPr lang="en-US" altLang="en-US" i="1" dirty="0">
                  <a:latin typeface="Courier New" panose="02070309020205020404" pitchFamily="49" charset="0"/>
                  <a:cs typeface="Courier New" panose="02070309020205020404" pitchFamily="49" charset="0"/>
                </a:rPr>
                <a:t>&lt;&lt;interface&gt;&gt;</a:t>
              </a:r>
            </a:p>
            <a:p>
              <a:pPr algn="ctr"/>
              <a:r>
                <a:rPr lang="en-US" altLang="en-US" sz="2800" dirty="0" err="1">
                  <a:latin typeface="Courier New" panose="02070309020205020404" pitchFamily="49" charset="0"/>
                  <a:cs typeface="Courier New" panose="02070309020205020404" pitchFamily="49" charset="0"/>
                </a:rPr>
                <a:t>Appendable</a:t>
              </a:r>
              <a:endParaRPr lang="en-US" sz="2800" dirty="0"/>
            </a:p>
          </p:txBody>
        </p:sp>
        <p:cxnSp>
          <p:nvCxnSpPr>
            <p:cNvPr id="6" name="Straight Arrow Connector 5">
              <a:extLst>
                <a:ext uri="{FF2B5EF4-FFF2-40B4-BE49-F238E27FC236}">
                  <a16:creationId xmlns:a16="http://schemas.microsoft.com/office/drawing/2014/main" id="{B3B862C3-7F2D-41A0-9423-7643A38BF004}"/>
                </a:ext>
              </a:extLst>
            </p:cNvPr>
            <p:cNvCxnSpPr>
              <a:endCxn id="3" idx="2"/>
            </p:cNvCxnSpPr>
            <p:nvPr/>
          </p:nvCxnSpPr>
          <p:spPr bwMode="auto">
            <a:xfrm flipV="1">
              <a:off x="2646106" y="2133765"/>
              <a:ext cx="1526215" cy="3591341"/>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5" name="Straight Arrow Connector 14">
              <a:extLst>
                <a:ext uri="{FF2B5EF4-FFF2-40B4-BE49-F238E27FC236}">
                  <a16:creationId xmlns:a16="http://schemas.microsoft.com/office/drawing/2014/main" id="{73F9D13E-6B15-487D-A69E-D7690606620A}"/>
                </a:ext>
              </a:extLst>
            </p:cNvPr>
            <p:cNvCxnSpPr>
              <a:stCxn id="11" idx="0"/>
              <a:endCxn id="8" idx="2"/>
            </p:cNvCxnSpPr>
            <p:nvPr/>
          </p:nvCxnSpPr>
          <p:spPr bwMode="auto">
            <a:xfrm flipH="1" flipV="1">
              <a:off x="1623653" y="4135919"/>
              <a:ext cx="1075188" cy="1589187"/>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9" name="Straight Arrow Connector 18">
              <a:extLst>
                <a:ext uri="{FF2B5EF4-FFF2-40B4-BE49-F238E27FC236}">
                  <a16:creationId xmlns:a16="http://schemas.microsoft.com/office/drawing/2014/main" id="{B10B3326-B2C1-4BA4-92A4-DE0B5BBD807E}"/>
                </a:ext>
              </a:extLst>
            </p:cNvPr>
            <p:cNvCxnSpPr>
              <a:stCxn id="11" idx="0"/>
              <a:endCxn id="9" idx="2"/>
            </p:cNvCxnSpPr>
            <p:nvPr/>
          </p:nvCxnSpPr>
          <p:spPr bwMode="auto">
            <a:xfrm flipV="1">
              <a:off x="2698841" y="3396494"/>
              <a:ext cx="3713838" cy="2328612"/>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Arrow Connector 21">
              <a:extLst>
                <a:ext uri="{FF2B5EF4-FFF2-40B4-BE49-F238E27FC236}">
                  <a16:creationId xmlns:a16="http://schemas.microsoft.com/office/drawing/2014/main" id="{FEE00871-E49F-4465-A77A-0BD0E7262917}"/>
                </a:ext>
              </a:extLst>
            </p:cNvPr>
            <p:cNvCxnSpPr>
              <a:stCxn id="10" idx="0"/>
              <a:endCxn id="3" idx="2"/>
            </p:cNvCxnSpPr>
            <p:nvPr/>
          </p:nvCxnSpPr>
          <p:spPr bwMode="auto">
            <a:xfrm flipH="1" flipV="1">
              <a:off x="4172321" y="2133765"/>
              <a:ext cx="1354842" cy="3557802"/>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Straight Arrow Connector 25">
              <a:extLst>
                <a:ext uri="{FF2B5EF4-FFF2-40B4-BE49-F238E27FC236}">
                  <a16:creationId xmlns:a16="http://schemas.microsoft.com/office/drawing/2014/main" id="{89D7E861-3B9F-4080-9077-2A7FDB9A7569}"/>
                </a:ext>
              </a:extLst>
            </p:cNvPr>
            <p:cNvCxnSpPr>
              <a:stCxn id="10" idx="0"/>
              <a:endCxn id="9" idx="2"/>
            </p:cNvCxnSpPr>
            <p:nvPr/>
          </p:nvCxnSpPr>
          <p:spPr bwMode="auto">
            <a:xfrm flipV="1">
              <a:off x="5527163" y="3396494"/>
              <a:ext cx="885516" cy="2295073"/>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9" name="Straight Arrow Connector 28">
              <a:extLst>
                <a:ext uri="{FF2B5EF4-FFF2-40B4-BE49-F238E27FC236}">
                  <a16:creationId xmlns:a16="http://schemas.microsoft.com/office/drawing/2014/main" id="{2A3A202A-00E1-4676-82C6-18E2809A785E}"/>
                </a:ext>
              </a:extLst>
            </p:cNvPr>
            <p:cNvCxnSpPr>
              <a:stCxn id="10" idx="0"/>
              <a:endCxn id="12" idx="2"/>
            </p:cNvCxnSpPr>
            <p:nvPr/>
          </p:nvCxnSpPr>
          <p:spPr bwMode="auto">
            <a:xfrm flipV="1">
              <a:off x="5527163" y="4980108"/>
              <a:ext cx="1993184" cy="711459"/>
            </a:xfrm>
            <a:prstGeom prst="straightConnector1">
              <a:avLst/>
            </a:prstGeom>
            <a:solidFill>
              <a:schemeClr val="accent1"/>
            </a:solidFill>
            <a:ln w="12700" cap="flat" cmpd="sng" algn="ctr">
              <a:solidFill>
                <a:schemeClr val="tx1"/>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37" name="WordArt 3">
            <a:extLst>
              <a:ext uri="{FF2B5EF4-FFF2-40B4-BE49-F238E27FC236}">
                <a16:creationId xmlns:a16="http://schemas.microsoft.com/office/drawing/2014/main" id="{7CFA2581-031D-42F2-BF68-348D81B6158E}"/>
              </a:ext>
            </a:extLst>
          </p:cNvPr>
          <p:cNvSpPr>
            <a:spLocks noChangeArrowheads="1" noChangeShapeType="1" noTextEdit="1"/>
          </p:cNvSpPr>
          <p:nvPr/>
        </p:nvSpPr>
        <p:spPr bwMode="auto">
          <a:xfrm>
            <a:off x="685800" y="533476"/>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Types of Character Strings</a:t>
            </a:r>
          </a:p>
        </p:txBody>
      </p:sp>
    </p:spTree>
    <p:extLst>
      <p:ext uri="{BB962C8B-B14F-4D97-AF65-F5344CB8AC3E}">
        <p14:creationId xmlns:p14="http://schemas.microsoft.com/office/powerpoint/2010/main" val="36018299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sp>
        <p:nvSpPr>
          <p:cNvPr id="111619" name="Rectangle 2"/>
          <p:cNvSpPr>
            <a:spLocks noChangeArrowheads="1"/>
          </p:cNvSpPr>
          <p:nvPr/>
        </p:nvSpPr>
        <p:spPr bwMode="auto">
          <a:xfrm>
            <a:off x="381110" y="3276604"/>
            <a:ext cx="8381780"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 str)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write(StringBuilder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
        <p:nvSpPr>
          <p:cNvPr id="111620" name="WordArt 3"/>
          <p:cNvSpPr>
            <a:spLocks noChangeArrowheads="1" noChangeShapeType="1" noTextEdit="1"/>
          </p:cNvSpPr>
          <p:nvPr/>
        </p:nvSpPr>
        <p:spPr bwMode="auto">
          <a:xfrm>
            <a:off x="685800" y="228600"/>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Choosing based on matching</a:t>
            </a:r>
          </a:p>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parameter type and reference type</a:t>
            </a:r>
          </a:p>
        </p:txBody>
      </p:sp>
      <p:sp>
        <p:nvSpPr>
          <p:cNvPr id="111621" name="Rectangle 1"/>
          <p:cNvSpPr>
            <a:spLocks noChangeArrowheads="1"/>
          </p:cNvSpPr>
          <p:nvPr/>
        </p:nvSpPr>
        <p:spPr bwMode="auto">
          <a:xfrm>
            <a:off x="304912" y="1143060"/>
            <a:ext cx="8381780"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000" dirty="0">
                <a:latin typeface="Tahoma" panose="020B0604030504040204" pitchFamily="34" charset="0"/>
              </a:rPr>
              <a:t>Calls of </a:t>
            </a:r>
            <a:r>
              <a:rPr lang="en-US" altLang="en-US" sz="2000" dirty="0">
                <a:solidFill>
                  <a:srgbClr val="612A8A"/>
                </a:solidFill>
                <a:latin typeface="Tahoma" panose="020B0604030504040204" pitchFamily="34" charset="0"/>
              </a:rPr>
              <a:t>overloaded methods </a:t>
            </a:r>
            <a:r>
              <a:rPr lang="en-US" altLang="en-US" sz="2000" dirty="0">
                <a:latin typeface="Tahoma" panose="020B0604030504040204" pitchFamily="34" charset="0"/>
              </a:rPr>
              <a:t>are locked down </a:t>
            </a:r>
            <a:r>
              <a:rPr lang="en-US" altLang="en-US" sz="2000" dirty="0">
                <a:solidFill>
                  <a:srgbClr val="612A8A"/>
                </a:solidFill>
                <a:latin typeface="Tahoma" panose="020B0604030504040204" pitchFamily="34" charset="0"/>
              </a:rPr>
              <a:t>at compile time</a:t>
            </a:r>
            <a:r>
              <a:rPr lang="en-US" altLang="en-US" sz="2000" dirty="0">
                <a:latin typeface="Tahoma" panose="020B0604030504040204" pitchFamily="34" charset="0"/>
              </a:rPr>
              <a:t>.</a:t>
            </a:r>
          </a:p>
          <a:p>
            <a:pPr algn="ctr">
              <a:spcBef>
                <a:spcPct val="50000"/>
              </a:spcBef>
              <a:buNone/>
            </a:pPr>
            <a:r>
              <a:rPr lang="en-US" altLang="en-US" sz="2000" dirty="0">
                <a:latin typeface="Tahoma" panose="020B0604030504040204" pitchFamily="34" charset="0"/>
              </a:rPr>
              <a:t>Calls of </a:t>
            </a:r>
            <a:r>
              <a:rPr lang="en-US" altLang="en-US" sz="2000" dirty="0">
                <a:solidFill>
                  <a:srgbClr val="0000FF"/>
                </a:solidFill>
                <a:latin typeface="Tahoma" panose="020B0604030504040204" pitchFamily="34" charset="0"/>
              </a:rPr>
              <a:t>overridden methods </a:t>
            </a:r>
            <a:r>
              <a:rPr lang="en-US" altLang="en-US" sz="2000" dirty="0">
                <a:latin typeface="Tahoma" panose="020B0604030504040204" pitchFamily="34" charset="0"/>
              </a:rPr>
              <a:t>are determined </a:t>
            </a:r>
            <a:r>
              <a:rPr lang="en-US" altLang="en-US" sz="2000" dirty="0">
                <a:solidFill>
                  <a:srgbClr val="0000FF"/>
                </a:solidFill>
                <a:latin typeface="Tahoma" panose="020B0604030504040204" pitchFamily="34" charset="0"/>
              </a:rPr>
              <a:t>at run time</a:t>
            </a:r>
            <a:r>
              <a:rPr lang="en-US" altLang="en-US" sz="2000" dirty="0">
                <a:latin typeface="Tahoma" panose="020B0604030504040204" pitchFamily="34" charset="0"/>
              </a:rPr>
              <a:t>.</a:t>
            </a:r>
          </a:p>
        </p:txBody>
      </p:sp>
      <p:sp>
        <p:nvSpPr>
          <p:cNvPr id="2" name="Rectangle 1">
            <a:extLst>
              <a:ext uri="{FF2B5EF4-FFF2-40B4-BE49-F238E27FC236}">
                <a16:creationId xmlns:a16="http://schemas.microsoft.com/office/drawing/2014/main" id="{DDFD1058-98C3-434C-8E90-AD5F3AB65384}"/>
              </a:ext>
            </a:extLst>
          </p:cNvPr>
          <p:cNvSpPr/>
          <p:nvPr/>
        </p:nvSpPr>
        <p:spPr>
          <a:xfrm>
            <a:off x="1927680" y="2262368"/>
            <a:ext cx="5288640" cy="907941"/>
          </a:xfrm>
          <a:prstGeom prst="rect">
            <a:avLst/>
          </a:prstGeom>
        </p:spPr>
        <p:txBody>
          <a:bodyPr wrap="square">
            <a:spAutoFit/>
          </a:bodyPr>
          <a:lstStyle/>
          <a:p>
            <a:pPr>
              <a:spcAft>
                <a:spcPts val="600"/>
              </a:spcAft>
            </a:pPr>
            <a:r>
              <a:rPr lang="en-US" altLang="en-US" sz="2400" dirty="0">
                <a:solidFill>
                  <a:srgbClr val="176B25"/>
                </a:solidFill>
                <a:latin typeface="Courier New" panose="02070309020205020404" pitchFamily="49" charset="0"/>
                <a:cs typeface="Courier New" panose="02070309020205020404" pitchFamily="49" charset="0"/>
              </a:rPr>
              <a:t>// In the main method:</a:t>
            </a:r>
          </a:p>
          <a:p>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00FF"/>
                </a:solidFill>
                <a:latin typeface="Courier New" panose="02070309020205020404" pitchFamily="49" charset="0"/>
                <a:cs typeface="Courier New" panose="02070309020205020404" pitchFamily="49" charset="0"/>
              </a:rPr>
              <a:t>null</a:t>
            </a:r>
            <a:r>
              <a:rPr lang="en-US" altLang="en-US" sz="2400" dirty="0">
                <a:latin typeface="Courier New" panose="02070309020205020404" pitchFamily="49" charset="0"/>
                <a:cs typeface="Courier New" panose="02070309020205020404" pitchFamily="49" charset="0"/>
              </a:rPr>
              <a:t>);</a:t>
            </a:r>
          </a:p>
        </p:txBody>
      </p:sp>
      <p:sp>
        <p:nvSpPr>
          <p:cNvPr id="6" name="Rectangle 2">
            <a:extLst>
              <a:ext uri="{FF2B5EF4-FFF2-40B4-BE49-F238E27FC236}">
                <a16:creationId xmlns:a16="http://schemas.microsoft.com/office/drawing/2014/main" id="{EDCE9E28-5F41-4D17-8C89-77569E970C1F}"/>
              </a:ext>
            </a:extLst>
          </p:cNvPr>
          <p:cNvSpPr>
            <a:spLocks noChangeArrowheads="1"/>
          </p:cNvSpPr>
          <p:nvPr/>
        </p:nvSpPr>
        <p:spPr bwMode="auto">
          <a:xfrm>
            <a:off x="381110" y="3276604"/>
            <a:ext cx="8381780"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a:solidFill>
                  <a:srgbClr val="FF0000"/>
                </a:solidFill>
                <a:latin typeface="Courier New" panose="02070309020205020404" pitchFamily="49" charset="0"/>
                <a:cs typeface="Courier New" panose="02070309020205020404" pitchFamily="49" charset="0"/>
              </a:rPr>
              <a:t>String</a:t>
            </a:r>
            <a:r>
              <a:rPr lang="en-US" altLang="en-US" sz="2400" dirty="0">
                <a:latin typeface="Courier New" panose="02070309020205020404" pitchFamily="49" charset="0"/>
                <a:cs typeface="Courier New" panose="02070309020205020404" pitchFamily="49" charset="0"/>
              </a:rPr>
              <a:t> str)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a:solidFill>
                  <a:srgbClr val="FF0000"/>
                </a:solidFill>
                <a:latin typeface="Courier New" panose="02070309020205020404" pitchFamily="49" charset="0"/>
                <a:cs typeface="Courier New" panose="02070309020205020404" pitchFamily="49" charset="0"/>
              </a:rPr>
              <a:t>StringBuilder</a:t>
            </a:r>
            <a:r>
              <a:rPr lang="en-US" altLang="en-US" sz="2400" dirty="0">
                <a:latin typeface="Courier New" panose="02070309020205020404" pitchFamily="49" charset="0"/>
                <a:cs typeface="Courier New" panose="02070309020205020404" pitchFamily="49" charset="0"/>
              </a:rPr>
              <a:t>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
        <p:nvSpPr>
          <p:cNvPr id="4" name="TextBox 3">
            <a:extLst>
              <a:ext uri="{FF2B5EF4-FFF2-40B4-BE49-F238E27FC236}">
                <a16:creationId xmlns:a16="http://schemas.microsoft.com/office/drawing/2014/main" id="{553C6BEC-7351-5222-FDD6-FE5E911CE0DF}"/>
              </a:ext>
            </a:extLst>
          </p:cNvPr>
          <p:cNvSpPr txBox="1"/>
          <p:nvPr/>
        </p:nvSpPr>
        <p:spPr>
          <a:xfrm>
            <a:off x="990694" y="5181554"/>
            <a:ext cx="7543602" cy="1600438"/>
          </a:xfrm>
          <a:prstGeom prst="rect">
            <a:avLst/>
          </a:prstGeom>
          <a:noFill/>
        </p:spPr>
        <p:txBody>
          <a:bodyPr wrap="square" rtlCol="0">
            <a:spAutoFit/>
          </a:bodyPr>
          <a:lstStyle/>
          <a:p>
            <a:pPr algn="ctr">
              <a:lnSpc>
                <a:spcPct val="150000"/>
              </a:lnSpc>
            </a:pPr>
            <a:r>
              <a:rPr lang="en-US" altLang="en-US" sz="2800" dirty="0">
                <a:solidFill>
                  <a:srgbClr val="C00000"/>
                </a:solidFill>
                <a:latin typeface="Comic Sans MS" panose="030F0702030302020204" pitchFamily="66" charset="0"/>
                <a:sym typeface="Wingdings" panose="05000000000000000000" pitchFamily="2" charset="2"/>
              </a:rPr>
              <a:t>String</a:t>
            </a:r>
            <a:r>
              <a:rPr lang="en-US" sz="2800" dirty="0">
                <a:solidFill>
                  <a:srgbClr val="C00000"/>
                </a:solidFill>
                <a:latin typeface="Comic Sans MS" panose="030F0702030302020204" pitchFamily="66" charset="0"/>
              </a:rPr>
              <a:t> and </a:t>
            </a:r>
            <a:r>
              <a:rPr lang="en-US" altLang="en-US" sz="2800" dirty="0">
                <a:solidFill>
                  <a:srgbClr val="C00000"/>
                </a:solidFill>
                <a:latin typeface="Comic Sans MS" panose="030F0702030302020204" pitchFamily="66" charset="0"/>
                <a:sym typeface="Wingdings" panose="05000000000000000000" pitchFamily="2" charset="2"/>
              </a:rPr>
              <a:t>StringBuilder</a:t>
            </a:r>
            <a:r>
              <a:rPr lang="en-US" sz="2800" dirty="0">
                <a:solidFill>
                  <a:srgbClr val="C00000"/>
                </a:solidFill>
                <a:latin typeface="Comic Sans MS" panose="030F0702030302020204" pitchFamily="66" charset="0"/>
              </a:rPr>
              <a:t> are tied:</a:t>
            </a:r>
          </a:p>
          <a:p>
            <a:pPr>
              <a:tabLst>
                <a:tab pos="4459288" algn="l"/>
              </a:tabLst>
            </a:pPr>
            <a:r>
              <a:rPr lang="en-US" altLang="en-US" sz="2800" dirty="0">
                <a:solidFill>
                  <a:srgbClr val="C00000"/>
                </a:solidFill>
                <a:latin typeface="Comic Sans MS" panose="030F0702030302020204" pitchFamily="66" charset="0"/>
              </a:rPr>
              <a:t>Object </a:t>
            </a:r>
            <a:r>
              <a:rPr lang="en-US" altLang="en-US" sz="2800" dirty="0">
                <a:solidFill>
                  <a:srgbClr val="C00000"/>
                </a:solidFill>
                <a:latin typeface="Comic Sans MS" panose="030F0702030302020204" pitchFamily="66" charset="0"/>
                <a:sym typeface="Wingdings" panose="05000000000000000000" pitchFamily="2" charset="2"/>
              </a:rPr>
              <a:t> </a:t>
            </a:r>
            <a:r>
              <a:rPr lang="en-US" altLang="en-US" sz="2800" dirty="0">
                <a:solidFill>
                  <a:srgbClr val="C00000"/>
                </a:solidFill>
                <a:latin typeface="Comic Sans MS" panose="030F0702030302020204" pitchFamily="66" charset="0"/>
              </a:rPr>
              <a:t>Comparable	</a:t>
            </a:r>
            <a:r>
              <a:rPr lang="en-US" altLang="en-US" sz="2800" dirty="0">
                <a:solidFill>
                  <a:srgbClr val="C00000"/>
                </a:solidFill>
                <a:latin typeface="Comic Sans MS" panose="030F0702030302020204" pitchFamily="66" charset="0"/>
                <a:sym typeface="Wingdings" panose="05000000000000000000" pitchFamily="2" charset="2"/>
              </a:rPr>
              <a:t> String</a:t>
            </a:r>
          </a:p>
          <a:p>
            <a:pPr>
              <a:tabLst>
                <a:tab pos="4459288" algn="l"/>
              </a:tabLst>
            </a:pPr>
            <a:r>
              <a:rPr lang="en-US" altLang="en-US" sz="2800" dirty="0">
                <a:solidFill>
                  <a:srgbClr val="C00000"/>
                </a:solidFill>
                <a:latin typeface="Comic Sans MS" panose="030F0702030302020204" pitchFamily="66" charset="0"/>
              </a:rPr>
              <a:t>Object </a:t>
            </a:r>
            <a:r>
              <a:rPr lang="en-US" altLang="en-US" sz="2800" dirty="0">
                <a:solidFill>
                  <a:srgbClr val="C00000"/>
                </a:solidFill>
                <a:latin typeface="Comic Sans MS" panose="030F0702030302020204" pitchFamily="66" charset="0"/>
                <a:sym typeface="Wingdings" panose="05000000000000000000" pitchFamily="2" charset="2"/>
              </a:rPr>
              <a:t> </a:t>
            </a:r>
            <a:r>
              <a:rPr lang="en-US" altLang="en-US" sz="2800" dirty="0" err="1">
                <a:solidFill>
                  <a:srgbClr val="C00000"/>
                </a:solidFill>
                <a:latin typeface="Comic Sans MS" panose="030F0702030302020204" pitchFamily="66" charset="0"/>
                <a:sym typeface="Wingdings" panose="05000000000000000000" pitchFamily="2" charset="2"/>
              </a:rPr>
              <a:t>CharSequence</a:t>
            </a:r>
            <a:r>
              <a:rPr lang="en-US" altLang="en-US" sz="2800" dirty="0">
                <a:solidFill>
                  <a:srgbClr val="C00000"/>
                </a:solidFill>
                <a:latin typeface="Comic Sans MS" panose="030F0702030302020204" pitchFamily="66" charset="0"/>
                <a:sym typeface="Wingdings" panose="05000000000000000000" pitchFamily="2" charset="2"/>
              </a:rPr>
              <a:t>	 StringBuilder</a:t>
            </a:r>
            <a:endParaRPr lang="en-US" altLang="en-US" sz="2800" dirty="0">
              <a:solidFill>
                <a:srgbClr val="C00000"/>
              </a:solidFill>
              <a:latin typeface="Comic Sans MS" panose="030F0702030302020204" pitchFamily="66" charset="0"/>
            </a:endParaRPr>
          </a:p>
        </p:txBody>
      </p:sp>
    </p:spTree>
    <p:extLst>
      <p:ext uri="{BB962C8B-B14F-4D97-AF65-F5344CB8AC3E}">
        <p14:creationId xmlns:p14="http://schemas.microsoft.com/office/powerpoint/2010/main" val="14200552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0"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4" grpId="0"/>
    </p:bldLst>
  </p:timing>
</p:sld>
</file>

<file path=ppt/slides/slide36.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sp>
        <p:nvSpPr>
          <p:cNvPr id="111619" name="Rectangle 2"/>
          <p:cNvSpPr>
            <a:spLocks noChangeArrowheads="1"/>
          </p:cNvSpPr>
          <p:nvPr/>
        </p:nvSpPr>
        <p:spPr bwMode="auto">
          <a:xfrm>
            <a:off x="381110" y="3581396"/>
            <a:ext cx="838178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write(StringBuilder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
        <p:nvSpPr>
          <p:cNvPr id="111620" name="WordArt 3"/>
          <p:cNvSpPr>
            <a:spLocks noChangeArrowheads="1" noChangeShapeType="1" noTextEdit="1"/>
          </p:cNvSpPr>
          <p:nvPr/>
        </p:nvSpPr>
        <p:spPr bwMode="auto">
          <a:xfrm>
            <a:off x="685800" y="228600"/>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Choosing based on matching</a:t>
            </a:r>
          </a:p>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parameter type and reference type</a:t>
            </a:r>
          </a:p>
        </p:txBody>
      </p:sp>
      <p:sp>
        <p:nvSpPr>
          <p:cNvPr id="111621" name="Rectangle 1"/>
          <p:cNvSpPr>
            <a:spLocks noChangeArrowheads="1"/>
          </p:cNvSpPr>
          <p:nvPr/>
        </p:nvSpPr>
        <p:spPr bwMode="auto">
          <a:xfrm>
            <a:off x="304912" y="1143060"/>
            <a:ext cx="8381780"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000" dirty="0">
                <a:latin typeface="Tahoma" panose="020B0604030504040204" pitchFamily="34" charset="0"/>
              </a:rPr>
              <a:t>Calls of </a:t>
            </a:r>
            <a:r>
              <a:rPr lang="en-US" altLang="en-US" sz="2000" dirty="0">
                <a:solidFill>
                  <a:srgbClr val="612A8A"/>
                </a:solidFill>
                <a:latin typeface="Tahoma" panose="020B0604030504040204" pitchFamily="34" charset="0"/>
              </a:rPr>
              <a:t>overloaded methods </a:t>
            </a:r>
            <a:r>
              <a:rPr lang="en-US" altLang="en-US" sz="2000" dirty="0">
                <a:latin typeface="Tahoma" panose="020B0604030504040204" pitchFamily="34" charset="0"/>
              </a:rPr>
              <a:t>are locked down </a:t>
            </a:r>
            <a:r>
              <a:rPr lang="en-US" altLang="en-US" sz="2000" dirty="0">
                <a:solidFill>
                  <a:srgbClr val="612A8A"/>
                </a:solidFill>
                <a:latin typeface="Tahoma" panose="020B0604030504040204" pitchFamily="34" charset="0"/>
              </a:rPr>
              <a:t>at compile time</a:t>
            </a:r>
            <a:r>
              <a:rPr lang="en-US" altLang="en-US" sz="2000" dirty="0">
                <a:latin typeface="Tahoma" panose="020B0604030504040204" pitchFamily="34" charset="0"/>
              </a:rPr>
              <a:t>.</a:t>
            </a:r>
          </a:p>
          <a:p>
            <a:pPr algn="ctr">
              <a:spcBef>
                <a:spcPct val="50000"/>
              </a:spcBef>
              <a:buNone/>
            </a:pPr>
            <a:r>
              <a:rPr lang="en-US" altLang="en-US" sz="2000" dirty="0">
                <a:latin typeface="Tahoma" panose="020B0604030504040204" pitchFamily="34" charset="0"/>
              </a:rPr>
              <a:t>Calls of </a:t>
            </a:r>
            <a:r>
              <a:rPr lang="en-US" altLang="en-US" sz="2000" dirty="0">
                <a:solidFill>
                  <a:srgbClr val="0000FF"/>
                </a:solidFill>
                <a:latin typeface="Tahoma" panose="020B0604030504040204" pitchFamily="34" charset="0"/>
              </a:rPr>
              <a:t>overridden methods </a:t>
            </a:r>
            <a:r>
              <a:rPr lang="en-US" altLang="en-US" sz="2000" dirty="0">
                <a:latin typeface="Tahoma" panose="020B0604030504040204" pitchFamily="34" charset="0"/>
              </a:rPr>
              <a:t>are determined </a:t>
            </a:r>
            <a:r>
              <a:rPr lang="en-US" altLang="en-US" sz="2000" dirty="0">
                <a:solidFill>
                  <a:srgbClr val="0000FF"/>
                </a:solidFill>
                <a:latin typeface="Tahoma" panose="020B0604030504040204" pitchFamily="34" charset="0"/>
              </a:rPr>
              <a:t>at run time</a:t>
            </a:r>
            <a:r>
              <a:rPr lang="en-US" altLang="en-US" sz="2000" dirty="0">
                <a:latin typeface="Tahoma" panose="020B0604030504040204" pitchFamily="34" charset="0"/>
              </a:rPr>
              <a:t>.</a:t>
            </a:r>
          </a:p>
        </p:txBody>
      </p:sp>
      <p:sp>
        <p:nvSpPr>
          <p:cNvPr id="2" name="Rectangle 1">
            <a:extLst>
              <a:ext uri="{FF2B5EF4-FFF2-40B4-BE49-F238E27FC236}">
                <a16:creationId xmlns:a16="http://schemas.microsoft.com/office/drawing/2014/main" id="{DDFD1058-98C3-434C-8E90-AD5F3AB65384}"/>
              </a:ext>
            </a:extLst>
          </p:cNvPr>
          <p:cNvSpPr/>
          <p:nvPr/>
        </p:nvSpPr>
        <p:spPr>
          <a:xfrm>
            <a:off x="1676476" y="2341783"/>
            <a:ext cx="5288640" cy="907941"/>
          </a:xfrm>
          <a:prstGeom prst="rect">
            <a:avLst/>
          </a:prstGeom>
        </p:spPr>
        <p:txBody>
          <a:bodyPr wrap="square">
            <a:spAutoFit/>
          </a:bodyPr>
          <a:lstStyle/>
          <a:p>
            <a:pPr>
              <a:spcAft>
                <a:spcPts val="600"/>
              </a:spcAft>
            </a:pPr>
            <a:r>
              <a:rPr lang="en-US" altLang="en-US" sz="2400" dirty="0">
                <a:solidFill>
                  <a:srgbClr val="176B25"/>
                </a:solidFill>
                <a:latin typeface="Courier New" panose="02070309020205020404" pitchFamily="49" charset="0"/>
                <a:cs typeface="Courier New" panose="02070309020205020404" pitchFamily="49" charset="0"/>
              </a:rPr>
              <a:t>// In the main method:</a:t>
            </a:r>
          </a:p>
          <a:p>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00FF"/>
                </a:solidFill>
                <a:latin typeface="Courier New" panose="02070309020205020404" pitchFamily="49" charset="0"/>
                <a:cs typeface="Courier New" panose="02070309020205020404" pitchFamily="49" charset="0"/>
              </a:rPr>
              <a:t>null</a:t>
            </a:r>
            <a:r>
              <a:rPr lang="en-US" altLang="en-US" sz="2400" dirty="0">
                <a:latin typeface="Courier New" panose="02070309020205020404" pitchFamily="49" charset="0"/>
                <a:cs typeface="Courier New" panose="02070309020205020404" pitchFamily="49" charset="0"/>
              </a:rPr>
              <a:t>);</a:t>
            </a:r>
          </a:p>
        </p:txBody>
      </p:sp>
      <p:sp>
        <p:nvSpPr>
          <p:cNvPr id="6" name="Rectangle 2">
            <a:extLst>
              <a:ext uri="{FF2B5EF4-FFF2-40B4-BE49-F238E27FC236}">
                <a16:creationId xmlns:a16="http://schemas.microsoft.com/office/drawing/2014/main" id="{EDCE9E28-5F41-4D17-8C89-77569E970C1F}"/>
              </a:ext>
            </a:extLst>
          </p:cNvPr>
          <p:cNvSpPr>
            <a:spLocks noChangeArrowheads="1"/>
          </p:cNvSpPr>
          <p:nvPr/>
        </p:nvSpPr>
        <p:spPr bwMode="auto">
          <a:xfrm>
            <a:off x="381110" y="3581396"/>
            <a:ext cx="838178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B050"/>
                </a:solidFill>
                <a:latin typeface="Courier New" panose="02070309020205020404" pitchFamily="49" charset="0"/>
                <a:cs typeface="Courier New" panose="02070309020205020404" pitchFamily="49" charset="0"/>
              </a:rPr>
              <a:t>StringBuilder</a:t>
            </a:r>
            <a:r>
              <a:rPr lang="en-US" altLang="en-US" sz="2400" dirty="0">
                <a:latin typeface="Courier New" panose="02070309020205020404" pitchFamily="49" charset="0"/>
                <a:cs typeface="Courier New" panose="02070309020205020404" pitchFamily="49" charset="0"/>
              </a:rPr>
              <a:t>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
        <p:nvSpPr>
          <p:cNvPr id="3" name="TextBox 2">
            <a:extLst>
              <a:ext uri="{FF2B5EF4-FFF2-40B4-BE49-F238E27FC236}">
                <a16:creationId xmlns:a16="http://schemas.microsoft.com/office/drawing/2014/main" id="{A21CB8D9-F853-9386-6505-B75E9EBD9657}"/>
              </a:ext>
            </a:extLst>
          </p:cNvPr>
          <p:cNvSpPr txBox="1"/>
          <p:nvPr/>
        </p:nvSpPr>
        <p:spPr>
          <a:xfrm>
            <a:off x="990694" y="5181554"/>
            <a:ext cx="7543602" cy="1600438"/>
          </a:xfrm>
          <a:prstGeom prst="rect">
            <a:avLst/>
          </a:prstGeom>
          <a:noFill/>
        </p:spPr>
        <p:txBody>
          <a:bodyPr wrap="square" rtlCol="0">
            <a:spAutoFit/>
          </a:bodyPr>
          <a:lstStyle/>
          <a:p>
            <a:pPr algn="ctr">
              <a:lnSpc>
                <a:spcPct val="150000"/>
              </a:lnSpc>
            </a:pPr>
            <a:r>
              <a:rPr lang="en-US" altLang="en-US" sz="2800" dirty="0">
                <a:solidFill>
                  <a:srgbClr val="00B050"/>
                </a:solidFill>
                <a:latin typeface="Comic Sans MS" panose="030F0702030302020204" pitchFamily="66" charset="0"/>
                <a:sym typeface="Wingdings" panose="05000000000000000000" pitchFamily="2" charset="2"/>
              </a:rPr>
              <a:t>There is a winner:</a:t>
            </a:r>
            <a:endParaRPr lang="en-US" sz="2800" dirty="0">
              <a:solidFill>
                <a:srgbClr val="00B050"/>
              </a:solidFill>
              <a:latin typeface="Comic Sans MS" panose="030F0702030302020204" pitchFamily="66" charset="0"/>
            </a:endParaRPr>
          </a:p>
          <a:p>
            <a:pPr>
              <a:tabLst>
                <a:tab pos="4459288" algn="l"/>
              </a:tabLst>
            </a:pPr>
            <a:r>
              <a:rPr lang="en-US" altLang="en-US" sz="2800" dirty="0">
                <a:solidFill>
                  <a:srgbClr val="00B050"/>
                </a:solidFill>
                <a:latin typeface="Comic Sans MS" panose="030F0702030302020204" pitchFamily="66" charset="0"/>
              </a:rPr>
              <a:t>Object </a:t>
            </a:r>
            <a:r>
              <a:rPr lang="en-US" altLang="en-US" sz="2800" dirty="0">
                <a:solidFill>
                  <a:srgbClr val="00B050"/>
                </a:solidFill>
                <a:latin typeface="Comic Sans MS" panose="030F0702030302020204" pitchFamily="66" charset="0"/>
                <a:sym typeface="Wingdings" panose="05000000000000000000" pitchFamily="2" charset="2"/>
              </a:rPr>
              <a:t> </a:t>
            </a:r>
            <a:r>
              <a:rPr lang="en-US" altLang="en-US" sz="2800" dirty="0">
                <a:solidFill>
                  <a:srgbClr val="00B050"/>
                </a:solidFill>
                <a:latin typeface="Comic Sans MS" panose="030F0702030302020204" pitchFamily="66" charset="0"/>
              </a:rPr>
              <a:t>Comparable	</a:t>
            </a:r>
            <a:endParaRPr lang="en-US" altLang="en-US" sz="2800" dirty="0">
              <a:solidFill>
                <a:srgbClr val="00B050"/>
              </a:solidFill>
              <a:latin typeface="Comic Sans MS" panose="030F0702030302020204" pitchFamily="66" charset="0"/>
              <a:sym typeface="Wingdings" panose="05000000000000000000" pitchFamily="2" charset="2"/>
            </a:endParaRPr>
          </a:p>
          <a:p>
            <a:pPr>
              <a:tabLst>
                <a:tab pos="4459288" algn="l"/>
              </a:tabLst>
            </a:pPr>
            <a:r>
              <a:rPr lang="en-US" altLang="en-US" sz="2800" dirty="0">
                <a:solidFill>
                  <a:srgbClr val="00B050"/>
                </a:solidFill>
                <a:latin typeface="Comic Sans MS" panose="030F0702030302020204" pitchFamily="66" charset="0"/>
              </a:rPr>
              <a:t>Object </a:t>
            </a:r>
            <a:r>
              <a:rPr lang="en-US" altLang="en-US" sz="2800" dirty="0">
                <a:solidFill>
                  <a:srgbClr val="00B050"/>
                </a:solidFill>
                <a:latin typeface="Comic Sans MS" panose="030F0702030302020204" pitchFamily="66" charset="0"/>
                <a:sym typeface="Wingdings" panose="05000000000000000000" pitchFamily="2" charset="2"/>
              </a:rPr>
              <a:t> </a:t>
            </a:r>
            <a:r>
              <a:rPr lang="en-US" altLang="en-US" sz="2800" dirty="0" err="1">
                <a:solidFill>
                  <a:srgbClr val="00B050"/>
                </a:solidFill>
                <a:latin typeface="Comic Sans MS" panose="030F0702030302020204" pitchFamily="66" charset="0"/>
                <a:sym typeface="Wingdings" panose="05000000000000000000" pitchFamily="2" charset="2"/>
              </a:rPr>
              <a:t>CharSequence</a:t>
            </a:r>
            <a:r>
              <a:rPr lang="en-US" altLang="en-US" sz="2800" dirty="0">
                <a:solidFill>
                  <a:srgbClr val="00B050"/>
                </a:solidFill>
                <a:latin typeface="Comic Sans MS" panose="030F0702030302020204" pitchFamily="66" charset="0"/>
                <a:sym typeface="Wingdings" panose="05000000000000000000" pitchFamily="2" charset="2"/>
              </a:rPr>
              <a:t>	 StringBuilder</a:t>
            </a:r>
            <a:endParaRPr lang="en-US" altLang="en-US" sz="2800" dirty="0">
              <a:solidFill>
                <a:srgbClr val="00B050"/>
              </a:solidFill>
              <a:latin typeface="Comic Sans MS" panose="030F0702030302020204" pitchFamily="66" charset="0"/>
            </a:endParaRPr>
          </a:p>
        </p:txBody>
      </p:sp>
    </p:spTree>
    <p:extLst>
      <p:ext uri="{BB962C8B-B14F-4D97-AF65-F5344CB8AC3E}">
        <p14:creationId xmlns:p14="http://schemas.microsoft.com/office/powerpoint/2010/main" val="16876141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0"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3" grpId="0"/>
    </p:bldLst>
  </p:timing>
</p:sld>
</file>

<file path=ppt/slides/slide37.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sp>
        <p:nvSpPr>
          <p:cNvPr id="111619" name="Rectangle 2"/>
          <p:cNvSpPr>
            <a:spLocks noChangeArrowheads="1"/>
          </p:cNvSpPr>
          <p:nvPr/>
        </p:nvSpPr>
        <p:spPr bwMode="auto">
          <a:xfrm>
            <a:off x="381110" y="3581396"/>
            <a:ext cx="838178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write(String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sp>
        <p:nvSpPr>
          <p:cNvPr id="111620" name="WordArt 3"/>
          <p:cNvSpPr>
            <a:spLocks noChangeArrowheads="1" noChangeShapeType="1" noTextEdit="1"/>
          </p:cNvSpPr>
          <p:nvPr/>
        </p:nvSpPr>
        <p:spPr bwMode="auto">
          <a:xfrm>
            <a:off x="685800" y="228600"/>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Choosing based on matching</a:t>
            </a:r>
          </a:p>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parameter type and reference type</a:t>
            </a:r>
          </a:p>
        </p:txBody>
      </p:sp>
      <p:sp>
        <p:nvSpPr>
          <p:cNvPr id="111621" name="Rectangle 1"/>
          <p:cNvSpPr>
            <a:spLocks noChangeArrowheads="1"/>
          </p:cNvSpPr>
          <p:nvPr/>
        </p:nvSpPr>
        <p:spPr bwMode="auto">
          <a:xfrm>
            <a:off x="304912" y="1143060"/>
            <a:ext cx="8381780"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000" dirty="0">
                <a:latin typeface="Tahoma" panose="020B0604030504040204" pitchFamily="34" charset="0"/>
              </a:rPr>
              <a:t>Calls of </a:t>
            </a:r>
            <a:r>
              <a:rPr lang="en-US" altLang="en-US" sz="2000" dirty="0">
                <a:solidFill>
                  <a:srgbClr val="612A8A"/>
                </a:solidFill>
                <a:latin typeface="Tahoma" panose="020B0604030504040204" pitchFamily="34" charset="0"/>
              </a:rPr>
              <a:t>overloaded methods </a:t>
            </a:r>
            <a:r>
              <a:rPr lang="en-US" altLang="en-US" sz="2000" dirty="0">
                <a:latin typeface="Tahoma" panose="020B0604030504040204" pitchFamily="34" charset="0"/>
              </a:rPr>
              <a:t>are locked down </a:t>
            </a:r>
            <a:r>
              <a:rPr lang="en-US" altLang="en-US" sz="2000" dirty="0">
                <a:solidFill>
                  <a:srgbClr val="612A8A"/>
                </a:solidFill>
                <a:latin typeface="Tahoma" panose="020B0604030504040204" pitchFamily="34" charset="0"/>
              </a:rPr>
              <a:t>at compile time</a:t>
            </a:r>
            <a:r>
              <a:rPr lang="en-US" altLang="en-US" sz="2000" dirty="0">
                <a:latin typeface="Tahoma" panose="020B0604030504040204" pitchFamily="34" charset="0"/>
              </a:rPr>
              <a:t>.</a:t>
            </a:r>
          </a:p>
          <a:p>
            <a:pPr algn="ctr">
              <a:spcBef>
                <a:spcPct val="50000"/>
              </a:spcBef>
              <a:buNone/>
            </a:pPr>
            <a:r>
              <a:rPr lang="en-US" altLang="en-US" sz="2000" dirty="0">
                <a:latin typeface="Tahoma" panose="020B0604030504040204" pitchFamily="34" charset="0"/>
              </a:rPr>
              <a:t>Calls of </a:t>
            </a:r>
            <a:r>
              <a:rPr lang="en-US" altLang="en-US" sz="2000" dirty="0">
                <a:solidFill>
                  <a:srgbClr val="0000FF"/>
                </a:solidFill>
                <a:latin typeface="Tahoma" panose="020B0604030504040204" pitchFamily="34" charset="0"/>
              </a:rPr>
              <a:t>overridden methods </a:t>
            </a:r>
            <a:r>
              <a:rPr lang="en-US" altLang="en-US" sz="2000" dirty="0">
                <a:latin typeface="Tahoma" panose="020B0604030504040204" pitchFamily="34" charset="0"/>
              </a:rPr>
              <a:t>are determined </a:t>
            </a:r>
            <a:r>
              <a:rPr lang="en-US" altLang="en-US" sz="2000" dirty="0">
                <a:solidFill>
                  <a:srgbClr val="0000FF"/>
                </a:solidFill>
                <a:latin typeface="Tahoma" panose="020B0604030504040204" pitchFamily="34" charset="0"/>
              </a:rPr>
              <a:t>at run time</a:t>
            </a:r>
            <a:r>
              <a:rPr lang="en-US" altLang="en-US" sz="2000" dirty="0">
                <a:latin typeface="Tahoma" panose="020B0604030504040204" pitchFamily="34" charset="0"/>
              </a:rPr>
              <a:t>.</a:t>
            </a:r>
          </a:p>
        </p:txBody>
      </p:sp>
      <p:sp>
        <p:nvSpPr>
          <p:cNvPr id="2" name="Rectangle 1">
            <a:extLst>
              <a:ext uri="{FF2B5EF4-FFF2-40B4-BE49-F238E27FC236}">
                <a16:creationId xmlns:a16="http://schemas.microsoft.com/office/drawing/2014/main" id="{DDFD1058-98C3-434C-8E90-AD5F3AB65384}"/>
              </a:ext>
            </a:extLst>
          </p:cNvPr>
          <p:cNvSpPr/>
          <p:nvPr/>
        </p:nvSpPr>
        <p:spPr>
          <a:xfrm>
            <a:off x="1676476" y="2341783"/>
            <a:ext cx="5288640" cy="907941"/>
          </a:xfrm>
          <a:prstGeom prst="rect">
            <a:avLst/>
          </a:prstGeom>
        </p:spPr>
        <p:txBody>
          <a:bodyPr wrap="square">
            <a:spAutoFit/>
          </a:bodyPr>
          <a:lstStyle/>
          <a:p>
            <a:pPr>
              <a:spcAft>
                <a:spcPts val="600"/>
              </a:spcAft>
            </a:pPr>
            <a:r>
              <a:rPr lang="en-US" altLang="en-US" sz="2400" dirty="0">
                <a:solidFill>
                  <a:srgbClr val="176B25"/>
                </a:solidFill>
                <a:latin typeface="Courier New" panose="02070309020205020404" pitchFamily="49" charset="0"/>
                <a:cs typeface="Courier New" panose="02070309020205020404" pitchFamily="49" charset="0"/>
              </a:rPr>
              <a:t>// In the main method:</a:t>
            </a:r>
          </a:p>
          <a:p>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00FF"/>
                </a:solidFill>
                <a:latin typeface="Courier New" panose="02070309020205020404" pitchFamily="49" charset="0"/>
                <a:cs typeface="Courier New" panose="02070309020205020404" pitchFamily="49" charset="0"/>
              </a:rPr>
              <a:t>null</a:t>
            </a:r>
            <a:r>
              <a:rPr lang="en-US" altLang="en-US" sz="2400" dirty="0">
                <a:latin typeface="Courier New" panose="02070309020205020404" pitchFamily="49" charset="0"/>
                <a:cs typeface="Courier New" panose="02070309020205020404" pitchFamily="49" charset="0"/>
              </a:rPr>
              <a:t>);</a:t>
            </a:r>
          </a:p>
        </p:txBody>
      </p:sp>
      <p:sp>
        <p:nvSpPr>
          <p:cNvPr id="6" name="Rectangle 2">
            <a:extLst>
              <a:ext uri="{FF2B5EF4-FFF2-40B4-BE49-F238E27FC236}">
                <a16:creationId xmlns:a16="http://schemas.microsoft.com/office/drawing/2014/main" id="{EDCE9E28-5F41-4D17-8C89-77569E970C1F}"/>
              </a:ext>
            </a:extLst>
          </p:cNvPr>
          <p:cNvSpPr>
            <a:spLocks noChangeArrowheads="1"/>
          </p:cNvSpPr>
          <p:nvPr/>
        </p:nvSpPr>
        <p:spPr bwMode="auto">
          <a:xfrm>
            <a:off x="381110" y="3581396"/>
            <a:ext cx="838178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write(Object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write(Comparable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err="1">
                <a:latin typeface="Courier New" panose="02070309020205020404" pitchFamily="49" charset="0"/>
                <a:cs typeface="Courier New" panose="02070309020205020404" pitchFamily="49" charset="0"/>
              </a:rPr>
              <a:t>CharSequence</a:t>
            </a:r>
            <a:r>
              <a:rPr lang="en-US" altLang="en-US" sz="2400" dirty="0">
                <a:latin typeface="Courier New" panose="02070309020205020404" pitchFamily="49" charset="0"/>
                <a:cs typeface="Courier New" panose="02070309020205020404" pitchFamily="49" charset="0"/>
              </a:rPr>
              <a:t> obj) </a:t>
            </a:r>
          </a:p>
          <a:p>
            <a:pPr>
              <a:spcBef>
                <a:spcPct val="0"/>
              </a:spcBef>
              <a:buNone/>
            </a:pPr>
            <a:r>
              <a:rPr lang="en-US" altLang="en-US" sz="2400" b="0" dirty="0">
                <a:latin typeface="Courier New" panose="02070309020205020404" pitchFamily="49" charset="0"/>
                <a:cs typeface="Courier New" panose="02070309020205020404" pitchFamily="49" charset="0"/>
              </a:rPr>
              <a:t>public static void </a:t>
            </a:r>
            <a:r>
              <a:rPr lang="en-US" altLang="en-US" sz="2400" dirty="0">
                <a:latin typeface="Courier New" panose="02070309020205020404" pitchFamily="49" charset="0"/>
                <a:cs typeface="Courier New" panose="02070309020205020404" pitchFamily="49" charset="0"/>
              </a:rPr>
              <a:t>write(</a:t>
            </a:r>
            <a:r>
              <a:rPr lang="en-US" altLang="en-US" sz="2400" dirty="0">
                <a:solidFill>
                  <a:srgbClr val="00B050"/>
                </a:solidFill>
                <a:latin typeface="Courier New" panose="02070309020205020404" pitchFamily="49" charset="0"/>
                <a:cs typeface="Courier New" panose="02070309020205020404" pitchFamily="49" charset="0"/>
              </a:rPr>
              <a:t>String</a:t>
            </a:r>
            <a:r>
              <a:rPr lang="en-US" altLang="en-US" sz="2400" dirty="0">
                <a:latin typeface="Courier New" panose="02070309020205020404" pitchFamily="49" charset="0"/>
                <a:cs typeface="Courier New" panose="02070309020205020404" pitchFamily="49" charset="0"/>
              </a:rPr>
              <a:t> </a:t>
            </a:r>
            <a:r>
              <a:rPr lang="en-US" altLang="en-US" sz="2400" dirty="0" err="1">
                <a:latin typeface="Courier New" panose="02070309020205020404" pitchFamily="49" charset="0"/>
                <a:cs typeface="Courier New" panose="02070309020205020404" pitchFamily="49" charset="0"/>
              </a:rPr>
              <a:t>stbr</a:t>
            </a:r>
            <a:r>
              <a:rPr lang="en-US" altLang="en-US" sz="2400" dirty="0">
                <a:latin typeface="Courier New" panose="02070309020205020404" pitchFamily="49" charset="0"/>
                <a:cs typeface="Courier New" panose="02070309020205020404" pitchFamily="49" charset="0"/>
              </a:rPr>
              <a:t>)</a:t>
            </a:r>
          </a:p>
        </p:txBody>
      </p:sp>
      <p:grpSp>
        <p:nvGrpSpPr>
          <p:cNvPr id="10" name="Group 9">
            <a:extLst>
              <a:ext uri="{FF2B5EF4-FFF2-40B4-BE49-F238E27FC236}">
                <a16:creationId xmlns:a16="http://schemas.microsoft.com/office/drawing/2014/main" id="{0EFEB578-39A2-98C8-3E23-5509242D147B}"/>
              </a:ext>
            </a:extLst>
          </p:cNvPr>
          <p:cNvGrpSpPr/>
          <p:nvPr/>
        </p:nvGrpSpPr>
        <p:grpSpPr>
          <a:xfrm>
            <a:off x="990694" y="5181554"/>
            <a:ext cx="7543602" cy="1600438"/>
            <a:chOff x="990694" y="5181554"/>
            <a:chExt cx="7543602" cy="1600438"/>
          </a:xfrm>
        </p:grpSpPr>
        <p:sp>
          <p:nvSpPr>
            <p:cNvPr id="3" name="TextBox 2">
              <a:extLst>
                <a:ext uri="{FF2B5EF4-FFF2-40B4-BE49-F238E27FC236}">
                  <a16:creationId xmlns:a16="http://schemas.microsoft.com/office/drawing/2014/main" id="{33B883DF-249A-818C-163C-F837DA89F7B3}"/>
                </a:ext>
              </a:extLst>
            </p:cNvPr>
            <p:cNvSpPr txBox="1"/>
            <p:nvPr/>
          </p:nvSpPr>
          <p:spPr>
            <a:xfrm>
              <a:off x="990694" y="5181554"/>
              <a:ext cx="7543602" cy="1600438"/>
            </a:xfrm>
            <a:prstGeom prst="rect">
              <a:avLst/>
            </a:prstGeom>
            <a:noFill/>
          </p:spPr>
          <p:txBody>
            <a:bodyPr wrap="square" rtlCol="0">
              <a:spAutoFit/>
            </a:bodyPr>
            <a:lstStyle/>
            <a:p>
              <a:pPr algn="ctr">
                <a:lnSpc>
                  <a:spcPct val="150000"/>
                </a:lnSpc>
              </a:pPr>
              <a:r>
                <a:rPr lang="en-US" altLang="en-US" sz="2800" dirty="0">
                  <a:solidFill>
                    <a:srgbClr val="00B050"/>
                  </a:solidFill>
                  <a:latin typeface="Comic Sans MS" panose="030F0702030302020204" pitchFamily="66" charset="0"/>
                  <a:sym typeface="Wingdings" panose="05000000000000000000" pitchFamily="2" charset="2"/>
                </a:rPr>
                <a:t>There is a winner:</a:t>
              </a:r>
              <a:endParaRPr lang="en-US" sz="2800" dirty="0">
                <a:solidFill>
                  <a:srgbClr val="00B050"/>
                </a:solidFill>
                <a:latin typeface="Comic Sans MS" panose="030F0702030302020204" pitchFamily="66" charset="0"/>
              </a:endParaRPr>
            </a:p>
            <a:p>
              <a:pPr>
                <a:tabLst>
                  <a:tab pos="4459288" algn="l"/>
                </a:tabLst>
              </a:pPr>
              <a:r>
                <a:rPr lang="en-US" altLang="en-US" sz="2800" dirty="0">
                  <a:solidFill>
                    <a:srgbClr val="00B050"/>
                  </a:solidFill>
                  <a:latin typeface="Comic Sans MS" panose="030F0702030302020204" pitchFamily="66" charset="0"/>
                </a:rPr>
                <a:t>Object </a:t>
              </a:r>
              <a:r>
                <a:rPr lang="en-US" altLang="en-US" sz="2800" dirty="0">
                  <a:solidFill>
                    <a:srgbClr val="00B050"/>
                  </a:solidFill>
                  <a:latin typeface="Comic Sans MS" panose="030F0702030302020204" pitchFamily="66" charset="0"/>
                  <a:sym typeface="Wingdings" panose="05000000000000000000" pitchFamily="2" charset="2"/>
                </a:rPr>
                <a:t>  </a:t>
              </a:r>
              <a:r>
                <a:rPr lang="en-US" altLang="en-US" sz="2800" dirty="0">
                  <a:solidFill>
                    <a:srgbClr val="00B050"/>
                  </a:solidFill>
                  <a:latin typeface="Comic Sans MS" panose="030F0702030302020204" pitchFamily="66" charset="0"/>
                </a:rPr>
                <a:t>Comparable	</a:t>
              </a:r>
              <a:endParaRPr lang="en-US" altLang="en-US" sz="2800" dirty="0">
                <a:solidFill>
                  <a:srgbClr val="00B050"/>
                </a:solidFill>
                <a:latin typeface="Comic Sans MS" panose="030F0702030302020204" pitchFamily="66" charset="0"/>
                <a:sym typeface="Wingdings" panose="05000000000000000000" pitchFamily="2" charset="2"/>
              </a:endParaRPr>
            </a:p>
            <a:p>
              <a:pPr>
                <a:tabLst>
                  <a:tab pos="4459288" algn="l"/>
                </a:tabLst>
              </a:pPr>
              <a:r>
                <a:rPr lang="en-US" altLang="en-US" sz="2800" dirty="0">
                  <a:solidFill>
                    <a:srgbClr val="00B050"/>
                  </a:solidFill>
                  <a:latin typeface="Comic Sans MS" panose="030F0702030302020204" pitchFamily="66" charset="0"/>
                </a:rPr>
                <a:t>Object </a:t>
              </a:r>
              <a:r>
                <a:rPr lang="en-US" altLang="en-US" sz="2800" dirty="0">
                  <a:solidFill>
                    <a:srgbClr val="00B050"/>
                  </a:solidFill>
                  <a:latin typeface="Comic Sans MS" panose="030F0702030302020204" pitchFamily="66" charset="0"/>
                  <a:sym typeface="Wingdings" panose="05000000000000000000" pitchFamily="2" charset="2"/>
                </a:rPr>
                <a:t> </a:t>
              </a:r>
              <a:r>
                <a:rPr lang="en-US" altLang="en-US" sz="2800" dirty="0" err="1">
                  <a:solidFill>
                    <a:srgbClr val="00B050"/>
                  </a:solidFill>
                  <a:latin typeface="Comic Sans MS" panose="030F0702030302020204" pitchFamily="66" charset="0"/>
                  <a:sym typeface="Wingdings" panose="05000000000000000000" pitchFamily="2" charset="2"/>
                </a:rPr>
                <a:t>CharSequence</a:t>
              </a:r>
              <a:endParaRPr lang="en-US" altLang="en-US" sz="2800" dirty="0">
                <a:solidFill>
                  <a:srgbClr val="00B050"/>
                </a:solidFill>
                <a:latin typeface="Comic Sans MS" panose="030F0702030302020204" pitchFamily="66" charset="0"/>
              </a:endParaRPr>
            </a:p>
          </p:txBody>
        </p:sp>
        <p:sp>
          <p:nvSpPr>
            <p:cNvPr id="5" name="TextBox 4">
              <a:extLst>
                <a:ext uri="{FF2B5EF4-FFF2-40B4-BE49-F238E27FC236}">
                  <a16:creationId xmlns:a16="http://schemas.microsoft.com/office/drawing/2014/main" id="{A458C8A8-35D7-26F5-960C-3C455BB44937}"/>
                </a:ext>
              </a:extLst>
            </p:cNvPr>
            <p:cNvSpPr txBox="1"/>
            <p:nvPr/>
          </p:nvSpPr>
          <p:spPr>
            <a:xfrm>
              <a:off x="5635858" y="5981773"/>
              <a:ext cx="1447822" cy="523220"/>
            </a:xfrm>
            <a:prstGeom prst="rect">
              <a:avLst/>
            </a:prstGeom>
            <a:noFill/>
          </p:spPr>
          <p:txBody>
            <a:bodyPr wrap="square">
              <a:spAutoFit/>
            </a:bodyPr>
            <a:lstStyle/>
            <a:p>
              <a:r>
                <a:rPr lang="en-US" altLang="en-US" sz="2800" dirty="0">
                  <a:solidFill>
                    <a:srgbClr val="00B050"/>
                  </a:solidFill>
                  <a:latin typeface="Comic Sans MS" panose="030F0702030302020204" pitchFamily="66" charset="0"/>
                  <a:sym typeface="Wingdings" panose="05000000000000000000" pitchFamily="2" charset="2"/>
                </a:rPr>
                <a:t>String</a:t>
              </a:r>
              <a:endParaRPr lang="en-US" sz="2800" dirty="0"/>
            </a:p>
          </p:txBody>
        </p:sp>
        <p:sp>
          <p:nvSpPr>
            <p:cNvPr id="8" name="TextBox 7">
              <a:extLst>
                <a:ext uri="{FF2B5EF4-FFF2-40B4-BE49-F238E27FC236}">
                  <a16:creationId xmlns:a16="http://schemas.microsoft.com/office/drawing/2014/main" id="{49B52A3E-9A7E-6F54-EB90-DD911EAEA552}"/>
                </a:ext>
              </a:extLst>
            </p:cNvPr>
            <p:cNvSpPr txBox="1"/>
            <p:nvPr/>
          </p:nvSpPr>
          <p:spPr>
            <a:xfrm rot="20045884">
              <a:off x="5269070" y="6186163"/>
              <a:ext cx="533446" cy="523220"/>
            </a:xfrm>
            <a:prstGeom prst="rect">
              <a:avLst/>
            </a:prstGeom>
            <a:noFill/>
          </p:spPr>
          <p:txBody>
            <a:bodyPr wrap="square">
              <a:spAutoFit/>
            </a:bodyPr>
            <a:lstStyle/>
            <a:p>
              <a:r>
                <a:rPr lang="en-US" altLang="en-US" sz="2800" dirty="0">
                  <a:solidFill>
                    <a:srgbClr val="00B050"/>
                  </a:solidFill>
                  <a:latin typeface="Comic Sans MS" panose="030F0702030302020204" pitchFamily="66" charset="0"/>
                  <a:sym typeface="Wingdings" panose="05000000000000000000" pitchFamily="2" charset="2"/>
                </a:rPr>
                <a:t></a:t>
              </a:r>
              <a:endParaRPr lang="en-US" sz="2800" dirty="0"/>
            </a:p>
          </p:txBody>
        </p:sp>
        <p:sp>
          <p:nvSpPr>
            <p:cNvPr id="9" name="TextBox 8">
              <a:extLst>
                <a:ext uri="{FF2B5EF4-FFF2-40B4-BE49-F238E27FC236}">
                  <a16:creationId xmlns:a16="http://schemas.microsoft.com/office/drawing/2014/main" id="{AE6B8304-8F77-7ECC-A8C1-70861ECF4E9C}"/>
                </a:ext>
              </a:extLst>
            </p:cNvPr>
            <p:cNvSpPr txBox="1"/>
            <p:nvPr/>
          </p:nvSpPr>
          <p:spPr>
            <a:xfrm rot="465496">
              <a:off x="5209684" y="5883454"/>
              <a:ext cx="533446" cy="523220"/>
            </a:xfrm>
            <a:prstGeom prst="rect">
              <a:avLst/>
            </a:prstGeom>
            <a:noFill/>
          </p:spPr>
          <p:txBody>
            <a:bodyPr wrap="square">
              <a:spAutoFit/>
            </a:bodyPr>
            <a:lstStyle/>
            <a:p>
              <a:r>
                <a:rPr lang="en-US" altLang="en-US" sz="2800" dirty="0">
                  <a:solidFill>
                    <a:srgbClr val="00B050"/>
                  </a:solidFill>
                  <a:latin typeface="Comic Sans MS" panose="030F0702030302020204" pitchFamily="66" charset="0"/>
                  <a:sym typeface="Wingdings" panose="05000000000000000000" pitchFamily="2" charset="2"/>
                </a:rPr>
                <a:t></a:t>
              </a:r>
              <a:endParaRPr lang="en-US" sz="2800" dirty="0"/>
            </a:p>
          </p:txBody>
        </p:sp>
      </p:grpSp>
    </p:spTree>
    <p:extLst>
      <p:ext uri="{BB962C8B-B14F-4D97-AF65-F5344CB8AC3E}">
        <p14:creationId xmlns:p14="http://schemas.microsoft.com/office/powerpoint/2010/main" val="407735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05B6701-9434-23D5-4AD7-84D0327B068C}"/>
              </a:ext>
            </a:extLst>
          </p:cNvPr>
          <p:cNvSpPr/>
          <p:nvPr/>
        </p:nvSpPr>
        <p:spPr>
          <a:xfrm>
            <a:off x="1780210" y="1676446"/>
            <a:ext cx="5583580" cy="2308324"/>
          </a:xfrm>
          <a:prstGeom prst="rect">
            <a:avLst/>
          </a:prstGeom>
          <a:noFill/>
        </p:spPr>
        <p:txBody>
          <a:bodyPr wrap="none" lIns="91440" tIns="45720" rIns="91440" bIns="45720">
            <a:spAutoFit/>
          </a:bodyPr>
          <a:lstStyle/>
          <a:p>
            <a:pPr algn="ctr"/>
            <a:r>
              <a:rPr lang="en-US" sz="7200" spc="50" dirty="0">
                <a:ln w="0"/>
                <a:solidFill>
                  <a:schemeClr val="bg2"/>
                </a:solidFill>
                <a:effectLst>
                  <a:innerShdw blurRad="63500" dist="50800" dir="13500000">
                    <a:srgbClr val="000000">
                      <a:alpha val="50000"/>
                    </a:srgbClr>
                  </a:innerShdw>
                </a:effectLst>
              </a:rPr>
              <a:t>Summary of</a:t>
            </a:r>
          </a:p>
          <a:p>
            <a:pPr algn="ctr"/>
            <a:r>
              <a:rPr lang="en-US" sz="7200" b="1" cap="none" spc="50" dirty="0">
                <a:ln w="0"/>
                <a:solidFill>
                  <a:schemeClr val="bg2"/>
                </a:solidFill>
                <a:effectLst>
                  <a:innerShdw blurRad="63500" dist="50800" dir="13500000">
                    <a:srgbClr val="000000">
                      <a:alpha val="50000"/>
                    </a:srgbClr>
                  </a:innerShdw>
                </a:effectLst>
              </a:rPr>
              <a:t>The Rules</a:t>
            </a:r>
          </a:p>
        </p:txBody>
      </p:sp>
    </p:spTree>
    <p:extLst>
      <p:ext uri="{BB962C8B-B14F-4D97-AF65-F5344CB8AC3E}">
        <p14:creationId xmlns:p14="http://schemas.microsoft.com/office/powerpoint/2010/main" val="27487878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bwMode="auto">
      <p:bgPr>
        <a:solidFill>
          <a:schemeClr val="accent3">
            <a:lumMod val="85000"/>
          </a:schemeClr>
        </a:solidFill>
        <a:effectLst/>
      </p:bgPr>
    </p:bg>
    <p:spTree>
      <p:nvGrpSpPr>
        <p:cNvPr id="1" name=""/>
        <p:cNvGrpSpPr/>
        <p:nvPr/>
      </p:nvGrpSpPr>
      <p:grpSpPr>
        <a:xfrm>
          <a:off x="0" y="0"/>
          <a:ext cx="0" cy="0"/>
          <a:chOff x="0" y="0"/>
          <a:chExt cx="0" cy="0"/>
        </a:xfrm>
      </p:grpSpPr>
      <p:sp>
        <p:nvSpPr>
          <p:cNvPr id="111619" name="Rectangle 2"/>
          <p:cNvSpPr>
            <a:spLocks noChangeArrowheads="1"/>
          </p:cNvSpPr>
          <p:nvPr/>
        </p:nvSpPr>
        <p:spPr bwMode="auto">
          <a:xfrm>
            <a:off x="0" y="838268"/>
            <a:ext cx="9144000" cy="60016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class </a:t>
            </a:r>
            <a:r>
              <a:rPr lang="en-US" altLang="en-US" sz="2400" dirty="0">
                <a:latin typeface="Courier New" panose="02070309020205020404" pitchFamily="49" charset="0"/>
                <a:cs typeface="Courier New" panose="02070309020205020404" pitchFamily="49" charset="0"/>
              </a:rPr>
              <a:t>Object</a:t>
            </a:r>
            <a:r>
              <a:rPr lang="en-US" altLang="en-US" sz="2400" b="0" dirty="0">
                <a:latin typeface="Courier New" panose="02070309020205020404" pitchFamily="49" charset="0"/>
                <a:cs typeface="Courier New" panose="02070309020205020404" pitchFamily="49" charset="0"/>
              </a:rPr>
              <a:t> {</a:t>
            </a:r>
          </a:p>
          <a:p>
            <a:pPr>
              <a:spcBef>
                <a:spcPct val="0"/>
              </a:spcBef>
              <a:buFontTx/>
              <a:buNone/>
            </a:pPr>
            <a:r>
              <a:rPr lang="en-US" altLang="en-US" sz="2400" b="0" dirty="0">
                <a:latin typeface="Courier New" panose="02070309020205020404" pitchFamily="49" charset="0"/>
                <a:cs typeface="Courier New" panose="02070309020205020404" pitchFamily="49" charset="0"/>
              </a:rPr>
              <a:t>   public String </a:t>
            </a:r>
            <a:r>
              <a:rPr lang="en-US" altLang="en-US" sz="2400" dirty="0" err="1">
                <a:latin typeface="Courier New" panose="02070309020205020404" pitchFamily="49" charset="0"/>
                <a:cs typeface="Courier New" panose="02070309020205020404" pitchFamily="49" charset="0"/>
              </a:rPr>
              <a:t>toString</a:t>
            </a:r>
            <a:r>
              <a:rPr lang="en-US" altLang="en-US" sz="2400" dirty="0">
                <a:latin typeface="Courier New" panose="02070309020205020404" pitchFamily="49" charset="0"/>
                <a:cs typeface="Courier New" panose="02070309020205020404" pitchFamily="49" charset="0"/>
              </a:rPr>
              <a:t>() </a:t>
            </a:r>
            <a:r>
              <a:rPr lang="en-US" altLang="en-US" sz="2400" b="0" dirty="0">
                <a:latin typeface="Courier New" panose="02070309020205020404" pitchFamily="49" charset="0"/>
                <a:cs typeface="Courier New" panose="02070309020205020404" pitchFamily="49" charset="0"/>
              </a:rPr>
              <a:t>{</a:t>
            </a:r>
          </a:p>
          <a:p>
            <a:pPr>
              <a:spcBef>
                <a:spcPct val="0"/>
              </a:spcBef>
              <a:buFontTx/>
              <a:buNone/>
            </a:pPr>
            <a:r>
              <a:rPr lang="en-US" sz="2400" b="0" dirty="0">
                <a:latin typeface="Courier New" panose="02070309020205020404" pitchFamily="49" charset="0"/>
                <a:cs typeface="Courier New" panose="02070309020205020404" pitchFamily="49" charset="0"/>
              </a:rPr>
              <a:t>     return </a:t>
            </a:r>
            <a:r>
              <a:rPr lang="en-US" sz="2400" b="0" dirty="0" err="1">
                <a:latin typeface="Courier New" panose="02070309020205020404" pitchFamily="49" charset="0"/>
                <a:cs typeface="Courier New" panose="02070309020205020404" pitchFamily="49" charset="0"/>
              </a:rPr>
              <a:t>getClass</a:t>
            </a:r>
            <a:r>
              <a:rPr lang="en-US" sz="2400" b="0" dirty="0">
                <a:latin typeface="Courier New" panose="02070309020205020404" pitchFamily="49" charset="0"/>
                <a:cs typeface="Courier New" panose="02070309020205020404" pitchFamily="49" charset="0"/>
              </a:rPr>
              <a:t>().</a:t>
            </a:r>
            <a:r>
              <a:rPr lang="en-US" sz="2400" b="0" dirty="0" err="1">
                <a:latin typeface="Courier New" panose="02070309020205020404" pitchFamily="49" charset="0"/>
                <a:cs typeface="Courier New" panose="02070309020205020404" pitchFamily="49" charset="0"/>
              </a:rPr>
              <a:t>getName</a:t>
            </a:r>
            <a:r>
              <a:rPr lang="en-US" sz="2400" b="0" dirty="0">
                <a:latin typeface="Courier New" panose="02070309020205020404" pitchFamily="49" charset="0"/>
                <a:cs typeface="Courier New" panose="02070309020205020404" pitchFamily="49" charset="0"/>
              </a:rPr>
              <a:t>() + "@" + </a:t>
            </a:r>
          </a:p>
          <a:p>
            <a:pPr>
              <a:spcBef>
                <a:spcPct val="0"/>
              </a:spcBef>
              <a:buFontTx/>
              <a:buNone/>
            </a:pPr>
            <a:r>
              <a:rPr lang="en-US" sz="2400" b="0" dirty="0">
                <a:latin typeface="Courier New" panose="02070309020205020404" pitchFamily="49" charset="0"/>
                <a:cs typeface="Courier New" panose="02070309020205020404" pitchFamily="49" charset="0"/>
              </a:rPr>
              <a:t>            </a:t>
            </a:r>
            <a:r>
              <a:rPr lang="en-US" sz="2400" b="0" dirty="0" err="1">
                <a:latin typeface="Courier New" panose="02070309020205020404" pitchFamily="49" charset="0"/>
                <a:cs typeface="Courier New" panose="02070309020205020404" pitchFamily="49" charset="0"/>
              </a:rPr>
              <a:t>Integer.toHexString</a:t>
            </a:r>
            <a:r>
              <a:rPr lang="en-US" sz="2400" b="0" dirty="0">
                <a:latin typeface="Courier New" panose="02070309020205020404" pitchFamily="49" charset="0"/>
                <a:cs typeface="Courier New" panose="02070309020205020404" pitchFamily="49" charset="0"/>
              </a:rPr>
              <a:t>(</a:t>
            </a:r>
            <a:r>
              <a:rPr lang="en-US" sz="2400" b="0" dirty="0" err="1">
                <a:latin typeface="Courier New" panose="02070309020205020404" pitchFamily="49" charset="0"/>
                <a:cs typeface="Courier New" panose="02070309020205020404" pitchFamily="49" charset="0"/>
              </a:rPr>
              <a:t>hashCode</a:t>
            </a:r>
            <a:r>
              <a:rPr lang="en-US" sz="2400" b="0" dirty="0">
                <a:latin typeface="Courier New" panose="02070309020205020404" pitchFamily="49" charset="0"/>
                <a:cs typeface="Courier New" panose="02070309020205020404" pitchFamily="49" charset="0"/>
              </a:rPr>
              <a:t>());</a:t>
            </a:r>
            <a:br>
              <a:rPr lang="en-US" sz="2400" b="0" dirty="0">
                <a:latin typeface="Courier New" panose="02070309020205020404" pitchFamily="49" charset="0"/>
                <a:cs typeface="Courier New" panose="02070309020205020404" pitchFamily="49" charset="0"/>
              </a:rPr>
            </a:br>
            <a:r>
              <a:rPr lang="en-US" sz="2400" b="0" dirty="0">
                <a:latin typeface="Courier New" panose="02070309020205020404" pitchFamily="49" charset="0"/>
                <a:cs typeface="Courier New" panose="02070309020205020404" pitchFamily="49" charset="0"/>
              </a:rPr>
              <a:t>   }</a:t>
            </a:r>
            <a:r>
              <a:rPr lang="en-US" altLang="en-US" sz="2400" b="0" dirty="0">
                <a:latin typeface="Courier New" panose="02070309020205020404" pitchFamily="49" charset="0"/>
                <a:cs typeface="Courier New" panose="02070309020205020404" pitchFamily="49" charset="0"/>
              </a:rPr>
              <a:t> </a:t>
            </a:r>
          </a:p>
          <a:p>
            <a:pPr>
              <a:spcBef>
                <a:spcPct val="0"/>
              </a:spcBef>
              <a:buNone/>
            </a:pPr>
            <a:r>
              <a:rPr lang="en-US" altLang="en-US" sz="2400" b="0" dirty="0">
                <a:latin typeface="Courier New" panose="02070309020205020404" pitchFamily="49" charset="0"/>
                <a:cs typeface="Courier New" panose="02070309020205020404" pitchFamily="49" charset="0"/>
              </a:rPr>
              <a:t>}</a:t>
            </a:r>
          </a:p>
          <a:p>
            <a:pPr>
              <a:spcBef>
                <a:spcPct val="0"/>
              </a:spcBef>
              <a:buNone/>
            </a:pPr>
            <a:r>
              <a:rPr lang="en-US" altLang="en-US" sz="2400" b="0" dirty="0">
                <a:latin typeface="Courier New" panose="02070309020205020404" pitchFamily="49" charset="0"/>
                <a:cs typeface="Courier New" panose="02070309020205020404" pitchFamily="49" charset="0"/>
              </a:rPr>
              <a:t>class </a:t>
            </a:r>
            <a:r>
              <a:rPr lang="en-US" altLang="en-US" sz="2400" dirty="0">
                <a:latin typeface="Courier New" panose="02070309020205020404" pitchFamily="49" charset="0"/>
                <a:cs typeface="Courier New" panose="02070309020205020404" pitchFamily="49" charset="0"/>
              </a:rPr>
              <a:t>String</a:t>
            </a:r>
            <a:r>
              <a:rPr lang="en-US" altLang="en-US" sz="2400" b="0" dirty="0">
                <a:latin typeface="Courier New" panose="02070309020205020404" pitchFamily="49" charset="0"/>
                <a:cs typeface="Courier New" panose="02070309020205020404" pitchFamily="49" charset="0"/>
              </a:rPr>
              <a:t> implements </a:t>
            </a:r>
            <a:r>
              <a:rPr lang="en-US" altLang="en-US" sz="2400" b="0" dirty="0" err="1">
                <a:latin typeface="Courier New" panose="02070309020205020404" pitchFamily="49" charset="0"/>
                <a:cs typeface="Courier New" panose="02070309020205020404" pitchFamily="49" charset="0"/>
              </a:rPr>
              <a:t>CharSequence</a:t>
            </a:r>
            <a:r>
              <a:rPr lang="en-US" altLang="en-US" sz="2400" b="0" dirty="0">
                <a:latin typeface="Courier New" panose="02070309020205020404" pitchFamily="49" charset="0"/>
                <a:cs typeface="Courier New" panose="02070309020205020404" pitchFamily="49" charset="0"/>
              </a:rPr>
              <a:t>, Comparable{</a:t>
            </a:r>
          </a:p>
          <a:p>
            <a:pPr>
              <a:spcBef>
                <a:spcPct val="0"/>
              </a:spcBef>
              <a:buNone/>
            </a:pPr>
            <a:r>
              <a:rPr lang="en-US" altLang="en-US" sz="2400" b="0" dirty="0">
                <a:latin typeface="Courier New" panose="02070309020205020404" pitchFamily="49" charset="0"/>
                <a:cs typeface="Courier New" panose="02070309020205020404" pitchFamily="49" charset="0"/>
              </a:rPr>
              <a:t>   public String </a:t>
            </a:r>
            <a:r>
              <a:rPr lang="en-US" altLang="en-US" sz="2400" dirty="0" err="1">
                <a:latin typeface="Courier New" panose="02070309020205020404" pitchFamily="49" charset="0"/>
                <a:cs typeface="Courier New" panose="02070309020205020404" pitchFamily="49" charset="0"/>
              </a:rPr>
              <a:t>toString</a:t>
            </a:r>
            <a:r>
              <a:rPr lang="en-US" altLang="en-US" sz="2400" dirty="0">
                <a:latin typeface="Courier New" panose="02070309020205020404" pitchFamily="49" charset="0"/>
                <a:cs typeface="Courier New" panose="02070309020205020404" pitchFamily="49" charset="0"/>
              </a:rPr>
              <a:t>() </a:t>
            </a:r>
            <a:r>
              <a:rPr lang="en-US" altLang="en-US" sz="2400" b="0" dirty="0">
                <a:latin typeface="Courier New" panose="02070309020205020404" pitchFamily="49" charset="0"/>
                <a:cs typeface="Courier New" panose="02070309020205020404" pitchFamily="49" charset="0"/>
              </a:rPr>
              <a:t>{ </a:t>
            </a:r>
          </a:p>
          <a:p>
            <a:pPr>
              <a:spcBef>
                <a:spcPct val="0"/>
              </a:spcBef>
              <a:buNone/>
            </a:pPr>
            <a:r>
              <a:rPr lang="en-US" sz="2400" b="0" dirty="0">
                <a:latin typeface="Courier New" panose="02070309020205020404" pitchFamily="49" charset="0"/>
                <a:cs typeface="Courier New" panose="02070309020205020404" pitchFamily="49" charset="0"/>
              </a:rPr>
              <a:t>       return this;</a:t>
            </a:r>
            <a:br>
              <a:rPr lang="en-US" sz="2400" b="0" dirty="0">
                <a:latin typeface="Courier New" panose="02070309020205020404" pitchFamily="49" charset="0"/>
                <a:cs typeface="Courier New" panose="02070309020205020404" pitchFamily="49" charset="0"/>
              </a:rPr>
            </a:br>
            <a:r>
              <a:rPr lang="en-US" sz="2400" b="0" dirty="0">
                <a:latin typeface="Courier New" panose="02070309020205020404" pitchFamily="49" charset="0"/>
                <a:cs typeface="Courier New" panose="02070309020205020404" pitchFamily="49" charset="0"/>
              </a:rPr>
              <a:t>   }</a:t>
            </a:r>
            <a:endParaRPr lang="en-US" altLang="en-US" sz="2400" b="0" dirty="0">
              <a:latin typeface="Courier New" panose="02070309020205020404" pitchFamily="49" charset="0"/>
              <a:cs typeface="Courier New" panose="02070309020205020404" pitchFamily="49" charset="0"/>
            </a:endParaRPr>
          </a:p>
          <a:p>
            <a:pPr>
              <a:spcBef>
                <a:spcPct val="0"/>
              </a:spcBef>
              <a:buNone/>
            </a:pPr>
            <a:r>
              <a:rPr lang="en-US" altLang="en-US" sz="2400" b="0" dirty="0">
                <a:latin typeface="Courier New" panose="02070309020205020404" pitchFamily="49" charset="0"/>
                <a:cs typeface="Courier New" panose="02070309020205020404" pitchFamily="49" charset="0"/>
              </a:rPr>
              <a:t>} </a:t>
            </a:r>
          </a:p>
          <a:p>
            <a:pPr>
              <a:spcBef>
                <a:spcPct val="0"/>
              </a:spcBef>
              <a:buNone/>
            </a:pPr>
            <a:r>
              <a:rPr lang="en-US" altLang="en-US" sz="2400" b="0" dirty="0">
                <a:latin typeface="Courier New" panose="02070309020205020404" pitchFamily="49" charset="0"/>
                <a:cs typeface="Courier New" panose="02070309020205020404" pitchFamily="49" charset="0"/>
              </a:rPr>
              <a:t>class </a:t>
            </a:r>
            <a:r>
              <a:rPr lang="en-US" altLang="en-US" sz="2400" dirty="0">
                <a:latin typeface="Courier New" panose="02070309020205020404" pitchFamily="49" charset="0"/>
                <a:cs typeface="Courier New" panose="02070309020205020404" pitchFamily="49" charset="0"/>
              </a:rPr>
              <a:t>StringBuilder</a:t>
            </a:r>
            <a:r>
              <a:rPr lang="en-US" altLang="en-US" sz="2400" b="0" dirty="0">
                <a:latin typeface="Courier New" panose="02070309020205020404" pitchFamily="49" charset="0"/>
                <a:cs typeface="Courier New" panose="02070309020205020404" pitchFamily="49" charset="0"/>
              </a:rPr>
              <a:t> implements </a:t>
            </a:r>
            <a:r>
              <a:rPr lang="en-US" altLang="en-US" sz="2400" b="0" dirty="0" err="1">
                <a:latin typeface="Courier New" panose="02070309020205020404" pitchFamily="49" charset="0"/>
                <a:cs typeface="Courier New" panose="02070309020205020404" pitchFamily="49" charset="0"/>
              </a:rPr>
              <a:t>CharSequence</a:t>
            </a:r>
            <a:r>
              <a:rPr lang="en-US" altLang="en-US" sz="2400" b="0" dirty="0">
                <a:latin typeface="Courier New" panose="02070309020205020404" pitchFamily="49" charset="0"/>
                <a:cs typeface="Courier New" panose="02070309020205020404" pitchFamily="49" charset="0"/>
              </a:rPr>
              <a:t> {</a:t>
            </a:r>
          </a:p>
          <a:p>
            <a:pPr>
              <a:spcBef>
                <a:spcPct val="0"/>
              </a:spcBef>
              <a:buNone/>
            </a:pPr>
            <a:r>
              <a:rPr lang="en-US" altLang="en-US" sz="2400" b="0" dirty="0">
                <a:latin typeface="Courier New" panose="02070309020205020404" pitchFamily="49" charset="0"/>
                <a:cs typeface="Courier New" panose="02070309020205020404" pitchFamily="49" charset="0"/>
              </a:rPr>
              <a:t>   public String </a:t>
            </a:r>
            <a:r>
              <a:rPr lang="en-US" altLang="en-US" sz="2400" dirty="0" err="1">
                <a:latin typeface="Courier New" panose="02070309020205020404" pitchFamily="49" charset="0"/>
                <a:cs typeface="Courier New" panose="02070309020205020404" pitchFamily="49" charset="0"/>
              </a:rPr>
              <a:t>toString</a:t>
            </a:r>
            <a:r>
              <a:rPr lang="en-US" altLang="en-US" sz="2400" dirty="0">
                <a:latin typeface="Courier New" panose="02070309020205020404" pitchFamily="49" charset="0"/>
                <a:cs typeface="Courier New" panose="02070309020205020404" pitchFamily="49" charset="0"/>
              </a:rPr>
              <a:t>() </a:t>
            </a:r>
            <a:r>
              <a:rPr lang="en-US" altLang="en-US" sz="2400" b="0" dirty="0">
                <a:latin typeface="Courier New" panose="02070309020205020404" pitchFamily="49" charset="0"/>
                <a:cs typeface="Courier New" panose="02070309020205020404" pitchFamily="49" charset="0"/>
              </a:rPr>
              <a:t>{</a:t>
            </a:r>
            <a:r>
              <a:rPr lang="en-US" altLang="en-US" sz="2400" dirty="0">
                <a:latin typeface="Courier New" panose="02070309020205020404" pitchFamily="49" charset="0"/>
                <a:cs typeface="Courier New" panose="02070309020205020404" pitchFamily="49" charset="0"/>
              </a:rPr>
              <a:t> </a:t>
            </a:r>
          </a:p>
          <a:p>
            <a:pPr>
              <a:spcBef>
                <a:spcPct val="0"/>
              </a:spcBef>
              <a:buNone/>
            </a:pPr>
            <a:r>
              <a:rPr lang="en-US" sz="2400" b="0" dirty="0">
                <a:latin typeface="Courier New" panose="02070309020205020404" pitchFamily="49" charset="0"/>
                <a:cs typeface="Courier New" panose="02070309020205020404" pitchFamily="49" charset="0"/>
              </a:rPr>
              <a:t>     return StringLatin1.newString(value,0,count)</a:t>
            </a:r>
          </a:p>
          <a:p>
            <a:pPr>
              <a:spcBef>
                <a:spcPct val="0"/>
              </a:spcBef>
              <a:buNone/>
            </a:pPr>
            <a:r>
              <a:rPr lang="en-US" altLang="en-US" sz="2400" b="0" dirty="0">
                <a:latin typeface="Courier New" panose="02070309020205020404" pitchFamily="49" charset="0"/>
                <a:cs typeface="Courier New" panose="02070309020205020404" pitchFamily="49" charset="0"/>
              </a:rPr>
              <a:t>   }</a:t>
            </a:r>
          </a:p>
          <a:p>
            <a:pPr>
              <a:spcBef>
                <a:spcPct val="0"/>
              </a:spcBef>
              <a:buNone/>
            </a:pPr>
            <a:r>
              <a:rPr lang="en-US" altLang="en-US" sz="2400" b="0" dirty="0">
                <a:latin typeface="Courier New" panose="02070309020205020404" pitchFamily="49" charset="0"/>
                <a:cs typeface="Courier New" panose="02070309020205020404" pitchFamily="49" charset="0"/>
              </a:rPr>
              <a:t>}</a:t>
            </a:r>
            <a:r>
              <a:rPr lang="en-US" altLang="en-US" sz="2400" dirty="0">
                <a:latin typeface="Courier New" panose="02070309020205020404" pitchFamily="49" charset="0"/>
                <a:cs typeface="Courier New" panose="02070309020205020404" pitchFamily="49" charset="0"/>
              </a:rPr>
              <a:t> </a:t>
            </a:r>
          </a:p>
        </p:txBody>
      </p:sp>
      <p:sp>
        <p:nvSpPr>
          <p:cNvPr id="111621" name="Rectangle 1"/>
          <p:cNvSpPr>
            <a:spLocks noChangeArrowheads="1"/>
          </p:cNvSpPr>
          <p:nvPr/>
        </p:nvSpPr>
        <p:spPr bwMode="auto">
          <a:xfrm>
            <a:off x="76318" y="228684"/>
            <a:ext cx="891516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None/>
            </a:pPr>
            <a:r>
              <a:rPr lang="en-US" altLang="en-US" sz="2400" dirty="0">
                <a:latin typeface="Tahoma" panose="020B0604030504040204" pitchFamily="34" charset="0"/>
              </a:rPr>
              <a:t>Calls of </a:t>
            </a:r>
            <a:r>
              <a:rPr lang="en-US" altLang="en-US" sz="2400" dirty="0">
                <a:solidFill>
                  <a:srgbClr val="0000FF"/>
                </a:solidFill>
                <a:latin typeface="Tahoma" panose="020B0604030504040204" pitchFamily="34" charset="0"/>
              </a:rPr>
              <a:t>overridden methods </a:t>
            </a:r>
            <a:r>
              <a:rPr lang="en-US" altLang="en-US" sz="2400" dirty="0">
                <a:latin typeface="Tahoma" panose="020B0604030504040204" pitchFamily="34" charset="0"/>
              </a:rPr>
              <a:t>are determined </a:t>
            </a:r>
            <a:r>
              <a:rPr lang="en-US" altLang="en-US" sz="2400" dirty="0">
                <a:solidFill>
                  <a:srgbClr val="0000FF"/>
                </a:solidFill>
                <a:latin typeface="Tahoma" panose="020B0604030504040204" pitchFamily="34" charset="0"/>
              </a:rPr>
              <a:t>at run time</a:t>
            </a:r>
            <a:r>
              <a:rPr lang="en-US" altLang="en-US" sz="2400" dirty="0">
                <a:latin typeface="Tahoma" panose="020B0604030504040204" pitchFamily="34" charset="0"/>
              </a:rPr>
              <a:t>.</a:t>
            </a:r>
          </a:p>
        </p:txBody>
      </p:sp>
    </p:spTree>
    <p:extLst>
      <p:ext uri="{BB962C8B-B14F-4D97-AF65-F5344CB8AC3E}">
        <p14:creationId xmlns:p14="http://schemas.microsoft.com/office/powerpoint/2010/main" val="14559306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bwMode="auto">
      <p:bgPr>
        <a:solidFill>
          <a:schemeClr val="accent3">
            <a:lumMod val="85000"/>
          </a:schemeClr>
        </a:solidFill>
        <a:effectLst/>
      </p:bgPr>
    </p:bg>
    <p:spTree>
      <p:nvGrpSpPr>
        <p:cNvPr id="1" name=""/>
        <p:cNvGrpSpPr/>
        <p:nvPr/>
      </p:nvGrpSpPr>
      <p:grpSpPr>
        <a:xfrm>
          <a:off x="0" y="0"/>
          <a:ext cx="0" cy="0"/>
          <a:chOff x="0" y="0"/>
          <a:chExt cx="0" cy="0"/>
        </a:xfrm>
      </p:grpSpPr>
      <p:sp>
        <p:nvSpPr>
          <p:cNvPr id="111621" name="Rectangle 1"/>
          <p:cNvSpPr>
            <a:spLocks noChangeArrowheads="1"/>
          </p:cNvSpPr>
          <p:nvPr/>
        </p:nvSpPr>
        <p:spPr bwMode="auto">
          <a:xfrm>
            <a:off x="76318" y="228684"/>
            <a:ext cx="891516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None/>
            </a:pPr>
            <a:r>
              <a:rPr lang="en-US" altLang="en-US" sz="2400" dirty="0">
                <a:latin typeface="Tahoma" panose="020B0604030504040204" pitchFamily="34" charset="0"/>
              </a:rPr>
              <a:t>Calls of </a:t>
            </a:r>
            <a:r>
              <a:rPr lang="en-US" altLang="en-US" sz="2400" dirty="0">
                <a:solidFill>
                  <a:srgbClr val="0000FF"/>
                </a:solidFill>
                <a:latin typeface="Tahoma" panose="020B0604030504040204" pitchFamily="34" charset="0"/>
              </a:rPr>
              <a:t>overridden methods </a:t>
            </a:r>
            <a:r>
              <a:rPr lang="en-US" altLang="en-US" sz="2400" dirty="0">
                <a:latin typeface="Tahoma" panose="020B0604030504040204" pitchFamily="34" charset="0"/>
              </a:rPr>
              <a:t>are determined </a:t>
            </a:r>
            <a:r>
              <a:rPr lang="en-US" altLang="en-US" sz="2400" dirty="0">
                <a:solidFill>
                  <a:srgbClr val="0000FF"/>
                </a:solidFill>
                <a:latin typeface="Tahoma" panose="020B0604030504040204" pitchFamily="34" charset="0"/>
              </a:rPr>
              <a:t>at run time</a:t>
            </a:r>
            <a:r>
              <a:rPr lang="en-US" altLang="en-US" sz="2400" dirty="0">
                <a:latin typeface="Tahoma" panose="020B0604030504040204" pitchFamily="34" charset="0"/>
              </a:rPr>
              <a:t>.</a:t>
            </a:r>
          </a:p>
        </p:txBody>
      </p:sp>
      <p:sp>
        <p:nvSpPr>
          <p:cNvPr id="2" name="Rectangle 1">
            <a:extLst>
              <a:ext uri="{FF2B5EF4-FFF2-40B4-BE49-F238E27FC236}">
                <a16:creationId xmlns:a16="http://schemas.microsoft.com/office/drawing/2014/main" id="{2CEE045F-DCAE-FD93-0301-302EBD0A130B}"/>
              </a:ext>
            </a:extLst>
          </p:cNvPr>
          <p:cNvSpPr/>
          <p:nvPr/>
        </p:nvSpPr>
        <p:spPr>
          <a:xfrm>
            <a:off x="228714" y="990664"/>
            <a:ext cx="8762770" cy="5770811"/>
          </a:xfrm>
          <a:prstGeom prst="rect">
            <a:avLst/>
          </a:prstGeom>
        </p:spPr>
        <p:txBody>
          <a:bodyPr wrap="square">
            <a:spAutoFit/>
          </a:bodyPr>
          <a:lstStyle/>
          <a:p>
            <a:pPr>
              <a:spcAft>
                <a:spcPts val="600"/>
              </a:spcAft>
            </a:pPr>
            <a:r>
              <a:rPr lang="en-US" altLang="en-US" sz="2600" b="0" dirty="0">
                <a:solidFill>
                  <a:srgbClr val="176B25"/>
                </a:solidFill>
                <a:latin typeface="Candara" panose="020E0502030303020204" pitchFamily="34" charset="0"/>
                <a:cs typeface="Courier New" panose="02070309020205020404" pitchFamily="49" charset="0"/>
              </a:rPr>
              <a:t>Each of these would call the </a:t>
            </a:r>
            <a:r>
              <a:rPr lang="en-US" altLang="en-US" sz="2600" dirty="0">
                <a:solidFill>
                  <a:srgbClr val="176B25"/>
                </a:solidFill>
                <a:latin typeface="Candara" panose="020E0502030303020204" pitchFamily="34" charset="0"/>
                <a:cs typeface="Courier New" panose="02070309020205020404" pitchFamily="49" charset="0"/>
              </a:rPr>
              <a:t>String</a:t>
            </a:r>
            <a:r>
              <a:rPr lang="en-US" altLang="en-US" sz="2600" b="0" dirty="0">
                <a:solidFill>
                  <a:srgbClr val="176B25"/>
                </a:solidFill>
                <a:latin typeface="Candara" panose="020E0502030303020204" pitchFamily="34" charset="0"/>
                <a:cs typeface="Courier New" panose="02070309020205020404" pitchFamily="49" charset="0"/>
              </a:rPr>
              <a:t> class’s </a:t>
            </a:r>
            <a:r>
              <a:rPr lang="en-US" altLang="en-US" sz="2600" b="0" dirty="0" err="1">
                <a:solidFill>
                  <a:srgbClr val="176B25"/>
                </a:solidFill>
                <a:latin typeface="Candara" panose="020E0502030303020204" pitchFamily="34" charset="0"/>
                <a:cs typeface="Courier New" panose="02070309020205020404" pitchFamily="49" charset="0"/>
              </a:rPr>
              <a:t>toString</a:t>
            </a:r>
            <a:r>
              <a:rPr lang="en-US" altLang="en-US" sz="2600" b="0" dirty="0">
                <a:solidFill>
                  <a:srgbClr val="176B25"/>
                </a:solidFill>
                <a:latin typeface="Candara" panose="020E0502030303020204" pitchFamily="34" charset="0"/>
                <a:cs typeface="Courier New" panose="02070309020205020404" pitchFamily="49" charset="0"/>
              </a:rPr>
              <a:t>() method when printed:</a:t>
            </a:r>
          </a:p>
          <a:p>
            <a:pPr>
              <a:lnSpc>
                <a:spcPct val="150000"/>
              </a:lnSpc>
            </a:pPr>
            <a:r>
              <a:rPr lang="en-US" altLang="en-US" sz="2600" b="0" dirty="0">
                <a:latin typeface="Courier New" panose="02070309020205020404" pitchFamily="49" charset="0"/>
                <a:cs typeface="Courier New" panose="02070309020205020404" pitchFamily="49" charset="0"/>
              </a:rPr>
              <a:t>Object obj = "object";</a:t>
            </a:r>
          </a:p>
          <a:p>
            <a:r>
              <a:rPr lang="en-US" altLang="en-US" sz="2600" b="0" dirty="0">
                <a:latin typeface="Courier New" panose="02070309020205020404" pitchFamily="49" charset="0"/>
                <a:cs typeface="Courier New" panose="02070309020205020404" pitchFamily="49" charset="0"/>
              </a:rPr>
              <a:t>Comparable comp = "object";</a:t>
            </a:r>
          </a:p>
          <a:p>
            <a:r>
              <a:rPr lang="en-US" altLang="en-US" sz="2600" b="0" dirty="0" err="1">
                <a:latin typeface="Courier New" panose="02070309020205020404" pitchFamily="49" charset="0"/>
                <a:cs typeface="Courier New" panose="02070309020205020404" pitchFamily="49" charset="0"/>
              </a:rPr>
              <a:t>CharSequence</a:t>
            </a:r>
            <a:r>
              <a:rPr lang="en-US" altLang="en-US" sz="2600" b="0" dirty="0">
                <a:latin typeface="Courier New" panose="02070309020205020404" pitchFamily="49" charset="0"/>
                <a:cs typeface="Courier New" panose="02070309020205020404" pitchFamily="49" charset="0"/>
              </a:rPr>
              <a:t> cs = "object";</a:t>
            </a:r>
          </a:p>
          <a:p>
            <a:endParaRPr lang="en-US" altLang="en-US" sz="2600" b="0" dirty="0">
              <a:latin typeface="Courier New" panose="02070309020205020404" pitchFamily="49" charset="0"/>
              <a:cs typeface="Courier New" panose="02070309020205020404" pitchFamily="49" charset="0"/>
            </a:endParaRPr>
          </a:p>
          <a:p>
            <a:r>
              <a:rPr lang="en-US" altLang="en-US" sz="2600" b="0" dirty="0">
                <a:solidFill>
                  <a:srgbClr val="176B25"/>
                </a:solidFill>
                <a:latin typeface="Candara" panose="020E0502030303020204" pitchFamily="34" charset="0"/>
                <a:cs typeface="Courier New" panose="02070309020205020404" pitchFamily="49" charset="0"/>
              </a:rPr>
              <a:t>Each of these would call the </a:t>
            </a:r>
            <a:r>
              <a:rPr lang="en-US" altLang="en-US" sz="2600" dirty="0">
                <a:solidFill>
                  <a:srgbClr val="176B25"/>
                </a:solidFill>
                <a:latin typeface="Candara" panose="020E0502030303020204" pitchFamily="34" charset="0"/>
                <a:cs typeface="Courier New" panose="02070309020205020404" pitchFamily="49" charset="0"/>
              </a:rPr>
              <a:t>StringBuilder</a:t>
            </a:r>
            <a:r>
              <a:rPr lang="en-US" altLang="en-US" sz="2600" b="0" dirty="0">
                <a:solidFill>
                  <a:srgbClr val="176B25"/>
                </a:solidFill>
                <a:latin typeface="Candara" panose="020E0502030303020204" pitchFamily="34" charset="0"/>
                <a:cs typeface="Courier New" panose="02070309020205020404" pitchFamily="49" charset="0"/>
              </a:rPr>
              <a:t> class’s </a:t>
            </a:r>
            <a:r>
              <a:rPr lang="en-US" altLang="en-US" sz="2600" b="0" dirty="0" err="1">
                <a:solidFill>
                  <a:srgbClr val="176B25"/>
                </a:solidFill>
                <a:latin typeface="Candara" panose="020E0502030303020204" pitchFamily="34" charset="0"/>
                <a:cs typeface="Courier New" panose="02070309020205020404" pitchFamily="49" charset="0"/>
              </a:rPr>
              <a:t>toString</a:t>
            </a:r>
            <a:r>
              <a:rPr lang="en-US" altLang="en-US" sz="2600" b="0" dirty="0">
                <a:solidFill>
                  <a:srgbClr val="176B25"/>
                </a:solidFill>
                <a:latin typeface="Candara" panose="020E0502030303020204" pitchFamily="34" charset="0"/>
                <a:cs typeface="Courier New" panose="02070309020205020404" pitchFamily="49" charset="0"/>
              </a:rPr>
              <a:t>() method when printed:</a:t>
            </a:r>
          </a:p>
          <a:p>
            <a:pPr marL="0" marR="0" lvl="0" indent="0" algn="l" defTabSz="914400" rtl="0" eaLnBrk="0" fontAlgn="base" latinLnBrk="0" hangingPunct="0">
              <a:lnSpc>
                <a:spcPct val="150000"/>
              </a:lnSpc>
              <a:spcBef>
                <a:spcPct val="0"/>
              </a:spcBef>
              <a:spcAft>
                <a:spcPct val="0"/>
              </a:spcAft>
              <a:buClrTx/>
              <a:buSzTx/>
              <a:buFontTx/>
              <a:buNone/>
              <a:tabLst/>
            </a:pPr>
            <a:r>
              <a:rPr lang="en-US" altLang="en-US" sz="2600" b="0" dirty="0">
                <a:latin typeface="Courier New" panose="02070309020205020404" pitchFamily="49" charset="0"/>
                <a:cs typeface="Courier New" panose="02070309020205020404" pitchFamily="49" charset="0"/>
              </a:rPr>
              <a:t>StringBuilder sb1 = new StringBuilder();</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600" b="0" dirty="0">
                <a:latin typeface="Courier New" panose="02070309020205020404" pitchFamily="49" charset="0"/>
                <a:cs typeface="Courier New" panose="02070309020205020404" pitchFamily="49" charset="0"/>
              </a:rPr>
              <a:t>sb1.append("GFG");</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2600" b="0" dirty="0">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600" b="0" dirty="0" err="1">
                <a:latin typeface="Courier New" panose="02070309020205020404" pitchFamily="49" charset="0"/>
                <a:cs typeface="Courier New" panose="02070309020205020404" pitchFamily="49" charset="0"/>
              </a:rPr>
              <a:t>Appendable</a:t>
            </a:r>
            <a:r>
              <a:rPr lang="en-US" altLang="en-US" sz="2600" b="0" dirty="0">
                <a:latin typeface="Courier New" panose="02070309020205020404" pitchFamily="49" charset="0"/>
                <a:cs typeface="Courier New" panose="02070309020205020404" pitchFamily="49" charset="0"/>
              </a:rPr>
              <a:t> sb2 = new StringBuilder();</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600" b="0" dirty="0">
                <a:latin typeface="Courier New" panose="02070309020205020404" pitchFamily="49" charset="0"/>
                <a:cs typeface="Courier New" panose="02070309020205020404" pitchFamily="49" charset="0"/>
              </a:rPr>
              <a:t>sb2.append("GFG");</a:t>
            </a:r>
          </a:p>
        </p:txBody>
      </p:sp>
    </p:spTree>
    <p:extLst>
      <p:ext uri="{BB962C8B-B14F-4D97-AF65-F5344CB8AC3E}">
        <p14:creationId xmlns:p14="http://schemas.microsoft.com/office/powerpoint/2010/main" val="41783457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bwMode="auto">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111619" name="Rectangle 2"/>
          <p:cNvSpPr>
            <a:spLocks noChangeArrowheads="1"/>
          </p:cNvSpPr>
          <p:nvPr/>
        </p:nvSpPr>
        <p:spPr bwMode="auto">
          <a:xfrm>
            <a:off x="266813" y="1219258"/>
            <a:ext cx="8610374"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class Base {</a:t>
            </a:r>
          </a:p>
          <a:p>
            <a:pPr>
              <a:spcBef>
                <a:spcPct val="0"/>
              </a:spcBef>
              <a:buFontTx/>
              <a:buNone/>
            </a:pPr>
            <a:r>
              <a:rPr lang="en-US" altLang="en-US" sz="2400" b="0" dirty="0">
                <a:latin typeface="Courier New" panose="02070309020205020404" pitchFamily="49" charset="0"/>
                <a:cs typeface="Courier New" panose="02070309020205020404" pitchFamily="49" charset="0"/>
              </a:rPr>
              <a:t>   </a:t>
            </a:r>
            <a:r>
              <a:rPr lang="en-US" altLang="en-US" sz="2400" dirty="0">
                <a:latin typeface="Courier New" panose="02070309020205020404" pitchFamily="49" charset="0"/>
                <a:cs typeface="Courier New" panose="02070309020205020404" pitchFamily="49" charset="0"/>
              </a:rPr>
              <a:t>static</a:t>
            </a:r>
            <a:r>
              <a:rPr lang="en-US" altLang="en-US" sz="2400" b="0" dirty="0">
                <a:latin typeface="Courier New" panose="02070309020205020404" pitchFamily="49" charset="0"/>
                <a:cs typeface="Courier New" panose="02070309020205020404" pitchFamily="49" charset="0"/>
              </a:rPr>
              <a:t> void </a:t>
            </a:r>
            <a:r>
              <a:rPr lang="en-US" altLang="en-US" sz="2400" dirty="0">
                <a:latin typeface="Courier New" panose="02070309020205020404" pitchFamily="49" charset="0"/>
                <a:cs typeface="Courier New" panose="02070309020205020404" pitchFamily="49" charset="0"/>
              </a:rPr>
              <a:t>write() { </a:t>
            </a: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(“Base”); </a:t>
            </a:r>
          </a:p>
          <a:p>
            <a:pPr>
              <a:spcBef>
                <a:spcPct val="0"/>
              </a:spcBef>
              <a:buNone/>
            </a:pPr>
            <a:r>
              <a:rPr lang="en-US" altLang="en-US" sz="2400" b="0" dirty="0">
                <a:latin typeface="Courier New" panose="02070309020205020404" pitchFamily="49" charset="0"/>
                <a:cs typeface="Courier New" panose="02070309020205020404" pitchFamily="49" charset="0"/>
              </a:rPr>
              <a:t>}</a:t>
            </a:r>
          </a:p>
          <a:p>
            <a:pPr>
              <a:spcBef>
                <a:spcPct val="0"/>
              </a:spcBef>
              <a:buNone/>
            </a:pPr>
            <a:r>
              <a:rPr lang="en-US" altLang="en-US" sz="2400" b="0" dirty="0">
                <a:latin typeface="Courier New" panose="02070309020205020404" pitchFamily="49" charset="0"/>
                <a:cs typeface="Courier New" panose="02070309020205020404" pitchFamily="49" charset="0"/>
              </a:rPr>
              <a:t>class Sub extends Base {</a:t>
            </a:r>
          </a:p>
          <a:p>
            <a:pPr>
              <a:spcBef>
                <a:spcPct val="0"/>
              </a:spcBef>
              <a:buNone/>
            </a:pPr>
            <a:r>
              <a:rPr lang="en-US" altLang="en-US" sz="2400" b="0" dirty="0">
                <a:latin typeface="Courier New" panose="02070309020205020404" pitchFamily="49" charset="0"/>
                <a:cs typeface="Courier New" panose="02070309020205020404" pitchFamily="49" charset="0"/>
              </a:rPr>
              <a:t>   </a:t>
            </a:r>
            <a:r>
              <a:rPr lang="en-US" altLang="en-US" sz="2400" dirty="0">
                <a:latin typeface="Courier New" panose="02070309020205020404" pitchFamily="49" charset="0"/>
                <a:cs typeface="Courier New" panose="02070309020205020404" pitchFamily="49" charset="0"/>
              </a:rPr>
              <a:t>static</a:t>
            </a:r>
            <a:r>
              <a:rPr lang="en-US" altLang="en-US" sz="2400" b="0" dirty="0">
                <a:latin typeface="Courier New" panose="02070309020205020404" pitchFamily="49" charset="0"/>
                <a:cs typeface="Courier New" panose="02070309020205020404" pitchFamily="49" charset="0"/>
              </a:rPr>
              <a:t> void </a:t>
            </a:r>
            <a:r>
              <a:rPr lang="en-US" altLang="en-US" sz="2400" dirty="0">
                <a:latin typeface="Courier New" panose="02070309020205020404" pitchFamily="49" charset="0"/>
                <a:cs typeface="Courier New" panose="02070309020205020404" pitchFamily="49" charset="0"/>
              </a:rPr>
              <a:t>write() { </a:t>
            </a: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(“Sub”); </a:t>
            </a:r>
          </a:p>
          <a:p>
            <a:pPr>
              <a:spcBef>
                <a:spcPct val="0"/>
              </a:spcBef>
              <a:buNone/>
            </a:pPr>
            <a:r>
              <a:rPr lang="en-US" altLang="en-US" sz="2400" b="0" dirty="0">
                <a:latin typeface="Courier New" panose="02070309020205020404" pitchFamily="49" charset="0"/>
                <a:cs typeface="Courier New" panose="02070309020205020404" pitchFamily="49" charset="0"/>
              </a:rPr>
              <a:t>}</a:t>
            </a:r>
          </a:p>
          <a:p>
            <a:pPr>
              <a:spcBef>
                <a:spcPct val="0"/>
              </a:spcBef>
              <a:buNone/>
            </a:pPr>
            <a:endParaRPr lang="en-US" altLang="en-US" sz="2400" b="0" dirty="0">
              <a:latin typeface="Courier New" panose="02070309020205020404" pitchFamily="49" charset="0"/>
              <a:cs typeface="Courier New" panose="02070309020205020404" pitchFamily="49" charset="0"/>
            </a:endParaRPr>
          </a:p>
          <a:p>
            <a:pPr>
              <a:spcBef>
                <a:spcPct val="0"/>
              </a:spcBef>
              <a:buFontTx/>
              <a:buNone/>
            </a:pPr>
            <a:r>
              <a:rPr lang="en-US" altLang="en-US" sz="2400" dirty="0">
                <a:latin typeface="Courier New" panose="02070309020205020404" pitchFamily="49" charset="0"/>
                <a:cs typeface="Courier New" panose="02070309020205020404" pitchFamily="49" charset="0"/>
              </a:rPr>
              <a:t>// In the main method:</a:t>
            </a:r>
          </a:p>
          <a:p>
            <a:pPr>
              <a:spcBef>
                <a:spcPct val="0"/>
              </a:spcBef>
              <a:buFontTx/>
              <a:buNone/>
            </a:pPr>
            <a:r>
              <a:rPr lang="en-US" altLang="en-US" sz="2400" dirty="0">
                <a:latin typeface="Courier New" panose="02070309020205020404" pitchFamily="49" charset="0"/>
                <a:cs typeface="Courier New" panose="02070309020205020404" pitchFamily="49" charset="0"/>
              </a:rPr>
              <a:t>Base obj = new Base();</a:t>
            </a:r>
          </a:p>
          <a:p>
            <a:pPr>
              <a:spcBef>
                <a:spcPct val="0"/>
              </a:spcBef>
              <a:buFontTx/>
              <a:buNone/>
            </a:pP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a:t>
            </a:r>
            <a:r>
              <a:rPr lang="en-US" altLang="en-US" sz="2400" dirty="0" err="1">
                <a:solidFill>
                  <a:srgbClr val="0000FF"/>
                </a:solidFill>
                <a:latin typeface="Courier New" panose="02070309020205020404" pitchFamily="49" charset="0"/>
                <a:cs typeface="Courier New" panose="02070309020205020404" pitchFamily="49" charset="0"/>
              </a:rPr>
              <a:t>obj.write</a:t>
            </a:r>
            <a:r>
              <a:rPr lang="en-US" altLang="en-US" sz="2400" dirty="0">
                <a:solidFill>
                  <a:srgbClr val="0000FF"/>
                </a:solidFill>
                <a:latin typeface="Courier New" panose="02070309020205020404" pitchFamily="49" charset="0"/>
                <a:cs typeface="Courier New" panose="02070309020205020404" pitchFamily="49" charset="0"/>
              </a:rPr>
              <a:t>()</a:t>
            </a:r>
            <a:r>
              <a:rPr lang="en-US" altLang="en-US" sz="2400" dirty="0">
                <a:latin typeface="Courier New" panose="02070309020205020404" pitchFamily="49" charset="0"/>
                <a:cs typeface="Courier New" panose="02070309020205020404" pitchFamily="49" charset="0"/>
              </a:rPr>
              <a:t>);</a:t>
            </a:r>
          </a:p>
          <a:p>
            <a:pPr>
              <a:spcBef>
                <a:spcPct val="0"/>
              </a:spcBef>
              <a:buFontTx/>
              <a:buNone/>
            </a:pPr>
            <a:r>
              <a:rPr lang="en-US" altLang="en-US" sz="2400" dirty="0">
                <a:latin typeface="Courier New" panose="02070309020205020404" pitchFamily="49" charset="0"/>
                <a:cs typeface="Courier New" panose="02070309020205020404" pitchFamily="49" charset="0"/>
              </a:rPr>
              <a:t>obj = new Sub();</a:t>
            </a:r>
          </a:p>
          <a:p>
            <a:pPr>
              <a:spcBef>
                <a:spcPct val="0"/>
              </a:spcBef>
              <a:buFontTx/>
              <a:buNone/>
            </a:pP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a:t>
            </a:r>
            <a:r>
              <a:rPr lang="en-US" altLang="en-US" sz="2400" dirty="0" err="1">
                <a:solidFill>
                  <a:srgbClr val="0000FF"/>
                </a:solidFill>
                <a:latin typeface="Courier New" panose="02070309020205020404" pitchFamily="49" charset="0"/>
                <a:cs typeface="Courier New" panose="02070309020205020404" pitchFamily="49" charset="0"/>
              </a:rPr>
              <a:t>obj.write</a:t>
            </a:r>
            <a:r>
              <a:rPr lang="en-US" altLang="en-US" sz="2400" dirty="0">
                <a:solidFill>
                  <a:srgbClr val="0000FF"/>
                </a:solidFill>
                <a:latin typeface="Courier New" panose="02070309020205020404" pitchFamily="49" charset="0"/>
                <a:cs typeface="Courier New" panose="02070309020205020404" pitchFamily="49" charset="0"/>
              </a:rPr>
              <a:t>()</a:t>
            </a:r>
            <a:r>
              <a:rPr lang="en-US" altLang="en-US" sz="2400" dirty="0">
                <a:latin typeface="Courier New" panose="02070309020205020404" pitchFamily="49" charset="0"/>
                <a:cs typeface="Courier New" panose="02070309020205020404" pitchFamily="49" charset="0"/>
              </a:rPr>
              <a:t>);</a:t>
            </a:r>
          </a:p>
          <a:p>
            <a:pPr>
              <a:spcBef>
                <a:spcPct val="0"/>
              </a:spcBef>
              <a:buNone/>
            </a:pPr>
            <a:endParaRPr lang="en-US" altLang="en-US" sz="2400" dirty="0">
              <a:latin typeface="Courier New" panose="02070309020205020404" pitchFamily="49" charset="0"/>
              <a:cs typeface="Courier New" panose="02070309020205020404" pitchFamily="49" charset="0"/>
            </a:endParaRPr>
          </a:p>
        </p:txBody>
      </p:sp>
      <p:sp>
        <p:nvSpPr>
          <p:cNvPr id="111621" name="Rectangle 1"/>
          <p:cNvSpPr>
            <a:spLocks noChangeArrowheads="1"/>
          </p:cNvSpPr>
          <p:nvPr/>
        </p:nvSpPr>
        <p:spPr bwMode="auto">
          <a:xfrm>
            <a:off x="0" y="228684"/>
            <a:ext cx="9144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400" dirty="0">
                <a:latin typeface="Tahoma" panose="020B0604030504040204" pitchFamily="34" charset="0"/>
              </a:rPr>
              <a:t>Calls of </a:t>
            </a:r>
            <a:r>
              <a:rPr lang="en-US" altLang="en-US" sz="2400" dirty="0">
                <a:solidFill>
                  <a:srgbClr val="612A8A"/>
                </a:solidFill>
                <a:latin typeface="Tahoma" panose="020B0604030504040204" pitchFamily="34" charset="0"/>
              </a:rPr>
              <a:t>hidden methods </a:t>
            </a:r>
            <a:r>
              <a:rPr lang="en-US" altLang="en-US" sz="2400" dirty="0">
                <a:latin typeface="Tahoma" panose="020B0604030504040204" pitchFamily="34" charset="0"/>
              </a:rPr>
              <a:t>are locked down </a:t>
            </a:r>
            <a:r>
              <a:rPr lang="en-US" altLang="en-US" sz="2400" dirty="0">
                <a:solidFill>
                  <a:srgbClr val="612A8A"/>
                </a:solidFill>
                <a:latin typeface="Tahoma" panose="020B0604030504040204" pitchFamily="34" charset="0"/>
              </a:rPr>
              <a:t>at compile time</a:t>
            </a:r>
            <a:r>
              <a:rPr lang="en-US" altLang="en-US" sz="2400" dirty="0">
                <a:latin typeface="Tahoma" panose="020B0604030504040204" pitchFamily="34" charset="0"/>
              </a:rPr>
              <a:t>.</a:t>
            </a:r>
          </a:p>
        </p:txBody>
      </p:sp>
      <p:sp>
        <p:nvSpPr>
          <p:cNvPr id="3" name="TextBox 1">
            <a:extLst>
              <a:ext uri="{FF2B5EF4-FFF2-40B4-BE49-F238E27FC236}">
                <a16:creationId xmlns:a16="http://schemas.microsoft.com/office/drawing/2014/main" id="{B2494B61-B305-9CD7-5CBC-006D8DAC0ACC}"/>
              </a:ext>
            </a:extLst>
          </p:cNvPr>
          <p:cNvSpPr txBox="1">
            <a:spLocks noChangeArrowheads="1"/>
          </p:cNvSpPr>
          <p:nvPr/>
        </p:nvSpPr>
        <p:spPr bwMode="auto">
          <a:xfrm>
            <a:off x="5486376" y="4190980"/>
            <a:ext cx="1297599" cy="1508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dirty="0">
                <a:solidFill>
                  <a:schemeClr val="accent5">
                    <a:lumMod val="50000"/>
                  </a:schemeClr>
                </a:solidFill>
                <a:latin typeface="Arial" panose="020B0604020202020204" pitchFamily="34" charset="0"/>
              </a:rPr>
              <a:t>OUTPUT:</a:t>
            </a:r>
          </a:p>
          <a:p>
            <a:pPr>
              <a:spcBef>
                <a:spcPct val="0"/>
              </a:spcBef>
              <a:buFontTx/>
              <a:buNone/>
            </a:pPr>
            <a:r>
              <a:rPr lang="en-US" altLang="en-US" sz="2400" dirty="0">
                <a:solidFill>
                  <a:srgbClr val="0000FF"/>
                </a:solidFill>
                <a:latin typeface="Courier New" panose="02070309020205020404" pitchFamily="49" charset="0"/>
                <a:cs typeface="Courier New" panose="02070309020205020404" pitchFamily="49" charset="0"/>
              </a:rPr>
              <a:t>Base</a:t>
            </a:r>
          </a:p>
          <a:p>
            <a:pPr>
              <a:spcBef>
                <a:spcPct val="0"/>
              </a:spcBef>
              <a:buFontTx/>
              <a:buNone/>
            </a:pPr>
            <a:endParaRPr lang="en-US" altLang="en-US" sz="2400" dirty="0">
              <a:solidFill>
                <a:srgbClr val="0000FF"/>
              </a:solidFill>
              <a:latin typeface="Courier New" panose="02070309020205020404" pitchFamily="49" charset="0"/>
              <a:cs typeface="Courier New" panose="02070309020205020404" pitchFamily="49" charset="0"/>
            </a:endParaRPr>
          </a:p>
          <a:p>
            <a:pPr>
              <a:spcBef>
                <a:spcPct val="0"/>
              </a:spcBef>
              <a:buFontTx/>
              <a:buNone/>
            </a:pPr>
            <a:r>
              <a:rPr lang="en-US" altLang="en-US" sz="2400" dirty="0">
                <a:solidFill>
                  <a:srgbClr val="0000FF"/>
                </a:solidFill>
                <a:latin typeface="Courier New" panose="02070309020205020404" pitchFamily="49" charset="0"/>
                <a:cs typeface="Courier New" panose="02070309020205020404" pitchFamily="49" charset="0"/>
              </a:rPr>
              <a:t>Base</a:t>
            </a:r>
          </a:p>
        </p:txBody>
      </p:sp>
    </p:spTree>
    <p:extLst>
      <p:ext uri="{BB962C8B-B14F-4D97-AF65-F5344CB8AC3E}">
        <p14:creationId xmlns:p14="http://schemas.microsoft.com/office/powerpoint/2010/main" val="2171790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2.xml><?xml version="1.0" encoding="utf-8"?>
<p:sld xmlns:a="http://schemas.openxmlformats.org/drawingml/2006/main" xmlns:r="http://schemas.openxmlformats.org/officeDocument/2006/relationships" xmlns:p="http://schemas.openxmlformats.org/presentationml/2006/main">
  <p:cSld>
    <p:bg bwMode="auto">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111619" name="Rectangle 2"/>
          <p:cNvSpPr>
            <a:spLocks noChangeArrowheads="1"/>
          </p:cNvSpPr>
          <p:nvPr/>
        </p:nvSpPr>
        <p:spPr bwMode="auto">
          <a:xfrm>
            <a:off x="266813" y="1219258"/>
            <a:ext cx="8610374" cy="4154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b="0" dirty="0">
                <a:latin typeface="Courier New" panose="02070309020205020404" pitchFamily="49" charset="0"/>
                <a:cs typeface="Courier New" panose="02070309020205020404" pitchFamily="49" charset="0"/>
              </a:rPr>
              <a:t>class Base {</a:t>
            </a:r>
          </a:p>
          <a:p>
            <a:pPr>
              <a:spcBef>
                <a:spcPct val="0"/>
              </a:spcBef>
              <a:buFontTx/>
              <a:buNone/>
            </a:pPr>
            <a:r>
              <a:rPr lang="en-US" altLang="en-US" sz="2400" b="0" dirty="0">
                <a:latin typeface="Courier New" panose="02070309020205020404" pitchFamily="49" charset="0"/>
                <a:cs typeface="Courier New" panose="02070309020205020404" pitchFamily="49" charset="0"/>
              </a:rPr>
              <a:t>   </a:t>
            </a:r>
            <a:r>
              <a:rPr lang="en-US" altLang="en-US" sz="2400" dirty="0">
                <a:latin typeface="Courier New" panose="02070309020205020404" pitchFamily="49" charset="0"/>
                <a:cs typeface="Courier New" panose="02070309020205020404" pitchFamily="49" charset="0"/>
              </a:rPr>
              <a:t>static</a:t>
            </a:r>
            <a:r>
              <a:rPr lang="en-US" altLang="en-US" sz="2400" b="0" dirty="0">
                <a:latin typeface="Courier New" panose="02070309020205020404" pitchFamily="49" charset="0"/>
                <a:cs typeface="Courier New" panose="02070309020205020404" pitchFamily="49" charset="0"/>
              </a:rPr>
              <a:t> void </a:t>
            </a:r>
            <a:r>
              <a:rPr lang="en-US" altLang="en-US" sz="2400" dirty="0">
                <a:latin typeface="Courier New" panose="02070309020205020404" pitchFamily="49" charset="0"/>
                <a:cs typeface="Courier New" panose="02070309020205020404" pitchFamily="49" charset="0"/>
              </a:rPr>
              <a:t>write() { </a:t>
            </a: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(“Base”); </a:t>
            </a:r>
          </a:p>
          <a:p>
            <a:pPr>
              <a:spcBef>
                <a:spcPct val="0"/>
              </a:spcBef>
              <a:buNone/>
            </a:pPr>
            <a:r>
              <a:rPr lang="en-US" altLang="en-US" sz="2400" b="0" dirty="0">
                <a:latin typeface="Courier New" panose="02070309020205020404" pitchFamily="49" charset="0"/>
                <a:cs typeface="Courier New" panose="02070309020205020404" pitchFamily="49" charset="0"/>
              </a:rPr>
              <a:t>}</a:t>
            </a:r>
          </a:p>
          <a:p>
            <a:pPr>
              <a:spcBef>
                <a:spcPct val="0"/>
              </a:spcBef>
              <a:buNone/>
            </a:pPr>
            <a:r>
              <a:rPr lang="en-US" altLang="en-US" sz="2400" b="0" dirty="0">
                <a:latin typeface="Courier New" panose="02070309020205020404" pitchFamily="49" charset="0"/>
                <a:cs typeface="Courier New" panose="02070309020205020404" pitchFamily="49" charset="0"/>
              </a:rPr>
              <a:t>class Sub extends Base {</a:t>
            </a:r>
          </a:p>
          <a:p>
            <a:pPr>
              <a:spcBef>
                <a:spcPct val="0"/>
              </a:spcBef>
              <a:buNone/>
            </a:pPr>
            <a:r>
              <a:rPr lang="en-US" altLang="en-US" sz="2400" b="0" dirty="0">
                <a:latin typeface="Courier New" panose="02070309020205020404" pitchFamily="49" charset="0"/>
                <a:cs typeface="Courier New" panose="02070309020205020404" pitchFamily="49" charset="0"/>
              </a:rPr>
              <a:t>   </a:t>
            </a:r>
            <a:r>
              <a:rPr lang="en-US" altLang="en-US" sz="2400" dirty="0">
                <a:latin typeface="Courier New" panose="02070309020205020404" pitchFamily="49" charset="0"/>
                <a:cs typeface="Courier New" panose="02070309020205020404" pitchFamily="49" charset="0"/>
              </a:rPr>
              <a:t>static</a:t>
            </a:r>
            <a:r>
              <a:rPr lang="en-US" altLang="en-US" sz="2400" b="0" dirty="0">
                <a:latin typeface="Courier New" panose="02070309020205020404" pitchFamily="49" charset="0"/>
                <a:cs typeface="Courier New" panose="02070309020205020404" pitchFamily="49" charset="0"/>
              </a:rPr>
              <a:t> void </a:t>
            </a:r>
            <a:r>
              <a:rPr lang="en-US" altLang="en-US" sz="2400" dirty="0">
                <a:latin typeface="Courier New" panose="02070309020205020404" pitchFamily="49" charset="0"/>
                <a:cs typeface="Courier New" panose="02070309020205020404" pitchFamily="49" charset="0"/>
              </a:rPr>
              <a:t>write() { </a:t>
            </a: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(“Sub”); </a:t>
            </a:r>
          </a:p>
          <a:p>
            <a:pPr>
              <a:spcBef>
                <a:spcPct val="0"/>
              </a:spcBef>
              <a:buNone/>
            </a:pPr>
            <a:r>
              <a:rPr lang="en-US" altLang="en-US" sz="2400" b="0" dirty="0">
                <a:latin typeface="Courier New" panose="02070309020205020404" pitchFamily="49" charset="0"/>
                <a:cs typeface="Courier New" panose="02070309020205020404" pitchFamily="49" charset="0"/>
              </a:rPr>
              <a:t>}</a:t>
            </a:r>
          </a:p>
          <a:p>
            <a:pPr>
              <a:spcBef>
                <a:spcPct val="0"/>
              </a:spcBef>
              <a:buNone/>
            </a:pPr>
            <a:endParaRPr lang="en-US" altLang="en-US" sz="2400" b="0" dirty="0">
              <a:latin typeface="Courier New" panose="02070309020205020404" pitchFamily="49" charset="0"/>
              <a:cs typeface="Courier New" panose="02070309020205020404" pitchFamily="49" charset="0"/>
            </a:endParaRPr>
          </a:p>
          <a:p>
            <a:pPr>
              <a:spcBef>
                <a:spcPct val="0"/>
              </a:spcBef>
              <a:buFontTx/>
              <a:buNone/>
            </a:pPr>
            <a:r>
              <a:rPr lang="en-US" altLang="en-US" sz="2400" dirty="0">
                <a:latin typeface="Courier New" panose="02070309020205020404" pitchFamily="49" charset="0"/>
                <a:cs typeface="Courier New" panose="02070309020205020404" pitchFamily="49" charset="0"/>
              </a:rPr>
              <a:t>// In the main method:</a:t>
            </a:r>
          </a:p>
          <a:p>
            <a:pPr>
              <a:spcBef>
                <a:spcPct val="0"/>
              </a:spcBef>
              <a:buFontTx/>
              <a:buNone/>
            </a:pP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a:t>
            </a:r>
            <a:r>
              <a:rPr lang="en-US" altLang="en-US" sz="2400" dirty="0" err="1">
                <a:solidFill>
                  <a:srgbClr val="0000FF"/>
                </a:solidFill>
                <a:latin typeface="Courier New" panose="02070309020205020404" pitchFamily="49" charset="0"/>
                <a:cs typeface="Courier New" panose="02070309020205020404" pitchFamily="49" charset="0"/>
              </a:rPr>
              <a:t>Base.write</a:t>
            </a:r>
            <a:r>
              <a:rPr lang="en-US" altLang="en-US" sz="2400" dirty="0">
                <a:solidFill>
                  <a:srgbClr val="0000FF"/>
                </a:solidFill>
                <a:latin typeface="Courier New" panose="02070309020205020404" pitchFamily="49" charset="0"/>
                <a:cs typeface="Courier New" panose="02070309020205020404" pitchFamily="49" charset="0"/>
              </a:rPr>
              <a:t>()</a:t>
            </a:r>
            <a:r>
              <a:rPr lang="en-US" altLang="en-US" sz="2400" dirty="0">
                <a:latin typeface="Courier New" panose="02070309020205020404" pitchFamily="49" charset="0"/>
                <a:cs typeface="Courier New" panose="02070309020205020404" pitchFamily="49" charset="0"/>
              </a:rPr>
              <a:t>);</a:t>
            </a:r>
          </a:p>
          <a:p>
            <a:pPr>
              <a:spcBef>
                <a:spcPct val="0"/>
              </a:spcBef>
              <a:buFontTx/>
              <a:buNone/>
            </a:pPr>
            <a:r>
              <a:rPr lang="en-US" altLang="en-US" sz="2400" dirty="0" err="1">
                <a:latin typeface="Courier New" panose="02070309020205020404" pitchFamily="49" charset="0"/>
                <a:cs typeface="Courier New" panose="02070309020205020404" pitchFamily="49" charset="0"/>
              </a:rPr>
              <a:t>out.println</a:t>
            </a:r>
            <a:r>
              <a:rPr lang="en-US" altLang="en-US" sz="2400" dirty="0">
                <a:latin typeface="Courier New" panose="02070309020205020404" pitchFamily="49" charset="0"/>
                <a:cs typeface="Courier New" panose="02070309020205020404" pitchFamily="49" charset="0"/>
              </a:rPr>
              <a:t>(</a:t>
            </a:r>
            <a:r>
              <a:rPr lang="en-US" altLang="en-US" sz="2400" dirty="0" err="1">
                <a:solidFill>
                  <a:srgbClr val="0000FF"/>
                </a:solidFill>
                <a:latin typeface="Courier New" panose="02070309020205020404" pitchFamily="49" charset="0"/>
                <a:cs typeface="Courier New" panose="02070309020205020404" pitchFamily="49" charset="0"/>
              </a:rPr>
              <a:t>Sub.write</a:t>
            </a:r>
            <a:r>
              <a:rPr lang="en-US" altLang="en-US" sz="2400" dirty="0">
                <a:solidFill>
                  <a:srgbClr val="0000FF"/>
                </a:solidFill>
                <a:latin typeface="Courier New" panose="02070309020205020404" pitchFamily="49" charset="0"/>
                <a:cs typeface="Courier New" panose="02070309020205020404" pitchFamily="49" charset="0"/>
              </a:rPr>
              <a:t>()</a:t>
            </a:r>
            <a:r>
              <a:rPr lang="en-US" altLang="en-US" sz="2400" dirty="0">
                <a:latin typeface="Courier New" panose="02070309020205020404" pitchFamily="49" charset="0"/>
                <a:cs typeface="Courier New" panose="02070309020205020404" pitchFamily="49" charset="0"/>
              </a:rPr>
              <a:t>);</a:t>
            </a:r>
          </a:p>
          <a:p>
            <a:pPr>
              <a:spcBef>
                <a:spcPct val="0"/>
              </a:spcBef>
              <a:buNone/>
            </a:pPr>
            <a:endParaRPr lang="en-US" altLang="en-US" sz="2400" dirty="0">
              <a:latin typeface="Courier New" panose="02070309020205020404" pitchFamily="49" charset="0"/>
              <a:cs typeface="Courier New" panose="02070309020205020404" pitchFamily="49" charset="0"/>
            </a:endParaRPr>
          </a:p>
        </p:txBody>
      </p:sp>
      <p:sp>
        <p:nvSpPr>
          <p:cNvPr id="111621" name="Rectangle 1"/>
          <p:cNvSpPr>
            <a:spLocks noChangeArrowheads="1"/>
          </p:cNvSpPr>
          <p:nvPr/>
        </p:nvSpPr>
        <p:spPr bwMode="auto">
          <a:xfrm>
            <a:off x="0" y="228684"/>
            <a:ext cx="91440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400" dirty="0">
                <a:latin typeface="Tahoma" panose="020B0604030504040204" pitchFamily="34" charset="0"/>
              </a:rPr>
              <a:t>Calls of </a:t>
            </a:r>
            <a:r>
              <a:rPr lang="en-US" altLang="en-US" sz="2400" dirty="0">
                <a:solidFill>
                  <a:srgbClr val="612A8A"/>
                </a:solidFill>
                <a:latin typeface="Tahoma" panose="020B0604030504040204" pitchFamily="34" charset="0"/>
              </a:rPr>
              <a:t>hidden methods </a:t>
            </a:r>
            <a:r>
              <a:rPr lang="en-US" altLang="en-US" sz="2400" dirty="0">
                <a:latin typeface="Tahoma" panose="020B0604030504040204" pitchFamily="34" charset="0"/>
              </a:rPr>
              <a:t>are locked down </a:t>
            </a:r>
            <a:r>
              <a:rPr lang="en-US" altLang="en-US" sz="2400" dirty="0">
                <a:solidFill>
                  <a:srgbClr val="612A8A"/>
                </a:solidFill>
                <a:latin typeface="Tahoma" panose="020B0604030504040204" pitchFamily="34" charset="0"/>
              </a:rPr>
              <a:t>at compile time</a:t>
            </a:r>
            <a:r>
              <a:rPr lang="en-US" altLang="en-US" sz="2400" dirty="0">
                <a:latin typeface="Tahoma" panose="020B0604030504040204" pitchFamily="34" charset="0"/>
              </a:rPr>
              <a:t>.</a:t>
            </a:r>
          </a:p>
        </p:txBody>
      </p:sp>
      <p:sp>
        <p:nvSpPr>
          <p:cNvPr id="2" name="TextBox 1">
            <a:extLst>
              <a:ext uri="{FF2B5EF4-FFF2-40B4-BE49-F238E27FC236}">
                <a16:creationId xmlns:a16="http://schemas.microsoft.com/office/drawing/2014/main" id="{309B6D0E-1ADD-25CD-4EB1-232461DFD382}"/>
              </a:ext>
            </a:extLst>
          </p:cNvPr>
          <p:cNvSpPr txBox="1">
            <a:spLocks noChangeArrowheads="1"/>
          </p:cNvSpPr>
          <p:nvPr/>
        </p:nvSpPr>
        <p:spPr bwMode="auto">
          <a:xfrm>
            <a:off x="5486376" y="3809990"/>
            <a:ext cx="1297599" cy="11387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dirty="0">
                <a:solidFill>
                  <a:schemeClr val="accent5">
                    <a:lumMod val="50000"/>
                  </a:schemeClr>
                </a:solidFill>
                <a:latin typeface="Arial" panose="020B0604020202020204" pitchFamily="34" charset="0"/>
              </a:rPr>
              <a:t>OUTPUT:</a:t>
            </a:r>
          </a:p>
          <a:p>
            <a:pPr>
              <a:spcBef>
                <a:spcPct val="0"/>
              </a:spcBef>
              <a:buFontTx/>
              <a:buNone/>
            </a:pPr>
            <a:r>
              <a:rPr lang="en-US" altLang="en-US" sz="2400" dirty="0">
                <a:solidFill>
                  <a:srgbClr val="0000FF"/>
                </a:solidFill>
                <a:latin typeface="Courier New" panose="02070309020205020404" pitchFamily="49" charset="0"/>
                <a:cs typeface="Courier New" panose="02070309020205020404" pitchFamily="49" charset="0"/>
              </a:rPr>
              <a:t>Base</a:t>
            </a:r>
          </a:p>
          <a:p>
            <a:pPr>
              <a:spcBef>
                <a:spcPct val="0"/>
              </a:spcBef>
              <a:buFontTx/>
              <a:buNone/>
            </a:pPr>
            <a:r>
              <a:rPr lang="en-US" altLang="en-US" sz="2400" dirty="0">
                <a:solidFill>
                  <a:srgbClr val="0000FF"/>
                </a:solidFill>
                <a:latin typeface="Courier New" panose="02070309020205020404" pitchFamily="49" charset="0"/>
                <a:cs typeface="Courier New" panose="02070309020205020404" pitchFamily="49" charset="0"/>
              </a:rPr>
              <a:t>Sub</a:t>
            </a:r>
          </a:p>
        </p:txBody>
      </p:sp>
    </p:spTree>
    <p:extLst>
      <p:ext uri="{BB962C8B-B14F-4D97-AF65-F5344CB8AC3E}">
        <p14:creationId xmlns:p14="http://schemas.microsoft.com/office/powerpoint/2010/main" val="2833302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3.xml><?xml version="1.0" encoding="utf-8"?>
<p:sld xmlns:a="http://schemas.openxmlformats.org/drawingml/2006/main" xmlns:r="http://schemas.openxmlformats.org/officeDocument/2006/relationships" xmlns:p="http://schemas.openxmlformats.org/presentationml/2006/main">
  <p:cSld>
    <p:bg bwMode="auto">
      <p:bgPr>
        <a:solidFill>
          <a:srgbClr val="FFE5FF"/>
        </a:solidFill>
        <a:effectLst/>
      </p:bgPr>
    </p:bg>
    <p:spTree>
      <p:nvGrpSpPr>
        <p:cNvPr id="1" name=""/>
        <p:cNvGrpSpPr/>
        <p:nvPr/>
      </p:nvGrpSpPr>
      <p:grpSpPr>
        <a:xfrm>
          <a:off x="0" y="0"/>
          <a:ext cx="0" cy="0"/>
          <a:chOff x="0" y="0"/>
          <a:chExt cx="0" cy="0"/>
        </a:xfrm>
      </p:grpSpPr>
      <p:sp>
        <p:nvSpPr>
          <p:cNvPr id="111619" name="Rectangle 2"/>
          <p:cNvSpPr>
            <a:spLocks noChangeArrowheads="1"/>
          </p:cNvSpPr>
          <p:nvPr/>
        </p:nvSpPr>
        <p:spPr bwMode="auto">
          <a:xfrm>
            <a:off x="2026489" y="3991300"/>
            <a:ext cx="6462621" cy="25545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b="0" dirty="0">
                <a:latin typeface="Courier New" panose="02070309020205020404" pitchFamily="49" charset="0"/>
                <a:cs typeface="Courier New" panose="02070309020205020404" pitchFamily="49" charset="0"/>
              </a:rPr>
              <a:t>public static void </a:t>
            </a:r>
            <a:r>
              <a:rPr lang="en-US" altLang="en-US" sz="2000" dirty="0">
                <a:latin typeface="Courier New" panose="02070309020205020404" pitchFamily="49" charset="0"/>
                <a:cs typeface="Courier New" panose="02070309020205020404" pitchFamily="49" charset="0"/>
              </a:rPr>
              <a:t>write(Object obj) </a:t>
            </a:r>
          </a:p>
          <a:p>
            <a:pPr>
              <a:spcBef>
                <a:spcPct val="0"/>
              </a:spcBef>
              <a:buFontTx/>
              <a:buNone/>
            </a:pPr>
            <a:r>
              <a:rPr lang="en-US" altLang="en-US" sz="2000" b="0" dirty="0">
                <a:latin typeface="Courier New" panose="02070309020205020404" pitchFamily="49" charset="0"/>
                <a:cs typeface="Courier New" panose="02070309020205020404" pitchFamily="49" charset="0"/>
              </a:rPr>
              <a:t>{</a:t>
            </a:r>
          </a:p>
          <a:p>
            <a:pPr>
              <a:spcBef>
                <a:spcPct val="0"/>
              </a:spcBef>
              <a:buFontTx/>
              <a:buNone/>
            </a:pPr>
            <a:r>
              <a:rPr lang="en-US" altLang="en-US" sz="2000" b="0" dirty="0">
                <a:latin typeface="Courier New" panose="02070309020205020404" pitchFamily="49" charset="0"/>
                <a:cs typeface="Courier New" panose="02070309020205020404" pitchFamily="49" charset="0"/>
              </a:rPr>
              <a:t>    </a:t>
            </a:r>
            <a:r>
              <a:rPr lang="en-US" altLang="en-US" sz="2000" b="0" dirty="0" err="1">
                <a:latin typeface="Courier New" panose="02070309020205020404" pitchFamily="49" charset="0"/>
                <a:cs typeface="Courier New" panose="02070309020205020404" pitchFamily="49" charset="0"/>
              </a:rPr>
              <a:t>System.out.println</a:t>
            </a:r>
            <a:r>
              <a:rPr lang="en-US" altLang="en-US" sz="2000" b="0" dirty="0">
                <a:latin typeface="Courier New" panose="02070309020205020404" pitchFamily="49" charset="0"/>
                <a:cs typeface="Courier New" panose="02070309020205020404" pitchFamily="49" charset="0"/>
              </a:rPr>
              <a:t>(“object”);</a:t>
            </a:r>
          </a:p>
          <a:p>
            <a:pPr>
              <a:spcBef>
                <a:spcPct val="0"/>
              </a:spcBef>
              <a:buFontTx/>
              <a:buNone/>
            </a:pPr>
            <a:r>
              <a:rPr lang="en-US" altLang="en-US" sz="2000" b="0" dirty="0">
                <a:latin typeface="Courier New" panose="02070309020205020404" pitchFamily="49" charset="0"/>
                <a:cs typeface="Courier New" panose="02070309020205020404" pitchFamily="49" charset="0"/>
              </a:rPr>
              <a:t>}</a:t>
            </a:r>
          </a:p>
          <a:p>
            <a:pPr>
              <a:spcBef>
                <a:spcPct val="0"/>
              </a:spcBef>
              <a:buFontTx/>
              <a:buNone/>
            </a:pPr>
            <a:r>
              <a:rPr lang="en-US" altLang="en-US" sz="2000" b="0" dirty="0">
                <a:latin typeface="Courier New" panose="02070309020205020404" pitchFamily="49" charset="0"/>
                <a:cs typeface="Courier New" panose="02070309020205020404" pitchFamily="49" charset="0"/>
              </a:rPr>
              <a:t>public static void </a:t>
            </a:r>
            <a:r>
              <a:rPr lang="en-US" altLang="en-US" sz="2000" dirty="0">
                <a:latin typeface="Courier New" panose="02070309020205020404" pitchFamily="49" charset="0"/>
                <a:cs typeface="Courier New" panose="02070309020205020404" pitchFamily="49" charset="0"/>
              </a:rPr>
              <a:t>write(String str) </a:t>
            </a:r>
          </a:p>
          <a:p>
            <a:pPr>
              <a:spcBef>
                <a:spcPct val="0"/>
              </a:spcBef>
              <a:buFontTx/>
              <a:buNone/>
            </a:pPr>
            <a:r>
              <a:rPr lang="en-US" altLang="en-US" sz="2000" b="0" dirty="0">
                <a:latin typeface="Courier New" panose="02070309020205020404" pitchFamily="49" charset="0"/>
                <a:cs typeface="Courier New" panose="02070309020205020404" pitchFamily="49" charset="0"/>
              </a:rPr>
              <a:t>{</a:t>
            </a:r>
          </a:p>
          <a:p>
            <a:pPr>
              <a:spcBef>
                <a:spcPct val="0"/>
              </a:spcBef>
              <a:buFontTx/>
              <a:buNone/>
            </a:pPr>
            <a:r>
              <a:rPr lang="en-US" altLang="en-US" sz="2000" b="0" dirty="0">
                <a:latin typeface="Courier New" panose="02070309020205020404" pitchFamily="49" charset="0"/>
                <a:cs typeface="Courier New" panose="02070309020205020404" pitchFamily="49" charset="0"/>
              </a:rPr>
              <a:t>   </a:t>
            </a:r>
            <a:r>
              <a:rPr lang="en-US" altLang="en-US" sz="2000" b="0" dirty="0" err="1">
                <a:latin typeface="Courier New" panose="02070309020205020404" pitchFamily="49" charset="0"/>
                <a:cs typeface="Courier New" panose="02070309020205020404" pitchFamily="49" charset="0"/>
              </a:rPr>
              <a:t>System.out.println</a:t>
            </a:r>
            <a:r>
              <a:rPr lang="en-US" altLang="en-US" sz="2000" b="0" dirty="0">
                <a:latin typeface="Courier New" panose="02070309020205020404" pitchFamily="49" charset="0"/>
                <a:cs typeface="Courier New" panose="02070309020205020404" pitchFamily="49" charset="0"/>
              </a:rPr>
              <a:t>(“string”);</a:t>
            </a:r>
          </a:p>
          <a:p>
            <a:pPr>
              <a:spcBef>
                <a:spcPct val="0"/>
              </a:spcBef>
              <a:buFontTx/>
              <a:buNone/>
            </a:pPr>
            <a:r>
              <a:rPr lang="en-US" altLang="en-US" sz="2000" b="0" dirty="0">
                <a:latin typeface="Courier New" panose="02070309020205020404" pitchFamily="49" charset="0"/>
                <a:cs typeface="Courier New" panose="02070309020205020404" pitchFamily="49" charset="0"/>
              </a:rPr>
              <a:t>}</a:t>
            </a:r>
          </a:p>
        </p:txBody>
      </p:sp>
      <p:sp>
        <p:nvSpPr>
          <p:cNvPr id="111620" name="WordArt 3"/>
          <p:cNvSpPr>
            <a:spLocks noChangeArrowheads="1" noChangeShapeType="1" noTextEdit="1"/>
          </p:cNvSpPr>
          <p:nvPr/>
        </p:nvSpPr>
        <p:spPr bwMode="auto">
          <a:xfrm>
            <a:off x="685800" y="228600"/>
            <a:ext cx="76962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49815"/>
              </a:avLst>
            </a:prstTxWarp>
          </a:bodyPr>
          <a:lstStyle/>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Choosing based on matching</a:t>
            </a:r>
          </a:p>
          <a:p>
            <a:pPr algn="ctr"/>
            <a:r>
              <a:rPr lang="en-US" sz="4400" b="0" kern="10" dirty="0">
                <a:effectLst>
                  <a:outerShdw blurRad="38100" dist="19049" dir="2700000" algn="tl" rotWithShape="0">
                    <a:schemeClr val="tx1">
                      <a:alpha val="39998"/>
                    </a:schemeClr>
                  </a:outerShdw>
                </a:effectLst>
                <a:latin typeface="Impact" panose="020B0806030902050204" pitchFamily="34" charset="0"/>
              </a:rPr>
              <a:t>parameter type and reference type</a:t>
            </a:r>
          </a:p>
        </p:txBody>
      </p:sp>
      <p:sp>
        <p:nvSpPr>
          <p:cNvPr id="111621" name="Rectangle 1"/>
          <p:cNvSpPr>
            <a:spLocks noChangeArrowheads="1"/>
          </p:cNvSpPr>
          <p:nvPr/>
        </p:nvSpPr>
        <p:spPr bwMode="auto">
          <a:xfrm>
            <a:off x="304912" y="1143060"/>
            <a:ext cx="8381780"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50000"/>
              </a:spcBef>
              <a:buFontTx/>
              <a:buNone/>
            </a:pPr>
            <a:r>
              <a:rPr lang="en-US" altLang="en-US" sz="2000" dirty="0">
                <a:latin typeface="Tahoma" panose="020B0604030504040204" pitchFamily="34" charset="0"/>
              </a:rPr>
              <a:t>Calls of </a:t>
            </a:r>
            <a:r>
              <a:rPr lang="en-US" altLang="en-US" sz="2000" dirty="0">
                <a:solidFill>
                  <a:srgbClr val="612A8A"/>
                </a:solidFill>
                <a:latin typeface="Tahoma" panose="020B0604030504040204" pitchFamily="34" charset="0"/>
              </a:rPr>
              <a:t>overloaded methods </a:t>
            </a:r>
            <a:r>
              <a:rPr lang="en-US" altLang="en-US" sz="2000" dirty="0">
                <a:latin typeface="Tahoma" panose="020B0604030504040204" pitchFamily="34" charset="0"/>
              </a:rPr>
              <a:t>are locked down </a:t>
            </a:r>
            <a:r>
              <a:rPr lang="en-US" altLang="en-US" sz="2000" dirty="0">
                <a:solidFill>
                  <a:srgbClr val="612A8A"/>
                </a:solidFill>
                <a:latin typeface="Tahoma" panose="020B0604030504040204" pitchFamily="34" charset="0"/>
              </a:rPr>
              <a:t>at compile time</a:t>
            </a:r>
            <a:r>
              <a:rPr lang="en-US" altLang="en-US" sz="2000" dirty="0">
                <a:latin typeface="Tahoma" panose="020B0604030504040204" pitchFamily="34" charset="0"/>
              </a:rPr>
              <a:t>.</a:t>
            </a:r>
          </a:p>
          <a:p>
            <a:pPr algn="ctr">
              <a:spcBef>
                <a:spcPct val="50000"/>
              </a:spcBef>
              <a:buNone/>
            </a:pPr>
            <a:r>
              <a:rPr lang="en-US" altLang="en-US" sz="2000" dirty="0">
                <a:latin typeface="Tahoma" panose="020B0604030504040204" pitchFamily="34" charset="0"/>
              </a:rPr>
              <a:t>Calls of </a:t>
            </a:r>
            <a:r>
              <a:rPr lang="en-US" altLang="en-US" sz="2000" dirty="0">
                <a:solidFill>
                  <a:srgbClr val="0000FF"/>
                </a:solidFill>
                <a:latin typeface="Tahoma" panose="020B0604030504040204" pitchFamily="34" charset="0"/>
              </a:rPr>
              <a:t>overridden methods </a:t>
            </a:r>
            <a:r>
              <a:rPr lang="en-US" altLang="en-US" sz="2000" dirty="0">
                <a:latin typeface="Tahoma" panose="020B0604030504040204" pitchFamily="34" charset="0"/>
              </a:rPr>
              <a:t>are determined </a:t>
            </a:r>
            <a:r>
              <a:rPr lang="en-US" altLang="en-US" sz="2000" dirty="0">
                <a:solidFill>
                  <a:srgbClr val="0000FF"/>
                </a:solidFill>
                <a:latin typeface="Tahoma" panose="020B0604030504040204" pitchFamily="34" charset="0"/>
              </a:rPr>
              <a:t>at run time</a:t>
            </a:r>
            <a:r>
              <a:rPr lang="en-US" altLang="en-US" sz="2000" dirty="0">
                <a:latin typeface="Tahoma" panose="020B0604030504040204" pitchFamily="34" charset="0"/>
              </a:rPr>
              <a:t>.</a:t>
            </a:r>
          </a:p>
        </p:txBody>
      </p:sp>
      <p:sp>
        <p:nvSpPr>
          <p:cNvPr id="2" name="Rectangle 1">
            <a:extLst>
              <a:ext uri="{FF2B5EF4-FFF2-40B4-BE49-F238E27FC236}">
                <a16:creationId xmlns:a16="http://schemas.microsoft.com/office/drawing/2014/main" id="{DDFD1058-98C3-434C-8E90-AD5F3AB65384}"/>
              </a:ext>
            </a:extLst>
          </p:cNvPr>
          <p:cNvSpPr/>
          <p:nvPr/>
        </p:nvSpPr>
        <p:spPr>
          <a:xfrm>
            <a:off x="2026489" y="2345809"/>
            <a:ext cx="4572000" cy="1400383"/>
          </a:xfrm>
          <a:prstGeom prst="rect">
            <a:avLst/>
          </a:prstGeom>
        </p:spPr>
        <p:txBody>
          <a:bodyPr>
            <a:spAutoFit/>
          </a:bodyPr>
          <a:lstStyle/>
          <a:p>
            <a:pPr>
              <a:spcAft>
                <a:spcPts val="600"/>
              </a:spcAft>
            </a:pPr>
            <a:r>
              <a:rPr lang="en-US" altLang="en-US" dirty="0">
                <a:solidFill>
                  <a:srgbClr val="176B25"/>
                </a:solidFill>
                <a:latin typeface="Courier New" panose="02070309020205020404" pitchFamily="49" charset="0"/>
                <a:cs typeface="Courier New" panose="02070309020205020404" pitchFamily="49" charset="0"/>
              </a:rPr>
              <a:t>// In the main method:</a:t>
            </a:r>
          </a:p>
          <a:p>
            <a:r>
              <a:rPr lang="en-US" altLang="en-US" dirty="0">
                <a:latin typeface="Courier New" panose="02070309020205020404" pitchFamily="49" charset="0"/>
                <a:cs typeface="Courier New" panose="02070309020205020404" pitchFamily="49" charset="0"/>
              </a:rPr>
              <a:t>Object x = new String(“hi”);</a:t>
            </a:r>
          </a:p>
          <a:p>
            <a:r>
              <a:rPr lang="en-US" altLang="en-US" dirty="0">
                <a:solidFill>
                  <a:srgbClr val="612A8A"/>
                </a:solidFill>
                <a:latin typeface="Courier New" panose="02070309020205020404" pitchFamily="49" charset="0"/>
                <a:cs typeface="Courier New" panose="02070309020205020404" pitchFamily="49" charset="0"/>
              </a:rPr>
              <a:t>write(x);</a:t>
            </a:r>
          </a:p>
          <a:p>
            <a:r>
              <a:rPr lang="en-US" altLang="en-US" dirty="0" err="1">
                <a:latin typeface="Courier New" panose="02070309020205020404" pitchFamily="49" charset="0"/>
                <a:cs typeface="Courier New" panose="02070309020205020404" pitchFamily="49" charset="0"/>
              </a:rPr>
              <a:t>out.println</a:t>
            </a:r>
            <a:r>
              <a:rPr lang="en-US" altLang="en-US" dirty="0">
                <a:latin typeface="Courier New" panose="02070309020205020404" pitchFamily="49" charset="0"/>
                <a:cs typeface="Courier New" panose="02070309020205020404" pitchFamily="49" charset="0"/>
              </a:rPr>
              <a:t>(</a:t>
            </a:r>
            <a:r>
              <a:rPr lang="en-US" altLang="en-US" dirty="0" err="1">
                <a:solidFill>
                  <a:srgbClr val="0000FF"/>
                </a:solidFill>
                <a:latin typeface="Courier New" panose="02070309020205020404" pitchFamily="49" charset="0"/>
                <a:cs typeface="Courier New" panose="02070309020205020404" pitchFamily="49" charset="0"/>
              </a:rPr>
              <a:t>x.toString</a:t>
            </a:r>
            <a:r>
              <a:rPr lang="en-US" altLang="en-US" dirty="0">
                <a:solidFill>
                  <a:srgbClr val="0000FF"/>
                </a:solidFill>
                <a:latin typeface="Courier New" panose="02070309020205020404" pitchFamily="49" charset="0"/>
                <a:cs typeface="Courier New" panose="02070309020205020404" pitchFamily="49" charset="0"/>
              </a:rPr>
              <a:t>()</a:t>
            </a:r>
            <a:r>
              <a:rPr lang="en-US" altLang="en-US" dirty="0">
                <a:latin typeface="Courier New" panose="02070309020205020404" pitchFamily="49" charset="0"/>
                <a:cs typeface="Courier New" panose="02070309020205020404" pitchFamily="49" charset="0"/>
              </a:rPr>
              <a:t>);</a:t>
            </a:r>
          </a:p>
        </p:txBody>
      </p:sp>
      <p:sp>
        <p:nvSpPr>
          <p:cNvPr id="9" name="Rectangle 8">
            <a:extLst>
              <a:ext uri="{FF2B5EF4-FFF2-40B4-BE49-F238E27FC236}">
                <a16:creationId xmlns:a16="http://schemas.microsoft.com/office/drawing/2014/main" id="{4723CE23-03DF-4A37-ADF4-397C362A1FDC}"/>
              </a:ext>
            </a:extLst>
          </p:cNvPr>
          <p:cNvSpPr/>
          <p:nvPr/>
        </p:nvSpPr>
        <p:spPr>
          <a:xfrm>
            <a:off x="228714" y="2667020"/>
            <a:ext cx="1371564" cy="584775"/>
          </a:xfrm>
          <a:prstGeom prst="rect">
            <a:avLst/>
          </a:prstGeom>
        </p:spPr>
        <p:txBody>
          <a:bodyPr wrap="square">
            <a:spAutoFit/>
          </a:bodyPr>
          <a:lstStyle/>
          <a:p>
            <a:pPr algn="ctr">
              <a:spcAft>
                <a:spcPts val="600"/>
              </a:spcAft>
            </a:pPr>
            <a:r>
              <a:rPr lang="en-US" altLang="en-US" sz="1600" dirty="0">
                <a:solidFill>
                  <a:srgbClr val="00B0F0"/>
                </a:solidFill>
                <a:cs typeface="Arial" panose="020B0604020202020204" pitchFamily="34" charset="0"/>
              </a:rPr>
              <a:t>Reference type</a:t>
            </a:r>
          </a:p>
        </p:txBody>
      </p:sp>
      <p:cxnSp>
        <p:nvCxnSpPr>
          <p:cNvPr id="4" name="Straight Arrow Connector 3">
            <a:extLst>
              <a:ext uri="{FF2B5EF4-FFF2-40B4-BE49-F238E27FC236}">
                <a16:creationId xmlns:a16="http://schemas.microsoft.com/office/drawing/2014/main" id="{E3C40D54-3411-4BC8-8D33-E18FA4C72484}"/>
              </a:ext>
            </a:extLst>
          </p:cNvPr>
          <p:cNvCxnSpPr>
            <a:cxnSpLocks/>
          </p:cNvCxnSpPr>
          <p:nvPr/>
        </p:nvCxnSpPr>
        <p:spPr bwMode="auto">
          <a:xfrm flipV="1">
            <a:off x="1447882" y="2895614"/>
            <a:ext cx="578607" cy="5998"/>
          </a:xfrm>
          <a:prstGeom prst="straightConnector1">
            <a:avLst/>
          </a:prstGeom>
          <a:solidFill>
            <a:schemeClr val="accent1"/>
          </a:solidFill>
          <a:ln w="12700" cap="flat" cmpd="sng" algn="ctr">
            <a:solidFill>
              <a:srgbClr val="00B0F0"/>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 name="Rectangle 12">
            <a:extLst>
              <a:ext uri="{FF2B5EF4-FFF2-40B4-BE49-F238E27FC236}">
                <a16:creationId xmlns:a16="http://schemas.microsoft.com/office/drawing/2014/main" id="{1DF024A8-3055-4C7A-8026-0DDBCA88528F}"/>
              </a:ext>
            </a:extLst>
          </p:cNvPr>
          <p:cNvSpPr/>
          <p:nvPr/>
        </p:nvSpPr>
        <p:spPr>
          <a:xfrm>
            <a:off x="7041992" y="2107782"/>
            <a:ext cx="1644700" cy="907941"/>
          </a:xfrm>
          <a:prstGeom prst="rect">
            <a:avLst/>
          </a:prstGeom>
        </p:spPr>
        <p:txBody>
          <a:bodyPr wrap="square">
            <a:spAutoFit/>
          </a:bodyPr>
          <a:lstStyle/>
          <a:p>
            <a:pPr algn="ctr">
              <a:spcAft>
                <a:spcPts val="600"/>
              </a:spcAft>
            </a:pPr>
            <a:r>
              <a:rPr lang="en-US" altLang="en-US" sz="1600" dirty="0">
                <a:solidFill>
                  <a:srgbClr val="00B0F0"/>
                </a:solidFill>
                <a:cs typeface="Arial" panose="020B0604020202020204" pitchFamily="34" charset="0"/>
              </a:rPr>
              <a:t>Actual type</a:t>
            </a:r>
          </a:p>
          <a:p>
            <a:pPr algn="ctr">
              <a:spcAft>
                <a:spcPts val="600"/>
              </a:spcAft>
            </a:pPr>
            <a:r>
              <a:rPr lang="en-US" altLang="en-US" sz="1600" dirty="0">
                <a:solidFill>
                  <a:srgbClr val="00B0F0"/>
                </a:solidFill>
                <a:cs typeface="Arial" panose="020B0604020202020204" pitchFamily="34" charset="0"/>
              </a:rPr>
              <a:t>(a.k.a. the run-time type)</a:t>
            </a:r>
          </a:p>
        </p:txBody>
      </p:sp>
      <p:cxnSp>
        <p:nvCxnSpPr>
          <p:cNvPr id="14" name="Straight Arrow Connector 13">
            <a:extLst>
              <a:ext uri="{FF2B5EF4-FFF2-40B4-BE49-F238E27FC236}">
                <a16:creationId xmlns:a16="http://schemas.microsoft.com/office/drawing/2014/main" id="{B81D5F6C-D8FE-439F-A682-1B3E5B04EDF7}"/>
              </a:ext>
            </a:extLst>
          </p:cNvPr>
          <p:cNvCxnSpPr>
            <a:cxnSpLocks/>
          </p:cNvCxnSpPr>
          <p:nvPr/>
        </p:nvCxnSpPr>
        <p:spPr bwMode="auto">
          <a:xfrm flipH="1">
            <a:off x="5257799" y="2514620"/>
            <a:ext cx="1766901" cy="301796"/>
          </a:xfrm>
          <a:prstGeom prst="straightConnector1">
            <a:avLst/>
          </a:prstGeom>
          <a:solidFill>
            <a:schemeClr val="accent1"/>
          </a:solidFill>
          <a:ln w="12700" cap="flat" cmpd="sng" algn="ctr">
            <a:solidFill>
              <a:srgbClr val="00B0F0"/>
            </a:solidFill>
            <a:prstDash val="solid"/>
            <a:round/>
            <a:headEnd type="none" w="med" len="med"/>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29642567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PROD_NEXTUNIQUEID" val="10009"/>
  <p:tag name="MMPROD_UIDATA" val="&lt;database version=&quot;9.0&quot;&gt;&lt;object type=&quot;1&quot; unique_id=&quot;10001&quot;&gt;&lt;object type=&quot;2&quot; unique_id=&quot;10002&quot;&gt;&lt;object type=&quot;3&quot; unique_id=&quot;10003&quot;&gt;&lt;property id=&quot;20148&quot; value=&quot;5&quot;/&gt;&lt;property id=&quot;20300&quot; value=&quot;Slide 1&quot;/&gt;&lt;property id=&quot;20307&quot; value=&quot;256&quot;/&gt;&lt;/object&gt;&lt;object type=&quot;3&quot; unique_id=&quot;10004&quot;&gt;&lt;property id=&quot;20148&quot; value=&quot;5&quot;/&gt;&lt;property id=&quot;20300&quot; value=&quot;Slide 4&quot;/&gt;&lt;property id=&quot;20307&quot; value=&quot;603&quot;/&gt;&lt;/object&gt;&lt;object type=&quot;3&quot; unique_id=&quot;10005&quot;&gt;&lt;property id=&quot;20148&quot; value=&quot;5&quot;/&gt;&lt;property id=&quot;20300&quot; value=&quot;Slide 5&quot;/&gt;&lt;property id=&quot;20307&quot; value=&quot;604&quot;/&gt;&lt;/object&gt;&lt;object type=&quot;3&quot; unique_id=&quot;10006&quot;&gt;&lt;property id=&quot;20148&quot; value=&quot;5&quot;/&gt;&lt;property id=&quot;20300&quot; value=&quot;Slide 6&quot;/&gt;&lt;property id=&quot;20307&quot; value=&quot;555&quot;/&gt;&lt;/object&gt;&lt;object type=&quot;3&quot; unique_id=&quot;10007&quot;&gt;&lt;property id=&quot;20148&quot; value=&quot;5&quot;/&gt;&lt;property id=&quot;20300&quot; value=&quot;Slide 7&quot;/&gt;&lt;property id=&quot;20307&quot; value=&quot;424&quot;/&gt;&lt;/object&gt;&lt;object type=&quot;3&quot; unique_id=&quot;10008&quot;&gt;&lt;property id=&quot;20148&quot; value=&quot;5&quot;/&gt;&lt;property id=&quot;20300&quot; value=&quot;Slide 8&quot;/&gt;&lt;property id=&quot;20307&quot; value=&quot;480&quot;/&gt;&lt;/object&gt;&lt;object type=&quot;3&quot; unique_id=&quot;10009&quot;&gt;&lt;property id=&quot;20148&quot; value=&quot;5&quot;/&gt;&lt;property id=&quot;20300&quot; value=&quot;Slide 9&quot;/&gt;&lt;property id=&quot;20307&quot; value=&quot;545&quot;/&gt;&lt;/object&gt;&lt;object type=&quot;3&quot; unique_id=&quot;10010&quot;&gt;&lt;property id=&quot;20148&quot; value=&quot;5&quot;/&gt;&lt;property id=&quot;20300&quot; value=&quot;Slide 10&quot;/&gt;&lt;property id=&quot;20307&quot; value=&quot;528&quot;/&gt;&lt;/object&gt;&lt;object type=&quot;3&quot; unique_id=&quot;10011&quot;&gt;&lt;property id=&quot;20148&quot; value=&quot;5&quot;/&gt;&lt;property id=&quot;20300&quot; value=&quot;Slide 11&quot;/&gt;&lt;property id=&quot;20307&quot; value=&quot;481&quot;/&gt;&lt;/object&gt;&lt;object type=&quot;3&quot; unique_id=&quot;10012&quot;&gt;&lt;property id=&quot;20148&quot; value=&quot;5&quot;/&gt;&lt;property id=&quot;20300&quot; value=&quot;Slide 12&quot;/&gt;&lt;property id=&quot;20307&quot; value=&quot;538&quot;/&gt;&lt;/object&gt;&lt;object type=&quot;3&quot; unique_id=&quot;10013&quot;&gt;&lt;property id=&quot;20148&quot; value=&quot;5&quot;/&gt;&lt;property id=&quot;20300&quot; value=&quot;Slide 13&quot;/&gt;&lt;property id=&quot;20307&quot; value=&quot;482&quot;/&gt;&lt;/object&gt;&lt;object type=&quot;3&quot; unique_id=&quot;10014&quot;&gt;&lt;property id=&quot;20148&quot; value=&quot;5&quot;/&gt;&lt;property id=&quot;20300&quot; value=&quot;Slide 14&quot;/&gt;&lt;property id=&quot;20307&quot; value=&quot;520&quot;/&gt;&lt;/object&gt;&lt;object type=&quot;3&quot; unique_id=&quot;10015&quot;&gt;&lt;property id=&quot;20148&quot; value=&quot;5&quot;/&gt;&lt;property id=&quot;20300&quot; value=&quot;Slide 15&quot;/&gt;&lt;property id=&quot;20307&quot; value=&quot;428&quot;/&gt;&lt;/object&gt;&lt;object type=&quot;3&quot; unique_id=&quot;10016&quot;&gt;&lt;property id=&quot;20148&quot; value=&quot;5&quot;/&gt;&lt;property id=&quot;20300&quot; value=&quot;Slide 16&quot;/&gt;&lt;property id=&quot;20307&quot; value=&quot;526&quot;/&gt;&lt;/object&gt;&lt;object type=&quot;3&quot; unique_id=&quot;10017&quot;&gt;&lt;property id=&quot;20148&quot; value=&quot;5&quot;/&gt;&lt;property id=&quot;20300&quot; value=&quot;Slide 17&quot;/&gt;&lt;property id=&quot;20307&quot; value=&quot;559&quot;/&gt;&lt;/object&gt;&lt;object type=&quot;3&quot; unique_id=&quot;10018&quot;&gt;&lt;property id=&quot;20148&quot; value=&quot;5&quot;/&gt;&lt;property id=&quot;20300&quot; value=&quot;Slide 18&quot;/&gt;&lt;property id=&quot;20307&quot; value=&quot;527&quot;/&gt;&lt;/object&gt;&lt;object type=&quot;3&quot; unique_id=&quot;10019&quot;&gt;&lt;property id=&quot;20148&quot; value=&quot;5&quot;/&gt;&lt;property id=&quot;20300&quot; value=&quot;Slide 19&quot;/&gt;&lt;property id=&quot;20307&quot; value=&quot;429&quot;/&gt;&lt;/object&gt;&lt;object type=&quot;3&quot; unique_id=&quot;10020&quot;&gt;&lt;property id=&quot;20148&quot; value=&quot;5&quot;/&gt;&lt;property id=&quot;20300&quot; value=&quot;Slide 20&quot;/&gt;&lt;property id=&quot;20307&quot; value=&quot;434&quot;/&gt;&lt;/object&gt;&lt;object type=&quot;3&quot; unique_id=&quot;10021&quot;&gt;&lt;property id=&quot;20148&quot; value=&quot;5&quot;/&gt;&lt;property id=&quot;20300&quot; value=&quot;Slide 21&quot;/&gt;&lt;property id=&quot;20307&quot; value=&quot;436&quot;/&gt;&lt;/object&gt;&lt;object type=&quot;3&quot; unique_id=&quot;10022&quot;&gt;&lt;property id=&quot;20148&quot; value=&quot;5&quot;/&gt;&lt;property id=&quot;20300&quot; value=&quot;Slide 22&quot;/&gt;&lt;property id=&quot;20307&quot; value=&quot;494&quot;/&gt;&lt;/object&gt;&lt;object type=&quot;3&quot; unique_id=&quot;10023&quot;&gt;&lt;property id=&quot;20148&quot; value=&quot;5&quot;/&gt;&lt;property id=&quot;20300&quot; value=&quot;Slide 23&quot;/&gt;&lt;property id=&quot;20307&quot; value=&quot;557&quot;/&gt;&lt;/object&gt;&lt;object type=&quot;3&quot; unique_id=&quot;10024&quot;&gt;&lt;property id=&quot;20148&quot; value=&quot;5&quot;/&gt;&lt;property id=&quot;20300&quot; value=&quot;Slide 24&quot;/&gt;&lt;property id=&quot;20307&quot; value=&quot;539&quot;/&gt;&lt;/object&gt;&lt;object type=&quot;3&quot; unique_id=&quot;10025&quot;&gt;&lt;property id=&quot;20148&quot; value=&quot;5&quot;/&gt;&lt;property id=&quot;20300&quot; value=&quot;Slide 25&quot;/&gt;&lt;property id=&quot;20307&quot; value=&quot;605&quot;/&gt;&lt;/object&gt;&lt;object type=&quot;3&quot; unique_id=&quot;10026&quot;&gt;&lt;property id=&quot;20148&quot; value=&quot;5&quot;/&gt;&lt;property id=&quot;20300&quot; value=&quot;Slide 26&quot;/&gt;&lt;property id=&quot;20307&quot; value=&quot;435&quot;/&gt;&lt;/object&gt;&lt;object type=&quot;3&quot; unique_id=&quot;10027&quot;&gt;&lt;property id=&quot;20148&quot; value=&quot;5&quot;/&gt;&lt;property id=&quot;20300&quot; value=&quot;Slide 27&quot;/&gt;&lt;property id=&quot;20307&quot; value=&quot;607&quot;/&gt;&lt;/object&gt;&lt;object type=&quot;3&quot; unique_id=&quot;10028&quot;&gt;&lt;property id=&quot;20148&quot; value=&quot;5&quot;/&gt;&lt;property id=&quot;20300&quot; value=&quot;Slide 28&quot;/&gt;&lt;property id=&quot;20307&quot; value=&quot;558&quot;/&gt;&lt;/object&gt;&lt;object type=&quot;3&quot; unique_id=&quot;10029&quot;&gt;&lt;property id=&quot;20148&quot; value=&quot;5&quot;/&gt;&lt;property id=&quot;20300&quot; value=&quot;Slide 29&quot;/&gt;&lt;property id=&quot;20307&quot; value=&quot;606&quot;/&gt;&lt;/object&gt;&lt;object type=&quot;3&quot; unique_id=&quot;10030&quot;&gt;&lt;property id=&quot;20148&quot; value=&quot;5&quot;/&gt;&lt;property id=&quot;20300&quot; value=&quot;Slide 30&quot;/&gt;&lt;property id=&quot;20307&quot; value=&quot;546&quot;/&gt;&lt;/object&gt;&lt;object type=&quot;3&quot; unique_id=&quot;10031&quot;&gt;&lt;property id=&quot;20148&quot; value=&quot;5&quot;/&gt;&lt;property id=&quot;20300&quot; value=&quot;Slide 31&quot;/&gt;&lt;property id=&quot;20307&quot; value=&quot;547&quot;/&gt;&lt;/object&gt;&lt;object type=&quot;3&quot; unique_id=&quot;10032&quot;&gt;&lt;property id=&quot;20148&quot; value=&quot;5&quot;/&gt;&lt;property id=&quot;20300&quot; value=&quot;Slide 32&quot;/&gt;&lt;property id=&quot;20307&quot; value=&quot;549&quot;/&gt;&lt;/object&gt;&lt;object type=&quot;3&quot; unique_id=&quot;10033&quot;&gt;&lt;property id=&quot;20148&quot; value=&quot;5&quot;/&gt;&lt;property id=&quot;20300&quot; value=&quot;Slide 33&quot;/&gt;&lt;property id=&quot;20307&quot; value=&quot;551&quot;/&gt;&lt;/object&gt;&lt;object type=&quot;3&quot; unique_id=&quot;10034&quot;&gt;&lt;property id=&quot;20148&quot; value=&quot;5&quot;/&gt;&lt;property id=&quot;20300&quot; value=&quot;Slide 34&quot;/&gt;&lt;property id=&quot;20307&quot; value=&quot;550&quot;/&gt;&lt;/object&gt;&lt;object type=&quot;3&quot; unique_id=&quot;10035&quot;&gt;&lt;property id=&quot;20148&quot; value=&quot;5&quot;/&gt;&lt;property id=&quot;20300&quot; value=&quot;Slide 35&quot;/&gt;&lt;property id=&quot;20307&quot; value=&quot;548&quot;/&gt;&lt;/object&gt;&lt;object type=&quot;3&quot; unique_id=&quot;10036&quot;&gt;&lt;property id=&quot;20148&quot; value=&quot;5&quot;/&gt;&lt;property id=&quot;20300&quot; value=&quot;Slide 59&quot;/&gt;&lt;property id=&quot;20307&quot; value=&quot;544&quot;/&gt;&lt;/object&gt;&lt;object type=&quot;3&quot; unique_id=&quot;10037&quot;&gt;&lt;property id=&quot;20148&quot; value=&quot;5&quot;/&gt;&lt;property id=&quot;20300&quot; value=&quot;Slide 47&quot;/&gt;&lt;property id=&quot;20307&quot; value=&quot;556&quot;/&gt;&lt;/object&gt;&lt;object type=&quot;3&quot; unique_id=&quot;10038&quot;&gt;&lt;property id=&quot;20148&quot; value=&quot;5&quot;/&gt;&lt;property id=&quot;20300&quot; value=&quot;Slide 36&quot;/&gt;&lt;property id=&quot;20307&quot; value=&quot;493&quot;/&gt;&lt;/object&gt;&lt;object type=&quot;3&quot; unique_id=&quot;10039&quot;&gt;&lt;property id=&quot;20148&quot; value=&quot;5&quot;/&gt;&lt;property id=&quot;20300&quot; value=&quot;Slide 37&quot;/&gt;&lt;property id=&quot;20307&quot; value=&quot;535&quot;/&gt;&lt;/object&gt;&lt;object type=&quot;3&quot; unique_id=&quot;10040&quot;&gt;&lt;property id=&quot;20148&quot; value=&quot;5&quot;/&gt;&lt;property id=&quot;20300&quot; value=&quot;Slide 38&quot;/&gt;&lt;property id=&quot;20307&quot; value=&quot;537&quot;/&gt;&lt;/object&gt;&lt;object type=&quot;3&quot; unique_id=&quot;10041&quot;&gt;&lt;property id=&quot;20148&quot; value=&quot;5&quot;/&gt;&lt;property id=&quot;20300&quot; value=&quot;Slide 39&quot;/&gt;&lt;property id=&quot;20307&quot; value=&quot;536&quot;/&gt;&lt;/object&gt;&lt;object type=&quot;3&quot; unique_id=&quot;10042&quot;&gt;&lt;property id=&quot;20148&quot; value=&quot;5&quot;/&gt;&lt;property id=&quot;20300&quot; value=&quot;Slide 40&quot;/&gt;&lt;property id=&quot;20307&quot; value=&quot;540&quot;/&gt;&lt;/object&gt;&lt;object type=&quot;3&quot; unique_id=&quot;10043&quot;&gt;&lt;property id=&quot;20148&quot; value=&quot;5&quot;/&gt;&lt;property id=&quot;20300&quot; value=&quot;Slide 41&quot;/&gt;&lt;property id=&quot;20307&quot; value=&quot;524&quot;/&gt;&lt;/object&gt;&lt;object type=&quot;3&quot; unique_id=&quot;10044&quot;&gt;&lt;property id=&quot;20148&quot; value=&quot;5&quot;/&gt;&lt;property id=&quot;20300&quot; value=&quot;Slide 42&quot;/&gt;&lt;property id=&quot;20307&quot; value=&quot;560&quot;/&gt;&lt;/object&gt;&lt;object type=&quot;3&quot; unique_id=&quot;10045&quot;&gt;&lt;property id=&quot;20148&quot; value=&quot;5&quot;/&gt;&lt;property id=&quot;20300&quot; value=&quot;Slide 43&quot;/&gt;&lt;property id=&quot;20307&quot; value=&quot;529&quot;/&gt;&lt;/object&gt;&lt;object type=&quot;3&quot; unique_id=&quot;10046&quot;&gt;&lt;property id=&quot;20148&quot; value=&quot;5&quot;/&gt;&lt;property id=&quot;20300&quot; value=&quot;Slide 44&quot;/&gt;&lt;property id=&quot;20307&quot; value=&quot;530&quot;/&gt;&lt;/object&gt;&lt;object type=&quot;3&quot; unique_id=&quot;10047&quot;&gt;&lt;property id=&quot;20148&quot; value=&quot;5&quot;/&gt;&lt;property id=&quot;20300&quot; value=&quot;Slide 45&quot;/&gt;&lt;property id=&quot;20307&quot; value=&quot;531&quot;/&gt;&lt;/object&gt;&lt;object type=&quot;3&quot; unique_id=&quot;10048&quot;&gt;&lt;property id=&quot;20148&quot; value=&quot;5&quot;/&gt;&lt;property id=&quot;20300&quot; value=&quot;Slide 46&quot;/&gt;&lt;property id=&quot;20307&quot; value=&quot;532&quot;/&gt;&lt;/object&gt;&lt;object type=&quot;3&quot; unique_id=&quot;10049&quot;&gt;&lt;property id=&quot;20148&quot; value=&quot;5&quot;/&gt;&lt;property id=&quot;20300&quot; value=&quot;Slide 50&quot;/&gt;&lt;property id=&quot;20307&quot; value=&quot;552&quot;/&gt;&lt;/object&gt;&lt;object type=&quot;3&quot; unique_id=&quot;10050&quot;&gt;&lt;property id=&quot;20148&quot; value=&quot;5&quot;/&gt;&lt;property id=&quot;20300&quot; value=&quot;Slide 51&quot;/&gt;&lt;property id=&quot;20307&quot; value=&quot;554&quot;/&gt;&lt;/object&gt;&lt;object type=&quot;3&quot; unique_id=&quot;10051&quot;&gt;&lt;property id=&quot;20148&quot; value=&quot;5&quot;/&gt;&lt;property id=&quot;20300&quot; value=&quot;Slide 52&quot;/&gt;&lt;property id=&quot;20307&quot; value=&quot;553&quot;/&gt;&lt;/object&gt;&lt;object type=&quot;3&quot; unique_id=&quot;10052&quot;&gt;&lt;property id=&quot;20148&quot; value=&quot;5&quot;/&gt;&lt;property id=&quot;20300&quot; value=&quot;Slide 53&quot;/&gt;&lt;property id=&quot;20307&quot; value=&quot;533&quot;/&gt;&lt;/object&gt;&lt;object type=&quot;3&quot; unique_id=&quot;10053&quot;&gt;&lt;property id=&quot;20148&quot; value=&quot;5&quot;/&gt;&lt;property id=&quot;20300&quot; value=&quot;Slide 54&quot;/&gt;&lt;property id=&quot;20307&quot; value=&quot;519&quot;/&gt;&lt;/object&gt;&lt;object type=&quot;3&quot; unique_id=&quot;10054&quot;&gt;&lt;property id=&quot;20148&quot; value=&quot;5&quot;/&gt;&lt;property id=&quot;20300&quot; value=&quot;Slide 55&quot;/&gt;&lt;property id=&quot;20307&quot; value=&quot;541&quot;/&gt;&lt;/object&gt;&lt;object type=&quot;3&quot; unique_id=&quot;10055&quot;&gt;&lt;property id=&quot;20148&quot; value=&quot;5&quot;/&gt;&lt;property id=&quot;20300&quot; value=&quot;Slide 56&quot;/&gt;&lt;property id=&quot;20307&quot; value=&quot;542&quot;/&gt;&lt;/object&gt;&lt;object type=&quot;3&quot; unique_id=&quot;10056&quot;&gt;&lt;property id=&quot;20148&quot; value=&quot;5&quot;/&gt;&lt;property id=&quot;20300&quot; value=&quot;Slide 57&quot;/&gt;&lt;property id=&quot;20307&quot; value=&quot;543&quot;/&gt;&lt;/object&gt;&lt;object type=&quot;3&quot; unique_id=&quot;10505&quot;&gt;&lt;property id=&quot;20148&quot; value=&quot;5&quot;/&gt;&lt;property id=&quot;20300&quot; value=&quot;Slide 48&quot;/&gt;&lt;property id=&quot;20307&quot; value=&quot;608&quot;/&gt;&lt;/object&gt;&lt;object type=&quot;3&quot; unique_id=&quot;10506&quot;&gt;&lt;property id=&quot;20148&quot; value=&quot;5&quot;/&gt;&lt;property id=&quot;20300&quot; value=&quot;Slide 49&quot;/&gt;&lt;property id=&quot;20307&quot; value=&quot;609&quot;/&gt;&lt;/object&gt;&lt;object type=&quot;3&quot; unique_id=&quot;15586&quot;&gt;&lt;property id=&quot;20148&quot; value=&quot;5&quot;/&gt;&lt;property id=&quot;20300&quot; value=&quot;Slide 58&quot;/&gt;&lt;property id=&quot;20307&quot; value=&quot;610&quot;/&gt;&lt;/object&gt;&lt;object type=&quot;3&quot; unique_id=&quot;15765&quot;&gt;&lt;property id=&quot;20148&quot; value=&quot;5&quot;/&gt;&lt;property id=&quot;20300&quot; value=&quot;Slide 2&quot;/&gt;&lt;property id=&quot;20307&quot; value=&quot;611&quot;/&gt;&lt;/object&gt;&lt;object type=&quot;3&quot; unique_id=&quot;15947&quot;&gt;&lt;property id=&quot;20148&quot; value=&quot;5&quot;/&gt;&lt;property id=&quot;20300&quot; value=&quot;Slide 3&quot;/&gt;&lt;property id=&quot;20307&quot; value=&quot;612&quot;/&gt;&lt;/object&gt;&lt;/object&gt;&lt;object type=&quot;8&quot; unique_id=&quot;10112&quot;&gt;&lt;/object&gt;&lt;/object&gt;&lt;/database&gt;"/>
  <p:tag name="SECTOMILLISECCONVERTED" val="1"/>
</p:tagLst>
</file>

<file path=ppt/theme/theme1.xml><?xml version="1.0" encoding="utf-8"?>
<a:theme xmlns:a="http://schemas.openxmlformats.org/drawingml/2006/main" name="Blank Presentation">
  <a:themeElements>
    <a:clrScheme name="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Blank Presentation">
  <a:themeElements>
    <a:clrScheme name="1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1_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1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1_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1_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1_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1_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1_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1_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Blank Presentation">
  <a:themeElements>
    <a:clrScheme name="2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2_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2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2_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2_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2_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2_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2_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2_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3_Blank Presentation">
  <a:themeElements>
    <a:clrScheme name="3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3_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3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3_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3_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3_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3_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3_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3_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4_Blank Presentation">
  <a:themeElements>
    <a:clrScheme name="4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4_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4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4_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4_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4_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4_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4_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4_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5_Blank Presentation">
  <a:themeElements>
    <a:clrScheme name="5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5_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5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5_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5_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5_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5_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5_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5_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6_Blank Presentation">
  <a:themeElements>
    <a:clrScheme name="6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6_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6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6_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6_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6_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6_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6_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6_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7_Blank Presentation">
  <a:themeElements>
    <a:clrScheme name="7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7_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7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7_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7_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7_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7_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7_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7_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8_Blank Presentation">
  <a:themeElements>
    <a:clrScheme name="8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8_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8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8_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8_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8_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8_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8_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8_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10.xml><?xml version="1.0" encoding="utf-8"?>
<a:theme xmlns:a="http://schemas.openxmlformats.org/drawingml/2006/main" name="9_Blank Presentation">
  <a:themeElements>
    <a:clrScheme name="9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9_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9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9_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9_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9_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9_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9_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9_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11.xml><?xml version="1.0" encoding="utf-8"?>
<a:theme xmlns:a="http://schemas.openxmlformats.org/drawingml/2006/main" name="10_Blank Presentation">
  <a:themeElements>
    <a:clrScheme name="10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10_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10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10_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10_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10_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10_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10_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10_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12.xml><?xml version="1.0" encoding="utf-8"?>
<a:theme xmlns:a="http://schemas.openxmlformats.org/drawingml/2006/main" name="11_Blank Presentation">
  <a:themeElements>
    <a:clrScheme name="11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11_Blank Presentatio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 typeface="Arial" panose="020B0604020202020204" pitchFamily="34" charset="0"/>
          <a:buNone/>
          <a:tabLst/>
          <a:defRPr kumimoji="0" lang="en-US" altLang="en-US" sz="2000" b="1"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11_Blank Presentatio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11_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11_Blank Presentatio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11_Blank Presentatio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11_Blank Presentatio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11_Blank Presentatio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11_Blank Presentatio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1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2.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3.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4.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5.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6.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7.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8.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9.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10.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11.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12.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13.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14.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15.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16.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17.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18.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19.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20.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21.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22.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23.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ppt/theme/themeOverride24.xml><?xml version="1.0" encoding="utf-8"?>
<a:themeOverride xmlns:a="http://schemas.openxmlformats.org/drawingml/2006/main">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themeOverride>
</file>

<file path=docProps/app.xml><?xml version="1.0" encoding="utf-8"?>
<Properties xmlns="http://schemas.openxmlformats.org/officeDocument/2006/extended-properties" xmlns:vt="http://schemas.openxmlformats.org/officeDocument/2006/docPropsVTypes">
  <Template>C:\MSOffice\Templates\Blank Presentation.pot</Template>
  <TotalTime>1565</TotalTime>
  <Pages>0</Pages>
  <Words>3852</Words>
  <Characters>0</Characters>
  <Application>Microsoft Office PowerPoint</Application>
  <DocSecurity>0</DocSecurity>
  <PresentationFormat>On-screen Show (4:3)</PresentationFormat>
  <Lines>0</Lines>
  <Paragraphs>674</Paragraphs>
  <Slides>43</Slides>
  <Notes>27</Notes>
  <HiddenSlides>0</HiddenSlides>
  <MMClips>0</MMClips>
  <ScaleCrop>false</ScaleCrop>
  <HeadingPairs>
    <vt:vector size="6" baseType="variant">
      <vt:variant>
        <vt:lpstr>Fonts Used</vt:lpstr>
      </vt:variant>
      <vt:variant>
        <vt:i4>11</vt:i4>
      </vt:variant>
      <vt:variant>
        <vt:lpstr>Theme</vt:lpstr>
      </vt:variant>
      <vt:variant>
        <vt:i4>12</vt:i4>
      </vt:variant>
      <vt:variant>
        <vt:lpstr>Slide Titles</vt:lpstr>
      </vt:variant>
      <vt:variant>
        <vt:i4>43</vt:i4>
      </vt:variant>
    </vt:vector>
  </HeadingPairs>
  <TitlesOfParts>
    <vt:vector size="66" baseType="lpstr">
      <vt:lpstr>Abadi</vt:lpstr>
      <vt:lpstr>Arial</vt:lpstr>
      <vt:lpstr>Arial Black</vt:lpstr>
      <vt:lpstr>Candara</vt:lpstr>
      <vt:lpstr>Comic Sans MS</vt:lpstr>
      <vt:lpstr>Courier New</vt:lpstr>
      <vt:lpstr>Droid Sans</vt:lpstr>
      <vt:lpstr>Impact</vt:lpstr>
      <vt:lpstr>Tahoma</vt:lpstr>
      <vt:lpstr>Times New Roman</vt:lpstr>
      <vt:lpstr>Wingdings</vt:lpstr>
      <vt:lpstr>Blank Presentation</vt:lpstr>
      <vt:lpstr>1_Blank Presentation</vt:lpstr>
      <vt:lpstr>2_Blank Presentation</vt:lpstr>
      <vt:lpstr>3_Blank Presentation</vt:lpstr>
      <vt:lpstr>4_Blank Presentation</vt:lpstr>
      <vt:lpstr>5_Blank Presentation</vt:lpstr>
      <vt:lpstr>6_Blank Presentation</vt:lpstr>
      <vt:lpstr>7_Blank Presentation</vt:lpstr>
      <vt:lpstr>8_Blank Presentation</vt:lpstr>
      <vt:lpstr>9_Blank Presentation</vt:lpstr>
      <vt:lpstr>10_Blank Presentation</vt:lpstr>
      <vt:lpstr>11_Blank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Modifiers combinable with abstract</vt:lpstr>
      <vt:lpstr>Which are allowed?</vt:lpstr>
      <vt:lpstr>Which are allowed?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www.apluscompsci.com</Manager>
  <Company>A+ Computer Science</Company>
  <LinksUpToDate>false</LinksUpToDate>
  <CharactersWithSpaces>0</CharactersWithSpaces>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abstract classes</dc:title>
  <dc:subject>Abstract Classes</dc:subject>
  <dc:creator>A+ Computer Science</dc:creator>
  <cp:keywords>www.apluscompsci.com</cp:keywords>
  <dc:description>Abstract Classes_x000d_
©A+ Computer Science_x000d_
www.apluscompsci.com</dc:description>
  <cp:lastModifiedBy>Weldon Jasik</cp:lastModifiedBy>
  <cp:revision>673</cp:revision>
  <cp:lastPrinted>2015-03-03T16:01:47Z</cp:lastPrinted>
  <dcterms:created xsi:type="dcterms:W3CDTF">1995-06-17T23:31:02Z</dcterms:created>
  <dcterms:modified xsi:type="dcterms:W3CDTF">2024-10-22T16:07:08Z</dcterms:modified>
  <cp:category>www.apluscompsci.com</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1033-9.1.0.4746</vt:lpwstr>
  </property>
</Properties>
</file>