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0" r:id="rId2"/>
    <p:sldMasterId id="2147483672" r:id="rId3"/>
  </p:sldMasterIdLst>
  <p:notesMasterIdLst>
    <p:notesMasterId r:id="rId37"/>
  </p:notesMasterIdLst>
  <p:handoutMasterIdLst>
    <p:handoutMasterId r:id="rId38"/>
  </p:handoutMasterIdLst>
  <p:sldIdLst>
    <p:sldId id="257" r:id="rId4"/>
    <p:sldId id="258" r:id="rId5"/>
    <p:sldId id="319" r:id="rId6"/>
    <p:sldId id="274" r:id="rId7"/>
    <p:sldId id="324" r:id="rId8"/>
    <p:sldId id="340" r:id="rId9"/>
    <p:sldId id="347" r:id="rId10"/>
    <p:sldId id="325" r:id="rId11"/>
    <p:sldId id="344" r:id="rId12"/>
    <p:sldId id="326" r:id="rId13"/>
    <p:sldId id="327" r:id="rId14"/>
    <p:sldId id="328" r:id="rId15"/>
    <p:sldId id="329" r:id="rId16"/>
    <p:sldId id="330" r:id="rId17"/>
    <p:sldId id="307" r:id="rId18"/>
    <p:sldId id="343" r:id="rId19"/>
    <p:sldId id="331" r:id="rId20"/>
    <p:sldId id="332" r:id="rId21"/>
    <p:sldId id="305" r:id="rId22"/>
    <p:sldId id="310" r:id="rId23"/>
    <p:sldId id="349" r:id="rId24"/>
    <p:sldId id="311" r:id="rId25"/>
    <p:sldId id="276" r:id="rId26"/>
    <p:sldId id="333" r:id="rId27"/>
    <p:sldId id="335" r:id="rId28"/>
    <p:sldId id="338" r:id="rId29"/>
    <p:sldId id="339" r:id="rId30"/>
    <p:sldId id="334" r:id="rId31"/>
    <p:sldId id="345" r:id="rId32"/>
    <p:sldId id="350" r:id="rId33"/>
    <p:sldId id="351" r:id="rId34"/>
    <p:sldId id="346" r:id="rId35"/>
    <p:sldId id="348" r:id="rId36"/>
  </p:sldIdLst>
  <p:sldSz cx="9144000" cy="6858000" type="screen4x3"/>
  <p:notesSz cx="6858000" cy="9144000"/>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66CC"/>
    <a:srgbClr val="4D709B"/>
    <a:srgbClr val="008000"/>
    <a:srgbClr val="000099"/>
    <a:srgbClr val="66FFFF"/>
    <a:srgbClr val="FFFFCC"/>
    <a:srgbClr val="0066FF"/>
    <a:srgbClr val="CC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8" autoAdjust="0"/>
    <p:restoredTop sz="74635" autoAdjust="0"/>
  </p:normalViewPr>
  <p:slideViewPr>
    <p:cSldViewPr>
      <p:cViewPr varScale="1">
        <p:scale>
          <a:sx n="58" d="100"/>
          <a:sy n="58" d="100"/>
        </p:scale>
        <p:origin x="1915"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1026">
            <a:extLst>
              <a:ext uri="{FF2B5EF4-FFF2-40B4-BE49-F238E27FC236}">
                <a16:creationId xmlns:a16="http://schemas.microsoft.com/office/drawing/2014/main" id="{BE21E2AA-4259-46B3-A895-8159A804943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2771" name="Rectangle 1027">
            <a:extLst>
              <a:ext uri="{FF2B5EF4-FFF2-40B4-BE49-F238E27FC236}">
                <a16:creationId xmlns:a16="http://schemas.microsoft.com/office/drawing/2014/main" id="{A66946EE-8B20-4E2F-B14D-163B0F329788}"/>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2772" name="Rectangle 1028">
            <a:extLst>
              <a:ext uri="{FF2B5EF4-FFF2-40B4-BE49-F238E27FC236}">
                <a16:creationId xmlns:a16="http://schemas.microsoft.com/office/drawing/2014/main" id="{B6E35832-E3C3-47D9-9C77-F2225F6663EA}"/>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2773" name="Rectangle 1029">
            <a:extLst>
              <a:ext uri="{FF2B5EF4-FFF2-40B4-BE49-F238E27FC236}">
                <a16:creationId xmlns:a16="http://schemas.microsoft.com/office/drawing/2014/main" id="{0B99BD7F-8A5F-409B-B4FC-6EB232D65760}"/>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D0E4060-D6C2-4E98-811C-BBAFAD4ACE31}"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98CA3B0-F8EE-49DF-B76D-19F654DDF6A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0723" name="Rectangle 3">
            <a:extLst>
              <a:ext uri="{FF2B5EF4-FFF2-40B4-BE49-F238E27FC236}">
                <a16:creationId xmlns:a16="http://schemas.microsoft.com/office/drawing/2014/main" id="{26BED76D-D816-4256-A57C-404E55CE7DD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5A9E09B5-99D2-4AC6-9FBA-7E29BBCA93E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5" name="Rectangle 5">
            <a:extLst>
              <a:ext uri="{FF2B5EF4-FFF2-40B4-BE49-F238E27FC236}">
                <a16:creationId xmlns:a16="http://schemas.microsoft.com/office/drawing/2014/main" id="{8EB53050-7B99-4818-8791-67B0BD12919C}"/>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6B69F99B-94AC-46E4-9BCB-B9AD76AA8B44}"/>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0727" name="Rectangle 7">
            <a:extLst>
              <a:ext uri="{FF2B5EF4-FFF2-40B4-BE49-F238E27FC236}">
                <a16:creationId xmlns:a16="http://schemas.microsoft.com/office/drawing/2014/main" id="{E4F756A6-4C30-48C3-B911-2E0F6052FE0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9B8BE71-C176-4517-A6ED-1CCE5899B08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6</a:t>
            </a:fld>
            <a:endParaRPr lang="en-US" altLang="en-US"/>
          </a:p>
        </p:txBody>
      </p:sp>
    </p:spTree>
    <p:extLst>
      <p:ext uri="{BB962C8B-B14F-4D97-AF65-F5344CB8AC3E}">
        <p14:creationId xmlns:p14="http://schemas.microsoft.com/office/powerpoint/2010/main" val="1835191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373C9-E12B-8012-678D-09D0F50FF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C348E-518B-7767-E601-D688B858B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4C9CE-939A-9ECB-A3B2-2165C8303A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7F11FD-CD77-63EC-DFDC-67044BBB0DCD}"/>
              </a:ext>
            </a:extLst>
          </p:cNvPr>
          <p:cNvSpPr>
            <a:spLocks noGrp="1"/>
          </p:cNvSpPr>
          <p:nvPr>
            <p:ph type="sldNum" sz="quarter" idx="5"/>
          </p:nvPr>
        </p:nvSpPr>
        <p:spPr/>
        <p:txBody>
          <a:bodyPr/>
          <a:lstStyle/>
          <a:p>
            <a:fld id="{39B8BE71-C176-4517-A6ED-1CCE5899B086}" type="slidenum">
              <a:rPr lang="en-US" altLang="en-US" smtClean="0"/>
              <a:pPr/>
              <a:t>7</a:t>
            </a:fld>
            <a:endParaRPr lang="en-US" altLang="en-US"/>
          </a:p>
        </p:txBody>
      </p:sp>
    </p:spTree>
    <p:extLst>
      <p:ext uri="{BB962C8B-B14F-4D97-AF65-F5344CB8AC3E}">
        <p14:creationId xmlns:p14="http://schemas.microsoft.com/office/powerpoint/2010/main" val="2569751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 queue (specific sense) is a data structure in which you add to one end and remove from the other.</a:t>
            </a:r>
          </a:p>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8</a:t>
            </a:fld>
            <a:endParaRPr lang="en-US" altLang="en-US"/>
          </a:p>
        </p:txBody>
      </p:sp>
    </p:spTree>
    <p:extLst>
      <p:ext uri="{BB962C8B-B14F-4D97-AF65-F5344CB8AC3E}">
        <p14:creationId xmlns:p14="http://schemas.microsoft.com/office/powerpoint/2010/main" val="3607607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16</a:t>
            </a:fld>
            <a:endParaRPr lang="en-US" altLang="en-US"/>
          </a:p>
        </p:txBody>
      </p:sp>
    </p:spTree>
    <p:extLst>
      <p:ext uri="{BB962C8B-B14F-4D97-AF65-F5344CB8AC3E}">
        <p14:creationId xmlns:p14="http://schemas.microsoft.com/office/powerpoint/2010/main" val="201657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E65841B9-C432-4A79-A955-EF26C5FE338A}"/>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A21BCA29-DB42-4486-96D7-C36113A70C34}"/>
              </a:ext>
            </a:extLst>
          </p:cNvPr>
          <p:cNvSpPr>
            <a:spLocks noGrp="1" noChangeArrowheads="1"/>
          </p:cNvSpPr>
          <p:nvPr>
            <p:ph type="body" idx="1"/>
          </p:nvPr>
        </p:nvSpPr>
        <p:spPr>
          <a:noFill/>
        </p:spPr>
        <p:txBody>
          <a:bodyPr/>
          <a:lstStyle/>
          <a:p>
            <a:endParaRPr lang="en-US" altLang="en-US"/>
          </a:p>
        </p:txBody>
      </p:sp>
      <p:sp>
        <p:nvSpPr>
          <p:cNvPr id="25604" name="Slide Number Placeholder 3">
            <a:extLst>
              <a:ext uri="{FF2B5EF4-FFF2-40B4-BE49-F238E27FC236}">
                <a16:creationId xmlns:a16="http://schemas.microsoft.com/office/drawing/2014/main" id="{0EE5D495-92A6-4ED7-B436-452735D77134}"/>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EEBA019-D4B6-4704-B5A4-73145C0F5A8E}" type="slidenum">
              <a:rPr lang="en-US" altLang="en-US" sz="1200"/>
              <a:pPr/>
              <a:t>24</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BAD2A62A-43BA-4EF5-9374-817405123A2B}"/>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FD36BDB6-FD86-401C-9340-6B0EC3A49CDB}"/>
              </a:ext>
            </a:extLst>
          </p:cNvPr>
          <p:cNvSpPr>
            <a:spLocks noGrp="1" noChangeArrowheads="1"/>
          </p:cNvSpPr>
          <p:nvPr>
            <p:ph type="body" idx="1"/>
          </p:nvPr>
        </p:nvSpPr>
        <p:spPr>
          <a:noFill/>
        </p:spPr>
        <p:txBody>
          <a:bodyPr/>
          <a:lstStyle/>
          <a:p>
            <a:endParaRPr lang="en-US" altLang="en-US"/>
          </a:p>
        </p:txBody>
      </p:sp>
      <p:sp>
        <p:nvSpPr>
          <p:cNvPr id="27652" name="Slide Number Placeholder 3">
            <a:extLst>
              <a:ext uri="{FF2B5EF4-FFF2-40B4-BE49-F238E27FC236}">
                <a16:creationId xmlns:a16="http://schemas.microsoft.com/office/drawing/2014/main" id="{06A5FE7B-8E68-47CF-AABE-0C95590BCC9E}"/>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FB5BA93-212D-4174-ADC2-9C4B856FCB0A}" type="slidenum">
              <a:rPr lang="en-US" altLang="en-US" sz="1200"/>
              <a:pPr/>
              <a:t>25</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87CC5C4D-476B-4A00-B56F-7DE22B3E6F1B}"/>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3677FF03-BFE4-4329-AC44-1546EC164EF2}"/>
              </a:ext>
            </a:extLst>
          </p:cNvPr>
          <p:cNvSpPr>
            <a:spLocks noGrp="1" noChangeArrowheads="1"/>
          </p:cNvSpPr>
          <p:nvPr>
            <p:ph type="body" idx="1"/>
          </p:nvPr>
        </p:nvSpPr>
        <p:spPr>
          <a:noFill/>
        </p:spPr>
        <p:txBody>
          <a:bodyPr/>
          <a:lstStyle/>
          <a:p>
            <a:endParaRPr lang="en-US" altLang="en-US"/>
          </a:p>
        </p:txBody>
      </p:sp>
      <p:sp>
        <p:nvSpPr>
          <p:cNvPr id="29700" name="Slide Number Placeholder 3">
            <a:extLst>
              <a:ext uri="{FF2B5EF4-FFF2-40B4-BE49-F238E27FC236}">
                <a16:creationId xmlns:a16="http://schemas.microsoft.com/office/drawing/2014/main" id="{22BABD19-89B8-4DB4-B57A-6C2FC1304393}"/>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E2D8BAB-396E-43D1-AC82-88CBDDB107DA}" type="slidenum">
              <a:rPr lang="en-US" altLang="en-US" sz="1200"/>
              <a:pPr/>
              <a:t>26</a:t>
            </a:fld>
            <a:endParaRPr lang="en-US"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EADE4090-A856-4453-AD18-FACE7426E4A3}"/>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ABFE8279-3311-43B0-ADED-34F4A9901D73}"/>
              </a:ext>
            </a:extLst>
          </p:cNvPr>
          <p:cNvSpPr>
            <a:spLocks noGrp="1" noChangeArrowheads="1"/>
          </p:cNvSpPr>
          <p:nvPr>
            <p:ph type="body" idx="1"/>
          </p:nvPr>
        </p:nvSpPr>
        <p:spPr>
          <a:noFill/>
        </p:spPr>
        <p:txBody>
          <a:bodyPr/>
          <a:lstStyle/>
          <a:p>
            <a:endParaRPr lang="en-US" altLang="en-US"/>
          </a:p>
        </p:txBody>
      </p:sp>
      <p:sp>
        <p:nvSpPr>
          <p:cNvPr id="31748" name="Slide Number Placeholder 3">
            <a:extLst>
              <a:ext uri="{FF2B5EF4-FFF2-40B4-BE49-F238E27FC236}">
                <a16:creationId xmlns:a16="http://schemas.microsoft.com/office/drawing/2014/main" id="{F10BAC78-A9C7-4BCC-878E-30C73434ACFA}"/>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0F3ECFB-F660-4CFB-8872-337D668E0585}" type="slidenum">
              <a:rPr lang="en-US" altLang="en-US" sz="1200"/>
              <a:pPr/>
              <a:t>27</a:t>
            </a:fld>
            <a:endParaRPr lang="en-US"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532FC26C-DA55-465A-BCBB-232DF05442C9}"/>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FFA22221-566A-4539-8FD3-E29DEF2872E4}"/>
              </a:ext>
            </a:extLst>
          </p:cNvPr>
          <p:cNvSpPr>
            <a:spLocks noGrp="1" noChangeArrowheads="1"/>
          </p:cNvSpPr>
          <p:nvPr>
            <p:ph type="body" idx="1"/>
          </p:nvPr>
        </p:nvSpPr>
        <p:spPr>
          <a:noFill/>
        </p:spPr>
        <p:txBody>
          <a:bodyPr/>
          <a:lstStyle/>
          <a:p>
            <a:r>
              <a:rPr lang="en-US" altLang="en-US"/>
              <a:t>Throwing exceptions incurs a performance penalty, and if it's the case that you expect the queue to be empty from time to time you don't want to have to handle the queue-empty-logic as catching an exception -- it's both costly and difficult to read.</a:t>
            </a:r>
          </a:p>
          <a:p>
            <a:r>
              <a:rPr lang="en-US" altLang="en-US"/>
              <a:t>In the opposite case where you don't expect the queue to ever be empty it is a sign of a programming error, or some other exceptional circumstance that it is, and you don't want to write ugly error condition checking code (e.g. checking for null), because in this case that would be less readable than catching an exception (which you can do in another scope).</a:t>
            </a:r>
          </a:p>
          <a:p>
            <a:endParaRPr lang="en-US" altLang="en-US"/>
          </a:p>
        </p:txBody>
      </p:sp>
      <p:sp>
        <p:nvSpPr>
          <p:cNvPr id="33796" name="Slide Number Placeholder 3">
            <a:extLst>
              <a:ext uri="{FF2B5EF4-FFF2-40B4-BE49-F238E27FC236}">
                <a16:creationId xmlns:a16="http://schemas.microsoft.com/office/drawing/2014/main" id="{9C6F455F-D3AF-40C0-A625-E3C3391494EB}"/>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41050CD-F776-42D3-B596-6F83CEEBE841}" type="slidenum">
              <a:rPr lang="en-US" altLang="en-US" sz="1200"/>
              <a:pPr/>
              <a:t>28</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6712C47-E6EB-469C-8D9B-824C9BDC249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46B59F1-C008-4136-AF8B-B419A3444521}"/>
              </a:ext>
            </a:extLst>
          </p:cNvPr>
          <p:cNvSpPr>
            <a:spLocks noGrp="1" noChangeArrowheads="1"/>
          </p:cNvSpPr>
          <p:nvPr>
            <p:ph type="sldNum" sz="quarter" idx="11"/>
          </p:nvPr>
        </p:nvSpPr>
        <p:spPr>
          <a:ln/>
        </p:spPr>
        <p:txBody>
          <a:bodyPr/>
          <a:lstStyle>
            <a:lvl1pPr>
              <a:defRPr/>
            </a:lvl1pPr>
          </a:lstStyle>
          <a:p>
            <a:fld id="{BE4A6BC4-1716-4B90-AA3F-8966A18ED148}" type="slidenum">
              <a:rPr lang="en-US" altLang="en-US"/>
              <a:pPr/>
              <a:t>‹#›</a:t>
            </a:fld>
            <a:endParaRPr lang="en-US" altLang="en-US"/>
          </a:p>
        </p:txBody>
      </p:sp>
      <p:sp>
        <p:nvSpPr>
          <p:cNvPr id="6" name="Rectangle 7">
            <a:extLst>
              <a:ext uri="{FF2B5EF4-FFF2-40B4-BE49-F238E27FC236}">
                <a16:creationId xmlns:a16="http://schemas.microsoft.com/office/drawing/2014/main" id="{5A3F976D-5AC7-470D-82FE-9A6AC597E11A}"/>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872204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02595CE-1330-46A7-BB4A-4DF70FBF630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5658CAC-8F48-4190-B146-25F945C149D8}"/>
              </a:ext>
            </a:extLst>
          </p:cNvPr>
          <p:cNvSpPr>
            <a:spLocks noGrp="1" noChangeArrowheads="1"/>
          </p:cNvSpPr>
          <p:nvPr>
            <p:ph type="sldNum" sz="quarter" idx="11"/>
          </p:nvPr>
        </p:nvSpPr>
        <p:spPr>
          <a:ln/>
        </p:spPr>
        <p:txBody>
          <a:bodyPr/>
          <a:lstStyle>
            <a:lvl1pPr>
              <a:defRPr/>
            </a:lvl1pPr>
          </a:lstStyle>
          <a:p>
            <a:fld id="{DBB0BB60-4816-469C-B575-0A8E48C382EF}" type="slidenum">
              <a:rPr lang="en-US" altLang="en-US"/>
              <a:pPr/>
              <a:t>‹#›</a:t>
            </a:fld>
            <a:endParaRPr lang="en-US" altLang="en-US"/>
          </a:p>
        </p:txBody>
      </p:sp>
      <p:sp>
        <p:nvSpPr>
          <p:cNvPr id="6" name="Rectangle 7">
            <a:extLst>
              <a:ext uri="{FF2B5EF4-FFF2-40B4-BE49-F238E27FC236}">
                <a16:creationId xmlns:a16="http://schemas.microsoft.com/office/drawing/2014/main" id="{303B56E2-9E8F-41F3-9B2F-098DE8D44286}"/>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2716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29F3D44-48C3-422A-AB85-66B1118E2EA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70E2F4A-F8F1-4119-9176-094829F6509C}"/>
              </a:ext>
            </a:extLst>
          </p:cNvPr>
          <p:cNvSpPr>
            <a:spLocks noGrp="1" noChangeArrowheads="1"/>
          </p:cNvSpPr>
          <p:nvPr>
            <p:ph type="sldNum" sz="quarter" idx="11"/>
          </p:nvPr>
        </p:nvSpPr>
        <p:spPr>
          <a:ln/>
        </p:spPr>
        <p:txBody>
          <a:bodyPr/>
          <a:lstStyle>
            <a:lvl1pPr>
              <a:defRPr/>
            </a:lvl1pPr>
          </a:lstStyle>
          <a:p>
            <a:fld id="{B7EB9049-9A9E-4BB3-A10C-49F2FCD3D139}" type="slidenum">
              <a:rPr lang="en-US" altLang="en-US"/>
              <a:pPr/>
              <a:t>‹#›</a:t>
            </a:fld>
            <a:endParaRPr lang="en-US" altLang="en-US"/>
          </a:p>
        </p:txBody>
      </p:sp>
      <p:sp>
        <p:nvSpPr>
          <p:cNvPr id="6" name="Rectangle 7">
            <a:extLst>
              <a:ext uri="{FF2B5EF4-FFF2-40B4-BE49-F238E27FC236}">
                <a16:creationId xmlns:a16="http://schemas.microsoft.com/office/drawing/2014/main" id="{0393AC1A-0F61-42BB-8E00-DFFF4A0A6224}"/>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068336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1EF48D0-A77A-4B6D-A2CE-F2198F5629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ABF3ED2-0600-41FE-8668-1102E04E4525}"/>
              </a:ext>
            </a:extLst>
          </p:cNvPr>
          <p:cNvSpPr>
            <a:spLocks noGrp="1" noChangeArrowheads="1"/>
          </p:cNvSpPr>
          <p:nvPr>
            <p:ph type="sldNum" sz="quarter" idx="11"/>
          </p:nvPr>
        </p:nvSpPr>
        <p:spPr>
          <a:ln/>
        </p:spPr>
        <p:txBody>
          <a:bodyPr/>
          <a:lstStyle>
            <a:lvl1pPr>
              <a:defRPr/>
            </a:lvl1pPr>
          </a:lstStyle>
          <a:p>
            <a:fld id="{2D16CC07-B111-4A45-B1FE-13946377713F}" type="slidenum">
              <a:rPr lang="en-US" altLang="en-US"/>
              <a:pPr/>
              <a:t>‹#›</a:t>
            </a:fld>
            <a:endParaRPr lang="en-US" altLang="en-US"/>
          </a:p>
        </p:txBody>
      </p:sp>
      <p:sp>
        <p:nvSpPr>
          <p:cNvPr id="7" name="Rectangle 7">
            <a:extLst>
              <a:ext uri="{FF2B5EF4-FFF2-40B4-BE49-F238E27FC236}">
                <a16:creationId xmlns:a16="http://schemas.microsoft.com/office/drawing/2014/main" id="{3B7DBE6D-1C80-4344-9CE8-666957430DE7}"/>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856158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9447A4D-D0A6-4E02-B841-CCDDFD15223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022F68A2-E989-481C-A18E-EE4AC115E821}"/>
              </a:ext>
            </a:extLst>
          </p:cNvPr>
          <p:cNvSpPr>
            <a:spLocks noGrp="1" noChangeArrowheads="1"/>
          </p:cNvSpPr>
          <p:nvPr>
            <p:ph type="sldNum" sz="quarter" idx="11"/>
          </p:nvPr>
        </p:nvSpPr>
        <p:spPr>
          <a:ln/>
        </p:spPr>
        <p:txBody>
          <a:bodyPr/>
          <a:lstStyle>
            <a:lvl1pPr>
              <a:defRPr/>
            </a:lvl1pPr>
          </a:lstStyle>
          <a:p>
            <a:fld id="{DB0C5E76-4E8F-437E-9CA1-82177345EE37}" type="slidenum">
              <a:rPr lang="en-US" altLang="en-US"/>
              <a:pPr/>
              <a:t>‹#›</a:t>
            </a:fld>
            <a:endParaRPr lang="en-US" altLang="en-US"/>
          </a:p>
        </p:txBody>
      </p:sp>
      <p:sp>
        <p:nvSpPr>
          <p:cNvPr id="9" name="Rectangle 7">
            <a:extLst>
              <a:ext uri="{FF2B5EF4-FFF2-40B4-BE49-F238E27FC236}">
                <a16:creationId xmlns:a16="http://schemas.microsoft.com/office/drawing/2014/main" id="{921F8978-EA1A-4873-B2FF-BB4B3F81EA90}"/>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13866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B733832-9C6A-4958-9D04-1954BAA96BA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3CF4D70-4984-43D4-A8E8-28F7605AAB3F}"/>
              </a:ext>
            </a:extLst>
          </p:cNvPr>
          <p:cNvSpPr>
            <a:spLocks noGrp="1" noChangeArrowheads="1"/>
          </p:cNvSpPr>
          <p:nvPr>
            <p:ph type="sldNum" sz="quarter" idx="11"/>
          </p:nvPr>
        </p:nvSpPr>
        <p:spPr>
          <a:ln/>
        </p:spPr>
        <p:txBody>
          <a:bodyPr/>
          <a:lstStyle>
            <a:lvl1pPr>
              <a:defRPr/>
            </a:lvl1pPr>
          </a:lstStyle>
          <a:p>
            <a:fld id="{F07EC92D-ABA4-4239-8C1F-22498E81571B}" type="slidenum">
              <a:rPr lang="en-US" altLang="en-US"/>
              <a:pPr/>
              <a:t>‹#›</a:t>
            </a:fld>
            <a:endParaRPr lang="en-US" altLang="en-US"/>
          </a:p>
        </p:txBody>
      </p:sp>
      <p:sp>
        <p:nvSpPr>
          <p:cNvPr id="5" name="Rectangle 7">
            <a:extLst>
              <a:ext uri="{FF2B5EF4-FFF2-40B4-BE49-F238E27FC236}">
                <a16:creationId xmlns:a16="http://schemas.microsoft.com/office/drawing/2014/main" id="{5BD23770-6883-4B40-97DD-6D800903276D}"/>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269695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929B77B-A92D-4E4F-BCBA-0432FE20476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57D9B42C-4135-4DC5-9CAD-93E7839086C5}"/>
              </a:ext>
            </a:extLst>
          </p:cNvPr>
          <p:cNvSpPr>
            <a:spLocks noGrp="1" noChangeArrowheads="1"/>
          </p:cNvSpPr>
          <p:nvPr>
            <p:ph type="sldNum" sz="quarter" idx="11"/>
          </p:nvPr>
        </p:nvSpPr>
        <p:spPr>
          <a:ln/>
        </p:spPr>
        <p:txBody>
          <a:bodyPr/>
          <a:lstStyle>
            <a:lvl1pPr>
              <a:defRPr/>
            </a:lvl1pPr>
          </a:lstStyle>
          <a:p>
            <a:fld id="{F7CD95E3-801B-4EE8-9CCB-8DF519F339C2}" type="slidenum">
              <a:rPr lang="en-US" altLang="en-US"/>
              <a:pPr/>
              <a:t>‹#›</a:t>
            </a:fld>
            <a:endParaRPr lang="en-US" altLang="en-US"/>
          </a:p>
        </p:txBody>
      </p:sp>
      <p:sp>
        <p:nvSpPr>
          <p:cNvPr id="4" name="Rectangle 7">
            <a:extLst>
              <a:ext uri="{FF2B5EF4-FFF2-40B4-BE49-F238E27FC236}">
                <a16:creationId xmlns:a16="http://schemas.microsoft.com/office/drawing/2014/main" id="{C3F1ED64-D692-451F-A151-97B2350C16AD}"/>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760510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8D60706-424D-4F60-8BC1-16445A063A4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CF7BF56-0C97-4D3F-96D2-1139CF029AB3}"/>
              </a:ext>
            </a:extLst>
          </p:cNvPr>
          <p:cNvSpPr>
            <a:spLocks noGrp="1" noChangeArrowheads="1"/>
          </p:cNvSpPr>
          <p:nvPr>
            <p:ph type="sldNum" sz="quarter" idx="11"/>
          </p:nvPr>
        </p:nvSpPr>
        <p:spPr>
          <a:ln/>
        </p:spPr>
        <p:txBody>
          <a:bodyPr/>
          <a:lstStyle>
            <a:lvl1pPr>
              <a:defRPr/>
            </a:lvl1pPr>
          </a:lstStyle>
          <a:p>
            <a:fld id="{669C505F-9280-457C-8B7C-6A5C0FF065F3}" type="slidenum">
              <a:rPr lang="en-US" altLang="en-US"/>
              <a:pPr/>
              <a:t>‹#›</a:t>
            </a:fld>
            <a:endParaRPr lang="en-US" altLang="en-US"/>
          </a:p>
        </p:txBody>
      </p:sp>
      <p:sp>
        <p:nvSpPr>
          <p:cNvPr id="7" name="Rectangle 7">
            <a:extLst>
              <a:ext uri="{FF2B5EF4-FFF2-40B4-BE49-F238E27FC236}">
                <a16:creationId xmlns:a16="http://schemas.microsoft.com/office/drawing/2014/main" id="{722E55DA-92A0-4B62-812C-65D9291B58C2}"/>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798321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A4B1E3B-0CA2-44D6-A556-A7A6CB92601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599CB26-8019-4794-8407-24695596611D}"/>
              </a:ext>
            </a:extLst>
          </p:cNvPr>
          <p:cNvSpPr>
            <a:spLocks noGrp="1" noChangeArrowheads="1"/>
          </p:cNvSpPr>
          <p:nvPr>
            <p:ph type="sldNum" sz="quarter" idx="11"/>
          </p:nvPr>
        </p:nvSpPr>
        <p:spPr>
          <a:ln/>
        </p:spPr>
        <p:txBody>
          <a:bodyPr/>
          <a:lstStyle>
            <a:lvl1pPr>
              <a:defRPr/>
            </a:lvl1pPr>
          </a:lstStyle>
          <a:p>
            <a:fld id="{17F0E03D-3618-4D24-90C1-2808C8993A23}" type="slidenum">
              <a:rPr lang="en-US" altLang="en-US"/>
              <a:pPr/>
              <a:t>‹#›</a:t>
            </a:fld>
            <a:endParaRPr lang="en-US" altLang="en-US"/>
          </a:p>
        </p:txBody>
      </p:sp>
      <p:sp>
        <p:nvSpPr>
          <p:cNvPr id="7" name="Rectangle 7">
            <a:extLst>
              <a:ext uri="{FF2B5EF4-FFF2-40B4-BE49-F238E27FC236}">
                <a16:creationId xmlns:a16="http://schemas.microsoft.com/office/drawing/2014/main" id="{D90FDD36-00A8-43F9-933C-58F42203A49C}"/>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138560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B8DEA08-3BE5-4E20-B1FF-0C9F9C279FD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63AF62E-D528-4F02-9336-8456ED301FDC}"/>
              </a:ext>
            </a:extLst>
          </p:cNvPr>
          <p:cNvSpPr>
            <a:spLocks noGrp="1" noChangeArrowheads="1"/>
          </p:cNvSpPr>
          <p:nvPr>
            <p:ph type="sldNum" sz="quarter" idx="11"/>
          </p:nvPr>
        </p:nvSpPr>
        <p:spPr>
          <a:ln/>
        </p:spPr>
        <p:txBody>
          <a:bodyPr/>
          <a:lstStyle>
            <a:lvl1pPr>
              <a:defRPr/>
            </a:lvl1pPr>
          </a:lstStyle>
          <a:p>
            <a:fld id="{CA93D138-9D99-4DE9-8A63-592821B87170}" type="slidenum">
              <a:rPr lang="en-US" altLang="en-US"/>
              <a:pPr/>
              <a:t>‹#›</a:t>
            </a:fld>
            <a:endParaRPr lang="en-US" altLang="en-US"/>
          </a:p>
        </p:txBody>
      </p:sp>
      <p:sp>
        <p:nvSpPr>
          <p:cNvPr id="6" name="Rectangle 7">
            <a:extLst>
              <a:ext uri="{FF2B5EF4-FFF2-40B4-BE49-F238E27FC236}">
                <a16:creationId xmlns:a16="http://schemas.microsoft.com/office/drawing/2014/main" id="{D31989B3-92D7-408D-ABF3-F7CB21C4C7DB}"/>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791662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2D1ABD7-3558-40BF-9CA9-184B62831F4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DC3A898-2FE7-473C-A136-C45CE0113131}"/>
              </a:ext>
            </a:extLst>
          </p:cNvPr>
          <p:cNvSpPr>
            <a:spLocks noGrp="1" noChangeArrowheads="1"/>
          </p:cNvSpPr>
          <p:nvPr>
            <p:ph type="sldNum" sz="quarter" idx="11"/>
          </p:nvPr>
        </p:nvSpPr>
        <p:spPr>
          <a:ln/>
        </p:spPr>
        <p:txBody>
          <a:bodyPr/>
          <a:lstStyle>
            <a:lvl1pPr>
              <a:defRPr/>
            </a:lvl1pPr>
          </a:lstStyle>
          <a:p>
            <a:fld id="{16FA3543-3484-4C28-B54F-ED496002A98B}" type="slidenum">
              <a:rPr lang="en-US" altLang="en-US"/>
              <a:pPr/>
              <a:t>‹#›</a:t>
            </a:fld>
            <a:endParaRPr lang="en-US" altLang="en-US"/>
          </a:p>
        </p:txBody>
      </p:sp>
      <p:sp>
        <p:nvSpPr>
          <p:cNvPr id="6" name="Rectangle 7">
            <a:extLst>
              <a:ext uri="{FF2B5EF4-FFF2-40B4-BE49-F238E27FC236}">
                <a16:creationId xmlns:a16="http://schemas.microsoft.com/office/drawing/2014/main" id="{EE186F32-CF9E-4C7E-915F-161B8B0258BF}"/>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954724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580501-EC8C-0A27-78BE-ADC03462F0FF}"/>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CCD22F27-DEED-C413-E7EF-DC2BBA8BD81A}"/>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FE8E9AF6-64DD-ECE1-2AC8-68B396C9B1D7}"/>
              </a:ext>
            </a:extLst>
          </p:cNvPr>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6DD16D98-D9FD-EC8F-EABC-F8D58B031C8E}"/>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6" name="Date Placeholder 27">
            <a:extLst>
              <a:ext uri="{FF2B5EF4-FFF2-40B4-BE49-F238E27FC236}">
                <a16:creationId xmlns:a16="http://schemas.microsoft.com/office/drawing/2014/main" id="{DA9968B1-A123-6366-4351-FA7883E52FEA}"/>
              </a:ext>
            </a:extLst>
          </p:cNvPr>
          <p:cNvSpPr>
            <a:spLocks noGrp="1"/>
          </p:cNvSpPr>
          <p:nvPr>
            <p:ph type="dt" sz="half" idx="10"/>
          </p:nvPr>
        </p:nvSpPr>
        <p:spPr>
          <a:xfrm>
            <a:off x="6400800" y="6354763"/>
            <a:ext cx="2286000" cy="366712"/>
          </a:xfrm>
        </p:spPr>
        <p:txBody>
          <a:bodyPr/>
          <a:lstStyle>
            <a:lvl1pPr>
              <a:defRPr/>
            </a:lvl1pPr>
          </a:lstStyle>
          <a:p>
            <a:fld id="{305D531A-7AB3-4B96-8E52-F020EEA2103D}" type="datetime1">
              <a:rPr lang="en-US" altLang="en-US"/>
              <a:pPr/>
              <a:t>11/21/2025</a:t>
            </a:fld>
            <a:endParaRPr lang="en-US" altLang="en-US"/>
          </a:p>
        </p:txBody>
      </p:sp>
      <p:sp>
        <p:nvSpPr>
          <p:cNvPr id="7" name="Footer Placeholder 16">
            <a:extLst>
              <a:ext uri="{FF2B5EF4-FFF2-40B4-BE49-F238E27FC236}">
                <a16:creationId xmlns:a16="http://schemas.microsoft.com/office/drawing/2014/main" id="{CAFC4C2A-D5A1-DEBC-51FB-7A3129AA0690}"/>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Tree>
    <p:extLst>
      <p:ext uri="{BB962C8B-B14F-4D97-AF65-F5344CB8AC3E}">
        <p14:creationId xmlns:p14="http://schemas.microsoft.com/office/powerpoint/2010/main" val="88747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D6294AE3-5732-1BE8-322E-51B4E998F165}"/>
              </a:ext>
            </a:extLst>
          </p:cNvPr>
          <p:cNvSpPr>
            <a:spLocks noGrp="1"/>
          </p:cNvSpPr>
          <p:nvPr>
            <p:ph type="dt" sz="half" idx="10"/>
          </p:nvPr>
        </p:nvSpPr>
        <p:spPr/>
        <p:txBody>
          <a:bodyPr/>
          <a:lstStyle>
            <a:lvl1pPr>
              <a:defRPr/>
            </a:lvl1pPr>
          </a:lstStyle>
          <a:p>
            <a:fld id="{D920E74B-684C-46F2-B5D5-A6BE92FDF52F}" type="datetime1">
              <a:rPr lang="en-US" altLang="en-US"/>
              <a:pPr/>
              <a:t>11/21/2025</a:t>
            </a:fld>
            <a:endParaRPr lang="en-US" altLang="en-US"/>
          </a:p>
        </p:txBody>
      </p:sp>
      <p:sp>
        <p:nvSpPr>
          <p:cNvPr id="4" name="Footer Placeholder 2">
            <a:extLst>
              <a:ext uri="{FF2B5EF4-FFF2-40B4-BE49-F238E27FC236}">
                <a16:creationId xmlns:a16="http://schemas.microsoft.com/office/drawing/2014/main" id="{7C50BBF4-06AB-6E23-4095-4C980CA97E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9444BF63-BFE4-8970-53EC-D66F0B69855C}"/>
              </a:ext>
            </a:extLst>
          </p:cNvPr>
          <p:cNvSpPr>
            <a:spLocks noGrp="1"/>
          </p:cNvSpPr>
          <p:nvPr>
            <p:ph type="sldNum" sz="quarter" idx="12"/>
          </p:nvPr>
        </p:nvSpPr>
        <p:spPr/>
        <p:txBody>
          <a:bodyPr/>
          <a:lstStyle>
            <a:lvl1pPr>
              <a:defRPr/>
            </a:lvl1pPr>
          </a:lstStyle>
          <a:p>
            <a:fld id="{8E43B8A7-8889-4336-8AEA-5AF93A7CA5B3}" type="slidenum">
              <a:rPr lang="en-US" altLang="en-US"/>
              <a:pPr/>
              <a:t>‹#›</a:t>
            </a:fld>
            <a:endParaRPr lang="en-US" altLang="en-US"/>
          </a:p>
        </p:txBody>
      </p:sp>
    </p:spTree>
    <p:extLst>
      <p:ext uri="{BB962C8B-B14F-4D97-AF65-F5344CB8AC3E}">
        <p14:creationId xmlns:p14="http://schemas.microsoft.com/office/powerpoint/2010/main" val="2148980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CBAF76-433C-4081-131F-F97A8C930622}"/>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151892A1-7BC1-F439-999D-3F0CA80AB79B}"/>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15492195-D2B7-CAC9-500D-D27472E8649E}"/>
              </a:ext>
            </a:extLst>
          </p:cNvPr>
          <p:cNvSpPr>
            <a:spLocks noGrp="1"/>
          </p:cNvSpPr>
          <p:nvPr>
            <p:ph type="dt" sz="half" idx="10"/>
          </p:nvPr>
        </p:nvSpPr>
        <p:spPr>
          <a:xfrm>
            <a:off x="6400800" y="6354763"/>
            <a:ext cx="2286000" cy="366712"/>
          </a:xfrm>
        </p:spPr>
        <p:txBody>
          <a:bodyPr/>
          <a:lstStyle>
            <a:lvl1pPr>
              <a:defRPr/>
            </a:lvl1pPr>
          </a:lstStyle>
          <a:p>
            <a:fld id="{4B12E7DF-AE82-4EFA-8F55-E9D341F03E4E}" type="datetime1">
              <a:rPr lang="en-US" altLang="en-US"/>
              <a:pPr/>
              <a:t>11/21/2025</a:t>
            </a:fld>
            <a:endParaRPr lang="en-US" altLang="en-US"/>
          </a:p>
        </p:txBody>
      </p:sp>
      <p:sp>
        <p:nvSpPr>
          <p:cNvPr id="7" name="Footer Placeholder 4">
            <a:extLst>
              <a:ext uri="{FF2B5EF4-FFF2-40B4-BE49-F238E27FC236}">
                <a16:creationId xmlns:a16="http://schemas.microsoft.com/office/drawing/2014/main" id="{D03BFED3-D5D4-7BC7-FA0F-824CC0FAC348}"/>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68FFBD3A-EB8E-DA3D-6221-AF65DDCEFFB5}"/>
              </a:ext>
            </a:extLst>
          </p:cNvPr>
          <p:cNvSpPr>
            <a:spLocks noGrp="1"/>
          </p:cNvSpPr>
          <p:nvPr>
            <p:ph type="sldNum" sz="quarter" idx="12"/>
          </p:nvPr>
        </p:nvSpPr>
        <p:spPr>
          <a:xfrm>
            <a:off x="1069975" y="6354763"/>
            <a:ext cx="1520825" cy="366712"/>
          </a:xfrm>
        </p:spPr>
        <p:txBody>
          <a:bodyPr/>
          <a:lstStyle>
            <a:lvl1pPr>
              <a:defRPr/>
            </a:lvl1pPr>
          </a:lstStyle>
          <a:p>
            <a:fld id="{FD1A4A2D-1641-4321-A2BC-009C7D47364A}" type="slidenum">
              <a:rPr lang="en-US" altLang="en-US"/>
              <a:pPr/>
              <a:t>‹#›</a:t>
            </a:fld>
            <a:endParaRPr lang="en-US" altLang="en-US"/>
          </a:p>
        </p:txBody>
      </p:sp>
    </p:spTree>
    <p:extLst>
      <p:ext uri="{BB962C8B-B14F-4D97-AF65-F5344CB8AC3E}">
        <p14:creationId xmlns:p14="http://schemas.microsoft.com/office/powerpoint/2010/main" val="334140807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FB44A8D5-C91D-6EC5-4C90-40F999703553}"/>
              </a:ext>
            </a:extLst>
          </p:cNvPr>
          <p:cNvSpPr>
            <a:spLocks noGrp="1"/>
          </p:cNvSpPr>
          <p:nvPr>
            <p:ph type="dt" sz="half" idx="10"/>
          </p:nvPr>
        </p:nvSpPr>
        <p:spPr/>
        <p:txBody>
          <a:bodyPr/>
          <a:lstStyle>
            <a:lvl1pPr>
              <a:defRPr/>
            </a:lvl1pPr>
          </a:lstStyle>
          <a:p>
            <a:fld id="{CCA652E5-FB34-42BF-83DC-02690BC9CC4A}" type="datetime1">
              <a:rPr lang="en-US" altLang="en-US"/>
              <a:pPr/>
              <a:t>11/21/2025</a:t>
            </a:fld>
            <a:endParaRPr lang="en-US" altLang="en-US"/>
          </a:p>
        </p:txBody>
      </p:sp>
      <p:sp>
        <p:nvSpPr>
          <p:cNvPr id="4" name="Footer Placeholder 2">
            <a:extLst>
              <a:ext uri="{FF2B5EF4-FFF2-40B4-BE49-F238E27FC236}">
                <a16:creationId xmlns:a16="http://schemas.microsoft.com/office/drawing/2014/main" id="{99F1EA6D-755B-B23F-F1B4-4C7CCF8F3C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36EFA58B-F242-EF23-5721-02FAC0D61EB3}"/>
              </a:ext>
            </a:extLst>
          </p:cNvPr>
          <p:cNvSpPr>
            <a:spLocks noGrp="1"/>
          </p:cNvSpPr>
          <p:nvPr>
            <p:ph type="sldNum" sz="quarter" idx="12"/>
          </p:nvPr>
        </p:nvSpPr>
        <p:spPr/>
        <p:txBody>
          <a:bodyPr/>
          <a:lstStyle>
            <a:lvl1pPr>
              <a:defRPr/>
            </a:lvl1pPr>
          </a:lstStyle>
          <a:p>
            <a:fld id="{83218907-B117-40EE-8476-A3DFA27DA62A}" type="slidenum">
              <a:rPr lang="en-US" altLang="en-US"/>
              <a:pPr/>
              <a:t>‹#›</a:t>
            </a:fld>
            <a:endParaRPr lang="en-US" altLang="en-US"/>
          </a:p>
        </p:txBody>
      </p:sp>
    </p:spTree>
    <p:extLst>
      <p:ext uri="{BB962C8B-B14F-4D97-AF65-F5344CB8AC3E}">
        <p14:creationId xmlns:p14="http://schemas.microsoft.com/office/powerpoint/2010/main" val="288962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44938AB6-4F12-8D74-3A24-D6E7B94A3EDC}"/>
              </a:ext>
            </a:extLst>
          </p:cNvPr>
          <p:cNvSpPr>
            <a:spLocks noGrp="1"/>
          </p:cNvSpPr>
          <p:nvPr>
            <p:ph type="dt" sz="half" idx="10"/>
          </p:nvPr>
        </p:nvSpPr>
        <p:spPr/>
        <p:txBody>
          <a:bodyPr/>
          <a:lstStyle>
            <a:lvl1pPr>
              <a:defRPr/>
            </a:lvl1pPr>
          </a:lstStyle>
          <a:p>
            <a:fld id="{28DBD71C-1767-4314-A6C5-2CB4D8DEF85B}" type="datetime1">
              <a:rPr lang="en-US" altLang="en-US"/>
              <a:pPr/>
              <a:t>11/21/2025</a:t>
            </a:fld>
            <a:endParaRPr lang="en-US" altLang="en-US"/>
          </a:p>
        </p:txBody>
      </p:sp>
      <p:sp>
        <p:nvSpPr>
          <p:cNvPr id="6" name="Footer Placeholder 2">
            <a:extLst>
              <a:ext uri="{FF2B5EF4-FFF2-40B4-BE49-F238E27FC236}">
                <a16:creationId xmlns:a16="http://schemas.microsoft.com/office/drawing/2014/main" id="{97382296-AF09-F417-E8DF-B269FA19C8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F320244C-8D2E-AF38-C81C-C243C0984AB2}"/>
              </a:ext>
            </a:extLst>
          </p:cNvPr>
          <p:cNvSpPr>
            <a:spLocks noGrp="1"/>
          </p:cNvSpPr>
          <p:nvPr>
            <p:ph type="sldNum" sz="quarter" idx="12"/>
          </p:nvPr>
        </p:nvSpPr>
        <p:spPr/>
        <p:txBody>
          <a:bodyPr/>
          <a:lstStyle>
            <a:lvl1pPr>
              <a:defRPr/>
            </a:lvl1pPr>
          </a:lstStyle>
          <a:p>
            <a:fld id="{5236D9A9-696C-4EE4-BC58-2E54E0A33440}" type="slidenum">
              <a:rPr lang="en-US" altLang="en-US"/>
              <a:pPr/>
              <a:t>‹#›</a:t>
            </a:fld>
            <a:endParaRPr lang="en-US" altLang="en-US"/>
          </a:p>
        </p:txBody>
      </p:sp>
    </p:spTree>
    <p:extLst>
      <p:ext uri="{BB962C8B-B14F-4D97-AF65-F5344CB8AC3E}">
        <p14:creationId xmlns:p14="http://schemas.microsoft.com/office/powerpoint/2010/main" val="3013821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a:extLst>
              <a:ext uri="{FF2B5EF4-FFF2-40B4-BE49-F238E27FC236}">
                <a16:creationId xmlns:a16="http://schemas.microsoft.com/office/drawing/2014/main" id="{1A29594A-B02A-53C9-A898-22F73A16F681}"/>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676503B3-D98E-DCAA-59CF-24CF97D6FE5E}"/>
              </a:ext>
            </a:extLst>
          </p:cNvPr>
          <p:cNvSpPr>
            <a:spLocks noGrp="1"/>
          </p:cNvSpPr>
          <p:nvPr>
            <p:ph type="dt" sz="half" idx="10"/>
          </p:nvPr>
        </p:nvSpPr>
        <p:spPr/>
        <p:txBody>
          <a:bodyPr/>
          <a:lstStyle>
            <a:lvl1pPr>
              <a:defRPr/>
            </a:lvl1pPr>
          </a:lstStyle>
          <a:p>
            <a:fld id="{EA28E83C-AD7B-498E-B1B8-16B5B835811A}" type="datetime1">
              <a:rPr lang="en-US" altLang="en-US"/>
              <a:pPr/>
              <a:t>11/21/2025</a:t>
            </a:fld>
            <a:endParaRPr lang="en-US" altLang="en-US"/>
          </a:p>
        </p:txBody>
      </p:sp>
      <p:sp>
        <p:nvSpPr>
          <p:cNvPr id="5" name="Footer Placeholder 3">
            <a:extLst>
              <a:ext uri="{FF2B5EF4-FFF2-40B4-BE49-F238E27FC236}">
                <a16:creationId xmlns:a16="http://schemas.microsoft.com/office/drawing/2014/main" id="{8815D292-A90E-8F18-0CC4-C68D72397AD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B6AB06DD-88DE-57C2-D80C-1C9526A32720}"/>
              </a:ext>
            </a:extLst>
          </p:cNvPr>
          <p:cNvSpPr>
            <a:spLocks noGrp="1"/>
          </p:cNvSpPr>
          <p:nvPr>
            <p:ph type="sldNum" sz="quarter" idx="12"/>
          </p:nvPr>
        </p:nvSpPr>
        <p:spPr/>
        <p:txBody>
          <a:bodyPr/>
          <a:lstStyle>
            <a:lvl1pPr>
              <a:defRPr/>
            </a:lvl1pPr>
          </a:lstStyle>
          <a:p>
            <a:fld id="{B0EA2A27-5E10-4719-A1E6-3FF288D4AC1C}" type="slidenum">
              <a:rPr lang="en-US" altLang="en-US"/>
              <a:pPr/>
              <a:t>‹#›</a:t>
            </a:fld>
            <a:endParaRPr lang="en-US" altLang="en-US"/>
          </a:p>
        </p:txBody>
      </p:sp>
    </p:spTree>
    <p:extLst>
      <p:ext uri="{BB962C8B-B14F-4D97-AF65-F5344CB8AC3E}">
        <p14:creationId xmlns:p14="http://schemas.microsoft.com/office/powerpoint/2010/main" val="9531470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7AE78372-36C2-107A-D377-A0B5C8E1D2A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3" name="Isosceles Triangle 2">
            <a:extLst>
              <a:ext uri="{FF2B5EF4-FFF2-40B4-BE49-F238E27FC236}">
                <a16:creationId xmlns:a16="http://schemas.microsoft.com/office/drawing/2014/main" id="{08C6EFA6-3161-7831-1909-00FA681B91D3}"/>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ate Placeholder 1">
            <a:extLst>
              <a:ext uri="{FF2B5EF4-FFF2-40B4-BE49-F238E27FC236}">
                <a16:creationId xmlns:a16="http://schemas.microsoft.com/office/drawing/2014/main" id="{F85D0C2D-EFEC-2F34-D436-015A3FAB83B8}"/>
              </a:ext>
            </a:extLst>
          </p:cNvPr>
          <p:cNvSpPr>
            <a:spLocks noGrp="1"/>
          </p:cNvSpPr>
          <p:nvPr>
            <p:ph type="dt" sz="half" idx="10"/>
          </p:nvPr>
        </p:nvSpPr>
        <p:spPr/>
        <p:txBody>
          <a:bodyPr/>
          <a:lstStyle>
            <a:lvl1pPr>
              <a:defRPr/>
            </a:lvl1pPr>
          </a:lstStyle>
          <a:p>
            <a:fld id="{363908BC-A2CC-4FA6-8BA7-D4759357BD61}" type="datetime1">
              <a:rPr lang="en-US" altLang="en-US"/>
              <a:pPr/>
              <a:t>11/21/2025</a:t>
            </a:fld>
            <a:endParaRPr lang="en-US" altLang="en-US"/>
          </a:p>
        </p:txBody>
      </p:sp>
      <p:sp>
        <p:nvSpPr>
          <p:cNvPr id="5" name="Footer Placeholder 2">
            <a:extLst>
              <a:ext uri="{FF2B5EF4-FFF2-40B4-BE49-F238E27FC236}">
                <a16:creationId xmlns:a16="http://schemas.microsoft.com/office/drawing/2014/main" id="{610C639A-DE09-D573-3221-EB3C81AEEAC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169E0B60-8358-99E5-3A31-9125621BFFF4}"/>
              </a:ext>
            </a:extLst>
          </p:cNvPr>
          <p:cNvSpPr>
            <a:spLocks noGrp="1"/>
          </p:cNvSpPr>
          <p:nvPr>
            <p:ph type="sldNum" sz="quarter" idx="12"/>
          </p:nvPr>
        </p:nvSpPr>
        <p:spPr/>
        <p:txBody>
          <a:bodyPr/>
          <a:lstStyle>
            <a:lvl1pPr>
              <a:defRPr/>
            </a:lvl1pPr>
          </a:lstStyle>
          <a:p>
            <a:fld id="{6BFB5D71-B2B6-4DC6-9208-AD63A960469E}" type="slidenum">
              <a:rPr lang="en-US" altLang="en-US"/>
              <a:pPr/>
              <a:t>‹#›</a:t>
            </a:fld>
            <a:endParaRPr lang="en-US" altLang="en-US"/>
          </a:p>
        </p:txBody>
      </p:sp>
    </p:spTree>
    <p:extLst>
      <p:ext uri="{BB962C8B-B14F-4D97-AF65-F5344CB8AC3E}">
        <p14:creationId xmlns:p14="http://schemas.microsoft.com/office/powerpoint/2010/main" val="4097032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EDC6C401-3029-DFA3-99E7-23B4E18478A9}"/>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Straight Connector 4">
            <a:extLst>
              <a:ext uri="{FF2B5EF4-FFF2-40B4-BE49-F238E27FC236}">
                <a16:creationId xmlns:a16="http://schemas.microsoft.com/office/drawing/2014/main" id="{59B72645-0E3E-B1F1-1F76-A68848680787}"/>
              </a:ext>
            </a:extLst>
          </p:cNvPr>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136D38D9-F65E-B50A-AA4A-FACC13999A05}"/>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6D17FC9F-891F-473F-5975-D76A9C38586A}"/>
              </a:ext>
            </a:extLst>
          </p:cNvPr>
          <p:cNvSpPr>
            <a:spLocks noGrp="1"/>
          </p:cNvSpPr>
          <p:nvPr>
            <p:ph type="dt" sz="half" idx="10"/>
          </p:nvPr>
        </p:nvSpPr>
        <p:spPr/>
        <p:txBody>
          <a:bodyPr/>
          <a:lstStyle>
            <a:lvl1pPr>
              <a:defRPr/>
            </a:lvl1pPr>
          </a:lstStyle>
          <a:p>
            <a:fld id="{8F20675D-E6F0-473E-BC0A-6F13DBA83856}" type="datetime1">
              <a:rPr lang="en-US" altLang="en-US"/>
              <a:pPr/>
              <a:t>11/21/2025</a:t>
            </a:fld>
            <a:endParaRPr lang="en-US" altLang="en-US"/>
          </a:p>
        </p:txBody>
      </p:sp>
      <p:sp>
        <p:nvSpPr>
          <p:cNvPr id="8" name="Footer Placeholder 5">
            <a:extLst>
              <a:ext uri="{FF2B5EF4-FFF2-40B4-BE49-F238E27FC236}">
                <a16:creationId xmlns:a16="http://schemas.microsoft.com/office/drawing/2014/main" id="{A568BE51-2BBE-88B9-8168-CE7F9F09FEE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B0411D82-FF46-8988-B1D0-9B0F359E236C}"/>
              </a:ext>
            </a:extLst>
          </p:cNvPr>
          <p:cNvSpPr>
            <a:spLocks noGrp="1"/>
          </p:cNvSpPr>
          <p:nvPr>
            <p:ph type="sldNum" sz="quarter" idx="12"/>
          </p:nvPr>
        </p:nvSpPr>
        <p:spPr/>
        <p:txBody>
          <a:bodyPr/>
          <a:lstStyle>
            <a:lvl1pPr>
              <a:defRPr/>
            </a:lvl1pPr>
          </a:lstStyle>
          <a:p>
            <a:fld id="{4164348A-71A8-4D1F-80D2-20D1DC079064}" type="slidenum">
              <a:rPr lang="en-US" altLang="en-US"/>
              <a:pPr/>
              <a:t>‹#›</a:t>
            </a:fld>
            <a:endParaRPr lang="en-US" altLang="en-US"/>
          </a:p>
        </p:txBody>
      </p:sp>
    </p:spTree>
    <p:extLst>
      <p:ext uri="{BB962C8B-B14F-4D97-AF65-F5344CB8AC3E}">
        <p14:creationId xmlns:p14="http://schemas.microsoft.com/office/powerpoint/2010/main" val="3337405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EE85B3B6-EE5E-2791-1C0C-3CA555851984}"/>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8F725DBC-3EC0-80E7-C139-3C01A3437EC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3BD54954-2624-C62A-FBCB-8E5A95922738}"/>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BA6CE15B-A138-1ADD-86E3-2A70E97E765E}"/>
              </a:ext>
            </a:extLst>
          </p:cNvPr>
          <p:cNvSpPr>
            <a:spLocks noGrp="1"/>
          </p:cNvSpPr>
          <p:nvPr>
            <p:ph type="dt" sz="half" idx="10"/>
          </p:nvPr>
        </p:nvSpPr>
        <p:spPr/>
        <p:txBody>
          <a:bodyPr/>
          <a:lstStyle>
            <a:lvl1pPr>
              <a:defRPr/>
            </a:lvl1pPr>
          </a:lstStyle>
          <a:p>
            <a:fld id="{A47F3096-3E67-44E0-B734-CDB10A379595}" type="datetime1">
              <a:rPr lang="en-US" altLang="en-US"/>
              <a:pPr/>
              <a:t>11/21/2025</a:t>
            </a:fld>
            <a:endParaRPr lang="en-US" altLang="en-US"/>
          </a:p>
        </p:txBody>
      </p:sp>
      <p:sp>
        <p:nvSpPr>
          <p:cNvPr id="9" name="Footer Placeholder 5">
            <a:extLst>
              <a:ext uri="{FF2B5EF4-FFF2-40B4-BE49-F238E27FC236}">
                <a16:creationId xmlns:a16="http://schemas.microsoft.com/office/drawing/2014/main" id="{561F4132-4257-042E-2A35-2D28FED200DB}"/>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4FD9D950-0127-929A-5322-DD9AA0F9CEF6}"/>
              </a:ext>
            </a:extLst>
          </p:cNvPr>
          <p:cNvSpPr>
            <a:spLocks noGrp="1"/>
          </p:cNvSpPr>
          <p:nvPr>
            <p:ph type="sldNum" sz="quarter" idx="12"/>
          </p:nvPr>
        </p:nvSpPr>
        <p:spPr/>
        <p:txBody>
          <a:bodyPr/>
          <a:lstStyle>
            <a:lvl1pPr>
              <a:defRPr/>
            </a:lvl1pPr>
          </a:lstStyle>
          <a:p>
            <a:fld id="{E16861CB-96B6-4FD8-834F-3812BB594940}" type="slidenum">
              <a:rPr lang="en-US" altLang="en-US"/>
              <a:pPr/>
              <a:t>‹#›</a:t>
            </a:fld>
            <a:endParaRPr lang="en-US" altLang="en-US"/>
          </a:p>
        </p:txBody>
      </p:sp>
    </p:spTree>
    <p:extLst>
      <p:ext uri="{BB962C8B-B14F-4D97-AF65-F5344CB8AC3E}">
        <p14:creationId xmlns:p14="http://schemas.microsoft.com/office/powerpoint/2010/main" val="294806721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61ABA89-BD6A-F751-5798-B2757AFEB1E3}"/>
              </a:ext>
            </a:extLst>
          </p:cNvPr>
          <p:cNvSpPr>
            <a:spLocks noGrp="1"/>
          </p:cNvSpPr>
          <p:nvPr>
            <p:ph type="dt" sz="half" idx="10"/>
          </p:nvPr>
        </p:nvSpPr>
        <p:spPr/>
        <p:txBody>
          <a:bodyPr/>
          <a:lstStyle>
            <a:lvl1pPr>
              <a:defRPr/>
            </a:lvl1pPr>
          </a:lstStyle>
          <a:p>
            <a:fld id="{C6705D8E-9400-482A-B760-1F5DD9289029}" type="datetime1">
              <a:rPr lang="en-US" altLang="en-US"/>
              <a:pPr/>
              <a:t>11/21/2025</a:t>
            </a:fld>
            <a:endParaRPr lang="en-US" altLang="en-US"/>
          </a:p>
        </p:txBody>
      </p:sp>
      <p:sp>
        <p:nvSpPr>
          <p:cNvPr id="5" name="Footer Placeholder 2">
            <a:extLst>
              <a:ext uri="{FF2B5EF4-FFF2-40B4-BE49-F238E27FC236}">
                <a16:creationId xmlns:a16="http://schemas.microsoft.com/office/drawing/2014/main" id="{5B6DB309-1214-BE65-A4C7-2FA6A6FD968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90A1B8F6-F96D-61FF-A5B2-B7E4F086D09E}"/>
              </a:ext>
            </a:extLst>
          </p:cNvPr>
          <p:cNvSpPr>
            <a:spLocks noGrp="1"/>
          </p:cNvSpPr>
          <p:nvPr>
            <p:ph type="sldNum" sz="quarter" idx="12"/>
          </p:nvPr>
        </p:nvSpPr>
        <p:spPr/>
        <p:txBody>
          <a:bodyPr/>
          <a:lstStyle>
            <a:lvl1pPr>
              <a:defRPr/>
            </a:lvl1pPr>
          </a:lstStyle>
          <a:p>
            <a:fld id="{3D5BB6C8-99B6-4108-970A-89B6831251A6}" type="slidenum">
              <a:rPr lang="en-US" altLang="en-US"/>
              <a:pPr/>
              <a:t>‹#›</a:t>
            </a:fld>
            <a:endParaRPr lang="en-US" altLang="en-US"/>
          </a:p>
        </p:txBody>
      </p:sp>
    </p:spTree>
    <p:extLst>
      <p:ext uri="{BB962C8B-B14F-4D97-AF65-F5344CB8AC3E}">
        <p14:creationId xmlns:p14="http://schemas.microsoft.com/office/powerpoint/2010/main" val="20466678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66E36834-A7C2-DDD5-D385-6107172771D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Isosceles Triangle 4">
            <a:extLst>
              <a:ext uri="{FF2B5EF4-FFF2-40B4-BE49-F238E27FC236}">
                <a16:creationId xmlns:a16="http://schemas.microsoft.com/office/drawing/2014/main" id="{7C8A64E9-1229-62DB-1572-BD0DDA5A941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5">
            <a:extLst>
              <a:ext uri="{FF2B5EF4-FFF2-40B4-BE49-F238E27FC236}">
                <a16:creationId xmlns:a16="http://schemas.microsoft.com/office/drawing/2014/main" id="{576682C0-4C10-C377-092D-9EFCF58C09C0}"/>
              </a:ext>
            </a:extLst>
          </p:cNvPr>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63C3A0-97C5-4778-021C-E9E13562F8C2}"/>
              </a:ext>
            </a:extLst>
          </p:cNvPr>
          <p:cNvSpPr>
            <a:spLocks noGrp="1"/>
          </p:cNvSpPr>
          <p:nvPr>
            <p:ph type="dt" sz="half" idx="10"/>
          </p:nvPr>
        </p:nvSpPr>
        <p:spPr/>
        <p:txBody>
          <a:bodyPr/>
          <a:lstStyle>
            <a:lvl1pPr>
              <a:defRPr/>
            </a:lvl1pPr>
          </a:lstStyle>
          <a:p>
            <a:fld id="{66D020E9-6FD4-49DF-BF80-B8129ABE624F}" type="datetime1">
              <a:rPr lang="en-US" altLang="en-US"/>
              <a:pPr/>
              <a:t>11/21/2025</a:t>
            </a:fld>
            <a:endParaRPr lang="en-US" altLang="en-US"/>
          </a:p>
        </p:txBody>
      </p:sp>
      <p:sp>
        <p:nvSpPr>
          <p:cNvPr id="8" name="Footer Placeholder 4">
            <a:extLst>
              <a:ext uri="{FF2B5EF4-FFF2-40B4-BE49-F238E27FC236}">
                <a16:creationId xmlns:a16="http://schemas.microsoft.com/office/drawing/2014/main" id="{66A9E2BC-85A8-E60A-6D5E-0EC38222EC7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E185865-AF26-4299-472F-4EF96F055D8D}"/>
              </a:ext>
            </a:extLst>
          </p:cNvPr>
          <p:cNvSpPr>
            <a:spLocks noGrp="1"/>
          </p:cNvSpPr>
          <p:nvPr>
            <p:ph type="sldNum" sz="quarter" idx="12"/>
          </p:nvPr>
        </p:nvSpPr>
        <p:spPr/>
        <p:txBody>
          <a:bodyPr/>
          <a:lstStyle>
            <a:lvl1pPr>
              <a:defRPr/>
            </a:lvl1pPr>
          </a:lstStyle>
          <a:p>
            <a:fld id="{6E88C9E6-98DF-4D2B-8307-9C65EA3A5056}" type="slidenum">
              <a:rPr lang="en-US" altLang="en-US"/>
              <a:pPr/>
              <a:t>‹#›</a:t>
            </a:fld>
            <a:endParaRPr lang="en-US" altLang="en-US"/>
          </a:p>
        </p:txBody>
      </p:sp>
    </p:spTree>
    <p:extLst>
      <p:ext uri="{BB962C8B-B14F-4D97-AF65-F5344CB8AC3E}">
        <p14:creationId xmlns:p14="http://schemas.microsoft.com/office/powerpoint/2010/main" val="22934427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580501-EC8C-0A27-78BE-ADC03462F0FF}"/>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CCD22F27-DEED-C413-E7EF-DC2BBA8BD81A}"/>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FE8E9AF6-64DD-ECE1-2AC8-68B396C9B1D7}"/>
              </a:ext>
            </a:extLst>
          </p:cNvPr>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6DD16D98-D9FD-EC8F-EABC-F8D58B031C8E}"/>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6" name="Date Placeholder 27">
            <a:extLst>
              <a:ext uri="{FF2B5EF4-FFF2-40B4-BE49-F238E27FC236}">
                <a16:creationId xmlns:a16="http://schemas.microsoft.com/office/drawing/2014/main" id="{DA9968B1-A123-6366-4351-FA7883E52FEA}"/>
              </a:ext>
            </a:extLst>
          </p:cNvPr>
          <p:cNvSpPr>
            <a:spLocks noGrp="1"/>
          </p:cNvSpPr>
          <p:nvPr>
            <p:ph type="dt" sz="half" idx="10"/>
          </p:nvPr>
        </p:nvSpPr>
        <p:spPr>
          <a:xfrm>
            <a:off x="6400800" y="6354763"/>
            <a:ext cx="2286000" cy="366712"/>
          </a:xfrm>
        </p:spPr>
        <p:txBody>
          <a:bodyPr/>
          <a:lstStyle>
            <a:lvl1pPr>
              <a:defRPr/>
            </a:lvl1pPr>
          </a:lstStyle>
          <a:p>
            <a:fld id="{305D531A-7AB3-4B96-8E52-F020EEA2103D}" type="datetime1">
              <a:rPr lang="en-US" altLang="en-US"/>
              <a:pPr/>
              <a:t>11/21/2025</a:t>
            </a:fld>
            <a:endParaRPr lang="en-US" altLang="en-US"/>
          </a:p>
        </p:txBody>
      </p:sp>
      <p:sp>
        <p:nvSpPr>
          <p:cNvPr id="7" name="Footer Placeholder 16">
            <a:extLst>
              <a:ext uri="{FF2B5EF4-FFF2-40B4-BE49-F238E27FC236}">
                <a16:creationId xmlns:a16="http://schemas.microsoft.com/office/drawing/2014/main" id="{CAFC4C2A-D5A1-DEBC-51FB-7A3129AA0690}"/>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Tree>
    <p:extLst>
      <p:ext uri="{BB962C8B-B14F-4D97-AF65-F5344CB8AC3E}">
        <p14:creationId xmlns:p14="http://schemas.microsoft.com/office/powerpoint/2010/main" val="719246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D6294AE3-5732-1BE8-322E-51B4E998F165}"/>
              </a:ext>
            </a:extLst>
          </p:cNvPr>
          <p:cNvSpPr>
            <a:spLocks noGrp="1"/>
          </p:cNvSpPr>
          <p:nvPr>
            <p:ph type="dt" sz="half" idx="10"/>
          </p:nvPr>
        </p:nvSpPr>
        <p:spPr/>
        <p:txBody>
          <a:bodyPr/>
          <a:lstStyle>
            <a:lvl1pPr>
              <a:defRPr/>
            </a:lvl1pPr>
          </a:lstStyle>
          <a:p>
            <a:fld id="{D920E74B-684C-46F2-B5D5-A6BE92FDF52F}" type="datetime1">
              <a:rPr lang="en-US" altLang="en-US"/>
              <a:pPr/>
              <a:t>11/21/2025</a:t>
            </a:fld>
            <a:endParaRPr lang="en-US" altLang="en-US"/>
          </a:p>
        </p:txBody>
      </p:sp>
      <p:sp>
        <p:nvSpPr>
          <p:cNvPr id="4" name="Footer Placeholder 2">
            <a:extLst>
              <a:ext uri="{FF2B5EF4-FFF2-40B4-BE49-F238E27FC236}">
                <a16:creationId xmlns:a16="http://schemas.microsoft.com/office/drawing/2014/main" id="{7C50BBF4-06AB-6E23-4095-4C980CA97E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9444BF63-BFE4-8970-53EC-D66F0B69855C}"/>
              </a:ext>
            </a:extLst>
          </p:cNvPr>
          <p:cNvSpPr>
            <a:spLocks noGrp="1"/>
          </p:cNvSpPr>
          <p:nvPr>
            <p:ph type="sldNum" sz="quarter" idx="12"/>
          </p:nvPr>
        </p:nvSpPr>
        <p:spPr/>
        <p:txBody>
          <a:bodyPr/>
          <a:lstStyle>
            <a:lvl1pPr>
              <a:defRPr/>
            </a:lvl1pPr>
          </a:lstStyle>
          <a:p>
            <a:fld id="{8E43B8A7-8889-4336-8AEA-5AF93A7CA5B3}" type="slidenum">
              <a:rPr lang="en-US" altLang="en-US"/>
              <a:pPr/>
              <a:t>‹#›</a:t>
            </a:fld>
            <a:endParaRPr lang="en-US" altLang="en-US"/>
          </a:p>
        </p:txBody>
      </p:sp>
    </p:spTree>
    <p:extLst>
      <p:ext uri="{BB962C8B-B14F-4D97-AF65-F5344CB8AC3E}">
        <p14:creationId xmlns:p14="http://schemas.microsoft.com/office/powerpoint/2010/main" val="31758840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CBAF76-433C-4081-131F-F97A8C930622}"/>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151892A1-7BC1-F439-999D-3F0CA80AB79B}"/>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15492195-D2B7-CAC9-500D-D27472E8649E}"/>
              </a:ext>
            </a:extLst>
          </p:cNvPr>
          <p:cNvSpPr>
            <a:spLocks noGrp="1"/>
          </p:cNvSpPr>
          <p:nvPr>
            <p:ph type="dt" sz="half" idx="10"/>
          </p:nvPr>
        </p:nvSpPr>
        <p:spPr>
          <a:xfrm>
            <a:off x="6400800" y="6354763"/>
            <a:ext cx="2286000" cy="366712"/>
          </a:xfrm>
        </p:spPr>
        <p:txBody>
          <a:bodyPr/>
          <a:lstStyle>
            <a:lvl1pPr>
              <a:defRPr/>
            </a:lvl1pPr>
          </a:lstStyle>
          <a:p>
            <a:fld id="{4B12E7DF-AE82-4EFA-8F55-E9D341F03E4E}" type="datetime1">
              <a:rPr lang="en-US" altLang="en-US"/>
              <a:pPr/>
              <a:t>11/21/2025</a:t>
            </a:fld>
            <a:endParaRPr lang="en-US" altLang="en-US"/>
          </a:p>
        </p:txBody>
      </p:sp>
      <p:sp>
        <p:nvSpPr>
          <p:cNvPr id="7" name="Footer Placeholder 4">
            <a:extLst>
              <a:ext uri="{FF2B5EF4-FFF2-40B4-BE49-F238E27FC236}">
                <a16:creationId xmlns:a16="http://schemas.microsoft.com/office/drawing/2014/main" id="{D03BFED3-D5D4-7BC7-FA0F-824CC0FAC348}"/>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68FFBD3A-EB8E-DA3D-6221-AF65DDCEFFB5}"/>
              </a:ext>
            </a:extLst>
          </p:cNvPr>
          <p:cNvSpPr>
            <a:spLocks noGrp="1"/>
          </p:cNvSpPr>
          <p:nvPr>
            <p:ph type="sldNum" sz="quarter" idx="12"/>
          </p:nvPr>
        </p:nvSpPr>
        <p:spPr>
          <a:xfrm>
            <a:off x="1069975" y="6354763"/>
            <a:ext cx="1520825" cy="366712"/>
          </a:xfrm>
        </p:spPr>
        <p:txBody>
          <a:bodyPr/>
          <a:lstStyle>
            <a:lvl1pPr>
              <a:defRPr/>
            </a:lvl1pPr>
          </a:lstStyle>
          <a:p>
            <a:fld id="{FD1A4A2D-1641-4321-A2BC-009C7D47364A}" type="slidenum">
              <a:rPr lang="en-US" altLang="en-US"/>
              <a:pPr/>
              <a:t>‹#›</a:t>
            </a:fld>
            <a:endParaRPr lang="en-US" altLang="en-US"/>
          </a:p>
        </p:txBody>
      </p:sp>
    </p:spTree>
    <p:extLst>
      <p:ext uri="{BB962C8B-B14F-4D97-AF65-F5344CB8AC3E}">
        <p14:creationId xmlns:p14="http://schemas.microsoft.com/office/powerpoint/2010/main" val="2872617310"/>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FB44A8D5-C91D-6EC5-4C90-40F999703553}"/>
              </a:ext>
            </a:extLst>
          </p:cNvPr>
          <p:cNvSpPr>
            <a:spLocks noGrp="1"/>
          </p:cNvSpPr>
          <p:nvPr>
            <p:ph type="dt" sz="half" idx="10"/>
          </p:nvPr>
        </p:nvSpPr>
        <p:spPr/>
        <p:txBody>
          <a:bodyPr/>
          <a:lstStyle>
            <a:lvl1pPr>
              <a:defRPr/>
            </a:lvl1pPr>
          </a:lstStyle>
          <a:p>
            <a:fld id="{CCA652E5-FB34-42BF-83DC-02690BC9CC4A}" type="datetime1">
              <a:rPr lang="en-US" altLang="en-US"/>
              <a:pPr/>
              <a:t>11/21/2025</a:t>
            </a:fld>
            <a:endParaRPr lang="en-US" altLang="en-US"/>
          </a:p>
        </p:txBody>
      </p:sp>
      <p:sp>
        <p:nvSpPr>
          <p:cNvPr id="4" name="Footer Placeholder 2">
            <a:extLst>
              <a:ext uri="{FF2B5EF4-FFF2-40B4-BE49-F238E27FC236}">
                <a16:creationId xmlns:a16="http://schemas.microsoft.com/office/drawing/2014/main" id="{99F1EA6D-755B-B23F-F1B4-4C7CCF8F3C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36EFA58B-F242-EF23-5721-02FAC0D61EB3}"/>
              </a:ext>
            </a:extLst>
          </p:cNvPr>
          <p:cNvSpPr>
            <a:spLocks noGrp="1"/>
          </p:cNvSpPr>
          <p:nvPr>
            <p:ph type="sldNum" sz="quarter" idx="12"/>
          </p:nvPr>
        </p:nvSpPr>
        <p:spPr/>
        <p:txBody>
          <a:bodyPr/>
          <a:lstStyle>
            <a:lvl1pPr>
              <a:defRPr/>
            </a:lvl1pPr>
          </a:lstStyle>
          <a:p>
            <a:fld id="{83218907-B117-40EE-8476-A3DFA27DA62A}" type="slidenum">
              <a:rPr lang="en-US" altLang="en-US"/>
              <a:pPr/>
              <a:t>‹#›</a:t>
            </a:fld>
            <a:endParaRPr lang="en-US" altLang="en-US"/>
          </a:p>
        </p:txBody>
      </p:sp>
    </p:spTree>
    <p:extLst>
      <p:ext uri="{BB962C8B-B14F-4D97-AF65-F5344CB8AC3E}">
        <p14:creationId xmlns:p14="http://schemas.microsoft.com/office/powerpoint/2010/main" val="1118938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44938AB6-4F12-8D74-3A24-D6E7B94A3EDC}"/>
              </a:ext>
            </a:extLst>
          </p:cNvPr>
          <p:cNvSpPr>
            <a:spLocks noGrp="1"/>
          </p:cNvSpPr>
          <p:nvPr>
            <p:ph type="dt" sz="half" idx="10"/>
          </p:nvPr>
        </p:nvSpPr>
        <p:spPr/>
        <p:txBody>
          <a:bodyPr/>
          <a:lstStyle>
            <a:lvl1pPr>
              <a:defRPr/>
            </a:lvl1pPr>
          </a:lstStyle>
          <a:p>
            <a:fld id="{28DBD71C-1767-4314-A6C5-2CB4D8DEF85B}" type="datetime1">
              <a:rPr lang="en-US" altLang="en-US"/>
              <a:pPr/>
              <a:t>11/21/2025</a:t>
            </a:fld>
            <a:endParaRPr lang="en-US" altLang="en-US"/>
          </a:p>
        </p:txBody>
      </p:sp>
      <p:sp>
        <p:nvSpPr>
          <p:cNvPr id="6" name="Footer Placeholder 2">
            <a:extLst>
              <a:ext uri="{FF2B5EF4-FFF2-40B4-BE49-F238E27FC236}">
                <a16:creationId xmlns:a16="http://schemas.microsoft.com/office/drawing/2014/main" id="{97382296-AF09-F417-E8DF-B269FA19C8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F320244C-8D2E-AF38-C81C-C243C0984AB2}"/>
              </a:ext>
            </a:extLst>
          </p:cNvPr>
          <p:cNvSpPr>
            <a:spLocks noGrp="1"/>
          </p:cNvSpPr>
          <p:nvPr>
            <p:ph type="sldNum" sz="quarter" idx="12"/>
          </p:nvPr>
        </p:nvSpPr>
        <p:spPr/>
        <p:txBody>
          <a:bodyPr/>
          <a:lstStyle>
            <a:lvl1pPr>
              <a:defRPr/>
            </a:lvl1pPr>
          </a:lstStyle>
          <a:p>
            <a:fld id="{5236D9A9-696C-4EE4-BC58-2E54E0A33440}" type="slidenum">
              <a:rPr lang="en-US" altLang="en-US"/>
              <a:pPr/>
              <a:t>‹#›</a:t>
            </a:fld>
            <a:endParaRPr lang="en-US" altLang="en-US"/>
          </a:p>
        </p:txBody>
      </p:sp>
    </p:spTree>
    <p:extLst>
      <p:ext uri="{BB962C8B-B14F-4D97-AF65-F5344CB8AC3E}">
        <p14:creationId xmlns:p14="http://schemas.microsoft.com/office/powerpoint/2010/main" val="23509328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a:extLst>
              <a:ext uri="{FF2B5EF4-FFF2-40B4-BE49-F238E27FC236}">
                <a16:creationId xmlns:a16="http://schemas.microsoft.com/office/drawing/2014/main" id="{1A29594A-B02A-53C9-A898-22F73A16F681}"/>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676503B3-D98E-DCAA-59CF-24CF97D6FE5E}"/>
              </a:ext>
            </a:extLst>
          </p:cNvPr>
          <p:cNvSpPr>
            <a:spLocks noGrp="1"/>
          </p:cNvSpPr>
          <p:nvPr>
            <p:ph type="dt" sz="half" idx="10"/>
          </p:nvPr>
        </p:nvSpPr>
        <p:spPr/>
        <p:txBody>
          <a:bodyPr/>
          <a:lstStyle>
            <a:lvl1pPr>
              <a:defRPr/>
            </a:lvl1pPr>
          </a:lstStyle>
          <a:p>
            <a:fld id="{EA28E83C-AD7B-498E-B1B8-16B5B835811A}" type="datetime1">
              <a:rPr lang="en-US" altLang="en-US"/>
              <a:pPr/>
              <a:t>11/21/2025</a:t>
            </a:fld>
            <a:endParaRPr lang="en-US" altLang="en-US"/>
          </a:p>
        </p:txBody>
      </p:sp>
      <p:sp>
        <p:nvSpPr>
          <p:cNvPr id="5" name="Footer Placeholder 3">
            <a:extLst>
              <a:ext uri="{FF2B5EF4-FFF2-40B4-BE49-F238E27FC236}">
                <a16:creationId xmlns:a16="http://schemas.microsoft.com/office/drawing/2014/main" id="{8815D292-A90E-8F18-0CC4-C68D72397AD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B6AB06DD-88DE-57C2-D80C-1C9526A32720}"/>
              </a:ext>
            </a:extLst>
          </p:cNvPr>
          <p:cNvSpPr>
            <a:spLocks noGrp="1"/>
          </p:cNvSpPr>
          <p:nvPr>
            <p:ph type="sldNum" sz="quarter" idx="12"/>
          </p:nvPr>
        </p:nvSpPr>
        <p:spPr/>
        <p:txBody>
          <a:bodyPr/>
          <a:lstStyle>
            <a:lvl1pPr>
              <a:defRPr/>
            </a:lvl1pPr>
          </a:lstStyle>
          <a:p>
            <a:fld id="{B0EA2A27-5E10-4719-A1E6-3FF288D4AC1C}" type="slidenum">
              <a:rPr lang="en-US" altLang="en-US"/>
              <a:pPr/>
              <a:t>‹#›</a:t>
            </a:fld>
            <a:endParaRPr lang="en-US" altLang="en-US"/>
          </a:p>
        </p:txBody>
      </p:sp>
    </p:spTree>
    <p:extLst>
      <p:ext uri="{BB962C8B-B14F-4D97-AF65-F5344CB8AC3E}">
        <p14:creationId xmlns:p14="http://schemas.microsoft.com/office/powerpoint/2010/main" val="528702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7AE78372-36C2-107A-D377-A0B5C8E1D2A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3" name="Isosceles Triangle 2">
            <a:extLst>
              <a:ext uri="{FF2B5EF4-FFF2-40B4-BE49-F238E27FC236}">
                <a16:creationId xmlns:a16="http://schemas.microsoft.com/office/drawing/2014/main" id="{08C6EFA6-3161-7831-1909-00FA681B91D3}"/>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ate Placeholder 1">
            <a:extLst>
              <a:ext uri="{FF2B5EF4-FFF2-40B4-BE49-F238E27FC236}">
                <a16:creationId xmlns:a16="http://schemas.microsoft.com/office/drawing/2014/main" id="{F85D0C2D-EFEC-2F34-D436-015A3FAB83B8}"/>
              </a:ext>
            </a:extLst>
          </p:cNvPr>
          <p:cNvSpPr>
            <a:spLocks noGrp="1"/>
          </p:cNvSpPr>
          <p:nvPr>
            <p:ph type="dt" sz="half" idx="10"/>
          </p:nvPr>
        </p:nvSpPr>
        <p:spPr/>
        <p:txBody>
          <a:bodyPr/>
          <a:lstStyle>
            <a:lvl1pPr>
              <a:defRPr/>
            </a:lvl1pPr>
          </a:lstStyle>
          <a:p>
            <a:fld id="{363908BC-A2CC-4FA6-8BA7-D4759357BD61}" type="datetime1">
              <a:rPr lang="en-US" altLang="en-US"/>
              <a:pPr/>
              <a:t>11/21/2025</a:t>
            </a:fld>
            <a:endParaRPr lang="en-US" altLang="en-US"/>
          </a:p>
        </p:txBody>
      </p:sp>
      <p:sp>
        <p:nvSpPr>
          <p:cNvPr id="5" name="Footer Placeholder 2">
            <a:extLst>
              <a:ext uri="{FF2B5EF4-FFF2-40B4-BE49-F238E27FC236}">
                <a16:creationId xmlns:a16="http://schemas.microsoft.com/office/drawing/2014/main" id="{610C639A-DE09-D573-3221-EB3C81AEEAC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169E0B60-8358-99E5-3A31-9125621BFFF4}"/>
              </a:ext>
            </a:extLst>
          </p:cNvPr>
          <p:cNvSpPr>
            <a:spLocks noGrp="1"/>
          </p:cNvSpPr>
          <p:nvPr>
            <p:ph type="sldNum" sz="quarter" idx="12"/>
          </p:nvPr>
        </p:nvSpPr>
        <p:spPr/>
        <p:txBody>
          <a:bodyPr/>
          <a:lstStyle>
            <a:lvl1pPr>
              <a:defRPr/>
            </a:lvl1pPr>
          </a:lstStyle>
          <a:p>
            <a:fld id="{6BFB5D71-B2B6-4DC6-9208-AD63A960469E}" type="slidenum">
              <a:rPr lang="en-US" altLang="en-US"/>
              <a:pPr/>
              <a:t>‹#›</a:t>
            </a:fld>
            <a:endParaRPr lang="en-US" altLang="en-US"/>
          </a:p>
        </p:txBody>
      </p:sp>
    </p:spTree>
    <p:extLst>
      <p:ext uri="{BB962C8B-B14F-4D97-AF65-F5344CB8AC3E}">
        <p14:creationId xmlns:p14="http://schemas.microsoft.com/office/powerpoint/2010/main" val="33138743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EDC6C401-3029-DFA3-99E7-23B4E18478A9}"/>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Straight Connector 4">
            <a:extLst>
              <a:ext uri="{FF2B5EF4-FFF2-40B4-BE49-F238E27FC236}">
                <a16:creationId xmlns:a16="http://schemas.microsoft.com/office/drawing/2014/main" id="{59B72645-0E3E-B1F1-1F76-A68848680787}"/>
              </a:ext>
            </a:extLst>
          </p:cNvPr>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136D38D9-F65E-B50A-AA4A-FACC13999A05}"/>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6D17FC9F-891F-473F-5975-D76A9C38586A}"/>
              </a:ext>
            </a:extLst>
          </p:cNvPr>
          <p:cNvSpPr>
            <a:spLocks noGrp="1"/>
          </p:cNvSpPr>
          <p:nvPr>
            <p:ph type="dt" sz="half" idx="10"/>
          </p:nvPr>
        </p:nvSpPr>
        <p:spPr/>
        <p:txBody>
          <a:bodyPr/>
          <a:lstStyle>
            <a:lvl1pPr>
              <a:defRPr/>
            </a:lvl1pPr>
          </a:lstStyle>
          <a:p>
            <a:fld id="{8F20675D-E6F0-473E-BC0A-6F13DBA83856}" type="datetime1">
              <a:rPr lang="en-US" altLang="en-US"/>
              <a:pPr/>
              <a:t>11/21/2025</a:t>
            </a:fld>
            <a:endParaRPr lang="en-US" altLang="en-US"/>
          </a:p>
        </p:txBody>
      </p:sp>
      <p:sp>
        <p:nvSpPr>
          <p:cNvPr id="8" name="Footer Placeholder 5">
            <a:extLst>
              <a:ext uri="{FF2B5EF4-FFF2-40B4-BE49-F238E27FC236}">
                <a16:creationId xmlns:a16="http://schemas.microsoft.com/office/drawing/2014/main" id="{A568BE51-2BBE-88B9-8168-CE7F9F09FEE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B0411D82-FF46-8988-B1D0-9B0F359E236C}"/>
              </a:ext>
            </a:extLst>
          </p:cNvPr>
          <p:cNvSpPr>
            <a:spLocks noGrp="1"/>
          </p:cNvSpPr>
          <p:nvPr>
            <p:ph type="sldNum" sz="quarter" idx="12"/>
          </p:nvPr>
        </p:nvSpPr>
        <p:spPr/>
        <p:txBody>
          <a:bodyPr/>
          <a:lstStyle>
            <a:lvl1pPr>
              <a:defRPr/>
            </a:lvl1pPr>
          </a:lstStyle>
          <a:p>
            <a:fld id="{4164348A-71A8-4D1F-80D2-20D1DC079064}" type="slidenum">
              <a:rPr lang="en-US" altLang="en-US"/>
              <a:pPr/>
              <a:t>‹#›</a:t>
            </a:fld>
            <a:endParaRPr lang="en-US" altLang="en-US"/>
          </a:p>
        </p:txBody>
      </p:sp>
    </p:spTree>
    <p:extLst>
      <p:ext uri="{BB962C8B-B14F-4D97-AF65-F5344CB8AC3E}">
        <p14:creationId xmlns:p14="http://schemas.microsoft.com/office/powerpoint/2010/main" val="41627400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EE85B3B6-EE5E-2791-1C0C-3CA555851984}"/>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8F725DBC-3EC0-80E7-C139-3C01A3437EC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3BD54954-2624-C62A-FBCB-8E5A95922738}"/>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BA6CE15B-A138-1ADD-86E3-2A70E97E765E}"/>
              </a:ext>
            </a:extLst>
          </p:cNvPr>
          <p:cNvSpPr>
            <a:spLocks noGrp="1"/>
          </p:cNvSpPr>
          <p:nvPr>
            <p:ph type="dt" sz="half" idx="10"/>
          </p:nvPr>
        </p:nvSpPr>
        <p:spPr/>
        <p:txBody>
          <a:bodyPr/>
          <a:lstStyle>
            <a:lvl1pPr>
              <a:defRPr/>
            </a:lvl1pPr>
          </a:lstStyle>
          <a:p>
            <a:fld id="{A47F3096-3E67-44E0-B734-CDB10A379595}" type="datetime1">
              <a:rPr lang="en-US" altLang="en-US"/>
              <a:pPr/>
              <a:t>11/21/2025</a:t>
            </a:fld>
            <a:endParaRPr lang="en-US" altLang="en-US"/>
          </a:p>
        </p:txBody>
      </p:sp>
      <p:sp>
        <p:nvSpPr>
          <p:cNvPr id="9" name="Footer Placeholder 5">
            <a:extLst>
              <a:ext uri="{FF2B5EF4-FFF2-40B4-BE49-F238E27FC236}">
                <a16:creationId xmlns:a16="http://schemas.microsoft.com/office/drawing/2014/main" id="{561F4132-4257-042E-2A35-2D28FED200DB}"/>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4FD9D950-0127-929A-5322-DD9AA0F9CEF6}"/>
              </a:ext>
            </a:extLst>
          </p:cNvPr>
          <p:cNvSpPr>
            <a:spLocks noGrp="1"/>
          </p:cNvSpPr>
          <p:nvPr>
            <p:ph type="sldNum" sz="quarter" idx="12"/>
          </p:nvPr>
        </p:nvSpPr>
        <p:spPr/>
        <p:txBody>
          <a:bodyPr/>
          <a:lstStyle>
            <a:lvl1pPr>
              <a:defRPr/>
            </a:lvl1pPr>
          </a:lstStyle>
          <a:p>
            <a:fld id="{E16861CB-96B6-4FD8-834F-3812BB594940}" type="slidenum">
              <a:rPr lang="en-US" altLang="en-US"/>
              <a:pPr/>
              <a:t>‹#›</a:t>
            </a:fld>
            <a:endParaRPr lang="en-US" altLang="en-US"/>
          </a:p>
        </p:txBody>
      </p:sp>
    </p:spTree>
    <p:extLst>
      <p:ext uri="{BB962C8B-B14F-4D97-AF65-F5344CB8AC3E}">
        <p14:creationId xmlns:p14="http://schemas.microsoft.com/office/powerpoint/2010/main" val="2861607552"/>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61ABA89-BD6A-F751-5798-B2757AFEB1E3}"/>
              </a:ext>
            </a:extLst>
          </p:cNvPr>
          <p:cNvSpPr>
            <a:spLocks noGrp="1"/>
          </p:cNvSpPr>
          <p:nvPr>
            <p:ph type="dt" sz="half" idx="10"/>
          </p:nvPr>
        </p:nvSpPr>
        <p:spPr/>
        <p:txBody>
          <a:bodyPr/>
          <a:lstStyle>
            <a:lvl1pPr>
              <a:defRPr/>
            </a:lvl1pPr>
          </a:lstStyle>
          <a:p>
            <a:fld id="{C6705D8E-9400-482A-B760-1F5DD9289029}" type="datetime1">
              <a:rPr lang="en-US" altLang="en-US"/>
              <a:pPr/>
              <a:t>11/21/2025</a:t>
            </a:fld>
            <a:endParaRPr lang="en-US" altLang="en-US"/>
          </a:p>
        </p:txBody>
      </p:sp>
      <p:sp>
        <p:nvSpPr>
          <p:cNvPr id="5" name="Footer Placeholder 2">
            <a:extLst>
              <a:ext uri="{FF2B5EF4-FFF2-40B4-BE49-F238E27FC236}">
                <a16:creationId xmlns:a16="http://schemas.microsoft.com/office/drawing/2014/main" id="{5B6DB309-1214-BE65-A4C7-2FA6A6FD968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90A1B8F6-F96D-61FF-A5B2-B7E4F086D09E}"/>
              </a:ext>
            </a:extLst>
          </p:cNvPr>
          <p:cNvSpPr>
            <a:spLocks noGrp="1"/>
          </p:cNvSpPr>
          <p:nvPr>
            <p:ph type="sldNum" sz="quarter" idx="12"/>
          </p:nvPr>
        </p:nvSpPr>
        <p:spPr/>
        <p:txBody>
          <a:bodyPr/>
          <a:lstStyle>
            <a:lvl1pPr>
              <a:defRPr/>
            </a:lvl1pPr>
          </a:lstStyle>
          <a:p>
            <a:fld id="{3D5BB6C8-99B6-4108-970A-89B6831251A6}" type="slidenum">
              <a:rPr lang="en-US" altLang="en-US"/>
              <a:pPr/>
              <a:t>‹#›</a:t>
            </a:fld>
            <a:endParaRPr lang="en-US" altLang="en-US"/>
          </a:p>
        </p:txBody>
      </p:sp>
    </p:spTree>
    <p:extLst>
      <p:ext uri="{BB962C8B-B14F-4D97-AF65-F5344CB8AC3E}">
        <p14:creationId xmlns:p14="http://schemas.microsoft.com/office/powerpoint/2010/main" val="7788338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66E36834-A7C2-DDD5-D385-6107172771D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Isosceles Triangle 4">
            <a:extLst>
              <a:ext uri="{FF2B5EF4-FFF2-40B4-BE49-F238E27FC236}">
                <a16:creationId xmlns:a16="http://schemas.microsoft.com/office/drawing/2014/main" id="{7C8A64E9-1229-62DB-1572-BD0DDA5A941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5">
            <a:extLst>
              <a:ext uri="{FF2B5EF4-FFF2-40B4-BE49-F238E27FC236}">
                <a16:creationId xmlns:a16="http://schemas.microsoft.com/office/drawing/2014/main" id="{576682C0-4C10-C377-092D-9EFCF58C09C0}"/>
              </a:ext>
            </a:extLst>
          </p:cNvPr>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63C3A0-97C5-4778-021C-E9E13562F8C2}"/>
              </a:ext>
            </a:extLst>
          </p:cNvPr>
          <p:cNvSpPr>
            <a:spLocks noGrp="1"/>
          </p:cNvSpPr>
          <p:nvPr>
            <p:ph type="dt" sz="half" idx="10"/>
          </p:nvPr>
        </p:nvSpPr>
        <p:spPr/>
        <p:txBody>
          <a:bodyPr/>
          <a:lstStyle>
            <a:lvl1pPr>
              <a:defRPr/>
            </a:lvl1pPr>
          </a:lstStyle>
          <a:p>
            <a:fld id="{66D020E9-6FD4-49DF-BF80-B8129ABE624F}" type="datetime1">
              <a:rPr lang="en-US" altLang="en-US"/>
              <a:pPr/>
              <a:t>11/21/2025</a:t>
            </a:fld>
            <a:endParaRPr lang="en-US" altLang="en-US"/>
          </a:p>
        </p:txBody>
      </p:sp>
      <p:sp>
        <p:nvSpPr>
          <p:cNvPr id="8" name="Footer Placeholder 4">
            <a:extLst>
              <a:ext uri="{FF2B5EF4-FFF2-40B4-BE49-F238E27FC236}">
                <a16:creationId xmlns:a16="http://schemas.microsoft.com/office/drawing/2014/main" id="{66A9E2BC-85A8-E60A-6D5E-0EC38222EC7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E185865-AF26-4299-472F-4EF96F055D8D}"/>
              </a:ext>
            </a:extLst>
          </p:cNvPr>
          <p:cNvSpPr>
            <a:spLocks noGrp="1"/>
          </p:cNvSpPr>
          <p:nvPr>
            <p:ph type="sldNum" sz="quarter" idx="12"/>
          </p:nvPr>
        </p:nvSpPr>
        <p:spPr/>
        <p:txBody>
          <a:bodyPr/>
          <a:lstStyle>
            <a:lvl1pPr>
              <a:defRPr/>
            </a:lvl1pPr>
          </a:lstStyle>
          <a:p>
            <a:fld id="{6E88C9E6-98DF-4D2B-8307-9C65EA3A5056}" type="slidenum">
              <a:rPr lang="en-US" altLang="en-US"/>
              <a:pPr/>
              <a:t>‹#›</a:t>
            </a:fld>
            <a:endParaRPr lang="en-US" altLang="en-US"/>
          </a:p>
        </p:txBody>
      </p:sp>
    </p:spTree>
    <p:extLst>
      <p:ext uri="{BB962C8B-B14F-4D97-AF65-F5344CB8AC3E}">
        <p14:creationId xmlns:p14="http://schemas.microsoft.com/office/powerpoint/2010/main" val="1422019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F2BB1C6-1490-4638-A81D-7AAE6F33C872}"/>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2AA8C6C-0053-42CB-9FD3-F9874DB2DCAA}"/>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6898933-5570-4508-8281-09C6DE65A03E}"/>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34AD2234-F132-4D36-AEEB-FBF9F11238E4}"/>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1B4FCA52-DDBD-4222-8557-DC34F5B071D4}" type="slidenum">
              <a:rPr lang="en-US" altLang="en-US"/>
              <a:pPr/>
              <a:t>‹#›</a:t>
            </a:fld>
            <a:endParaRPr lang="en-US" altLang="en-US"/>
          </a:p>
        </p:txBody>
      </p:sp>
      <p:sp>
        <p:nvSpPr>
          <p:cNvPr id="1031" name="Rectangle 7">
            <a:extLst>
              <a:ext uri="{FF2B5EF4-FFF2-40B4-BE49-F238E27FC236}">
                <a16:creationId xmlns:a16="http://schemas.microsoft.com/office/drawing/2014/main" id="{A863BBD8-BFAE-44C2-8A5E-428E94CF13A2}"/>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1" hangingPunct="1">
              <a:defRPr sz="800"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2FA992CD-93D6-2F46-8249-CB26DA437907}"/>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EF46DB0C-1C67-53CA-A30F-E7FC56C2844A}"/>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57DB67DE-3B18-929F-1664-EE84A02BFB20}"/>
              </a:ext>
            </a:extLst>
          </p:cNvPr>
          <p:cNvSpPr>
            <a:spLocks noGrp="1"/>
          </p:cNvSpPr>
          <p:nvPr>
            <p:ph type="dt" sz="half" idx="2"/>
          </p:nvPr>
        </p:nvSpPr>
        <p:spPr>
          <a:xfrm>
            <a:off x="6400800" y="6356350"/>
            <a:ext cx="2289175"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FF8048E6-EE6A-44C1-B482-82F3EE80854C}" type="datetime1">
              <a:rPr lang="en-US" altLang="en-US"/>
              <a:pPr/>
              <a:t>11/21/2025</a:t>
            </a:fld>
            <a:endParaRPr lang="en-US" altLang="en-US"/>
          </a:p>
        </p:txBody>
      </p:sp>
      <p:sp>
        <p:nvSpPr>
          <p:cNvPr id="3" name="Footer Placeholder 2">
            <a:extLst>
              <a:ext uri="{FF2B5EF4-FFF2-40B4-BE49-F238E27FC236}">
                <a16:creationId xmlns:a16="http://schemas.microsoft.com/office/drawing/2014/main" id="{EE4F0BC7-B6B2-848F-1BDD-743168C49FB4}"/>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Arial" pitchFamily="-1" charset="0"/>
                <a:ea typeface="ＭＳ Ｐゴシック" pitchFamily="-1" charset="-128"/>
                <a:cs typeface="ＭＳ Ｐゴシック" pitchFamily="-1" charset="-128"/>
              </a:defRPr>
            </a:lvl1pPr>
          </a:lstStyle>
          <a:p>
            <a:pPr>
              <a:defRPr/>
            </a:pPr>
            <a:endParaRPr lang="en-US"/>
          </a:p>
        </p:txBody>
      </p:sp>
      <p:sp>
        <p:nvSpPr>
          <p:cNvPr id="23" name="Slide Number Placeholder 22">
            <a:extLst>
              <a:ext uri="{FF2B5EF4-FFF2-40B4-BE49-F238E27FC236}">
                <a16:creationId xmlns:a16="http://schemas.microsoft.com/office/drawing/2014/main" id="{6396F740-0CB5-FA98-B6D4-CC2756E92875}"/>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B996C145-F33C-4412-B6FA-68BCD0EFD3E5}" type="slidenum">
              <a:rPr lang="en-US" altLang="en-US"/>
              <a:pPr/>
              <a:t>‹#›</a:t>
            </a:fld>
            <a:endParaRPr lang="en-US" altLang="en-US"/>
          </a:p>
        </p:txBody>
      </p:sp>
      <p:sp>
        <p:nvSpPr>
          <p:cNvPr id="28" name="Straight Connector 27">
            <a:extLst>
              <a:ext uri="{FF2B5EF4-FFF2-40B4-BE49-F238E27FC236}">
                <a16:creationId xmlns:a16="http://schemas.microsoft.com/office/drawing/2014/main" id="{44BF289F-DE70-BB6D-92F0-95D240F70DDD}"/>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9" name="Straight Connector 28">
            <a:extLst>
              <a:ext uri="{FF2B5EF4-FFF2-40B4-BE49-F238E27FC236}">
                <a16:creationId xmlns:a16="http://schemas.microsoft.com/office/drawing/2014/main" id="{607CB811-5919-B4E7-044E-560A4E7ECE8F}"/>
              </a:ext>
            </a:extLst>
          </p:cNvPr>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10" name="Isosceles Triangle 9">
            <a:extLst>
              <a:ext uri="{FF2B5EF4-FFF2-40B4-BE49-F238E27FC236}">
                <a16:creationId xmlns:a16="http://schemas.microsoft.com/office/drawing/2014/main" id="{B3ACB4B6-3C52-E986-905E-A5D72DD974DE}"/>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732040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spcBef>
          <a:spcPct val="0"/>
        </a:spcBef>
        <a:spcAft>
          <a:spcPct val="0"/>
        </a:spcAft>
        <a:defRPr sz="3200" kern="1200">
          <a:solidFill>
            <a:schemeClr val="tx2"/>
          </a:solidFill>
          <a:latin typeface="+mj-lt"/>
          <a:ea typeface="MS PGothic" panose="020B0600070205080204" pitchFamily="34" charset="-128"/>
          <a:cs typeface="ＭＳ Ｐゴシック" pitchFamily="-1" charset="-128"/>
        </a:defRPr>
      </a:lvl1pPr>
      <a:lvl2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2pPr>
      <a:lvl3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3pPr>
      <a:lvl4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4pPr>
      <a:lvl5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5pPr>
      <a:lvl6pPr marL="4572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6pPr>
      <a:lvl7pPr marL="9144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7pPr>
      <a:lvl8pPr marL="13716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8pPr>
      <a:lvl9pPr marL="18288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S PGothic" panose="020B0600070205080204" pitchFamily="34" charset="-128"/>
          <a:cs typeface="ＭＳ Ｐゴシック" pitchFamily="-1" charset="-128"/>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S PGothic" panose="020B0600070205080204" pitchFamily="34" charset="-128"/>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S PGothic" panose="020B0600070205080204" pitchFamily="34" charset="-128"/>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S PGothic" panose="020B0600070205080204" pitchFamily="34" charset="-128"/>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S PGothic" panose="020B0600070205080204" pitchFamily="34"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2FA992CD-93D6-2F46-8249-CB26DA437907}"/>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EF46DB0C-1C67-53CA-A30F-E7FC56C2844A}"/>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57DB67DE-3B18-929F-1664-EE84A02BFB20}"/>
              </a:ext>
            </a:extLst>
          </p:cNvPr>
          <p:cNvSpPr>
            <a:spLocks noGrp="1"/>
          </p:cNvSpPr>
          <p:nvPr>
            <p:ph type="dt" sz="half" idx="2"/>
          </p:nvPr>
        </p:nvSpPr>
        <p:spPr>
          <a:xfrm>
            <a:off x="6400800" y="6356350"/>
            <a:ext cx="2289175"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FF8048E6-EE6A-44C1-B482-82F3EE80854C}" type="datetime1">
              <a:rPr lang="en-US" altLang="en-US"/>
              <a:pPr/>
              <a:t>11/21/2025</a:t>
            </a:fld>
            <a:endParaRPr lang="en-US" altLang="en-US"/>
          </a:p>
        </p:txBody>
      </p:sp>
      <p:sp>
        <p:nvSpPr>
          <p:cNvPr id="3" name="Footer Placeholder 2">
            <a:extLst>
              <a:ext uri="{FF2B5EF4-FFF2-40B4-BE49-F238E27FC236}">
                <a16:creationId xmlns:a16="http://schemas.microsoft.com/office/drawing/2014/main" id="{EE4F0BC7-B6B2-848F-1BDD-743168C49FB4}"/>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Arial" pitchFamily="-1" charset="0"/>
                <a:ea typeface="ＭＳ Ｐゴシック" pitchFamily="-1" charset="-128"/>
                <a:cs typeface="ＭＳ Ｐゴシック" pitchFamily="-1" charset="-128"/>
              </a:defRPr>
            </a:lvl1pPr>
          </a:lstStyle>
          <a:p>
            <a:pPr>
              <a:defRPr/>
            </a:pPr>
            <a:endParaRPr lang="en-US"/>
          </a:p>
        </p:txBody>
      </p:sp>
      <p:sp>
        <p:nvSpPr>
          <p:cNvPr id="23" name="Slide Number Placeholder 22">
            <a:extLst>
              <a:ext uri="{FF2B5EF4-FFF2-40B4-BE49-F238E27FC236}">
                <a16:creationId xmlns:a16="http://schemas.microsoft.com/office/drawing/2014/main" id="{6396F740-0CB5-FA98-B6D4-CC2756E92875}"/>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B996C145-F33C-4412-B6FA-68BCD0EFD3E5}" type="slidenum">
              <a:rPr lang="en-US" altLang="en-US"/>
              <a:pPr/>
              <a:t>‹#›</a:t>
            </a:fld>
            <a:endParaRPr lang="en-US" altLang="en-US"/>
          </a:p>
        </p:txBody>
      </p:sp>
      <p:sp>
        <p:nvSpPr>
          <p:cNvPr id="28" name="Straight Connector 27">
            <a:extLst>
              <a:ext uri="{FF2B5EF4-FFF2-40B4-BE49-F238E27FC236}">
                <a16:creationId xmlns:a16="http://schemas.microsoft.com/office/drawing/2014/main" id="{44BF289F-DE70-BB6D-92F0-95D240F70DDD}"/>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9" name="Straight Connector 28">
            <a:extLst>
              <a:ext uri="{FF2B5EF4-FFF2-40B4-BE49-F238E27FC236}">
                <a16:creationId xmlns:a16="http://schemas.microsoft.com/office/drawing/2014/main" id="{607CB811-5919-B4E7-044E-560A4E7ECE8F}"/>
              </a:ext>
            </a:extLst>
          </p:cNvPr>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10" name="Isosceles Triangle 9">
            <a:extLst>
              <a:ext uri="{FF2B5EF4-FFF2-40B4-BE49-F238E27FC236}">
                <a16:creationId xmlns:a16="http://schemas.microsoft.com/office/drawing/2014/main" id="{B3ACB4B6-3C52-E986-905E-A5D72DD974DE}"/>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8497194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0" fontAlgn="base" hangingPunct="0">
        <a:spcBef>
          <a:spcPct val="0"/>
        </a:spcBef>
        <a:spcAft>
          <a:spcPct val="0"/>
        </a:spcAft>
        <a:defRPr sz="3200" kern="1200">
          <a:solidFill>
            <a:schemeClr val="tx2"/>
          </a:solidFill>
          <a:latin typeface="+mj-lt"/>
          <a:ea typeface="MS PGothic" panose="020B0600070205080204" pitchFamily="34" charset="-128"/>
          <a:cs typeface="ＭＳ Ｐゴシック" pitchFamily="-1" charset="-128"/>
        </a:defRPr>
      </a:lvl1pPr>
      <a:lvl2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2pPr>
      <a:lvl3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3pPr>
      <a:lvl4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4pPr>
      <a:lvl5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5pPr>
      <a:lvl6pPr marL="4572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6pPr>
      <a:lvl7pPr marL="9144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7pPr>
      <a:lvl8pPr marL="13716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8pPr>
      <a:lvl9pPr marL="18288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S PGothic" panose="020B0600070205080204" pitchFamily="34" charset="-128"/>
          <a:cs typeface="ＭＳ Ｐゴシック" pitchFamily="-1" charset="-128"/>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S PGothic" panose="020B0600070205080204" pitchFamily="34" charset="-128"/>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S PGothic" panose="020B0600070205080204" pitchFamily="34" charset="-128"/>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S PGothic" panose="020B0600070205080204" pitchFamily="34" charset="-128"/>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S PGothic" panose="020B0600070205080204" pitchFamily="34"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B3DCB794-B022-47B6-85C9-D64227D851C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4099" name="Picture 4">
            <a:extLst>
              <a:ext uri="{FF2B5EF4-FFF2-40B4-BE49-F238E27FC236}">
                <a16:creationId xmlns:a16="http://schemas.microsoft.com/office/drawing/2014/main" id="{9C34F9AB-3207-4DD2-8E05-D5319ADBA2CF}"/>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200400"/>
            <a:ext cx="2284413" cy="307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0" name="WordArt 5">
            <a:extLst>
              <a:ext uri="{FF2B5EF4-FFF2-40B4-BE49-F238E27FC236}">
                <a16:creationId xmlns:a16="http://schemas.microsoft.com/office/drawing/2014/main" id="{6584DCC9-742B-4FDC-8FB4-A3DA2C8EBA74}"/>
              </a:ext>
            </a:extLst>
          </p:cNvPr>
          <p:cNvSpPr>
            <a:spLocks noChangeArrowheads="1" noChangeShapeType="1" noTextEdit="1"/>
          </p:cNvSpPr>
          <p:nvPr/>
        </p:nvSpPr>
        <p:spPr bwMode="auto">
          <a:xfrm>
            <a:off x="1143000" y="609600"/>
            <a:ext cx="6705600" cy="1981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Queues and</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PQueues</a:t>
            </a:r>
          </a:p>
        </p:txBody>
      </p:sp>
      <p:sp>
        <p:nvSpPr>
          <p:cNvPr id="4101" name="WordArt 7">
            <a:extLst>
              <a:ext uri="{FF2B5EF4-FFF2-40B4-BE49-F238E27FC236}">
                <a16:creationId xmlns:a16="http://schemas.microsoft.com/office/drawing/2014/main" id="{BE72D50D-27D4-406D-B7AD-6601A6F80BE2}"/>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a:extLst>
              <a:ext uri="{FF2B5EF4-FFF2-40B4-BE49-F238E27FC236}">
                <a16:creationId xmlns:a16="http://schemas.microsoft.com/office/drawing/2014/main" id="{6EF12102-2FCC-466F-B6DE-42873137D58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123" name="Text Box 2">
            <a:extLst>
              <a:ext uri="{FF2B5EF4-FFF2-40B4-BE49-F238E27FC236}">
                <a16:creationId xmlns:a16="http://schemas.microsoft.com/office/drawing/2014/main" id="{7CFC722B-D5A2-45AA-B587-AAA83C9EA511}"/>
              </a:ext>
            </a:extLst>
          </p:cNvPr>
          <p:cNvSpPr txBox="1">
            <a:spLocks noChangeArrowheads="1"/>
          </p:cNvSpPr>
          <p:nvPr/>
        </p:nvSpPr>
        <p:spPr bwMode="auto">
          <a:xfrm>
            <a:off x="685800" y="2057400"/>
            <a:ext cx="80010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000099"/>
                </a:solidFill>
                <a:latin typeface="Tahoma" panose="020B0604030504040204" pitchFamily="34" charset="0"/>
              </a:rPr>
              <a:t>A queue is a group of items all of the same type where items are added to the back of the queue and removed from the front.</a:t>
            </a:r>
          </a:p>
          <a:p>
            <a:pPr>
              <a:spcBef>
                <a:spcPct val="0"/>
              </a:spcBef>
              <a:buFontTx/>
              <a:buNone/>
            </a:pPr>
            <a:endParaRPr lang="en-US" altLang="en-US" sz="2800">
              <a:solidFill>
                <a:srgbClr val="000099"/>
              </a:solidFill>
              <a:latin typeface="Tahoma" panose="020B0604030504040204" pitchFamily="34" charset="0"/>
            </a:endParaRPr>
          </a:p>
          <a:p>
            <a:pPr>
              <a:spcBef>
                <a:spcPct val="0"/>
              </a:spcBef>
              <a:buFontTx/>
              <a:buNone/>
            </a:pPr>
            <a:r>
              <a:rPr lang="en-US" altLang="en-US" sz="2800">
                <a:solidFill>
                  <a:srgbClr val="000099"/>
                </a:solidFill>
                <a:latin typeface="Tahoma" panose="020B0604030504040204" pitchFamily="34" charset="0"/>
              </a:rPr>
              <a:t>The first item added would be the first item removed.   Queues work in a FIFO manner.</a:t>
            </a:r>
            <a:endParaRPr lang="en-US" altLang="en-US" sz="2800" b="0"/>
          </a:p>
        </p:txBody>
      </p:sp>
      <p:sp>
        <p:nvSpPr>
          <p:cNvPr id="5124" name="WordArt 4">
            <a:extLst>
              <a:ext uri="{FF2B5EF4-FFF2-40B4-BE49-F238E27FC236}">
                <a16:creationId xmlns:a16="http://schemas.microsoft.com/office/drawing/2014/main" id="{736E3CAB-9891-4027-A4DE-0B9515BE31F0}"/>
              </a:ext>
            </a:extLst>
          </p:cNvPr>
          <p:cNvSpPr>
            <a:spLocks noChangeArrowheads="1" noChangeShapeType="1" noTextEdit="1"/>
          </p:cNvSpPr>
          <p:nvPr/>
        </p:nvSpPr>
        <p:spPr bwMode="auto">
          <a:xfrm>
            <a:off x="1143000" y="6096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79506188-3229-4733-BA24-9F24011FEFC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147" name="Text Box 2">
            <a:extLst>
              <a:ext uri="{FF2B5EF4-FFF2-40B4-BE49-F238E27FC236}">
                <a16:creationId xmlns:a16="http://schemas.microsoft.com/office/drawing/2014/main" id="{9A4E2FCB-4C0D-4405-8285-702DCAC18729}"/>
              </a:ext>
            </a:extLst>
          </p:cNvPr>
          <p:cNvSpPr txBox="1">
            <a:spLocks noChangeArrowheads="1"/>
          </p:cNvSpPr>
          <p:nvPr/>
        </p:nvSpPr>
        <p:spPr bwMode="auto">
          <a:xfrm>
            <a:off x="914400" y="1905000"/>
            <a:ext cx="7543800"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solidFill>
                <a:srgbClr val="000099"/>
              </a:solidFill>
              <a:latin typeface="Tahoma" panose="020B0604030504040204" pitchFamily="34" charset="0"/>
            </a:endParaRPr>
          </a:p>
          <a:p>
            <a:pPr>
              <a:spcBef>
                <a:spcPct val="0"/>
              </a:spcBef>
              <a:buFontTx/>
              <a:buNone/>
            </a:pPr>
            <a:r>
              <a:rPr lang="en-US" altLang="en-US" sz="2800">
                <a:solidFill>
                  <a:srgbClr val="000099"/>
                </a:solidFill>
                <a:latin typeface="Tahoma" panose="020B0604030504040204" pitchFamily="34" charset="0"/>
              </a:rPr>
              <a:t>In England, when you are to stand in a line, they tell you to go get in the queue.</a:t>
            </a:r>
          </a:p>
          <a:p>
            <a:pPr>
              <a:spcBef>
                <a:spcPct val="0"/>
              </a:spcBef>
              <a:buFontTx/>
              <a:buNone/>
            </a:pPr>
            <a:endParaRPr lang="en-US" altLang="en-US" sz="2800" b="0">
              <a:solidFill>
                <a:srgbClr val="000099"/>
              </a:solidFill>
              <a:latin typeface="Tahoma" panose="020B0604030504040204" pitchFamily="34" charset="0"/>
            </a:endParaRPr>
          </a:p>
          <a:p>
            <a:pPr>
              <a:spcBef>
                <a:spcPct val="0"/>
              </a:spcBef>
              <a:buFontTx/>
              <a:buNone/>
            </a:pPr>
            <a:endParaRPr lang="en-US" altLang="en-US" sz="2800" b="0"/>
          </a:p>
        </p:txBody>
      </p:sp>
      <p:sp>
        <p:nvSpPr>
          <p:cNvPr id="6148" name="WordArt 3">
            <a:extLst>
              <a:ext uri="{FF2B5EF4-FFF2-40B4-BE49-F238E27FC236}">
                <a16:creationId xmlns:a16="http://schemas.microsoft.com/office/drawing/2014/main" id="{46FCE23A-4F33-443C-8C9C-77A970623118}"/>
              </a:ext>
            </a:extLst>
          </p:cNvPr>
          <p:cNvSpPr>
            <a:spLocks noChangeArrowheads="1" noChangeShapeType="1" noTextEdit="1"/>
          </p:cNvSpPr>
          <p:nvPr/>
        </p:nvSpPr>
        <p:spPr bwMode="auto">
          <a:xfrm>
            <a:off x="1143000" y="6096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pic>
        <p:nvPicPr>
          <p:cNvPr id="6149" name="Picture 4">
            <a:extLst>
              <a:ext uri="{FF2B5EF4-FFF2-40B4-BE49-F238E27FC236}">
                <a16:creationId xmlns:a16="http://schemas.microsoft.com/office/drawing/2014/main" id="{15CF6FB9-9D16-498D-9D21-2B0F7DC752A6}"/>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581400"/>
            <a:ext cx="2743200" cy="195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0F37F37-746B-5048-0351-3734FDDB3186}"/>
              </a:ext>
            </a:extLst>
          </p:cNvPr>
          <p:cNvSpPr>
            <a:spLocks noGrp="1"/>
          </p:cNvSpPr>
          <p:nvPr>
            <p:ph type="title"/>
          </p:nvPr>
        </p:nvSpPr>
        <p:spPr/>
        <p:txBody>
          <a:bodyPr/>
          <a:lstStyle/>
          <a:p>
            <a:pPr eaLnBrk="1" hangingPunct="1"/>
            <a:r>
              <a:rPr lang="en-US" altLang="en-US"/>
              <a:t>Queues in computer science</a:t>
            </a:r>
          </a:p>
        </p:txBody>
      </p:sp>
      <p:sp>
        <p:nvSpPr>
          <p:cNvPr id="17411" name="Slide Number Placeholder 2">
            <a:extLst>
              <a:ext uri="{FF2B5EF4-FFF2-40B4-BE49-F238E27FC236}">
                <a16:creationId xmlns:a16="http://schemas.microsoft.com/office/drawing/2014/main" id="{5E2ED7B5-7881-97D9-4DFD-895B2544D1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37931725" indent="-37474525" eaLnBrk="0" hangingPunct="0">
              <a:defRPr sz="2400">
                <a:solidFill>
                  <a:schemeClr val="tx1"/>
                </a:solidFill>
                <a:latin typeface="Arial" panose="020B0604020202020204" pitchFamily="34" charset="0"/>
                <a:ea typeface="MS PGothic" panose="020B0600070205080204" pitchFamily="34" charset="-128"/>
              </a:defRPr>
            </a:lvl2pPr>
            <a:lvl3pPr eaLnBrk="0" hangingPunct="0">
              <a:defRPr sz="2400">
                <a:solidFill>
                  <a:schemeClr val="tx1"/>
                </a:solidFill>
                <a:latin typeface="Arial" panose="020B0604020202020204" pitchFamily="34" charset="0"/>
                <a:ea typeface="MS PGothic" panose="020B0600070205080204" pitchFamily="34" charset="-128"/>
              </a:defRPr>
            </a:lvl3pPr>
            <a:lvl4pPr eaLnBrk="0" hangingPunct="0">
              <a:defRPr sz="2400">
                <a:solidFill>
                  <a:schemeClr val="tx1"/>
                </a:solidFill>
                <a:latin typeface="Arial" panose="020B0604020202020204" pitchFamily="34" charset="0"/>
                <a:ea typeface="MS PGothic" panose="020B0600070205080204" pitchFamily="34" charset="-128"/>
              </a:defRPr>
            </a:lvl4pPr>
            <a:lvl5pPr eaLnBrk="0" hangingPunct="0">
              <a:defRPr sz="2400">
                <a:solidFill>
                  <a:schemeClr val="tx1"/>
                </a:solidFill>
                <a:latin typeface="Arial" panose="020B0604020202020204" pitchFamily="34"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fld id="{538A4A07-4E19-4497-9251-AC21B6E4C9A9}" type="slidenum">
              <a:rPr kumimoji="0" lang="en-US" altLang="en-US" sz="1400" b="0" i="0" u="none" strike="noStrike" kern="1200" cap="none" spc="0" normalizeH="0" baseline="0" noProof="0" smtClean="0">
                <a:ln>
                  <a:noFill/>
                </a:ln>
                <a:solidFill>
                  <a:srgbClr val="464653"/>
                </a:solidFill>
                <a:effectLst/>
                <a:uLnTx/>
                <a:uFillTx/>
                <a:latin typeface="Arial" panose="020B0604020202020204" pitchFamily="34" charset="0"/>
                <a:ea typeface="MS PGothic" panose="020B0600070205080204" pitchFamily="34"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4</a:t>
            </a:fld>
            <a:endParaRPr kumimoji="0" lang="en-US" altLang="en-US" sz="1400" b="0" i="0" u="none" strike="noStrike" kern="1200" cap="none" spc="0" normalizeH="0" baseline="0" noProof="0">
              <a:ln>
                <a:noFill/>
              </a:ln>
              <a:solidFill>
                <a:srgbClr val="464653"/>
              </a:solidFill>
              <a:effectLst/>
              <a:uLnTx/>
              <a:uFillTx/>
              <a:latin typeface="Arial" panose="020B0604020202020204" pitchFamily="34" charset="0"/>
              <a:ea typeface="MS PGothic" panose="020B0600070205080204" pitchFamily="34" charset="-128"/>
              <a:cs typeface="+mn-cs"/>
            </a:endParaRPr>
          </a:p>
        </p:txBody>
      </p:sp>
      <p:sp>
        <p:nvSpPr>
          <p:cNvPr id="4" name="Content Placeholder 3">
            <a:extLst>
              <a:ext uri="{FF2B5EF4-FFF2-40B4-BE49-F238E27FC236}">
                <a16:creationId xmlns:a16="http://schemas.microsoft.com/office/drawing/2014/main" id="{80DD484E-C66B-67B5-D976-C61CA1EC716D}"/>
              </a:ext>
            </a:extLst>
          </p:cNvPr>
          <p:cNvSpPr>
            <a:spLocks noGrp="1"/>
          </p:cNvSpPr>
          <p:nvPr>
            <p:ph sz="quarter" idx="1"/>
          </p:nvPr>
        </p:nvSpPr>
        <p:spPr>
          <a:xfrm>
            <a:off x="457200" y="1219200"/>
            <a:ext cx="8229600" cy="4937125"/>
          </a:xfrm>
        </p:spPr>
        <p:txBody>
          <a:bodyPr>
            <a:normAutofit/>
          </a:bodyPr>
          <a:lstStyle/>
          <a:p>
            <a:pPr eaLnBrk="1" hangingPunct="1">
              <a:lnSpc>
                <a:spcPct val="90000"/>
              </a:lnSpc>
            </a:pPr>
            <a:r>
              <a:rPr lang="en-US" altLang="en-US"/>
              <a:t>Operating systems:</a:t>
            </a:r>
          </a:p>
          <a:p>
            <a:pPr lvl="1" eaLnBrk="1" hangingPunct="1">
              <a:lnSpc>
                <a:spcPct val="90000"/>
              </a:lnSpc>
            </a:pPr>
            <a:r>
              <a:rPr lang="en-US" altLang="en-US"/>
              <a:t>queue of print jobs to send to the printer</a:t>
            </a:r>
          </a:p>
          <a:p>
            <a:pPr lvl="1" eaLnBrk="1" hangingPunct="1">
              <a:lnSpc>
                <a:spcPct val="90000"/>
              </a:lnSpc>
            </a:pPr>
            <a:r>
              <a:rPr lang="en-US" altLang="en-US"/>
              <a:t>queue of programs / processes to be run</a:t>
            </a:r>
          </a:p>
          <a:p>
            <a:pPr lvl="1" eaLnBrk="1" hangingPunct="1">
              <a:lnSpc>
                <a:spcPct val="90000"/>
              </a:lnSpc>
            </a:pPr>
            <a:r>
              <a:rPr lang="en-US" altLang="en-US"/>
              <a:t>queue of network data packets to send</a:t>
            </a:r>
          </a:p>
          <a:p>
            <a:pPr eaLnBrk="1" hangingPunct="1">
              <a:lnSpc>
                <a:spcPct val="90000"/>
              </a:lnSpc>
            </a:pPr>
            <a:endParaRPr lang="en-US" altLang="en-US"/>
          </a:p>
          <a:p>
            <a:pPr eaLnBrk="1" hangingPunct="1">
              <a:lnSpc>
                <a:spcPct val="90000"/>
              </a:lnSpc>
            </a:pPr>
            <a:r>
              <a:rPr lang="en-US" altLang="en-US"/>
              <a:t>Programming:</a:t>
            </a:r>
          </a:p>
          <a:p>
            <a:pPr lvl="1" eaLnBrk="1" hangingPunct="1">
              <a:lnSpc>
                <a:spcPct val="90000"/>
              </a:lnSpc>
            </a:pPr>
            <a:r>
              <a:rPr lang="en-US" altLang="en-US"/>
              <a:t>modeling a line of customers or clients</a:t>
            </a:r>
          </a:p>
          <a:p>
            <a:pPr lvl="1" eaLnBrk="1" hangingPunct="1">
              <a:lnSpc>
                <a:spcPct val="90000"/>
              </a:lnSpc>
            </a:pPr>
            <a:r>
              <a:rPr lang="en-US" altLang="en-US"/>
              <a:t>storing a queue of computations to be performed in order</a:t>
            </a:r>
          </a:p>
          <a:p>
            <a:pPr eaLnBrk="1" hangingPunct="1">
              <a:lnSpc>
                <a:spcPct val="90000"/>
              </a:lnSpc>
            </a:pPr>
            <a:endParaRPr lang="en-US" altLang="en-US"/>
          </a:p>
          <a:p>
            <a:pPr eaLnBrk="1" hangingPunct="1">
              <a:lnSpc>
                <a:spcPct val="90000"/>
              </a:lnSpc>
            </a:pPr>
            <a:r>
              <a:rPr lang="en-US" altLang="en-US"/>
              <a:t>Real world examples:</a:t>
            </a:r>
          </a:p>
          <a:p>
            <a:pPr lvl="1" eaLnBrk="1" hangingPunct="1">
              <a:lnSpc>
                <a:spcPct val="90000"/>
              </a:lnSpc>
            </a:pPr>
            <a:r>
              <a:rPr lang="en-US" altLang="en-US"/>
              <a:t>people on an escalator or waiting in a line</a:t>
            </a:r>
          </a:p>
          <a:p>
            <a:pPr lvl="1" eaLnBrk="1" hangingPunct="1">
              <a:lnSpc>
                <a:spcPct val="90000"/>
              </a:lnSpc>
            </a:pPr>
            <a:r>
              <a:rPr lang="en-US" altLang="en-US"/>
              <a:t>cars at a gas station (or on an assembly line)</a:t>
            </a:r>
          </a:p>
          <a:p>
            <a:pPr eaLnBrk="1" hangingPunct="1">
              <a:lnSpc>
                <a:spcPct val="90000"/>
              </a:lnSpc>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C6DE6F34-5B56-43CF-952A-108F9CC0EB2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123" name="Text Box 2">
            <a:extLst>
              <a:ext uri="{FF2B5EF4-FFF2-40B4-BE49-F238E27FC236}">
                <a16:creationId xmlns:a16="http://schemas.microsoft.com/office/drawing/2014/main" id="{643AEC09-DDF7-4E11-93D8-E7457A2699AC}"/>
              </a:ext>
            </a:extLst>
          </p:cNvPr>
          <p:cNvSpPr txBox="1">
            <a:spLocks noChangeArrowheads="1"/>
          </p:cNvSpPr>
          <p:nvPr/>
        </p:nvSpPr>
        <p:spPr bwMode="auto">
          <a:xfrm>
            <a:off x="914400" y="1828800"/>
            <a:ext cx="75596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algn="r" eaLnBrk="0" fontAlgn="base" hangingPunct="0">
              <a:spcBef>
                <a:spcPct val="0"/>
              </a:spcBef>
              <a:spcAft>
                <a:spcPct val="0"/>
              </a:spcAft>
              <a:defRPr sz="2800" b="1">
                <a:solidFill>
                  <a:schemeClr val="tx1"/>
                </a:solidFill>
                <a:latin typeface="Tahoma" panose="020B0604030504040204" pitchFamily="34" charset="0"/>
              </a:defRPr>
            </a:lvl6pPr>
            <a:lvl7pPr marL="2971800" indent="-228600" algn="r" eaLnBrk="0" fontAlgn="base" hangingPunct="0">
              <a:spcBef>
                <a:spcPct val="0"/>
              </a:spcBef>
              <a:spcAft>
                <a:spcPct val="0"/>
              </a:spcAft>
              <a:defRPr sz="2800" b="1">
                <a:solidFill>
                  <a:schemeClr val="tx1"/>
                </a:solidFill>
                <a:latin typeface="Tahoma" panose="020B0604030504040204" pitchFamily="34" charset="0"/>
              </a:defRPr>
            </a:lvl7pPr>
            <a:lvl8pPr marL="3429000" indent="-228600" algn="r" eaLnBrk="0" fontAlgn="base" hangingPunct="0">
              <a:spcBef>
                <a:spcPct val="0"/>
              </a:spcBef>
              <a:spcAft>
                <a:spcPct val="0"/>
              </a:spcAft>
              <a:defRPr sz="2800" b="1">
                <a:solidFill>
                  <a:schemeClr val="tx1"/>
                </a:solidFill>
                <a:latin typeface="Tahoma" panose="020B0604030504040204" pitchFamily="34" charset="0"/>
              </a:defRPr>
            </a:lvl8pPr>
            <a:lvl9pPr marL="3886200" indent="-228600" algn="r" eaLnBrk="0" fontAlgn="base" hangingPunct="0">
              <a:spcBef>
                <a:spcPct val="0"/>
              </a:spcBef>
              <a:spcAft>
                <a:spcPct val="0"/>
              </a:spcAft>
              <a:defRPr sz="2800" b="1">
                <a:solidFill>
                  <a:schemeClr val="tx1"/>
                </a:solidFill>
                <a:latin typeface="Tahoma" panose="020B0604030504040204" pitchFamily="34" charset="0"/>
              </a:defRPr>
            </a:lvl9pPr>
          </a:lstStyle>
          <a:p>
            <a:pPr>
              <a:defRPr/>
            </a:pPr>
            <a:r>
              <a:rPr lang="en-US" altLang="en-US" dirty="0"/>
              <a:t>An empty integer queue.</a:t>
            </a:r>
            <a:br>
              <a:rPr lang="en-US" altLang="en-US" dirty="0"/>
            </a:br>
            <a:endParaRPr lang="en-US" altLang="en-US" dirty="0"/>
          </a:p>
          <a:p>
            <a:pPr>
              <a:defRPr/>
            </a:pPr>
            <a:r>
              <a:rPr lang="en-US" altLang="en-US" dirty="0">
                <a:solidFill>
                  <a:schemeClr val="accent1">
                    <a:lumMod val="75000"/>
                  </a:schemeClr>
                </a:solidFill>
              </a:rPr>
              <a:t>Queue&lt;Integer&gt; </a:t>
            </a:r>
            <a:r>
              <a:rPr lang="en-US" altLang="en-US" dirty="0"/>
              <a:t>queue;</a:t>
            </a:r>
          </a:p>
          <a:p>
            <a:pPr>
              <a:defRPr/>
            </a:pPr>
            <a:r>
              <a:rPr lang="en-US" altLang="en-US" dirty="0"/>
              <a:t>queue = </a:t>
            </a:r>
            <a:r>
              <a:rPr lang="en-US" altLang="en-US" dirty="0">
                <a:solidFill>
                  <a:srgbClr val="008000"/>
                </a:solidFill>
              </a:rPr>
              <a:t>new LinkedList&lt;Integer&gt;()</a:t>
            </a:r>
            <a:r>
              <a:rPr lang="en-US" altLang="en-US" dirty="0"/>
              <a:t>;</a:t>
            </a:r>
          </a:p>
          <a:p>
            <a:pPr>
              <a:defRPr/>
            </a:pPr>
            <a:endParaRPr lang="en-US" altLang="en-US" dirty="0"/>
          </a:p>
          <a:p>
            <a:pPr>
              <a:defRPr/>
            </a:pPr>
            <a:endParaRPr lang="en-US" altLang="en-US" dirty="0"/>
          </a:p>
        </p:txBody>
      </p:sp>
      <p:sp>
        <p:nvSpPr>
          <p:cNvPr id="7172" name="WordArt 4">
            <a:extLst>
              <a:ext uri="{FF2B5EF4-FFF2-40B4-BE49-F238E27FC236}">
                <a16:creationId xmlns:a16="http://schemas.microsoft.com/office/drawing/2014/main" id="{47A47A67-282C-494C-B95E-962E275C268B}"/>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
        <p:nvSpPr>
          <p:cNvPr id="7173" name="Text Box 6">
            <a:extLst>
              <a:ext uri="{FF2B5EF4-FFF2-40B4-BE49-F238E27FC236}">
                <a16:creationId xmlns:a16="http://schemas.microsoft.com/office/drawing/2014/main" id="{E321E06C-983F-4ABE-A97D-CD91F4A4222B}"/>
              </a:ext>
            </a:extLst>
          </p:cNvPr>
          <p:cNvSpPr txBox="1">
            <a:spLocks noChangeArrowheads="1"/>
          </p:cNvSpPr>
          <p:nvPr/>
        </p:nvSpPr>
        <p:spPr bwMode="auto">
          <a:xfrm>
            <a:off x="1143000" y="4343400"/>
            <a:ext cx="6400800" cy="5842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i="1" dirty="0">
                <a:solidFill>
                  <a:schemeClr val="accent2"/>
                </a:solidFill>
                <a:latin typeface="Tahoma" panose="020B0604030504040204" pitchFamily="34" charset="0"/>
              </a:rPr>
              <a:t>queue</a:t>
            </a:r>
            <a:r>
              <a:rPr lang="en-US" altLang="en-US" dirty="0">
                <a:solidFill>
                  <a:schemeClr val="accent2"/>
                </a:solidFill>
                <a:latin typeface="Tahoma" panose="020B0604030504040204" pitchFamily="34" charset="0"/>
              </a:rPr>
              <a:t> </a:t>
            </a:r>
            <a:r>
              <a:rPr lang="en-US" altLang="en-US" sz="2400" dirty="0">
                <a:solidFill>
                  <a:schemeClr val="accent2"/>
                </a:solidFill>
                <a:latin typeface="Tahoma" panose="020B0604030504040204" pitchFamily="34" charset="0"/>
              </a:rPr>
              <a:t>will only store integer values.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descr="The Queue interface extends the Collection interface.&#10;The LinkedList class implements both the List and Queue interfaces, so it can be used as a normal linked list or specifically as a queue.&#10;The PriorityQueue class only implements the Queue interface, not the List interface.">
            <a:extLst>
              <a:ext uri="{FF2B5EF4-FFF2-40B4-BE49-F238E27FC236}">
                <a16:creationId xmlns:a16="http://schemas.microsoft.com/office/drawing/2014/main" id="{0DF8F3B1-CCA4-4E45-B97F-B151152940EB}"/>
              </a:ext>
            </a:extLst>
          </p:cNvPr>
          <p:cNvGrpSpPr/>
          <p:nvPr/>
        </p:nvGrpSpPr>
        <p:grpSpPr>
          <a:xfrm>
            <a:off x="609600" y="42205"/>
            <a:ext cx="7848600" cy="6739595"/>
            <a:chOff x="609600" y="42205"/>
            <a:chExt cx="7848600" cy="6739595"/>
          </a:xfrm>
        </p:grpSpPr>
        <p:pic>
          <p:nvPicPr>
            <p:cNvPr id="5" name="Picture 4" descr="Diagram, schematic&#10;&#10;Description automatically generated">
              <a:extLst>
                <a:ext uri="{FF2B5EF4-FFF2-40B4-BE49-F238E27FC236}">
                  <a16:creationId xmlns:a16="http://schemas.microsoft.com/office/drawing/2014/main" id="{1BA1C837-B04A-4B23-9BEE-F9F879320B54}"/>
                </a:ext>
              </a:extLst>
            </p:cNvPr>
            <p:cNvPicPr>
              <a:picLocks noChangeAspect="1"/>
            </p:cNvPicPr>
            <p:nvPr/>
          </p:nvPicPr>
          <p:blipFill rotWithShape="1">
            <a:blip r:embed="rId3">
              <a:extLst>
                <a:ext uri="{28A0092B-C50C-407E-A947-70E740481C1C}">
                  <a14:useLocalDpi xmlns:a14="http://schemas.microsoft.com/office/drawing/2010/main" val="0"/>
                </a:ext>
              </a:extLst>
            </a:blip>
            <a:srcRect b="28889"/>
            <a:stretch/>
          </p:blipFill>
          <p:spPr>
            <a:xfrm>
              <a:off x="609600" y="42205"/>
              <a:ext cx="7848600" cy="6739595"/>
            </a:xfrm>
            <a:prstGeom prst="rect">
              <a:avLst/>
            </a:prstGeom>
          </p:spPr>
        </p:pic>
        <p:sp>
          <p:nvSpPr>
            <p:cNvPr id="6" name="Freeform: Shape 5">
              <a:extLst>
                <a:ext uri="{FF2B5EF4-FFF2-40B4-BE49-F238E27FC236}">
                  <a16:creationId xmlns:a16="http://schemas.microsoft.com/office/drawing/2014/main" id="{9B2634DC-F4AA-4045-8AE1-B79B067D0FEB}"/>
                </a:ext>
              </a:extLst>
            </p:cNvPr>
            <p:cNvSpPr/>
            <p:nvPr/>
          </p:nvSpPr>
          <p:spPr bwMode="auto">
            <a:xfrm>
              <a:off x="4221479" y="1005840"/>
              <a:ext cx="400461" cy="359664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61" h="3596640">
                  <a:moveTo>
                    <a:pt x="0" y="3596640"/>
                  </a:moveTo>
                  <a:cubicBezTo>
                    <a:pt x="81280" y="3591560"/>
                    <a:pt x="162560" y="3586480"/>
                    <a:pt x="228600" y="3520440"/>
                  </a:cubicBezTo>
                  <a:cubicBezTo>
                    <a:pt x="294640" y="3454400"/>
                    <a:pt x="375990" y="3608920"/>
                    <a:pt x="396240" y="3200400"/>
                  </a:cubicBezTo>
                  <a:cubicBezTo>
                    <a:pt x="416490" y="2791880"/>
                    <a:pt x="357721" y="1602717"/>
                    <a:pt x="350101" y="1069317"/>
                  </a:cubicBezTo>
                  <a:cubicBezTo>
                    <a:pt x="342481" y="535917"/>
                    <a:pt x="369570" y="358140"/>
                    <a:pt x="350520"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7" name="TextBox 6">
              <a:extLst>
                <a:ext uri="{FF2B5EF4-FFF2-40B4-BE49-F238E27FC236}">
                  <a16:creationId xmlns:a16="http://schemas.microsoft.com/office/drawing/2014/main" id="{0FAFD044-0A98-466F-A699-E8B6BE32CE3A}"/>
                </a:ext>
              </a:extLst>
            </p:cNvPr>
            <p:cNvSpPr txBox="1"/>
            <p:nvPr/>
          </p:nvSpPr>
          <p:spPr>
            <a:xfrm>
              <a:off x="914400" y="4582496"/>
              <a:ext cx="1143000" cy="369332"/>
            </a:xfrm>
            <a:prstGeom prst="rect">
              <a:avLst/>
            </a:prstGeom>
            <a:noFill/>
            <a:ln w="19050">
              <a:solidFill>
                <a:schemeClr val="tx1"/>
              </a:solidFill>
            </a:ln>
          </p:spPr>
          <p:txBody>
            <a:bodyPr wrap="square" rtlCol="0">
              <a:spAutoFit/>
            </a:bodyPr>
            <a:lstStyle/>
            <a:p>
              <a:pPr algn="ctr"/>
              <a:r>
                <a:rPr lang="en-US" sz="1800" b="0" dirty="0">
                  <a:latin typeface="Trebuchet MS" panose="020B0603020202020204" pitchFamily="34" charset="0"/>
                </a:rPr>
                <a:t>Vector</a:t>
              </a:r>
              <a:endParaRPr lang="en-US" sz="3200" b="0" dirty="0">
                <a:latin typeface="Trebuchet MS" panose="020B0603020202020204" pitchFamily="34" charset="0"/>
              </a:endParaRPr>
            </a:p>
          </p:txBody>
        </p:sp>
        <p:pic>
          <p:nvPicPr>
            <p:cNvPr id="8" name="Picture 7">
              <a:extLst>
                <a:ext uri="{FF2B5EF4-FFF2-40B4-BE49-F238E27FC236}">
                  <a16:creationId xmlns:a16="http://schemas.microsoft.com/office/drawing/2014/main" id="{B70494F4-14C4-493A-8B56-2D6819BB3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231" y="4999828"/>
              <a:ext cx="190304" cy="515934"/>
            </a:xfrm>
            <a:prstGeom prst="rect">
              <a:avLst/>
            </a:prstGeom>
          </p:spPr>
        </p:pic>
        <p:pic>
          <p:nvPicPr>
            <p:cNvPr id="9" name="Picture 8">
              <a:extLst>
                <a:ext uri="{FF2B5EF4-FFF2-40B4-BE49-F238E27FC236}">
                  <a16:creationId xmlns:a16="http://schemas.microsoft.com/office/drawing/2014/main" id="{F937E365-45FA-4C9E-A5F2-29CE22FD5D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944" y="1029039"/>
              <a:ext cx="190304" cy="515934"/>
            </a:xfrm>
            <a:prstGeom prst="rect">
              <a:avLst/>
            </a:prstGeom>
          </p:spPr>
        </p:pic>
        <p:sp>
          <p:nvSpPr>
            <p:cNvPr id="10" name="Freeform: Shape 9">
              <a:extLst>
                <a:ext uri="{FF2B5EF4-FFF2-40B4-BE49-F238E27FC236}">
                  <a16:creationId xmlns:a16="http://schemas.microsoft.com/office/drawing/2014/main" id="{846AA933-C469-42F7-A162-1025B85AD767}"/>
                </a:ext>
              </a:extLst>
            </p:cNvPr>
            <p:cNvSpPr/>
            <p:nvPr/>
          </p:nvSpPr>
          <p:spPr bwMode="auto">
            <a:xfrm>
              <a:off x="2066907" y="2517256"/>
              <a:ext cx="432503" cy="227118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 name="connsiteX0" fmla="*/ 0 w 414354"/>
                <a:gd name="connsiteY0" fmla="*/ 3596640 h 3596640"/>
                <a:gd name="connsiteX1" fmla="*/ 228600 w 414354"/>
                <a:gd name="connsiteY1" fmla="*/ 3520440 h 3596640"/>
                <a:gd name="connsiteX2" fmla="*/ 396240 w 414354"/>
                <a:gd name="connsiteY2" fmla="*/ 3200400 h 3596640"/>
                <a:gd name="connsiteX3" fmla="*/ 404630 w 414354"/>
                <a:gd name="connsiteY3" fmla="*/ 1895632 h 3596640"/>
                <a:gd name="connsiteX4" fmla="*/ 350520 w 414354"/>
                <a:gd name="connsiteY4" fmla="*/ 0 h 3596640"/>
                <a:gd name="connsiteX0" fmla="*/ 0 w 414354"/>
                <a:gd name="connsiteY0" fmla="*/ 2271180 h 2271180"/>
                <a:gd name="connsiteX1" fmla="*/ 228600 w 414354"/>
                <a:gd name="connsiteY1" fmla="*/ 2194980 h 2271180"/>
                <a:gd name="connsiteX2" fmla="*/ 396240 w 414354"/>
                <a:gd name="connsiteY2" fmla="*/ 1874940 h 2271180"/>
                <a:gd name="connsiteX3" fmla="*/ 404630 w 414354"/>
                <a:gd name="connsiteY3" fmla="*/ 570172 h 2271180"/>
                <a:gd name="connsiteX4" fmla="*/ 400854 w 414354"/>
                <a:gd name="connsiteY4" fmla="*/ 0 h 2271180"/>
                <a:gd name="connsiteX0" fmla="*/ 0 w 426664"/>
                <a:gd name="connsiteY0" fmla="*/ 2271180 h 2271180"/>
                <a:gd name="connsiteX1" fmla="*/ 228600 w 426664"/>
                <a:gd name="connsiteY1" fmla="*/ 2194980 h 2271180"/>
                <a:gd name="connsiteX2" fmla="*/ 396240 w 426664"/>
                <a:gd name="connsiteY2" fmla="*/ 1874940 h 2271180"/>
                <a:gd name="connsiteX3" fmla="*/ 404630 w 426664"/>
                <a:gd name="connsiteY3" fmla="*/ 570172 h 2271180"/>
                <a:gd name="connsiteX4" fmla="*/ 421826 w 426664"/>
                <a:gd name="connsiteY4" fmla="*/ 0 h 2271180"/>
                <a:gd name="connsiteX0" fmla="*/ 0 w 432503"/>
                <a:gd name="connsiteY0" fmla="*/ 2271180 h 2271180"/>
                <a:gd name="connsiteX1" fmla="*/ 228600 w 432503"/>
                <a:gd name="connsiteY1" fmla="*/ 2194980 h 2271180"/>
                <a:gd name="connsiteX2" fmla="*/ 396240 w 432503"/>
                <a:gd name="connsiteY2" fmla="*/ 1874940 h 2271180"/>
                <a:gd name="connsiteX3" fmla="*/ 429797 w 432503"/>
                <a:gd name="connsiteY3" fmla="*/ 691813 h 2271180"/>
                <a:gd name="connsiteX4" fmla="*/ 421826 w 432503"/>
                <a:gd name="connsiteY4" fmla="*/ 0 h 227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503" h="2271180">
                  <a:moveTo>
                    <a:pt x="0" y="2271180"/>
                  </a:moveTo>
                  <a:cubicBezTo>
                    <a:pt x="81280" y="2266100"/>
                    <a:pt x="162560" y="2261020"/>
                    <a:pt x="228600" y="2194980"/>
                  </a:cubicBezTo>
                  <a:cubicBezTo>
                    <a:pt x="294640" y="2128940"/>
                    <a:pt x="362707" y="2125468"/>
                    <a:pt x="396240" y="1874940"/>
                  </a:cubicBezTo>
                  <a:cubicBezTo>
                    <a:pt x="429773" y="1624412"/>
                    <a:pt x="437417" y="1225213"/>
                    <a:pt x="429797" y="691813"/>
                  </a:cubicBezTo>
                  <a:cubicBezTo>
                    <a:pt x="422177" y="158413"/>
                    <a:pt x="440876" y="358140"/>
                    <a:pt x="421826"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pic>
          <p:nvPicPr>
            <p:cNvPr id="11" name="Picture 10">
              <a:extLst>
                <a:ext uri="{FF2B5EF4-FFF2-40B4-BE49-F238E27FC236}">
                  <a16:creationId xmlns:a16="http://schemas.microsoft.com/office/drawing/2014/main" id="{9905A9FB-B2DE-47A9-8A38-905FB9525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5871" y="2506901"/>
              <a:ext cx="190304" cy="515934"/>
            </a:xfrm>
            <a:prstGeom prst="rect">
              <a:avLst/>
            </a:prstGeom>
          </p:spPr>
        </p:pic>
      </p:grpSp>
    </p:spTree>
    <p:extLst>
      <p:ext uri="{BB962C8B-B14F-4D97-AF65-F5344CB8AC3E}">
        <p14:creationId xmlns:p14="http://schemas.microsoft.com/office/powerpoint/2010/main" val="1736896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4C6C2-2F0C-3BB0-5DCE-770FC8B24F54}"/>
            </a:ext>
          </a:extLst>
        </p:cNvPr>
        <p:cNvGrpSpPr/>
        <p:nvPr/>
      </p:nvGrpSpPr>
      <p:grpSpPr>
        <a:xfrm>
          <a:off x="0" y="0"/>
          <a:ext cx="0" cy="0"/>
          <a:chOff x="0" y="0"/>
          <a:chExt cx="0" cy="0"/>
        </a:xfrm>
      </p:grpSpPr>
      <p:pic>
        <p:nvPicPr>
          <p:cNvPr id="2" name="Picture 1" descr="Diagram&#10;&#10;Description automatically generated">
            <a:extLst>
              <a:ext uri="{FF2B5EF4-FFF2-40B4-BE49-F238E27FC236}">
                <a16:creationId xmlns:a16="http://schemas.microsoft.com/office/drawing/2014/main" id="{6F0E7D19-AA0F-7563-3338-B04E10CDCBB5}"/>
              </a:ext>
            </a:extLst>
          </p:cNvPr>
          <p:cNvPicPr>
            <a:picLocks noChangeAspect="1"/>
          </p:cNvPicPr>
          <p:nvPr/>
        </p:nvPicPr>
        <p:blipFill>
          <a:blip r:embed="rId3">
            <a:extLst>
              <a:ext uri="{28A0092B-C50C-407E-A947-70E740481C1C}">
                <a14:useLocalDpi xmlns:a14="http://schemas.microsoft.com/office/drawing/2010/main" val="0"/>
              </a:ext>
            </a:extLst>
          </a:blip>
          <a:srcRect t="15272" r="28207" b="5715"/>
          <a:stretch>
            <a:fillRect/>
          </a:stretch>
        </p:blipFill>
        <p:spPr>
          <a:xfrm>
            <a:off x="2392680" y="1241695"/>
            <a:ext cx="6446520" cy="5057506"/>
          </a:xfrm>
          <a:prstGeom prst="rect">
            <a:avLst/>
          </a:prstGeom>
        </p:spPr>
      </p:pic>
      <p:sp>
        <p:nvSpPr>
          <p:cNvPr id="3" name="TextBox 2">
            <a:extLst>
              <a:ext uri="{FF2B5EF4-FFF2-40B4-BE49-F238E27FC236}">
                <a16:creationId xmlns:a16="http://schemas.microsoft.com/office/drawing/2014/main" id="{1A890B3D-043E-A19A-BE78-28F99B575D8C}"/>
              </a:ext>
            </a:extLst>
          </p:cNvPr>
          <p:cNvSpPr txBox="1"/>
          <p:nvPr/>
        </p:nvSpPr>
        <p:spPr>
          <a:xfrm>
            <a:off x="4145280" y="797560"/>
            <a:ext cx="990600" cy="276999"/>
          </a:xfrm>
          <a:prstGeom prst="rect">
            <a:avLst/>
          </a:prstGeom>
          <a:noFill/>
          <a:ln w="19050">
            <a:solidFill>
              <a:schemeClr val="tx1"/>
            </a:solidFill>
          </a:ln>
        </p:spPr>
        <p:txBody>
          <a:bodyPr wrap="square" rtlCol="0">
            <a:spAutoFit/>
          </a:bodyPr>
          <a:lstStyle/>
          <a:p>
            <a:pPr algn="ctr"/>
            <a:r>
              <a:rPr lang="en-US" sz="1200" b="0" dirty="0" err="1">
                <a:latin typeface="Trebuchet MS" panose="020B0603020202020204" pitchFamily="34" charset="0"/>
              </a:rPr>
              <a:t>Iterable</a:t>
            </a:r>
            <a:endParaRPr lang="en-US" sz="1800" b="0" dirty="0">
              <a:latin typeface="Trebuchet MS" panose="020B0603020202020204" pitchFamily="34" charset="0"/>
            </a:endParaRPr>
          </a:p>
        </p:txBody>
      </p:sp>
      <p:cxnSp>
        <p:nvCxnSpPr>
          <p:cNvPr id="12" name="Straight Arrow Connector 11">
            <a:extLst>
              <a:ext uri="{FF2B5EF4-FFF2-40B4-BE49-F238E27FC236}">
                <a16:creationId xmlns:a16="http://schemas.microsoft.com/office/drawing/2014/main" id="{BA95F354-FC04-A9D5-F1E1-27A9FBBB6D0B}"/>
              </a:ext>
            </a:extLst>
          </p:cNvPr>
          <p:cNvCxnSpPr/>
          <p:nvPr/>
        </p:nvCxnSpPr>
        <p:spPr bwMode="auto">
          <a:xfrm flipV="1">
            <a:off x="4678680" y="1074559"/>
            <a:ext cx="0" cy="408801"/>
          </a:xfrm>
          <a:prstGeom prst="straightConnector1">
            <a:avLst/>
          </a:prstGeom>
          <a:solidFill>
            <a:schemeClr val="accent1"/>
          </a:solidFill>
          <a:ln w="1905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09A26321-8206-BA3C-AABB-DCA16DEE4DD4}"/>
              </a:ext>
            </a:extLst>
          </p:cNvPr>
          <p:cNvSpPr txBox="1"/>
          <p:nvPr/>
        </p:nvSpPr>
        <p:spPr>
          <a:xfrm>
            <a:off x="3307080" y="5521960"/>
            <a:ext cx="990600" cy="276999"/>
          </a:xfrm>
          <a:prstGeom prst="rect">
            <a:avLst/>
          </a:prstGeom>
          <a:noFill/>
          <a:ln w="19050">
            <a:solidFill>
              <a:schemeClr val="tx1"/>
            </a:solidFill>
          </a:ln>
        </p:spPr>
        <p:txBody>
          <a:bodyPr wrap="square" rtlCol="0">
            <a:spAutoFit/>
          </a:bodyPr>
          <a:lstStyle/>
          <a:p>
            <a:pPr algn="ctr"/>
            <a:r>
              <a:rPr lang="en-US" sz="1200" b="0" dirty="0">
                <a:latin typeface="Trebuchet MS" panose="020B0603020202020204" pitchFamily="34" charset="0"/>
              </a:rPr>
              <a:t>Vector</a:t>
            </a:r>
            <a:endParaRPr lang="en-US" sz="1800" b="0" dirty="0">
              <a:latin typeface="Trebuchet MS" panose="020B0603020202020204" pitchFamily="34" charset="0"/>
            </a:endParaRPr>
          </a:p>
        </p:txBody>
      </p:sp>
      <p:cxnSp>
        <p:nvCxnSpPr>
          <p:cNvPr id="14" name="Straight Arrow Connector 13">
            <a:extLst>
              <a:ext uri="{FF2B5EF4-FFF2-40B4-BE49-F238E27FC236}">
                <a16:creationId xmlns:a16="http://schemas.microsoft.com/office/drawing/2014/main" id="{B2C09E77-DF27-F4DE-C29B-9BE75D3542A2}"/>
              </a:ext>
            </a:extLst>
          </p:cNvPr>
          <p:cNvCxnSpPr/>
          <p:nvPr/>
        </p:nvCxnSpPr>
        <p:spPr bwMode="auto">
          <a:xfrm flipV="1">
            <a:off x="3831277" y="5096579"/>
            <a:ext cx="588323" cy="438446"/>
          </a:xfrm>
          <a:prstGeom prst="straightConnector1">
            <a:avLst/>
          </a:prstGeom>
          <a:solidFill>
            <a:schemeClr val="accent1"/>
          </a:solidFill>
          <a:ln w="2540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a:extLst>
              <a:ext uri="{FF2B5EF4-FFF2-40B4-BE49-F238E27FC236}">
                <a16:creationId xmlns:a16="http://schemas.microsoft.com/office/drawing/2014/main" id="{B49B07D2-2506-834C-DA25-5DA8A6F44836}"/>
              </a:ext>
            </a:extLst>
          </p:cNvPr>
          <p:cNvSpPr txBox="1"/>
          <p:nvPr/>
        </p:nvSpPr>
        <p:spPr>
          <a:xfrm>
            <a:off x="3307080" y="6218646"/>
            <a:ext cx="990600" cy="276999"/>
          </a:xfrm>
          <a:prstGeom prst="rect">
            <a:avLst/>
          </a:prstGeom>
          <a:noFill/>
          <a:ln w="19050">
            <a:solidFill>
              <a:srgbClr val="7030A0"/>
            </a:solidFill>
          </a:ln>
        </p:spPr>
        <p:txBody>
          <a:bodyPr wrap="square" rtlCol="0">
            <a:spAutoFit/>
          </a:bodyPr>
          <a:lstStyle/>
          <a:p>
            <a:pPr algn="ctr"/>
            <a:r>
              <a:rPr lang="en-US" sz="1200" dirty="0">
                <a:solidFill>
                  <a:srgbClr val="7030A0"/>
                </a:solidFill>
                <a:latin typeface="Trebuchet MS" panose="020B0603020202020204" pitchFamily="34" charset="0"/>
              </a:rPr>
              <a:t>Stack</a:t>
            </a:r>
            <a:endParaRPr lang="en-US" sz="1800" dirty="0">
              <a:solidFill>
                <a:srgbClr val="7030A0"/>
              </a:solidFill>
              <a:latin typeface="Trebuchet MS" panose="020B0603020202020204" pitchFamily="34" charset="0"/>
            </a:endParaRPr>
          </a:p>
        </p:txBody>
      </p:sp>
      <p:cxnSp>
        <p:nvCxnSpPr>
          <p:cNvPr id="16" name="Straight Connector 15">
            <a:extLst>
              <a:ext uri="{FF2B5EF4-FFF2-40B4-BE49-F238E27FC236}">
                <a16:creationId xmlns:a16="http://schemas.microsoft.com/office/drawing/2014/main" id="{921BB1F6-F45C-C0B9-A805-7D1041B1E6F1}"/>
              </a:ext>
            </a:extLst>
          </p:cNvPr>
          <p:cNvCxnSpPr/>
          <p:nvPr/>
        </p:nvCxnSpPr>
        <p:spPr bwMode="auto">
          <a:xfrm flipH="1">
            <a:off x="2653030" y="5660460"/>
            <a:ext cx="654050" cy="0"/>
          </a:xfrm>
          <a:prstGeom prst="line">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Freeform: Shape 16">
            <a:extLst>
              <a:ext uri="{FF2B5EF4-FFF2-40B4-BE49-F238E27FC236}">
                <a16:creationId xmlns:a16="http://schemas.microsoft.com/office/drawing/2014/main" id="{FD04A0C1-7C2F-1451-3814-4059F42FC2C3}"/>
              </a:ext>
            </a:extLst>
          </p:cNvPr>
          <p:cNvSpPr/>
          <p:nvPr/>
        </p:nvSpPr>
        <p:spPr bwMode="auto">
          <a:xfrm>
            <a:off x="3777145" y="5813895"/>
            <a:ext cx="88425" cy="391886"/>
          </a:xfrm>
          <a:custGeom>
            <a:avLst/>
            <a:gdLst>
              <a:gd name="connsiteX0" fmla="*/ 0 w 88425"/>
              <a:gd name="connsiteY0" fmla="*/ 391886 h 391886"/>
              <a:gd name="connsiteX1" fmla="*/ 71252 w 88425"/>
              <a:gd name="connsiteY1" fmla="*/ 308759 h 391886"/>
              <a:gd name="connsiteX2" fmla="*/ 83127 w 88425"/>
              <a:gd name="connsiteY2" fmla="*/ 142504 h 391886"/>
              <a:gd name="connsiteX3" fmla="*/ 0 w 88425"/>
              <a:gd name="connsiteY3" fmla="*/ 0 h 391886"/>
            </a:gdLst>
            <a:ahLst/>
            <a:cxnLst>
              <a:cxn ang="0">
                <a:pos x="connsiteX0" y="connsiteY0"/>
              </a:cxn>
              <a:cxn ang="0">
                <a:pos x="connsiteX1" y="connsiteY1"/>
              </a:cxn>
              <a:cxn ang="0">
                <a:pos x="connsiteX2" y="connsiteY2"/>
              </a:cxn>
              <a:cxn ang="0">
                <a:pos x="connsiteX3" y="connsiteY3"/>
              </a:cxn>
            </a:cxnLst>
            <a:rect l="l" t="t" r="r" b="b"/>
            <a:pathLst>
              <a:path w="88425" h="391886">
                <a:moveTo>
                  <a:pt x="0" y="391886"/>
                </a:moveTo>
                <a:cubicBezTo>
                  <a:pt x="28699" y="371104"/>
                  <a:pt x="57398" y="350323"/>
                  <a:pt x="71252" y="308759"/>
                </a:cubicBezTo>
                <a:cubicBezTo>
                  <a:pt x="85107" y="267195"/>
                  <a:pt x="95002" y="193964"/>
                  <a:pt x="83127" y="142504"/>
                </a:cubicBezTo>
                <a:cubicBezTo>
                  <a:pt x="71252" y="91044"/>
                  <a:pt x="35626" y="45522"/>
                  <a:pt x="0" y="0"/>
                </a:cubicBezTo>
              </a:path>
            </a:pathLst>
          </a:custGeom>
          <a:noFill/>
          <a:ln w="28575" cap="flat" cmpd="sng" algn="ctr">
            <a:solidFill>
              <a:srgbClr val="7030A0"/>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18" name="Freeform: Shape 17">
            <a:extLst>
              <a:ext uri="{FF2B5EF4-FFF2-40B4-BE49-F238E27FC236}">
                <a16:creationId xmlns:a16="http://schemas.microsoft.com/office/drawing/2014/main" id="{294D37D8-58B2-CB4E-A82D-6EA383E947DE}"/>
              </a:ext>
            </a:extLst>
          </p:cNvPr>
          <p:cNvSpPr/>
          <p:nvPr/>
        </p:nvSpPr>
        <p:spPr bwMode="auto">
          <a:xfrm>
            <a:off x="3830545" y="3172823"/>
            <a:ext cx="1473075" cy="2351314"/>
          </a:xfrm>
          <a:custGeom>
            <a:avLst/>
            <a:gdLst>
              <a:gd name="connsiteX0" fmla="*/ 14289 w 1473075"/>
              <a:gd name="connsiteY0" fmla="*/ 2351314 h 2351314"/>
              <a:gd name="connsiteX1" fmla="*/ 27352 w 1473075"/>
              <a:gd name="connsiteY1" fmla="*/ 2090057 h 2351314"/>
              <a:gd name="connsiteX2" fmla="*/ 262484 w 1473075"/>
              <a:gd name="connsiteY2" fmla="*/ 1867988 h 2351314"/>
              <a:gd name="connsiteX3" fmla="*/ 484552 w 1473075"/>
              <a:gd name="connsiteY3" fmla="*/ 1685108 h 2351314"/>
              <a:gd name="connsiteX4" fmla="*/ 628244 w 1473075"/>
              <a:gd name="connsiteY4" fmla="*/ 1371600 h 2351314"/>
              <a:gd name="connsiteX5" fmla="*/ 1046255 w 1473075"/>
              <a:gd name="connsiteY5" fmla="*/ 1240971 h 2351314"/>
              <a:gd name="connsiteX6" fmla="*/ 1398952 w 1473075"/>
              <a:gd name="connsiteY6" fmla="*/ 1018903 h 2351314"/>
              <a:gd name="connsiteX7" fmla="*/ 1464266 w 1473075"/>
              <a:gd name="connsiteY7" fmla="*/ 535577 h 2351314"/>
              <a:gd name="connsiteX8" fmla="*/ 1268324 w 1473075"/>
              <a:gd name="connsiteY8" fmla="*/ 261257 h 2351314"/>
              <a:gd name="connsiteX9" fmla="*/ 863375 w 1473075"/>
              <a:gd name="connsiteY9" fmla="*/ 0 h 2351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3075" h="2351314">
                <a:moveTo>
                  <a:pt x="14289" y="2351314"/>
                </a:moveTo>
                <a:cubicBezTo>
                  <a:pt x="137" y="2260962"/>
                  <a:pt x="-14014" y="2170611"/>
                  <a:pt x="27352" y="2090057"/>
                </a:cubicBezTo>
                <a:cubicBezTo>
                  <a:pt x="68718" y="2009503"/>
                  <a:pt x="186284" y="1935480"/>
                  <a:pt x="262484" y="1867988"/>
                </a:cubicBezTo>
                <a:cubicBezTo>
                  <a:pt x="338684" y="1800496"/>
                  <a:pt x="423592" y="1767839"/>
                  <a:pt x="484552" y="1685108"/>
                </a:cubicBezTo>
                <a:cubicBezTo>
                  <a:pt x="545512" y="1602377"/>
                  <a:pt x="534627" y="1445623"/>
                  <a:pt x="628244" y="1371600"/>
                </a:cubicBezTo>
                <a:cubicBezTo>
                  <a:pt x="721861" y="1297577"/>
                  <a:pt x="917804" y="1299754"/>
                  <a:pt x="1046255" y="1240971"/>
                </a:cubicBezTo>
                <a:cubicBezTo>
                  <a:pt x="1174706" y="1182188"/>
                  <a:pt x="1329284" y="1136469"/>
                  <a:pt x="1398952" y="1018903"/>
                </a:cubicBezTo>
                <a:cubicBezTo>
                  <a:pt x="1468621" y="901337"/>
                  <a:pt x="1486037" y="661851"/>
                  <a:pt x="1464266" y="535577"/>
                </a:cubicBezTo>
                <a:cubicBezTo>
                  <a:pt x="1442495" y="409303"/>
                  <a:pt x="1368472" y="350520"/>
                  <a:pt x="1268324" y="261257"/>
                </a:cubicBezTo>
                <a:cubicBezTo>
                  <a:pt x="1168176" y="171994"/>
                  <a:pt x="1015775" y="85997"/>
                  <a:pt x="863375" y="0"/>
                </a:cubicBezTo>
              </a:path>
            </a:pathLst>
          </a:custGeom>
          <a:noFill/>
          <a:ln w="2540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19" name="Rectangle 18">
            <a:extLst>
              <a:ext uri="{FF2B5EF4-FFF2-40B4-BE49-F238E27FC236}">
                <a16:creationId xmlns:a16="http://schemas.microsoft.com/office/drawing/2014/main" id="{870DC371-14BA-FE13-CCB3-620C8C17502F}"/>
              </a:ext>
            </a:extLst>
          </p:cNvPr>
          <p:cNvSpPr/>
          <p:nvPr/>
        </p:nvSpPr>
        <p:spPr bwMode="auto">
          <a:xfrm>
            <a:off x="6766560" y="5974080"/>
            <a:ext cx="2377440" cy="521565"/>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20" name="TextBox 19">
            <a:extLst>
              <a:ext uri="{FF2B5EF4-FFF2-40B4-BE49-F238E27FC236}">
                <a16:creationId xmlns:a16="http://schemas.microsoft.com/office/drawing/2014/main" id="{82626BE1-2329-92FA-4D7B-88400259AEB4}"/>
              </a:ext>
            </a:extLst>
          </p:cNvPr>
          <p:cNvSpPr txBox="1"/>
          <p:nvPr/>
        </p:nvSpPr>
        <p:spPr>
          <a:xfrm>
            <a:off x="772160" y="1351280"/>
            <a:ext cx="883896" cy="492443"/>
          </a:xfrm>
          <a:prstGeom prst="rect">
            <a:avLst/>
          </a:prstGeom>
          <a:no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Queue</a:t>
            </a:r>
          </a:p>
        </p:txBody>
      </p:sp>
      <p:cxnSp>
        <p:nvCxnSpPr>
          <p:cNvPr id="21" name="Straight Arrow Connector 20">
            <a:extLst>
              <a:ext uri="{FF2B5EF4-FFF2-40B4-BE49-F238E27FC236}">
                <a16:creationId xmlns:a16="http://schemas.microsoft.com/office/drawing/2014/main" id="{6AE83556-F260-4F00-447B-B2AEF9D8D639}"/>
              </a:ext>
            </a:extLst>
          </p:cNvPr>
          <p:cNvCxnSpPr>
            <a:stCxn id="20" idx="3"/>
          </p:cNvCxnSpPr>
          <p:nvPr/>
        </p:nvCxnSpPr>
        <p:spPr bwMode="auto">
          <a:xfrm flipV="1">
            <a:off x="1656056" y="1597501"/>
            <a:ext cx="2459222" cy="1"/>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a:extLst>
              <a:ext uri="{FF2B5EF4-FFF2-40B4-BE49-F238E27FC236}">
                <a16:creationId xmlns:a16="http://schemas.microsoft.com/office/drawing/2014/main" id="{ECF3F0DC-7B3D-62F9-770C-AE69F6BA67D6}"/>
              </a:ext>
            </a:extLst>
          </p:cNvPr>
          <p:cNvSpPr txBox="1"/>
          <p:nvPr/>
        </p:nvSpPr>
        <p:spPr>
          <a:xfrm>
            <a:off x="1208793" y="2283562"/>
            <a:ext cx="879087" cy="492443"/>
          </a:xfrm>
          <a:prstGeom prst="rect">
            <a:avLst/>
          </a:prstGeom>
          <a:no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Deque</a:t>
            </a:r>
          </a:p>
        </p:txBody>
      </p:sp>
      <p:sp>
        <p:nvSpPr>
          <p:cNvPr id="23" name="TextBox 22">
            <a:extLst>
              <a:ext uri="{FF2B5EF4-FFF2-40B4-BE49-F238E27FC236}">
                <a16:creationId xmlns:a16="http://schemas.microsoft.com/office/drawing/2014/main" id="{2F489793-19A4-BE10-5370-79D34A8E9617}"/>
              </a:ext>
            </a:extLst>
          </p:cNvPr>
          <p:cNvSpPr txBox="1"/>
          <p:nvPr/>
        </p:nvSpPr>
        <p:spPr>
          <a:xfrm>
            <a:off x="89212" y="3027997"/>
            <a:ext cx="1584536" cy="492443"/>
          </a:xfrm>
          <a:prstGeom prst="rect">
            <a:avLst/>
          </a:prstGeom>
          <a:solidFill>
            <a:srgbClr val="CAC9CE"/>
          </a:solid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Abstract Queue</a:t>
            </a:r>
          </a:p>
        </p:txBody>
      </p:sp>
      <p:cxnSp>
        <p:nvCxnSpPr>
          <p:cNvPr id="24" name="Straight Arrow Connector 23">
            <a:extLst>
              <a:ext uri="{FF2B5EF4-FFF2-40B4-BE49-F238E27FC236}">
                <a16:creationId xmlns:a16="http://schemas.microsoft.com/office/drawing/2014/main" id="{B5E1E7A6-70B0-44DD-C9D1-1CBE534C5D64}"/>
              </a:ext>
            </a:extLst>
          </p:cNvPr>
          <p:cNvCxnSpPr>
            <a:stCxn id="22" idx="0"/>
            <a:endCxn id="20" idx="2"/>
          </p:cNvCxnSpPr>
          <p:nvPr/>
        </p:nvCxnSpPr>
        <p:spPr bwMode="auto">
          <a:xfrm flipH="1" flipV="1">
            <a:off x="1214108" y="1843723"/>
            <a:ext cx="434229" cy="439839"/>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24">
            <a:extLst>
              <a:ext uri="{FF2B5EF4-FFF2-40B4-BE49-F238E27FC236}">
                <a16:creationId xmlns:a16="http://schemas.microsoft.com/office/drawing/2014/main" id="{A8E8DD34-73A8-5C88-D2EC-7A6572210405}"/>
              </a:ext>
            </a:extLst>
          </p:cNvPr>
          <p:cNvCxnSpPr>
            <a:stCxn id="23" idx="0"/>
          </p:cNvCxnSpPr>
          <p:nvPr/>
        </p:nvCxnSpPr>
        <p:spPr bwMode="auto">
          <a:xfrm flipV="1">
            <a:off x="881480" y="1843723"/>
            <a:ext cx="269996" cy="1184274"/>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771F114A-B230-4E6E-7BED-186E6248DA91}"/>
              </a:ext>
            </a:extLst>
          </p:cNvPr>
          <p:cNvSpPr txBox="1"/>
          <p:nvPr/>
        </p:nvSpPr>
        <p:spPr>
          <a:xfrm>
            <a:off x="133262" y="4264875"/>
            <a:ext cx="1496435" cy="492443"/>
          </a:xfrm>
          <a:prstGeom prst="rect">
            <a:avLst/>
          </a:prstGeom>
          <a:no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Priority Queue</a:t>
            </a:r>
          </a:p>
        </p:txBody>
      </p:sp>
      <p:cxnSp>
        <p:nvCxnSpPr>
          <p:cNvPr id="27" name="Straight Arrow Connector 26">
            <a:extLst>
              <a:ext uri="{FF2B5EF4-FFF2-40B4-BE49-F238E27FC236}">
                <a16:creationId xmlns:a16="http://schemas.microsoft.com/office/drawing/2014/main" id="{1C4DFBF8-2819-4108-1B20-D2D6AC5C94FC}"/>
              </a:ext>
            </a:extLst>
          </p:cNvPr>
          <p:cNvCxnSpPr>
            <a:stCxn id="26" idx="0"/>
            <a:endCxn id="23" idx="2"/>
          </p:cNvCxnSpPr>
          <p:nvPr/>
        </p:nvCxnSpPr>
        <p:spPr bwMode="auto">
          <a:xfrm flipV="1">
            <a:off x="881480" y="3520440"/>
            <a:ext cx="0" cy="744435"/>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Arrow Connector 27">
            <a:extLst>
              <a:ext uri="{FF2B5EF4-FFF2-40B4-BE49-F238E27FC236}">
                <a16:creationId xmlns:a16="http://schemas.microsoft.com/office/drawing/2014/main" id="{9595715E-BF6F-A59A-03A0-559DD6D16925}"/>
              </a:ext>
            </a:extLst>
          </p:cNvPr>
          <p:cNvCxnSpPr/>
          <p:nvPr/>
        </p:nvCxnSpPr>
        <p:spPr bwMode="auto">
          <a:xfrm flipH="1" flipV="1">
            <a:off x="2087880" y="2776005"/>
            <a:ext cx="1346200" cy="994443"/>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a:extLst>
              <a:ext uri="{FF2B5EF4-FFF2-40B4-BE49-F238E27FC236}">
                <a16:creationId xmlns:a16="http://schemas.microsoft.com/office/drawing/2014/main" id="{62F2D7DE-C433-8169-F5EB-29A7A352D6AC}"/>
              </a:ext>
            </a:extLst>
          </p:cNvPr>
          <p:cNvSpPr txBox="1"/>
          <p:nvPr/>
        </p:nvSpPr>
        <p:spPr>
          <a:xfrm>
            <a:off x="2108716" y="82399"/>
            <a:ext cx="4916731" cy="461665"/>
          </a:xfrm>
          <a:prstGeom prst="rect">
            <a:avLst/>
          </a:prstGeom>
          <a:noFill/>
        </p:spPr>
        <p:txBody>
          <a:bodyPr wrap="none" rtlCol="0">
            <a:spAutoFit/>
          </a:bodyPr>
          <a:lstStyle/>
          <a:p>
            <a:r>
              <a:rPr lang="en-US" sz="2400" dirty="0"/>
              <a:t>The Java Collections Hierarchy</a:t>
            </a:r>
          </a:p>
        </p:txBody>
      </p:sp>
    </p:spTree>
    <p:extLst>
      <p:ext uri="{BB962C8B-B14F-4D97-AF65-F5344CB8AC3E}">
        <p14:creationId xmlns:p14="http://schemas.microsoft.com/office/powerpoint/2010/main" val="151126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8D8834F-E070-5D99-0790-424A4C47C0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00" t="3497" r="2500" b="3236"/>
          <a:stretch/>
        </p:blipFill>
        <p:spPr bwMode="auto">
          <a:xfrm>
            <a:off x="228600" y="228600"/>
            <a:ext cx="8686800" cy="6096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0675819-A404-BDA9-656B-D46D38448867}"/>
              </a:ext>
            </a:extLst>
          </p:cNvPr>
          <p:cNvSpPr txBox="1"/>
          <p:nvPr/>
        </p:nvSpPr>
        <p:spPr>
          <a:xfrm>
            <a:off x="457200" y="4876800"/>
            <a:ext cx="6858000" cy="1754326"/>
          </a:xfrm>
          <a:prstGeom prst="rect">
            <a:avLst/>
          </a:prstGeom>
          <a:noFill/>
        </p:spPr>
        <p:txBody>
          <a:bodyPr wrap="square" rtlCol="0">
            <a:spAutoFit/>
          </a:bodyPr>
          <a:lstStyle/>
          <a:p>
            <a:pPr algn="just"/>
            <a:r>
              <a:rPr lang="en-US" sz="3600" dirty="0"/>
              <a:t>A queue is a data structure in which you add to one end and remove from the other.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B3D04F52-69AA-4DC7-A150-4D685755893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8195" name="Text Box 2">
            <a:extLst>
              <a:ext uri="{FF2B5EF4-FFF2-40B4-BE49-F238E27FC236}">
                <a16:creationId xmlns:a16="http://schemas.microsoft.com/office/drawing/2014/main" id="{5CDC8F2B-4A77-4955-9945-AC01FD910AE9}"/>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queue.add(25);</a:t>
            </a:r>
          </a:p>
        </p:txBody>
      </p:sp>
      <p:sp>
        <p:nvSpPr>
          <p:cNvPr id="8196" name="Text Box 6">
            <a:extLst>
              <a:ext uri="{FF2B5EF4-FFF2-40B4-BE49-F238E27FC236}">
                <a16:creationId xmlns:a16="http://schemas.microsoft.com/office/drawing/2014/main" id="{2AC659B3-7EE3-4816-951A-FA86AE7F5205}"/>
              </a:ext>
            </a:extLst>
          </p:cNvPr>
          <p:cNvSpPr txBox="1">
            <a:spLocks noChangeArrowheads="1"/>
          </p:cNvSpPr>
          <p:nvPr/>
        </p:nvSpPr>
        <p:spPr bwMode="auto">
          <a:xfrm>
            <a:off x="5334000" y="2133600"/>
            <a:ext cx="3505200" cy="284003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a:p>
            <a:pPr>
              <a:spcBef>
                <a:spcPct val="50000"/>
              </a:spcBef>
              <a:buFontTx/>
              <a:buNone/>
            </a:pPr>
            <a:r>
              <a:rPr lang="en-US" altLang="en-US" sz="2400">
                <a:solidFill>
                  <a:schemeClr val="accent2"/>
                </a:solidFill>
                <a:latin typeface="Tahoma" panose="020B0604030504040204" pitchFamily="34" charset="0"/>
              </a:rPr>
              <a:t>enqueue is a very common name given to the operation of adding items to a queue.</a:t>
            </a:r>
          </a:p>
        </p:txBody>
      </p:sp>
      <p:graphicFrame>
        <p:nvGraphicFramePr>
          <p:cNvPr id="78865" name="Group 17">
            <a:extLst>
              <a:ext uri="{FF2B5EF4-FFF2-40B4-BE49-F238E27FC236}">
                <a16:creationId xmlns:a16="http://schemas.microsoft.com/office/drawing/2014/main" id="{F787CE83-FFAB-4908-93CB-133F56815AE1}"/>
              </a:ext>
            </a:extLst>
          </p:cNvPr>
          <p:cNvGraphicFramePr>
            <a:graphicFrameLocks noGrp="1"/>
          </p:cNvGraphicFramePr>
          <p:nvPr/>
        </p:nvGraphicFramePr>
        <p:xfrm>
          <a:off x="1676400" y="4191000"/>
          <a:ext cx="1574800" cy="889000"/>
        </p:xfrm>
        <a:graphic>
          <a:graphicData uri="http://schemas.openxmlformats.org/drawingml/2006/table">
            <a:tbl>
              <a:tblPr/>
              <a:tblGrid>
                <a:gridCol w="1574800">
                  <a:extLst>
                    <a:ext uri="{9D8B030D-6E8A-4147-A177-3AD203B41FA5}">
                      <a16:colId xmlns:a16="http://schemas.microsoft.com/office/drawing/2014/main" val="20000"/>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25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8203" name="WordArt 18">
            <a:extLst>
              <a:ext uri="{FF2B5EF4-FFF2-40B4-BE49-F238E27FC236}">
                <a16:creationId xmlns:a16="http://schemas.microsoft.com/office/drawing/2014/main" id="{2E93C205-FCDB-4003-9928-AAE037A72F2E}"/>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extLst>
      <p:ext uri="{BB962C8B-B14F-4D97-AF65-F5344CB8AC3E}">
        <p14:creationId xmlns:p14="http://schemas.microsoft.com/office/powerpoint/2010/main" val="102879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B2F38254-4948-427F-A604-4CF077E148F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9219" name="Picture 6" descr="pe01538_[1]">
            <a:extLst>
              <a:ext uri="{FF2B5EF4-FFF2-40B4-BE49-F238E27FC236}">
                <a16:creationId xmlns:a16="http://schemas.microsoft.com/office/drawing/2014/main" id="{07AAFA49-3443-47D2-8548-2F6167F19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 Box 8">
            <a:extLst>
              <a:ext uri="{FF2B5EF4-FFF2-40B4-BE49-F238E27FC236}">
                <a16:creationId xmlns:a16="http://schemas.microsoft.com/office/drawing/2014/main" id="{526FBFB6-FFA1-462A-9A05-2DCBE112CB6E}"/>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queue.add(14);</a:t>
            </a:r>
          </a:p>
        </p:txBody>
      </p:sp>
      <p:sp>
        <p:nvSpPr>
          <p:cNvPr id="9221" name="Text Box 9">
            <a:extLst>
              <a:ext uri="{FF2B5EF4-FFF2-40B4-BE49-F238E27FC236}">
                <a16:creationId xmlns:a16="http://schemas.microsoft.com/office/drawing/2014/main" id="{3E139021-0C99-4C8D-ADDD-79B4EFF18A6D}"/>
              </a:ext>
            </a:extLst>
          </p:cNvPr>
          <p:cNvSpPr txBox="1">
            <a:spLocks noChangeArrowheads="1"/>
          </p:cNvSpPr>
          <p:nvPr/>
        </p:nvSpPr>
        <p:spPr bwMode="auto">
          <a:xfrm>
            <a:off x="5334000" y="2133600"/>
            <a:ext cx="35052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p:txBody>
      </p:sp>
      <p:graphicFrame>
        <p:nvGraphicFramePr>
          <p:cNvPr id="79892" name="Group 20">
            <a:extLst>
              <a:ext uri="{FF2B5EF4-FFF2-40B4-BE49-F238E27FC236}">
                <a16:creationId xmlns:a16="http://schemas.microsoft.com/office/drawing/2014/main" id="{CA4DD7B0-D370-48BD-822B-421A3170934E}"/>
              </a:ext>
            </a:extLst>
          </p:cNvPr>
          <p:cNvGraphicFramePr>
            <a:graphicFrameLocks noGrp="1"/>
          </p:cNvGraphicFramePr>
          <p:nvPr/>
        </p:nvGraphicFramePr>
        <p:xfrm>
          <a:off x="1676400" y="4191000"/>
          <a:ext cx="31496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9230" name="WordArt 21">
            <a:extLst>
              <a:ext uri="{FF2B5EF4-FFF2-40B4-BE49-F238E27FC236}">
                <a16:creationId xmlns:a16="http://schemas.microsoft.com/office/drawing/2014/main" id="{D0927876-317A-4F42-BFFF-75EA8A2AD826}"/>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C0460ED1-216B-45CE-9A07-01B1D305C6C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10243" name="Picture 7" descr="pe01538_[1]">
            <a:extLst>
              <a:ext uri="{FF2B5EF4-FFF2-40B4-BE49-F238E27FC236}">
                <a16:creationId xmlns:a16="http://schemas.microsoft.com/office/drawing/2014/main" id="{670A8ADA-8467-4723-805C-06323F93E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 Box 9">
            <a:extLst>
              <a:ext uri="{FF2B5EF4-FFF2-40B4-BE49-F238E27FC236}">
                <a16:creationId xmlns:a16="http://schemas.microsoft.com/office/drawing/2014/main" id="{86981713-7347-4FF2-809D-E63B71E4E403}"/>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queue.add(67);</a:t>
            </a:r>
          </a:p>
        </p:txBody>
      </p:sp>
      <p:sp>
        <p:nvSpPr>
          <p:cNvPr id="10245" name="Text Box 10">
            <a:extLst>
              <a:ext uri="{FF2B5EF4-FFF2-40B4-BE49-F238E27FC236}">
                <a16:creationId xmlns:a16="http://schemas.microsoft.com/office/drawing/2014/main" id="{36294907-8455-43AD-84CC-719D5875528F}"/>
              </a:ext>
            </a:extLst>
          </p:cNvPr>
          <p:cNvSpPr txBox="1">
            <a:spLocks noChangeArrowheads="1"/>
          </p:cNvSpPr>
          <p:nvPr/>
        </p:nvSpPr>
        <p:spPr bwMode="auto">
          <a:xfrm>
            <a:off x="5334000" y="2133600"/>
            <a:ext cx="35052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p:txBody>
      </p:sp>
      <p:graphicFrame>
        <p:nvGraphicFramePr>
          <p:cNvPr id="80918" name="Group 22">
            <a:extLst>
              <a:ext uri="{FF2B5EF4-FFF2-40B4-BE49-F238E27FC236}">
                <a16:creationId xmlns:a16="http://schemas.microsoft.com/office/drawing/2014/main" id="{A3574494-52BD-4FDA-BCEB-DEDEBA58667D}"/>
              </a:ext>
            </a:extLst>
          </p:cNvPr>
          <p:cNvGraphicFramePr>
            <a:graphicFrameLocks noGrp="1"/>
          </p:cNvGraphicFramePr>
          <p:nvPr/>
        </p:nvGraphicFramePr>
        <p:xfrm>
          <a:off x="1676400" y="4191000"/>
          <a:ext cx="47244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10256" name="WordArt 23">
            <a:extLst>
              <a:ext uri="{FF2B5EF4-FFF2-40B4-BE49-F238E27FC236}">
                <a16:creationId xmlns:a16="http://schemas.microsoft.com/office/drawing/2014/main" id="{F46B4ED7-BF46-4CF2-8080-E4235982107D}"/>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2558F183-1329-4688-AA36-C610BED8BE6A}"/>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1267" name="Text Box 8">
            <a:extLst>
              <a:ext uri="{FF2B5EF4-FFF2-40B4-BE49-F238E27FC236}">
                <a16:creationId xmlns:a16="http://schemas.microsoft.com/office/drawing/2014/main" id="{987EC882-BC8D-4B6B-A987-C70632D037BC}"/>
              </a:ext>
            </a:extLst>
          </p:cNvPr>
          <p:cNvSpPr txBox="1">
            <a:spLocks noChangeArrowheads="1"/>
          </p:cNvSpPr>
          <p:nvPr/>
        </p:nvSpPr>
        <p:spPr bwMode="auto">
          <a:xfrm>
            <a:off x="1828800" y="2743200"/>
            <a:ext cx="3189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queue.remove();</a:t>
            </a:r>
          </a:p>
        </p:txBody>
      </p:sp>
      <p:sp>
        <p:nvSpPr>
          <p:cNvPr id="11268" name="Text Box 9">
            <a:extLst>
              <a:ext uri="{FF2B5EF4-FFF2-40B4-BE49-F238E27FC236}">
                <a16:creationId xmlns:a16="http://schemas.microsoft.com/office/drawing/2014/main" id="{728B31A0-A192-4A68-8DFD-55B3C956FAC6}"/>
              </a:ext>
            </a:extLst>
          </p:cNvPr>
          <p:cNvSpPr txBox="1">
            <a:spLocks noChangeArrowheads="1"/>
          </p:cNvSpPr>
          <p:nvPr/>
        </p:nvSpPr>
        <p:spPr bwMode="auto">
          <a:xfrm>
            <a:off x="5334000" y="2133600"/>
            <a:ext cx="3657600" cy="284003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remove removes an item from the queue.</a:t>
            </a:r>
          </a:p>
          <a:p>
            <a:pPr>
              <a:spcBef>
                <a:spcPct val="50000"/>
              </a:spcBef>
              <a:buFontTx/>
              <a:buNone/>
            </a:pPr>
            <a:r>
              <a:rPr lang="en-US" altLang="en-US" sz="2400">
                <a:solidFill>
                  <a:schemeClr val="accent2"/>
                </a:solidFill>
                <a:latin typeface="Tahoma" panose="020B0604030504040204" pitchFamily="34" charset="0"/>
              </a:rPr>
              <a:t>dequeue is a very common name given to the operation of removing items from a queue.</a:t>
            </a:r>
          </a:p>
        </p:txBody>
      </p:sp>
      <p:graphicFrame>
        <p:nvGraphicFramePr>
          <p:cNvPr id="81940" name="Group 20">
            <a:extLst>
              <a:ext uri="{FF2B5EF4-FFF2-40B4-BE49-F238E27FC236}">
                <a16:creationId xmlns:a16="http://schemas.microsoft.com/office/drawing/2014/main" id="{FCD2D4CE-2DD0-4FF2-8A11-1B81F62BB937}"/>
              </a:ext>
            </a:extLst>
          </p:cNvPr>
          <p:cNvGraphicFramePr>
            <a:graphicFrameLocks noGrp="1"/>
          </p:cNvGraphicFramePr>
          <p:nvPr/>
        </p:nvGraphicFramePr>
        <p:xfrm>
          <a:off x="1676400" y="4191000"/>
          <a:ext cx="31496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11277" name="WordArt 21">
            <a:extLst>
              <a:ext uri="{FF2B5EF4-FFF2-40B4-BE49-F238E27FC236}">
                <a16:creationId xmlns:a16="http://schemas.microsoft.com/office/drawing/2014/main" id="{F9EE03F4-4FA6-4FB1-8DCC-413BE82DEAED}"/>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a:extLst>
              <a:ext uri="{FF2B5EF4-FFF2-40B4-BE49-F238E27FC236}">
                <a16:creationId xmlns:a16="http://schemas.microsoft.com/office/drawing/2014/main" id="{3318747F-8356-4AA5-A336-AB80C90A5C5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12291" name="Picture 5" descr="pe01538_[1]">
            <a:extLst>
              <a:ext uri="{FF2B5EF4-FFF2-40B4-BE49-F238E27FC236}">
                <a16:creationId xmlns:a16="http://schemas.microsoft.com/office/drawing/2014/main" id="{E8CF9E52-1B0E-48B1-889E-556D06DBF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6">
            <a:extLst>
              <a:ext uri="{FF2B5EF4-FFF2-40B4-BE49-F238E27FC236}">
                <a16:creationId xmlns:a16="http://schemas.microsoft.com/office/drawing/2014/main" id="{7990C6E7-058D-44DB-902F-E5D0C8B38C98}"/>
              </a:ext>
            </a:extLst>
          </p:cNvPr>
          <p:cNvSpPr txBox="1">
            <a:spLocks noChangeArrowheads="1"/>
          </p:cNvSpPr>
          <p:nvPr/>
        </p:nvSpPr>
        <p:spPr bwMode="auto">
          <a:xfrm>
            <a:off x="1828800" y="2743200"/>
            <a:ext cx="3189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queue.remove();</a:t>
            </a:r>
          </a:p>
        </p:txBody>
      </p:sp>
      <p:sp>
        <p:nvSpPr>
          <p:cNvPr id="12293" name="Text Box 7">
            <a:extLst>
              <a:ext uri="{FF2B5EF4-FFF2-40B4-BE49-F238E27FC236}">
                <a16:creationId xmlns:a16="http://schemas.microsoft.com/office/drawing/2014/main" id="{F6D6A8F8-E87D-49D5-ADC9-66C7A3892519}"/>
              </a:ext>
            </a:extLst>
          </p:cNvPr>
          <p:cNvSpPr txBox="1">
            <a:spLocks noChangeArrowheads="1"/>
          </p:cNvSpPr>
          <p:nvPr/>
        </p:nvSpPr>
        <p:spPr bwMode="auto">
          <a:xfrm>
            <a:off x="5334000" y="2133600"/>
            <a:ext cx="36576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remove removes an item from the queue.</a:t>
            </a:r>
          </a:p>
        </p:txBody>
      </p:sp>
      <p:graphicFrame>
        <p:nvGraphicFramePr>
          <p:cNvPr id="82962" name="Group 18">
            <a:extLst>
              <a:ext uri="{FF2B5EF4-FFF2-40B4-BE49-F238E27FC236}">
                <a16:creationId xmlns:a16="http://schemas.microsoft.com/office/drawing/2014/main" id="{F501847E-333C-474B-8163-BDA1D2D57929}"/>
              </a:ext>
            </a:extLst>
          </p:cNvPr>
          <p:cNvGraphicFramePr>
            <a:graphicFrameLocks noGrp="1"/>
          </p:cNvGraphicFramePr>
          <p:nvPr/>
        </p:nvGraphicFramePr>
        <p:xfrm>
          <a:off x="1676400" y="4191000"/>
          <a:ext cx="1574800" cy="889000"/>
        </p:xfrm>
        <a:graphic>
          <a:graphicData uri="http://schemas.openxmlformats.org/drawingml/2006/table">
            <a:tbl>
              <a:tblPr/>
              <a:tblGrid>
                <a:gridCol w="1574800">
                  <a:extLst>
                    <a:ext uri="{9D8B030D-6E8A-4147-A177-3AD203B41FA5}">
                      <a16:colId xmlns:a16="http://schemas.microsoft.com/office/drawing/2014/main" val="20000"/>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12300" name="WordArt 19">
            <a:extLst>
              <a:ext uri="{FF2B5EF4-FFF2-40B4-BE49-F238E27FC236}">
                <a16:creationId xmlns:a16="http://schemas.microsoft.com/office/drawing/2014/main" id="{B61FA1CB-1FDB-4F99-8D5E-D5B7BBFFE30B}"/>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19261C8E-B505-41F7-A141-BB6F117BE4E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13315" name="Picture 6" descr="pe01538_[1]">
            <a:extLst>
              <a:ext uri="{FF2B5EF4-FFF2-40B4-BE49-F238E27FC236}">
                <a16:creationId xmlns:a16="http://schemas.microsoft.com/office/drawing/2014/main" id="{5BBA0605-FF86-4B67-8D9A-E6BAF53F1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Text Box 7">
            <a:extLst>
              <a:ext uri="{FF2B5EF4-FFF2-40B4-BE49-F238E27FC236}">
                <a16:creationId xmlns:a16="http://schemas.microsoft.com/office/drawing/2014/main" id="{CBA3C5F5-A829-4237-9266-880E19B5D68E}"/>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queue.add(99);</a:t>
            </a:r>
          </a:p>
        </p:txBody>
      </p:sp>
      <p:sp>
        <p:nvSpPr>
          <p:cNvPr id="13317" name="Text Box 8">
            <a:extLst>
              <a:ext uri="{FF2B5EF4-FFF2-40B4-BE49-F238E27FC236}">
                <a16:creationId xmlns:a16="http://schemas.microsoft.com/office/drawing/2014/main" id="{414F0D1C-857C-4EDB-B4CD-A6483DB4EC0A}"/>
              </a:ext>
            </a:extLst>
          </p:cNvPr>
          <p:cNvSpPr txBox="1">
            <a:spLocks noChangeArrowheads="1"/>
          </p:cNvSpPr>
          <p:nvPr/>
        </p:nvSpPr>
        <p:spPr bwMode="auto">
          <a:xfrm>
            <a:off x="5334000" y="2133600"/>
            <a:ext cx="35052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p:txBody>
      </p:sp>
      <p:sp>
        <p:nvSpPr>
          <p:cNvPr id="13318" name="WordArt 9">
            <a:extLst>
              <a:ext uri="{FF2B5EF4-FFF2-40B4-BE49-F238E27FC236}">
                <a16:creationId xmlns:a16="http://schemas.microsoft.com/office/drawing/2014/main" id="{830E1D71-F511-4507-A80D-70D38360773C}"/>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graphicFrame>
        <p:nvGraphicFramePr>
          <p:cNvPr id="83986" name="Group 18">
            <a:extLst>
              <a:ext uri="{FF2B5EF4-FFF2-40B4-BE49-F238E27FC236}">
                <a16:creationId xmlns:a16="http://schemas.microsoft.com/office/drawing/2014/main" id="{B3734076-E3EF-4AA2-A88A-86A62CEC5032}"/>
              </a:ext>
            </a:extLst>
          </p:cNvPr>
          <p:cNvGraphicFramePr>
            <a:graphicFrameLocks noGrp="1"/>
          </p:cNvGraphicFramePr>
          <p:nvPr/>
        </p:nvGraphicFramePr>
        <p:xfrm>
          <a:off x="1676400" y="4191000"/>
          <a:ext cx="31496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99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4BA7263C-66B2-444D-9074-F72BE8BF927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4339" name="Text Box 2">
            <a:extLst>
              <a:ext uri="{FF2B5EF4-FFF2-40B4-BE49-F238E27FC236}">
                <a16:creationId xmlns:a16="http://schemas.microsoft.com/office/drawing/2014/main" id="{B1659E68-E53B-4BF2-85BD-26CC30568E62}"/>
              </a:ext>
            </a:extLst>
          </p:cNvPr>
          <p:cNvSpPr txBox="1">
            <a:spLocks noChangeArrowheads="1"/>
          </p:cNvSpPr>
          <p:nvPr/>
        </p:nvSpPr>
        <p:spPr bwMode="auto">
          <a:xfrm>
            <a:off x="1066800" y="1524000"/>
            <a:ext cx="680085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The Queue interface was designed to allow</a:t>
            </a:r>
          </a:p>
          <a:p>
            <a:pPr>
              <a:spcBef>
                <a:spcPct val="0"/>
              </a:spcBef>
              <a:buFontTx/>
              <a:buNone/>
            </a:pPr>
            <a:r>
              <a:rPr lang="en-US" altLang="en-US" sz="2400">
                <a:latin typeface="Tahoma" panose="020B0604030504040204" pitchFamily="34" charset="0"/>
              </a:rPr>
              <a:t>the use of a queue in java.</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The LinkedList class implements the Queue</a:t>
            </a:r>
          </a:p>
          <a:p>
            <a:pPr>
              <a:spcBef>
                <a:spcPct val="0"/>
              </a:spcBef>
              <a:buFontTx/>
              <a:buNone/>
            </a:pPr>
            <a:r>
              <a:rPr lang="en-US" altLang="en-US" sz="2400">
                <a:latin typeface="Tahoma" panose="020B0604030504040204" pitchFamily="34" charset="0"/>
              </a:rPr>
              <a:t>interface.</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If you need a queue, just make a Queue</a:t>
            </a:r>
          </a:p>
          <a:p>
            <a:pPr>
              <a:spcBef>
                <a:spcPct val="0"/>
              </a:spcBef>
              <a:buFontTx/>
              <a:buNone/>
            </a:pPr>
            <a:r>
              <a:rPr lang="en-US" altLang="en-US" sz="2400">
                <a:latin typeface="Tahoma" panose="020B0604030504040204" pitchFamily="34" charset="0"/>
              </a:rPr>
              <a:t>reference to a LinkedList.</a:t>
            </a:r>
          </a:p>
          <a:p>
            <a:pPr>
              <a:spcBef>
                <a:spcPct val="0"/>
              </a:spcBef>
              <a:buFontTx/>
              <a:buNone/>
            </a:pPr>
            <a:r>
              <a:rPr lang="en-US" altLang="en-US" sz="2400">
                <a:latin typeface="Tahoma" panose="020B0604030504040204" pitchFamily="34" charset="0"/>
              </a:rPr>
              <a:t> </a:t>
            </a:r>
          </a:p>
        </p:txBody>
      </p:sp>
      <p:sp>
        <p:nvSpPr>
          <p:cNvPr id="14340" name="WordArt 3">
            <a:extLst>
              <a:ext uri="{FF2B5EF4-FFF2-40B4-BE49-F238E27FC236}">
                <a16:creationId xmlns:a16="http://schemas.microsoft.com/office/drawing/2014/main" id="{3CAF06BF-028C-488B-A374-0663CB411E37}"/>
              </a:ext>
            </a:extLst>
          </p:cNvPr>
          <p:cNvSpPr>
            <a:spLocks noChangeArrowheads="1" noChangeShapeType="1" noTextEdit="1"/>
          </p:cNvSpPr>
          <p:nvPr/>
        </p:nvSpPr>
        <p:spPr bwMode="auto">
          <a:xfrm>
            <a:off x="1066800" y="609600"/>
            <a:ext cx="64008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Java Queue Interface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descr="The Queue interface extends the Collection interface.&#10;The LinkedList class implements both the List and Queue interfaces, so it can be used as a normal linked list or specifically as a queue.&#10;The PriorityQueue class only implements the Queue interface, not the List interface.">
            <a:extLst>
              <a:ext uri="{FF2B5EF4-FFF2-40B4-BE49-F238E27FC236}">
                <a16:creationId xmlns:a16="http://schemas.microsoft.com/office/drawing/2014/main" id="{0DF8F3B1-CCA4-4E45-B97F-B151152940EB}"/>
              </a:ext>
            </a:extLst>
          </p:cNvPr>
          <p:cNvGrpSpPr/>
          <p:nvPr/>
        </p:nvGrpSpPr>
        <p:grpSpPr>
          <a:xfrm>
            <a:off x="609600" y="42205"/>
            <a:ext cx="7848600" cy="6739595"/>
            <a:chOff x="609600" y="42205"/>
            <a:chExt cx="7848600" cy="6739595"/>
          </a:xfrm>
        </p:grpSpPr>
        <p:pic>
          <p:nvPicPr>
            <p:cNvPr id="5" name="Picture 4" descr="Diagram, schematic&#10;&#10;Description automatically generated">
              <a:extLst>
                <a:ext uri="{FF2B5EF4-FFF2-40B4-BE49-F238E27FC236}">
                  <a16:creationId xmlns:a16="http://schemas.microsoft.com/office/drawing/2014/main" id="{1BA1C837-B04A-4B23-9BEE-F9F879320B54}"/>
                </a:ext>
              </a:extLst>
            </p:cNvPr>
            <p:cNvPicPr>
              <a:picLocks noChangeAspect="1"/>
            </p:cNvPicPr>
            <p:nvPr/>
          </p:nvPicPr>
          <p:blipFill rotWithShape="1">
            <a:blip r:embed="rId3">
              <a:extLst>
                <a:ext uri="{28A0092B-C50C-407E-A947-70E740481C1C}">
                  <a14:useLocalDpi xmlns:a14="http://schemas.microsoft.com/office/drawing/2010/main" val="0"/>
                </a:ext>
              </a:extLst>
            </a:blip>
            <a:srcRect b="28889"/>
            <a:stretch/>
          </p:blipFill>
          <p:spPr>
            <a:xfrm>
              <a:off x="609600" y="42205"/>
              <a:ext cx="7848600" cy="6739595"/>
            </a:xfrm>
            <a:prstGeom prst="rect">
              <a:avLst/>
            </a:prstGeom>
          </p:spPr>
        </p:pic>
        <p:sp>
          <p:nvSpPr>
            <p:cNvPr id="6" name="Freeform: Shape 5">
              <a:extLst>
                <a:ext uri="{FF2B5EF4-FFF2-40B4-BE49-F238E27FC236}">
                  <a16:creationId xmlns:a16="http://schemas.microsoft.com/office/drawing/2014/main" id="{9B2634DC-F4AA-4045-8AE1-B79B067D0FEB}"/>
                </a:ext>
              </a:extLst>
            </p:cNvPr>
            <p:cNvSpPr/>
            <p:nvPr/>
          </p:nvSpPr>
          <p:spPr bwMode="auto">
            <a:xfrm>
              <a:off x="4221479" y="1005840"/>
              <a:ext cx="400461" cy="359664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61" h="3596640">
                  <a:moveTo>
                    <a:pt x="0" y="3596640"/>
                  </a:moveTo>
                  <a:cubicBezTo>
                    <a:pt x="81280" y="3591560"/>
                    <a:pt x="162560" y="3586480"/>
                    <a:pt x="228600" y="3520440"/>
                  </a:cubicBezTo>
                  <a:cubicBezTo>
                    <a:pt x="294640" y="3454400"/>
                    <a:pt x="375990" y="3608920"/>
                    <a:pt x="396240" y="3200400"/>
                  </a:cubicBezTo>
                  <a:cubicBezTo>
                    <a:pt x="416490" y="2791880"/>
                    <a:pt x="357721" y="1602717"/>
                    <a:pt x="350101" y="1069317"/>
                  </a:cubicBezTo>
                  <a:cubicBezTo>
                    <a:pt x="342481" y="535917"/>
                    <a:pt x="369570" y="358140"/>
                    <a:pt x="350520"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7" name="TextBox 6">
              <a:extLst>
                <a:ext uri="{FF2B5EF4-FFF2-40B4-BE49-F238E27FC236}">
                  <a16:creationId xmlns:a16="http://schemas.microsoft.com/office/drawing/2014/main" id="{0FAFD044-0A98-466F-A699-E8B6BE32CE3A}"/>
                </a:ext>
              </a:extLst>
            </p:cNvPr>
            <p:cNvSpPr txBox="1"/>
            <p:nvPr/>
          </p:nvSpPr>
          <p:spPr>
            <a:xfrm>
              <a:off x="914400" y="4582496"/>
              <a:ext cx="1143000" cy="369332"/>
            </a:xfrm>
            <a:prstGeom prst="rect">
              <a:avLst/>
            </a:prstGeom>
            <a:noFill/>
            <a:ln w="19050">
              <a:solidFill>
                <a:schemeClr val="tx1"/>
              </a:solidFill>
            </a:ln>
          </p:spPr>
          <p:txBody>
            <a:bodyPr wrap="square" rtlCol="0">
              <a:spAutoFit/>
            </a:bodyPr>
            <a:lstStyle/>
            <a:p>
              <a:pPr algn="ctr"/>
              <a:r>
                <a:rPr lang="en-US" sz="1800" b="0" dirty="0">
                  <a:latin typeface="Trebuchet MS" panose="020B0603020202020204" pitchFamily="34" charset="0"/>
                </a:rPr>
                <a:t>Vector</a:t>
              </a:r>
              <a:endParaRPr lang="en-US" sz="3200" b="0" dirty="0">
                <a:latin typeface="Trebuchet MS" panose="020B0603020202020204" pitchFamily="34" charset="0"/>
              </a:endParaRPr>
            </a:p>
          </p:txBody>
        </p:sp>
        <p:pic>
          <p:nvPicPr>
            <p:cNvPr id="8" name="Picture 7">
              <a:extLst>
                <a:ext uri="{FF2B5EF4-FFF2-40B4-BE49-F238E27FC236}">
                  <a16:creationId xmlns:a16="http://schemas.microsoft.com/office/drawing/2014/main" id="{B70494F4-14C4-493A-8B56-2D6819BB3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231" y="4999828"/>
              <a:ext cx="190304" cy="515934"/>
            </a:xfrm>
            <a:prstGeom prst="rect">
              <a:avLst/>
            </a:prstGeom>
          </p:spPr>
        </p:pic>
        <p:pic>
          <p:nvPicPr>
            <p:cNvPr id="9" name="Picture 8">
              <a:extLst>
                <a:ext uri="{FF2B5EF4-FFF2-40B4-BE49-F238E27FC236}">
                  <a16:creationId xmlns:a16="http://schemas.microsoft.com/office/drawing/2014/main" id="{F937E365-45FA-4C9E-A5F2-29CE22FD5D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944" y="1029039"/>
              <a:ext cx="190304" cy="515934"/>
            </a:xfrm>
            <a:prstGeom prst="rect">
              <a:avLst/>
            </a:prstGeom>
          </p:spPr>
        </p:pic>
        <p:sp>
          <p:nvSpPr>
            <p:cNvPr id="10" name="Freeform: Shape 9">
              <a:extLst>
                <a:ext uri="{FF2B5EF4-FFF2-40B4-BE49-F238E27FC236}">
                  <a16:creationId xmlns:a16="http://schemas.microsoft.com/office/drawing/2014/main" id="{846AA933-C469-42F7-A162-1025B85AD767}"/>
                </a:ext>
              </a:extLst>
            </p:cNvPr>
            <p:cNvSpPr/>
            <p:nvPr/>
          </p:nvSpPr>
          <p:spPr bwMode="auto">
            <a:xfrm>
              <a:off x="2066907" y="2517256"/>
              <a:ext cx="432503" cy="227118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 name="connsiteX0" fmla="*/ 0 w 414354"/>
                <a:gd name="connsiteY0" fmla="*/ 3596640 h 3596640"/>
                <a:gd name="connsiteX1" fmla="*/ 228600 w 414354"/>
                <a:gd name="connsiteY1" fmla="*/ 3520440 h 3596640"/>
                <a:gd name="connsiteX2" fmla="*/ 396240 w 414354"/>
                <a:gd name="connsiteY2" fmla="*/ 3200400 h 3596640"/>
                <a:gd name="connsiteX3" fmla="*/ 404630 w 414354"/>
                <a:gd name="connsiteY3" fmla="*/ 1895632 h 3596640"/>
                <a:gd name="connsiteX4" fmla="*/ 350520 w 414354"/>
                <a:gd name="connsiteY4" fmla="*/ 0 h 3596640"/>
                <a:gd name="connsiteX0" fmla="*/ 0 w 414354"/>
                <a:gd name="connsiteY0" fmla="*/ 2271180 h 2271180"/>
                <a:gd name="connsiteX1" fmla="*/ 228600 w 414354"/>
                <a:gd name="connsiteY1" fmla="*/ 2194980 h 2271180"/>
                <a:gd name="connsiteX2" fmla="*/ 396240 w 414354"/>
                <a:gd name="connsiteY2" fmla="*/ 1874940 h 2271180"/>
                <a:gd name="connsiteX3" fmla="*/ 404630 w 414354"/>
                <a:gd name="connsiteY3" fmla="*/ 570172 h 2271180"/>
                <a:gd name="connsiteX4" fmla="*/ 400854 w 414354"/>
                <a:gd name="connsiteY4" fmla="*/ 0 h 2271180"/>
                <a:gd name="connsiteX0" fmla="*/ 0 w 426664"/>
                <a:gd name="connsiteY0" fmla="*/ 2271180 h 2271180"/>
                <a:gd name="connsiteX1" fmla="*/ 228600 w 426664"/>
                <a:gd name="connsiteY1" fmla="*/ 2194980 h 2271180"/>
                <a:gd name="connsiteX2" fmla="*/ 396240 w 426664"/>
                <a:gd name="connsiteY2" fmla="*/ 1874940 h 2271180"/>
                <a:gd name="connsiteX3" fmla="*/ 404630 w 426664"/>
                <a:gd name="connsiteY3" fmla="*/ 570172 h 2271180"/>
                <a:gd name="connsiteX4" fmla="*/ 421826 w 426664"/>
                <a:gd name="connsiteY4" fmla="*/ 0 h 2271180"/>
                <a:gd name="connsiteX0" fmla="*/ 0 w 432503"/>
                <a:gd name="connsiteY0" fmla="*/ 2271180 h 2271180"/>
                <a:gd name="connsiteX1" fmla="*/ 228600 w 432503"/>
                <a:gd name="connsiteY1" fmla="*/ 2194980 h 2271180"/>
                <a:gd name="connsiteX2" fmla="*/ 396240 w 432503"/>
                <a:gd name="connsiteY2" fmla="*/ 1874940 h 2271180"/>
                <a:gd name="connsiteX3" fmla="*/ 429797 w 432503"/>
                <a:gd name="connsiteY3" fmla="*/ 691813 h 2271180"/>
                <a:gd name="connsiteX4" fmla="*/ 421826 w 432503"/>
                <a:gd name="connsiteY4" fmla="*/ 0 h 227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503" h="2271180">
                  <a:moveTo>
                    <a:pt x="0" y="2271180"/>
                  </a:moveTo>
                  <a:cubicBezTo>
                    <a:pt x="81280" y="2266100"/>
                    <a:pt x="162560" y="2261020"/>
                    <a:pt x="228600" y="2194980"/>
                  </a:cubicBezTo>
                  <a:cubicBezTo>
                    <a:pt x="294640" y="2128940"/>
                    <a:pt x="362707" y="2125468"/>
                    <a:pt x="396240" y="1874940"/>
                  </a:cubicBezTo>
                  <a:cubicBezTo>
                    <a:pt x="429773" y="1624412"/>
                    <a:pt x="437417" y="1225213"/>
                    <a:pt x="429797" y="691813"/>
                  </a:cubicBezTo>
                  <a:cubicBezTo>
                    <a:pt x="422177" y="158413"/>
                    <a:pt x="440876" y="358140"/>
                    <a:pt x="421826"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pic>
          <p:nvPicPr>
            <p:cNvPr id="11" name="Picture 10">
              <a:extLst>
                <a:ext uri="{FF2B5EF4-FFF2-40B4-BE49-F238E27FC236}">
                  <a16:creationId xmlns:a16="http://schemas.microsoft.com/office/drawing/2014/main" id="{9905A9FB-B2DE-47A9-8A38-905FB9525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5871" y="2506901"/>
              <a:ext cx="190304" cy="515934"/>
            </a:xfrm>
            <a:prstGeom prst="rect">
              <a:avLst/>
            </a:prstGeom>
          </p:spPr>
        </p:pic>
      </p:grpSp>
    </p:spTree>
    <p:extLst>
      <p:ext uri="{BB962C8B-B14F-4D97-AF65-F5344CB8AC3E}">
        <p14:creationId xmlns:p14="http://schemas.microsoft.com/office/powerpoint/2010/main" val="3664306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a:extLst>
              <a:ext uri="{FF2B5EF4-FFF2-40B4-BE49-F238E27FC236}">
                <a16:creationId xmlns:a16="http://schemas.microsoft.com/office/drawing/2014/main" id="{A3035A4D-9BFB-4DF9-BF63-75280CF0459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5363" name="WordArt 2">
            <a:extLst>
              <a:ext uri="{FF2B5EF4-FFF2-40B4-BE49-F238E27FC236}">
                <a16:creationId xmlns:a16="http://schemas.microsoft.com/office/drawing/2014/main" id="{32AEA0BC-43C9-49BF-9FDE-9978054DFEAF}"/>
              </a:ext>
            </a:extLst>
          </p:cNvPr>
          <p:cNvSpPr>
            <a:spLocks noChangeArrowheads="1" noChangeShapeType="1" noTextEdit="1"/>
          </p:cNvSpPr>
          <p:nvPr/>
        </p:nvSpPr>
        <p:spPr bwMode="auto">
          <a:xfrm>
            <a:off x="990600" y="1066800"/>
            <a:ext cx="6553200" cy="3733800"/>
          </a:xfrm>
          <a:prstGeom prst="rect">
            <a:avLst/>
          </a:prstGeom>
        </p:spPr>
        <p:txBody>
          <a:bodyPr wrap="none" fromWordArt="1">
            <a:prstTxWarp prst="textPlain">
              <a:avLst>
                <a:gd name="adj" fmla="val 50000"/>
              </a:avLst>
            </a:prstTxWarp>
          </a:bodyPr>
          <a:lstStyle/>
          <a:p>
            <a:pPr algn="ctr"/>
            <a:r>
              <a:rPr lang="en-US" sz="3600" kern="10">
                <a:ln w="9525">
                  <a:solidFill>
                    <a:srgbClr val="CCFFFF"/>
                  </a:solidFill>
                  <a:round/>
                  <a:headEnd/>
                  <a:tailEnd/>
                </a:ln>
                <a:solidFill>
                  <a:srgbClr val="0000FF"/>
                </a:solidFill>
                <a:effectLst>
                  <a:outerShdw dist="35921" dir="2700000" algn="ctr" rotWithShape="0">
                    <a:srgbClr val="C0C0C0"/>
                  </a:outerShdw>
                </a:effectLst>
                <a:latin typeface="Impact" panose="020B0806030902050204" pitchFamily="34" charset="0"/>
              </a:rPr>
              <a:t>Queue</a:t>
            </a:r>
          </a:p>
          <a:p>
            <a:pPr algn="ctr"/>
            <a:r>
              <a:rPr lang="en-US" sz="3600" kern="10">
                <a:ln w="9525">
                  <a:solidFill>
                    <a:srgbClr val="CCFFFF"/>
                  </a:solidFill>
                  <a:round/>
                  <a:headEnd/>
                  <a:tailEnd/>
                </a:ln>
                <a:solidFill>
                  <a:srgbClr val="0000FF"/>
                </a:solidFill>
                <a:effectLst>
                  <a:outerShdw dist="35921" dir="2700000" algn="ctr" rotWithShape="0">
                    <a:srgbClr val="C0C0C0"/>
                  </a:outerShdw>
                </a:effectLst>
                <a:latin typeface="Impact" panose="020B0806030902050204" pitchFamily="34" charset="0"/>
              </a:rPr>
              <a:t>Methods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8D15F50F-9504-43ED-A1DA-BCD00CC327D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graphicFrame>
        <p:nvGraphicFramePr>
          <p:cNvPr id="86046" name="Group 30">
            <a:extLst>
              <a:ext uri="{FF2B5EF4-FFF2-40B4-BE49-F238E27FC236}">
                <a16:creationId xmlns:a16="http://schemas.microsoft.com/office/drawing/2014/main" id="{441A80E6-3F40-4428-A10C-6E4C2BA80E02}"/>
              </a:ext>
            </a:extLst>
          </p:cNvPr>
          <p:cNvGraphicFramePr>
            <a:graphicFrameLocks noGrp="1"/>
          </p:cNvGraphicFramePr>
          <p:nvPr>
            <p:extLst>
              <p:ext uri="{D42A27DB-BD31-4B8C-83A1-F6EECF244321}">
                <p14:modId xmlns:p14="http://schemas.microsoft.com/office/powerpoint/2010/main" val="579320078"/>
              </p:ext>
            </p:extLst>
          </p:nvPr>
        </p:nvGraphicFramePr>
        <p:xfrm>
          <a:off x="609600" y="533400"/>
          <a:ext cx="8077200" cy="4400551"/>
        </p:xfrm>
        <a:graphic>
          <a:graphicData uri="http://schemas.openxmlformats.org/drawingml/2006/table">
            <a:tbl>
              <a:tblPr/>
              <a:tblGrid>
                <a:gridCol w="28956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a:ln>
                            <a:noFill/>
                          </a:ln>
                          <a:solidFill>
                            <a:srgbClr val="FF0000"/>
                          </a:solidFill>
                          <a:effectLst/>
                          <a:latin typeface="Tahoma" pitchFamily="34" charset="0"/>
                        </a:rPr>
                        <a:t>Linked List </a:t>
                      </a:r>
                      <a:r>
                        <a:rPr kumimoji="0" lang="en-US" sz="2000" b="1" i="0" u="none" strike="noStrike" cap="none" normalizeH="0" baseline="0">
                          <a:ln>
                            <a:noFill/>
                          </a:ln>
                          <a:solidFill>
                            <a:srgbClr val="FF0000"/>
                          </a:solidFill>
                          <a:effectLst/>
                          <a:latin typeface="Tahoma" pitchFamily="34" charset="0"/>
                        </a:rPr>
                        <a:t>as a Queue</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offer(x) </a:t>
                      </a:r>
                      <a:r>
                        <a:rPr kumimoji="0" lang="en-US" sz="500" b="1" i="0" u="none" strike="noStrike" cap="none" normalizeH="0" baseline="0" dirty="0">
                          <a:ln>
                            <a:noFill/>
                          </a:ln>
                          <a:solidFill>
                            <a:schemeClr val="accent2"/>
                          </a:solidFill>
                          <a:effectLst/>
                          <a:latin typeface="Tahoma" pitchFamily="34" charset="0"/>
                        </a:rPr>
                        <a:t> </a:t>
                      </a:r>
                      <a:r>
                        <a:rPr kumimoji="0" lang="en-US" sz="2000" b="1" i="0" u="none" strike="noStrike" cap="none" normalizeH="0" baseline="0" dirty="0">
                          <a:ln>
                            <a:noFill/>
                          </a:ln>
                          <a:solidFill>
                            <a:schemeClr val="accent2"/>
                          </a:solidFill>
                          <a:effectLst/>
                          <a:latin typeface="Tahoma" pitchFamily="34" charset="0"/>
                        </a:rPr>
                        <a:t>/ add(x)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adds item x to the 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poll(x)   / 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and returns front item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peek(x) / element()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front item with no remove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size()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 of items in the 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38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isEmpty()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checks to see if the queue is empty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412" name="Text Box 31">
            <a:extLst>
              <a:ext uri="{FF2B5EF4-FFF2-40B4-BE49-F238E27FC236}">
                <a16:creationId xmlns:a16="http://schemas.microsoft.com/office/drawing/2014/main" id="{8E5B30B3-39FC-432E-8E06-706225013D6E}"/>
              </a:ext>
            </a:extLst>
          </p:cNvPr>
          <p:cNvSpPr txBox="1">
            <a:spLocks noChangeArrowheads="1"/>
          </p:cNvSpPr>
          <p:nvPr/>
        </p:nvSpPr>
        <p:spPr bwMode="auto">
          <a:xfrm>
            <a:off x="2209800" y="5486400"/>
            <a:ext cx="449580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chemeClr val="accent2"/>
                </a:solidFill>
                <a:latin typeface="Tahoma" panose="020B0604030504040204" pitchFamily="34" charset="0"/>
              </a:rPr>
              <a:t>import  java.util.Queue;</a:t>
            </a:r>
            <a:endParaRPr lang="en-US" altLang="en-US" sz="2800">
              <a:latin typeface="Tahom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0225C37A-BAD5-42A6-BBA1-8032B32624C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7411" name="Text Box 2">
            <a:extLst>
              <a:ext uri="{FF2B5EF4-FFF2-40B4-BE49-F238E27FC236}">
                <a16:creationId xmlns:a16="http://schemas.microsoft.com/office/drawing/2014/main" id="{0C932C03-E4B8-4E17-9542-2CD545748B5D}"/>
              </a:ext>
            </a:extLst>
          </p:cNvPr>
          <p:cNvSpPr txBox="1">
            <a:spLocks noChangeArrowheads="1"/>
          </p:cNvSpPr>
          <p:nvPr/>
        </p:nvSpPr>
        <p:spPr bwMode="auto">
          <a:xfrm>
            <a:off x="609600" y="1600200"/>
            <a:ext cx="7010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7413" name="Text Box 4">
            <a:extLst>
              <a:ext uri="{FF2B5EF4-FFF2-40B4-BE49-F238E27FC236}">
                <a16:creationId xmlns:a16="http://schemas.microsoft.com/office/drawing/2014/main" id="{3AAC7A23-844C-49B7-8CA3-8A9E41272F74}"/>
              </a:ext>
            </a:extLst>
          </p:cNvPr>
          <p:cNvSpPr txBox="1">
            <a:spLocks noChangeArrowheads="1"/>
          </p:cNvSpPr>
          <p:nvPr/>
        </p:nvSpPr>
        <p:spPr bwMode="auto">
          <a:xfrm>
            <a:off x="5486400" y="3429000"/>
            <a:ext cx="23622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 10, 7]</a:t>
            </a:r>
          </a:p>
        </p:txBody>
      </p:sp>
      <p:sp>
        <p:nvSpPr>
          <p:cNvPr id="2" name="Rectangle 1">
            <a:extLst>
              <a:ext uri="{FF2B5EF4-FFF2-40B4-BE49-F238E27FC236}">
                <a16:creationId xmlns:a16="http://schemas.microsoft.com/office/drawing/2014/main" id="{C6A1D32D-19F6-C4CD-4F45-4C644F33C676}"/>
              </a:ext>
            </a:extLst>
          </p:cNvPr>
          <p:cNvSpPr/>
          <p:nvPr/>
        </p:nvSpPr>
        <p:spPr>
          <a:xfrm>
            <a:off x="3296651" y="287248"/>
            <a:ext cx="2550698" cy="1200329"/>
          </a:xfrm>
          <a:prstGeom prst="rect">
            <a:avLst/>
          </a:prstGeom>
          <a:noFill/>
        </p:spPr>
        <p:txBody>
          <a:bodyPr wrap="none" lIns="91440" tIns="45720" rIns="91440" bIns="45720">
            <a:spAutoFit/>
          </a:bodyPr>
          <a:lstStyle/>
          <a:p>
            <a:pPr algn="ctr"/>
            <a:r>
              <a:rPr lang="en-US" sz="7200" b="1" cap="none" spc="0" dirty="0">
                <a:ln w="12700" cmpd="sng">
                  <a:solidFill>
                    <a:schemeClr val="accent4"/>
                  </a:solidFill>
                  <a:prstDash val="solid"/>
                </a:ln>
                <a:solidFill>
                  <a:srgbClr val="7030A0"/>
                </a:solidFill>
                <a:effectLst/>
              </a:rPr>
              <a:t>Offer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24050E44-514D-4C17-B981-BD2056ACC13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8435" name="Text Box 8">
            <a:extLst>
              <a:ext uri="{FF2B5EF4-FFF2-40B4-BE49-F238E27FC236}">
                <a16:creationId xmlns:a16="http://schemas.microsoft.com/office/drawing/2014/main" id="{7D1EAB0E-F203-42C9-A7DE-AFF155D0155C}"/>
              </a:ext>
            </a:extLst>
          </p:cNvPr>
          <p:cNvSpPr txBox="1">
            <a:spLocks noChangeArrowheads="1"/>
          </p:cNvSpPr>
          <p:nvPr/>
        </p:nvSpPr>
        <p:spPr bwMode="auto">
          <a:xfrm>
            <a:off x="609600" y="1600200"/>
            <a:ext cx="7010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8437" name="Text Box 10">
            <a:extLst>
              <a:ext uri="{FF2B5EF4-FFF2-40B4-BE49-F238E27FC236}">
                <a16:creationId xmlns:a16="http://schemas.microsoft.com/office/drawing/2014/main" id="{BC907752-436D-4C8E-9EF7-5976C6352934}"/>
              </a:ext>
            </a:extLst>
          </p:cNvPr>
          <p:cNvSpPr txBox="1">
            <a:spLocks noChangeArrowheads="1"/>
          </p:cNvSpPr>
          <p:nvPr/>
        </p:nvSpPr>
        <p:spPr bwMode="auto">
          <a:xfrm>
            <a:off x="6009861" y="3390934"/>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 7]</a:t>
            </a:r>
          </a:p>
        </p:txBody>
      </p:sp>
      <p:sp>
        <p:nvSpPr>
          <p:cNvPr id="2" name="Rectangle 1">
            <a:extLst>
              <a:ext uri="{FF2B5EF4-FFF2-40B4-BE49-F238E27FC236}">
                <a16:creationId xmlns:a16="http://schemas.microsoft.com/office/drawing/2014/main" id="{9E508E08-A9A7-2B2D-08F6-742A70CB4AAC}"/>
              </a:ext>
            </a:extLst>
          </p:cNvPr>
          <p:cNvSpPr/>
          <p:nvPr/>
        </p:nvSpPr>
        <p:spPr>
          <a:xfrm>
            <a:off x="3516262" y="152400"/>
            <a:ext cx="2111475" cy="1323439"/>
          </a:xfrm>
          <a:prstGeom prst="rect">
            <a:avLst/>
          </a:prstGeom>
          <a:noFill/>
        </p:spPr>
        <p:txBody>
          <a:bodyPr wrap="none" lIns="91440" tIns="45720" rIns="91440" bIns="45720">
            <a:spAutoFit/>
          </a:bodyPr>
          <a:lstStyle/>
          <a:p>
            <a:pPr algn="ctr"/>
            <a:r>
              <a:rPr lang="en-US" sz="8000" b="1" cap="none" spc="0" dirty="0">
                <a:ln w="12700" cmpd="sng">
                  <a:solidFill>
                    <a:schemeClr val="accent4"/>
                  </a:solidFill>
                  <a:prstDash val="solid"/>
                </a:ln>
                <a:solidFill>
                  <a:srgbClr val="7030A0"/>
                </a:solidFill>
                <a:effectLst/>
              </a:rPr>
              <a:t>Poll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612BC-704C-1789-B6E4-A4272B055252}"/>
            </a:ext>
          </a:extLst>
        </p:cNvPr>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7AFEEAF9-3AD2-11CD-1225-A7907AD9C88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41FFF0DA-BA29-216F-E957-4DA73CFE6896}"/>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p:txBody>
      </p:sp>
      <p:sp>
        <p:nvSpPr>
          <p:cNvPr id="3" name="Text Box 4">
            <a:extLst>
              <a:ext uri="{FF2B5EF4-FFF2-40B4-BE49-F238E27FC236}">
                <a16:creationId xmlns:a16="http://schemas.microsoft.com/office/drawing/2014/main" id="{1D08FC01-CDE4-6DEE-D3F2-CBA22A44CECC}"/>
              </a:ext>
            </a:extLst>
          </p:cNvPr>
          <p:cNvSpPr txBox="1">
            <a:spLocks noChangeArrowheads="1"/>
          </p:cNvSpPr>
          <p:nvPr/>
        </p:nvSpPr>
        <p:spPr bwMode="auto">
          <a:xfrm>
            <a:off x="5715000" y="2849701"/>
            <a:ext cx="1905000" cy="317009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sz="2800" dirty="0">
                <a:latin typeface="Tahoma" panose="020B0604030504040204" pitchFamily="34" charset="0"/>
              </a:rPr>
              <a:t>[11, 7]</a:t>
            </a:r>
          </a:p>
          <a:p>
            <a:pPr>
              <a:spcBef>
                <a:spcPct val="0"/>
              </a:spcBef>
              <a:buFontTx/>
              <a:buNone/>
            </a:pPr>
            <a:r>
              <a:rPr lang="en-US" altLang="en-US" sz="2800" dirty="0">
                <a:latin typeface="Tahoma" panose="020B0604030504040204" pitchFamily="34" charset="0"/>
              </a:rPr>
              <a:t>11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a:t>
            </a:r>
          </a:p>
        </p:txBody>
      </p:sp>
      <p:sp>
        <p:nvSpPr>
          <p:cNvPr id="4" name="Rectangle 3">
            <a:extLst>
              <a:ext uri="{FF2B5EF4-FFF2-40B4-BE49-F238E27FC236}">
                <a16:creationId xmlns:a16="http://schemas.microsoft.com/office/drawing/2014/main" id="{6F974A36-F990-E8E1-467A-826BEE0B76CF}"/>
              </a:ext>
            </a:extLst>
          </p:cNvPr>
          <p:cNvSpPr/>
          <p:nvPr/>
        </p:nvSpPr>
        <p:spPr>
          <a:xfrm>
            <a:off x="1363429" y="268625"/>
            <a:ext cx="6417141" cy="1015663"/>
          </a:xfrm>
          <a:prstGeom prst="rect">
            <a:avLst/>
          </a:prstGeom>
          <a:noFill/>
        </p:spPr>
        <p:txBody>
          <a:bodyPr wrap="none" lIns="91440" tIns="45720" rIns="91440" bIns="45720">
            <a:spAutoFit/>
          </a:bodyPr>
          <a:lstStyle/>
          <a:p>
            <a:pPr algn="ctr"/>
            <a:r>
              <a:rPr lang="en-US" sz="6000" b="1" cap="none" spc="0" dirty="0">
                <a:ln w="12700" cmpd="sng">
                  <a:solidFill>
                    <a:schemeClr val="accent4"/>
                  </a:solidFill>
                  <a:prstDash val="solid"/>
                </a:ln>
                <a:solidFill>
                  <a:srgbClr val="7030A0"/>
                </a:solidFill>
                <a:effectLst/>
              </a:rPr>
              <a:t>Offer, Poll, Peek</a:t>
            </a:r>
          </a:p>
        </p:txBody>
      </p:sp>
    </p:spTree>
    <p:extLst>
      <p:ext uri="{BB962C8B-B14F-4D97-AF65-F5344CB8AC3E}">
        <p14:creationId xmlns:p14="http://schemas.microsoft.com/office/powerpoint/2010/main" val="2920875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A0FF5959-35D1-42DE-B6BC-D6B39DC4478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2531" name="Text Box 2">
            <a:extLst>
              <a:ext uri="{FF2B5EF4-FFF2-40B4-BE49-F238E27FC236}">
                <a16:creationId xmlns:a16="http://schemas.microsoft.com/office/drawing/2014/main" id="{3B0D712E-5068-4E3A-B198-086AD647D6BD}"/>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solidFill>
                  <a:srgbClr val="7030A0"/>
                </a:solidFill>
                <a:latin typeface="Tahoma" panose="020B0604030504040204" pitchFamily="34" charset="0"/>
              </a:rPr>
              <a:t>while(!</a:t>
            </a:r>
            <a:r>
              <a:rPr lang="en-US" altLang="en-US" sz="2800" dirty="0" err="1">
                <a:solidFill>
                  <a:srgbClr val="7030A0"/>
                </a:solidFill>
                <a:latin typeface="Tahoma" panose="020B0604030504040204" pitchFamily="34" charset="0"/>
              </a:rPr>
              <a:t>queue.isEmpty</a:t>
            </a: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out.println</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queue.poll</a:t>
            </a: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p:txBody>
      </p:sp>
      <p:sp>
        <p:nvSpPr>
          <p:cNvPr id="22533" name="Text Box 4">
            <a:extLst>
              <a:ext uri="{FF2B5EF4-FFF2-40B4-BE49-F238E27FC236}">
                <a16:creationId xmlns:a16="http://schemas.microsoft.com/office/drawing/2014/main" id="{EB64E244-51D6-4306-9FDD-2B9A5ED9A189}"/>
              </a:ext>
            </a:extLst>
          </p:cNvPr>
          <p:cNvSpPr txBox="1">
            <a:spLocks noChangeArrowheads="1"/>
          </p:cNvSpPr>
          <p:nvPr/>
        </p:nvSpPr>
        <p:spPr bwMode="auto">
          <a:xfrm>
            <a:off x="6934200" y="3200400"/>
            <a:ext cx="19050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lgn="ct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a:t>
            </a:r>
            <a:br>
              <a:rPr lang="en-US" altLang="en-US">
                <a:latin typeface="Tahoma" panose="020B0604030504040204" pitchFamily="34" charset="0"/>
              </a:rPr>
            </a:br>
            <a:r>
              <a:rPr lang="en-US" altLang="en-US">
                <a:latin typeface="Tahoma" panose="020B0604030504040204" pitchFamily="34" charset="0"/>
              </a:rPr>
              <a:t>7</a:t>
            </a:r>
          </a:p>
        </p:txBody>
      </p:sp>
      <p:sp>
        <p:nvSpPr>
          <p:cNvPr id="3" name="TextBox 2">
            <a:extLst>
              <a:ext uri="{FF2B5EF4-FFF2-40B4-BE49-F238E27FC236}">
                <a16:creationId xmlns:a16="http://schemas.microsoft.com/office/drawing/2014/main" id="{94C700F6-271E-4BD9-98CA-BC252A29EE9F}"/>
              </a:ext>
            </a:extLst>
          </p:cNvPr>
          <p:cNvSpPr txBox="1"/>
          <p:nvPr/>
        </p:nvSpPr>
        <p:spPr>
          <a:xfrm>
            <a:off x="609600" y="76200"/>
            <a:ext cx="7924800" cy="1049711"/>
          </a:xfrm>
          <a:prstGeom prst="rect">
            <a:avLst/>
          </a:prstGeom>
          <a:noFill/>
        </p:spPr>
        <p:txBody>
          <a:bodyPr wrap="square">
            <a:spAutoFit/>
          </a:bodyPr>
          <a:lstStyle/>
          <a:p>
            <a:pPr algn="ctr">
              <a:lnSpc>
                <a:spcPct val="150000"/>
              </a:lnSpc>
            </a:pPr>
            <a:r>
              <a:rPr lang="en-US" sz="4800" b="1" cap="none" spc="0" dirty="0">
                <a:ln w="9525">
                  <a:solidFill>
                    <a:schemeClr val="bg1"/>
                  </a:solidFill>
                  <a:prstDash val="solid"/>
                </a:ln>
                <a:solidFill>
                  <a:srgbClr val="7030A0"/>
                </a:solidFill>
                <a:effectLst>
                  <a:outerShdw blurRad="12700" dist="38100" dir="2700000" algn="tl" rotWithShape="0">
                    <a:schemeClr val="bg1">
                      <a:lumMod val="50000"/>
                    </a:schemeClr>
                  </a:outerShdw>
                </a:effectLst>
              </a:rPr>
              <a:t>Processing a Queue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FEDC19A-734E-7395-10BF-12794FEE1E9E}"/>
              </a:ext>
            </a:extLst>
          </p:cNvPr>
          <p:cNvSpPr>
            <a:spLocks noGrp="1"/>
          </p:cNvSpPr>
          <p:nvPr>
            <p:ph type="title"/>
          </p:nvPr>
        </p:nvSpPr>
        <p:spPr/>
        <p:txBody>
          <a:bodyPr/>
          <a:lstStyle/>
          <a:p>
            <a:pPr eaLnBrk="1" hangingPunct="1"/>
            <a:r>
              <a:rPr lang="en-US" altLang="en-US"/>
              <a:t>Queue idioms</a:t>
            </a:r>
          </a:p>
        </p:txBody>
      </p:sp>
      <p:sp>
        <p:nvSpPr>
          <p:cNvPr id="4" name="Content Placeholder 3">
            <a:extLst>
              <a:ext uri="{FF2B5EF4-FFF2-40B4-BE49-F238E27FC236}">
                <a16:creationId xmlns:a16="http://schemas.microsoft.com/office/drawing/2014/main" id="{D153603D-0083-9AEC-A80D-1DC43E5EBE8A}"/>
              </a:ext>
            </a:extLst>
          </p:cNvPr>
          <p:cNvSpPr>
            <a:spLocks noGrp="1"/>
          </p:cNvSpPr>
          <p:nvPr>
            <p:ph sz="quarter" idx="1"/>
          </p:nvPr>
        </p:nvSpPr>
        <p:spPr>
          <a:xfrm>
            <a:off x="457200" y="1219200"/>
            <a:ext cx="8229600" cy="4937125"/>
          </a:xfrm>
        </p:spPr>
        <p:txBody>
          <a:bodyPr>
            <a:normAutofit/>
          </a:bodyPr>
          <a:lstStyle/>
          <a:p>
            <a:pPr eaLnBrk="1" hangingPunct="1"/>
            <a:r>
              <a:rPr lang="en-US" altLang="en-US" sz="2400"/>
              <a:t>As with stacks, must pull contents out of queue to view them.</a:t>
            </a:r>
            <a:endParaRPr lang="en-US" altLang="en-US" sz="700"/>
          </a:p>
          <a:p>
            <a:pPr lvl="1" eaLnBrk="1" hangingPunct="1">
              <a:buFontTx/>
              <a:buNone/>
            </a:pPr>
            <a:endParaRPr lang="en-US" altLang="en-US" sz="700"/>
          </a:p>
          <a:p>
            <a:pPr lvl="1" eaLnBrk="1" hangingPunct="1">
              <a:lnSpc>
                <a:spcPct val="80000"/>
              </a:lnSpc>
              <a:buFontTx/>
              <a:buNone/>
            </a:pPr>
            <a:r>
              <a:rPr lang="en-US" altLang="en-US" sz="2100">
                <a:latin typeface="Courier New" panose="02070309020205020404" pitchFamily="49" charset="0"/>
              </a:rPr>
              <a:t>	while (!q.isEmpty()) {</a:t>
            </a:r>
          </a:p>
          <a:p>
            <a:pPr lvl="1" eaLnBrk="1" hangingPunct="1">
              <a:lnSpc>
                <a:spcPct val="80000"/>
              </a:lnSpc>
              <a:buFontTx/>
              <a:buNone/>
            </a:pPr>
            <a:r>
              <a:rPr lang="en-US" altLang="en-US" sz="2100">
                <a:latin typeface="Courier New" panose="02070309020205020404" pitchFamily="49" charset="0"/>
              </a:rPr>
              <a:t>	    </a:t>
            </a:r>
            <a:r>
              <a:rPr lang="en-US" altLang="en-US" sz="2100" b="1"/>
              <a:t>do something with</a:t>
            </a:r>
            <a:r>
              <a:rPr lang="en-US" altLang="en-US" sz="2100">
                <a:latin typeface="Courier New" panose="02070309020205020404" pitchFamily="49" charset="0"/>
              </a:rPr>
              <a:t> q.remove();</a:t>
            </a:r>
          </a:p>
          <a:p>
            <a:pPr lvl="1" eaLnBrk="1" hangingPunct="1">
              <a:lnSpc>
                <a:spcPct val="80000"/>
              </a:lnSpc>
              <a:buFontTx/>
              <a:buNone/>
            </a:pPr>
            <a:r>
              <a:rPr lang="en-US" altLang="en-US" sz="2100">
                <a:latin typeface="Courier New" panose="02070309020205020404" pitchFamily="49" charset="0"/>
              </a:rPr>
              <a:t>	}</a:t>
            </a:r>
          </a:p>
          <a:p>
            <a:pPr eaLnBrk="1" hangingPunct="1">
              <a:buFont typeface="Wingdings 3" panose="05040102010807070707" pitchFamily="18" charset="2"/>
              <a:buNone/>
            </a:pPr>
            <a:endParaRPr lang="en-US" altLang="en-US" sz="2400"/>
          </a:p>
          <a:p>
            <a:pPr lvl="1" eaLnBrk="1" hangingPunct="1"/>
            <a:r>
              <a:rPr lang="en-US" altLang="en-US" sz="2100"/>
              <a:t>another idiom: Examining each element exactly once.</a:t>
            </a:r>
          </a:p>
          <a:p>
            <a:pPr lvl="1" eaLnBrk="1" hangingPunct="1">
              <a:buFontTx/>
              <a:buNone/>
            </a:pPr>
            <a:endParaRPr lang="en-US" altLang="en-US" sz="700"/>
          </a:p>
          <a:p>
            <a:pPr lvl="1" eaLnBrk="1" hangingPunct="1">
              <a:lnSpc>
                <a:spcPct val="80000"/>
              </a:lnSpc>
              <a:buFontTx/>
              <a:buNone/>
            </a:pPr>
            <a:r>
              <a:rPr lang="en-US" altLang="en-US" sz="2100">
                <a:latin typeface="Courier New" panose="02070309020205020404" pitchFamily="49" charset="0"/>
              </a:rPr>
              <a:t>	int size = q.size();</a:t>
            </a:r>
          </a:p>
          <a:p>
            <a:pPr lvl="1" eaLnBrk="1" hangingPunct="1">
              <a:lnSpc>
                <a:spcPct val="80000"/>
              </a:lnSpc>
              <a:buFontTx/>
              <a:buNone/>
            </a:pPr>
            <a:r>
              <a:rPr lang="en-US" altLang="en-US" sz="2100">
                <a:latin typeface="Courier New" panose="02070309020205020404" pitchFamily="49" charset="0"/>
              </a:rPr>
              <a:t>	for (int i = 0; i &lt; size; i++) {</a:t>
            </a:r>
          </a:p>
          <a:p>
            <a:pPr lvl="1" eaLnBrk="1" hangingPunct="1">
              <a:lnSpc>
                <a:spcPct val="80000"/>
              </a:lnSpc>
              <a:buFontTx/>
              <a:buNone/>
            </a:pPr>
            <a:r>
              <a:rPr lang="en-US" altLang="en-US" sz="2100">
                <a:latin typeface="Courier New" panose="02070309020205020404" pitchFamily="49" charset="0"/>
              </a:rPr>
              <a:t>	    </a:t>
            </a:r>
            <a:r>
              <a:rPr lang="en-US" altLang="en-US" sz="2100" b="1"/>
              <a:t>do something with</a:t>
            </a:r>
            <a:r>
              <a:rPr lang="en-US" altLang="en-US" sz="2100">
                <a:latin typeface="Courier New" panose="02070309020205020404" pitchFamily="49" charset="0"/>
              </a:rPr>
              <a:t> q.remove();</a:t>
            </a:r>
          </a:p>
          <a:p>
            <a:pPr lvl="1" eaLnBrk="1" hangingPunct="1">
              <a:lnSpc>
                <a:spcPct val="80000"/>
              </a:lnSpc>
              <a:buFontTx/>
              <a:buNone/>
            </a:pPr>
            <a:r>
              <a:rPr lang="en-US" altLang="en-US" sz="2100">
                <a:latin typeface="Courier New" panose="02070309020205020404" pitchFamily="49" charset="0"/>
              </a:rPr>
              <a:t>	    </a:t>
            </a:r>
            <a:r>
              <a:rPr lang="en-US" altLang="en-US" sz="2100"/>
              <a:t>(including possibly re-adding it to the queue)</a:t>
            </a:r>
          </a:p>
          <a:p>
            <a:pPr lvl="1" eaLnBrk="1" hangingPunct="1">
              <a:lnSpc>
                <a:spcPct val="80000"/>
              </a:lnSpc>
              <a:buFontTx/>
              <a:buNone/>
            </a:pPr>
            <a:r>
              <a:rPr lang="en-US" altLang="en-US" sz="2100">
                <a:latin typeface="Courier New" panose="02070309020205020404" pitchFamily="49" charset="0"/>
              </a:rPr>
              <a:t>	}</a:t>
            </a:r>
          </a:p>
          <a:p>
            <a:pPr lvl="1" eaLnBrk="1" hangingPunct="1">
              <a:lnSpc>
                <a:spcPct val="80000"/>
              </a:lnSpc>
              <a:buFontTx/>
              <a:buNone/>
            </a:pPr>
            <a:endParaRPr lang="en-US" altLang="en-US" sz="2100"/>
          </a:p>
          <a:p>
            <a:pPr lvl="2" eaLnBrk="1" hangingPunct="1"/>
            <a:r>
              <a:rPr lang="en-US" altLang="en-US" sz="1900"/>
              <a:t>Why do we need the </a:t>
            </a:r>
            <a:r>
              <a:rPr lang="en-US" altLang="en-US" sz="1900">
                <a:latin typeface="Courier New" panose="02070309020205020404" pitchFamily="49" charset="0"/>
              </a:rPr>
              <a:t>size</a:t>
            </a:r>
            <a:r>
              <a:rPr lang="en-US" altLang="en-US" sz="1900"/>
              <a:t> variable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CEDBB03-3C5E-4B3E-BB3F-83683E2D653D}"/>
              </a:ext>
            </a:extLst>
          </p:cNvPr>
          <p:cNvGraphicFramePr>
            <a:graphicFrameLocks noGrp="1"/>
          </p:cNvGraphicFramePr>
          <p:nvPr>
            <p:extLst>
              <p:ext uri="{D42A27DB-BD31-4B8C-83A1-F6EECF244321}">
                <p14:modId xmlns:p14="http://schemas.microsoft.com/office/powerpoint/2010/main" val="4156864139"/>
              </p:ext>
            </p:extLst>
          </p:nvPr>
        </p:nvGraphicFramePr>
        <p:xfrm>
          <a:off x="503767" y="1346335"/>
          <a:ext cx="8288866" cy="2785611"/>
        </p:xfrm>
        <a:graphic>
          <a:graphicData uri="http://schemas.openxmlformats.org/drawingml/2006/table">
            <a:tbl>
              <a:tblPr/>
              <a:tblGrid>
                <a:gridCol w="2006778">
                  <a:extLst>
                    <a:ext uri="{9D8B030D-6E8A-4147-A177-3AD203B41FA5}">
                      <a16:colId xmlns:a16="http://schemas.microsoft.com/office/drawing/2014/main" val="2998549995"/>
                    </a:ext>
                  </a:extLst>
                </a:gridCol>
                <a:gridCol w="3141044">
                  <a:extLst>
                    <a:ext uri="{9D8B030D-6E8A-4147-A177-3AD203B41FA5}">
                      <a16:colId xmlns:a16="http://schemas.microsoft.com/office/drawing/2014/main" val="82292696"/>
                    </a:ext>
                  </a:extLst>
                </a:gridCol>
                <a:gridCol w="3141044">
                  <a:extLst>
                    <a:ext uri="{9D8B030D-6E8A-4147-A177-3AD203B41FA5}">
                      <a16:colId xmlns:a16="http://schemas.microsoft.com/office/drawing/2014/main" val="3046120668"/>
                    </a:ext>
                  </a:extLst>
                </a:gridCol>
              </a:tblGrid>
              <a:tr h="613569">
                <a:tc>
                  <a:txBody>
                    <a:bodyPr/>
                    <a:lstStyle/>
                    <a:p>
                      <a:pPr algn="ctr"/>
                      <a:r>
                        <a:rPr lang="en-US" sz="2800" b="1" dirty="0">
                          <a:latin typeface="Abadi" panose="020B0604020104020204" pitchFamily="34" charset="0"/>
                        </a:rPr>
                        <a:t>Operation</a:t>
                      </a:r>
                    </a:p>
                  </a:txBody>
                  <a:tcPr marT="45732" marB="45732"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i="0" dirty="0">
                          <a:solidFill>
                            <a:schemeClr val="accent1">
                              <a:lumMod val="50000"/>
                            </a:schemeClr>
                          </a:solidFill>
                          <a:latin typeface="Abadi" panose="020B0604020104020204" pitchFamily="34" charset="0"/>
                        </a:rPr>
                        <a:t>Returns special value</a:t>
                      </a: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u="none" strike="noStrike" kern="1200" dirty="0">
                          <a:solidFill>
                            <a:srgbClr val="4A6782"/>
                          </a:solidFill>
                          <a:effectLst/>
                          <a:latin typeface="Abadi" panose="020B0604020104020204" pitchFamily="34" charset="0"/>
                          <a:ea typeface="+mn-ea"/>
                          <a:cs typeface="+mn-cs"/>
                        </a:rPr>
                        <a:t>Throws exception</a:t>
                      </a: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9314042"/>
                  </a:ext>
                </a:extLst>
              </a:tr>
              <a:tr h="613569">
                <a:tc>
                  <a:txBody>
                    <a:bodyPr/>
                    <a:lstStyle/>
                    <a:p>
                      <a:pPr algn="ctr"/>
                      <a:r>
                        <a:rPr lang="en-US" sz="2800" b="1" dirty="0">
                          <a:latin typeface="Abadi" panose="020B0604020104020204" pitchFamily="34" charset="0"/>
                        </a:rPr>
                        <a:t>Insert</a:t>
                      </a:r>
                    </a:p>
                  </a:txBody>
                  <a:tcPr marT="45732" marB="4573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offer(e)</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rgbClr val="4A6782"/>
                          </a:solidFill>
                          <a:effectLst/>
                          <a:latin typeface="Bahnschrift" panose="020B0502040204020203" pitchFamily="34" charset="0"/>
                        </a:rPr>
                        <a:t>add(e)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495105524"/>
                  </a:ext>
                </a:extLst>
              </a:tr>
              <a:tr h="613569">
                <a:tc>
                  <a:txBody>
                    <a:bodyPr/>
                    <a:lstStyle/>
                    <a:p>
                      <a:pPr algn="ctr"/>
                      <a:r>
                        <a:rPr lang="en-US" sz="2800" b="1" dirty="0">
                          <a:latin typeface="Abadi" panose="020B0604020104020204" pitchFamily="34" charset="0"/>
                        </a:rPr>
                        <a:t>Remove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poll()</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remove()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935295378"/>
                  </a:ext>
                </a:extLst>
              </a:tr>
              <a:tr h="613569">
                <a:tc>
                  <a:txBody>
                    <a:bodyPr/>
                    <a:lstStyle/>
                    <a:p>
                      <a:pPr algn="ctr"/>
                      <a:r>
                        <a:rPr lang="en-US" sz="2800" b="1" dirty="0">
                          <a:latin typeface="Abadi" panose="020B0604020104020204" pitchFamily="34" charset="0"/>
                        </a:rPr>
                        <a:t>Examine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peek()</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element()</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086060292"/>
                  </a:ext>
                </a:extLst>
              </a:tr>
            </a:tbl>
          </a:graphicData>
        </a:graphic>
      </p:graphicFrame>
      <p:sp>
        <p:nvSpPr>
          <p:cNvPr id="24591" name="Rectangle 1">
            <a:extLst>
              <a:ext uri="{FF2B5EF4-FFF2-40B4-BE49-F238E27FC236}">
                <a16:creationId xmlns:a16="http://schemas.microsoft.com/office/drawing/2014/main" id="{15369E1E-B046-48A7-B237-3FA0F88A4C4D}"/>
              </a:ext>
            </a:extLst>
          </p:cNvPr>
          <p:cNvSpPr>
            <a:spLocks noChangeArrowheads="1"/>
          </p:cNvSpPr>
          <p:nvPr/>
        </p:nvSpPr>
        <p:spPr bwMode="auto">
          <a:xfrm>
            <a:off x="1981200" y="381000"/>
            <a:ext cx="530860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dirty="0">
                <a:latin typeface="Tahoma" panose="020B0604030504040204" pitchFamily="34" charset="0"/>
              </a:rPr>
              <a:t>Summary of Queue methods</a:t>
            </a:r>
          </a:p>
        </p:txBody>
      </p:sp>
      <p:sp>
        <p:nvSpPr>
          <p:cNvPr id="5" name="TextBox 4">
            <a:extLst>
              <a:ext uri="{FF2B5EF4-FFF2-40B4-BE49-F238E27FC236}">
                <a16:creationId xmlns:a16="http://schemas.microsoft.com/office/drawing/2014/main" id="{A89313BC-7C0C-AABE-784C-49B1B60B8F69}"/>
              </a:ext>
            </a:extLst>
          </p:cNvPr>
          <p:cNvSpPr txBox="1"/>
          <p:nvPr/>
        </p:nvSpPr>
        <p:spPr>
          <a:xfrm>
            <a:off x="342900" y="4495800"/>
            <a:ext cx="8610600" cy="2062103"/>
          </a:xfrm>
          <a:prstGeom prst="rect">
            <a:avLst/>
          </a:prstGeom>
          <a:noFill/>
        </p:spPr>
        <p:txBody>
          <a:bodyPr wrap="square">
            <a:spAutoFit/>
          </a:bodyPr>
          <a:lstStyle/>
          <a:p>
            <a:r>
              <a:rPr lang="en-US" sz="3200" dirty="0">
                <a:solidFill>
                  <a:srgbClr val="4A6782"/>
                </a:solidFill>
                <a:latin typeface="Bahnschrift" panose="020B0502040204020203" pitchFamily="34" charset="0"/>
              </a:rPr>
              <a:t>You should use offer() when failure to insert an element would be normal, and add() when failure would be an exceptional occurrence (that needs to be handled).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a:extLst>
              <a:ext uri="{FF2B5EF4-FFF2-40B4-BE49-F238E27FC236}">
                <a16:creationId xmlns:a16="http://schemas.microsoft.com/office/drawing/2014/main" id="{5B9F9A9F-56D0-4B46-B704-0994565AA6A1}"/>
              </a:ext>
            </a:extLst>
          </p:cNvPr>
          <p:cNvSpPr>
            <a:spLocks noChangeArrowheads="1"/>
          </p:cNvSpPr>
          <p:nvPr/>
        </p:nvSpPr>
        <p:spPr bwMode="auto">
          <a:xfrm>
            <a:off x="3313113" y="249238"/>
            <a:ext cx="25177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latin typeface="Tahoma" panose="020B0604030504040204" pitchFamily="34" charset="0"/>
              </a:rPr>
              <a:t>Add vs. Offer</a:t>
            </a:r>
          </a:p>
        </p:txBody>
      </p:sp>
      <p:grpSp>
        <p:nvGrpSpPr>
          <p:cNvPr id="26627" name="Group 12">
            <a:extLst>
              <a:ext uri="{FF2B5EF4-FFF2-40B4-BE49-F238E27FC236}">
                <a16:creationId xmlns:a16="http://schemas.microsoft.com/office/drawing/2014/main" id="{C34BEBC4-E539-4B71-9CD7-C957B15E29F8}"/>
              </a:ext>
            </a:extLst>
          </p:cNvPr>
          <p:cNvGrpSpPr>
            <a:grpSpLocks/>
          </p:cNvGrpSpPr>
          <p:nvPr/>
        </p:nvGrpSpPr>
        <p:grpSpPr bwMode="auto">
          <a:xfrm>
            <a:off x="933450" y="1143000"/>
            <a:ext cx="5588000" cy="2119313"/>
            <a:chOff x="933450" y="1143001"/>
            <a:chExt cx="6381750" cy="2420025"/>
          </a:xfrm>
        </p:grpSpPr>
        <p:pic>
          <p:nvPicPr>
            <p:cNvPr id="26632" name="Picture 9">
              <a:extLst>
                <a:ext uri="{FF2B5EF4-FFF2-40B4-BE49-F238E27FC236}">
                  <a16:creationId xmlns:a16="http://schemas.microsoft.com/office/drawing/2014/main" id="{711CBF87-F0CA-456E-89ED-2B05D44B0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50" y="1143001"/>
              <a:ext cx="6381750" cy="11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3" name="Picture 10">
              <a:extLst>
                <a:ext uri="{FF2B5EF4-FFF2-40B4-BE49-F238E27FC236}">
                  <a16:creationId xmlns:a16="http://schemas.microsoft.com/office/drawing/2014/main" id="{99A02C4C-0FFF-412D-BAE9-148301ADEC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868" y="2368536"/>
              <a:ext cx="5723932" cy="11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28" name="Rectangle 2">
            <a:extLst>
              <a:ext uri="{FF2B5EF4-FFF2-40B4-BE49-F238E27FC236}">
                <a16:creationId xmlns:a16="http://schemas.microsoft.com/office/drawing/2014/main" id="{EF88AB11-B156-4274-881B-3F502CDEE81C}"/>
              </a:ext>
            </a:extLst>
          </p:cNvPr>
          <p:cNvSpPr>
            <a:spLocks noChangeArrowheads="1"/>
          </p:cNvSpPr>
          <p:nvPr/>
        </p:nvSpPr>
        <p:spPr bwMode="auto">
          <a:xfrm>
            <a:off x="1042988" y="3319463"/>
            <a:ext cx="6381750" cy="6556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0" dirty="0" err="1">
                <a:solidFill>
                  <a:srgbClr val="4D709B"/>
                </a:solidFill>
                <a:latin typeface="DejaVu Sans Mono"/>
              </a:rPr>
              <a:t>IllegalStateException</a:t>
            </a:r>
            <a:r>
              <a:rPr lang="en-US" altLang="en-US" sz="1800" b="0" dirty="0">
                <a:solidFill>
                  <a:srgbClr val="353833"/>
                </a:solidFill>
                <a:latin typeface="Tahoma" panose="020B0604030504040204" pitchFamily="34" charset="0"/>
              </a:rPr>
              <a:t> </a:t>
            </a:r>
            <a:r>
              <a:rPr lang="en-US" altLang="en-US" sz="1800" b="0" dirty="0">
                <a:solidFill>
                  <a:srgbClr val="353833"/>
                </a:solidFill>
                <a:latin typeface="DejaVu Sans Mono"/>
              </a:rPr>
              <a:t>- if the element cannot be added at this time due to capacity restrictions</a:t>
            </a:r>
            <a:r>
              <a:rPr lang="en-US" altLang="en-US" sz="1200" dirty="0">
                <a:latin typeface="Tahoma" panose="020B0604030504040204" pitchFamily="34" charset="0"/>
              </a:rPr>
              <a:t> </a:t>
            </a:r>
            <a:endParaRPr lang="en-US" altLang="en-US" sz="5400" dirty="0">
              <a:latin typeface="Tahoma" panose="020B0604030504040204" pitchFamily="34" charset="0"/>
            </a:endParaRPr>
          </a:p>
        </p:txBody>
      </p:sp>
      <p:grpSp>
        <p:nvGrpSpPr>
          <p:cNvPr id="26629" name="Group 15">
            <a:extLst>
              <a:ext uri="{FF2B5EF4-FFF2-40B4-BE49-F238E27FC236}">
                <a16:creationId xmlns:a16="http://schemas.microsoft.com/office/drawing/2014/main" id="{5F60DB55-3744-4B92-A6F6-2020E4A5F068}"/>
              </a:ext>
            </a:extLst>
          </p:cNvPr>
          <p:cNvGrpSpPr>
            <a:grpSpLocks/>
          </p:cNvGrpSpPr>
          <p:nvPr/>
        </p:nvGrpSpPr>
        <p:grpSpPr bwMode="auto">
          <a:xfrm>
            <a:off x="930275" y="4392613"/>
            <a:ext cx="7375525" cy="1941512"/>
            <a:chOff x="930628" y="4393249"/>
            <a:chExt cx="7375173" cy="1940693"/>
          </a:xfrm>
        </p:grpSpPr>
        <p:pic>
          <p:nvPicPr>
            <p:cNvPr id="26630" name="Picture 13">
              <a:extLst>
                <a:ext uri="{FF2B5EF4-FFF2-40B4-BE49-F238E27FC236}">
                  <a16:creationId xmlns:a16="http://schemas.microsoft.com/office/drawing/2014/main" id="{A74648BC-C621-4F46-84FC-976827C5A6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628" y="4393249"/>
              <a:ext cx="7015827" cy="1045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14">
              <a:extLst>
                <a:ext uri="{FF2B5EF4-FFF2-40B4-BE49-F238E27FC236}">
                  <a16:creationId xmlns:a16="http://schemas.microsoft.com/office/drawing/2014/main" id="{608E3D35-163A-4F50-B7F2-7FEC03B68B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629" y="5530087"/>
              <a:ext cx="7375172" cy="80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a:extLst>
              <a:ext uri="{FF2B5EF4-FFF2-40B4-BE49-F238E27FC236}">
                <a16:creationId xmlns:a16="http://schemas.microsoft.com/office/drawing/2014/main" id="{669D54CF-B25A-4376-B3C3-376161ABB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066800"/>
            <a:ext cx="70866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5">
            <a:extLst>
              <a:ext uri="{FF2B5EF4-FFF2-40B4-BE49-F238E27FC236}">
                <a16:creationId xmlns:a16="http://schemas.microsoft.com/office/drawing/2014/main" id="{59D9E219-5291-45E9-8A7F-6B277D8ACB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171700"/>
            <a:ext cx="6886575"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1">
            <a:extLst>
              <a:ext uri="{FF2B5EF4-FFF2-40B4-BE49-F238E27FC236}">
                <a16:creationId xmlns:a16="http://schemas.microsoft.com/office/drawing/2014/main" id="{B9D37F58-182F-433F-966F-A6431BE30A94}"/>
              </a:ext>
            </a:extLst>
          </p:cNvPr>
          <p:cNvSpPr>
            <a:spLocks noChangeArrowheads="1"/>
          </p:cNvSpPr>
          <p:nvPr/>
        </p:nvSpPr>
        <p:spPr bwMode="auto">
          <a:xfrm>
            <a:off x="3054350" y="249238"/>
            <a:ext cx="30353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latin typeface="Tahoma" panose="020B0604030504040204" pitchFamily="34" charset="0"/>
              </a:rPr>
              <a:t>Remove vs. Poll</a:t>
            </a:r>
          </a:p>
        </p:txBody>
      </p:sp>
      <p:pic>
        <p:nvPicPr>
          <p:cNvPr id="28677" name="Picture 7">
            <a:extLst>
              <a:ext uri="{FF2B5EF4-FFF2-40B4-BE49-F238E27FC236}">
                <a16:creationId xmlns:a16="http://schemas.microsoft.com/office/drawing/2014/main" id="{C3C292D7-6951-41D2-BC7F-4B48CADC29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038600"/>
            <a:ext cx="681037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8">
            <a:extLst>
              <a:ext uri="{FF2B5EF4-FFF2-40B4-BE49-F238E27FC236}">
                <a16:creationId xmlns:a16="http://schemas.microsoft.com/office/drawing/2014/main" id="{084B7FA7-97A4-44AA-BDE6-65EF847909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2150" y="5181600"/>
            <a:ext cx="75247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C4A83A2E-C922-22ED-9A60-1D8E2111C656}"/>
              </a:ext>
            </a:extLst>
          </p:cNvPr>
          <p:cNvSpPr txBox="1"/>
          <p:nvPr/>
        </p:nvSpPr>
        <p:spPr>
          <a:xfrm>
            <a:off x="905044" y="6243935"/>
            <a:ext cx="7172156" cy="461665"/>
          </a:xfrm>
          <a:prstGeom prst="rect">
            <a:avLst/>
          </a:prstGeom>
          <a:noFill/>
          <a:ln>
            <a:solidFill>
              <a:srgbClr val="C00000"/>
            </a:solidFill>
          </a:ln>
        </p:spPr>
        <p:txBody>
          <a:bodyPr wrap="none" rtlCol="0">
            <a:spAutoFit/>
          </a:bodyPr>
          <a:lstStyle/>
          <a:p>
            <a:r>
              <a:rPr lang="en-US" sz="2400" dirty="0">
                <a:solidFill>
                  <a:srgbClr val="FF0000"/>
                </a:solidFill>
              </a:rPr>
              <a:t>Note that there is no </a:t>
            </a:r>
            <a:r>
              <a:rPr lang="en-US" sz="2400" dirty="0" err="1">
                <a:solidFill>
                  <a:srgbClr val="FF0000"/>
                </a:solidFill>
              </a:rPr>
              <a:t>EmpytQueueException</a:t>
            </a:r>
            <a:r>
              <a:rPr lang="en-US" sz="2400" dirty="0">
                <a:solidFill>
                  <a:srgbClr val="FF0000"/>
                </a:solid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a:extLst>
              <a:ext uri="{FF2B5EF4-FFF2-40B4-BE49-F238E27FC236}">
                <a16:creationId xmlns:a16="http://schemas.microsoft.com/office/drawing/2014/main" id="{DE6D4FBA-AA18-4BAD-92D1-9CF00134BD21}"/>
              </a:ext>
            </a:extLst>
          </p:cNvPr>
          <p:cNvSpPr>
            <a:spLocks noChangeArrowheads="1"/>
          </p:cNvSpPr>
          <p:nvPr/>
        </p:nvSpPr>
        <p:spPr bwMode="auto">
          <a:xfrm>
            <a:off x="2943225" y="249238"/>
            <a:ext cx="32575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latin typeface="Tahoma" panose="020B0604030504040204" pitchFamily="34" charset="0"/>
              </a:rPr>
              <a:t>Element vs. Peek</a:t>
            </a:r>
          </a:p>
        </p:txBody>
      </p:sp>
      <p:grpSp>
        <p:nvGrpSpPr>
          <p:cNvPr id="30723" name="Group 3">
            <a:extLst>
              <a:ext uri="{FF2B5EF4-FFF2-40B4-BE49-F238E27FC236}">
                <a16:creationId xmlns:a16="http://schemas.microsoft.com/office/drawing/2014/main" id="{F7C0BEE3-8873-4EA7-AE51-99CA06ECCB86}"/>
              </a:ext>
            </a:extLst>
          </p:cNvPr>
          <p:cNvGrpSpPr>
            <a:grpSpLocks/>
          </p:cNvGrpSpPr>
          <p:nvPr/>
        </p:nvGrpSpPr>
        <p:grpSpPr bwMode="auto">
          <a:xfrm>
            <a:off x="669925" y="914400"/>
            <a:ext cx="7300913" cy="2819400"/>
            <a:chOff x="277636" y="1295400"/>
            <a:chExt cx="8829675" cy="3409950"/>
          </a:xfrm>
        </p:grpSpPr>
        <p:pic>
          <p:nvPicPr>
            <p:cNvPr id="30726" name="Picture 1">
              <a:extLst>
                <a:ext uri="{FF2B5EF4-FFF2-40B4-BE49-F238E27FC236}">
                  <a16:creationId xmlns:a16="http://schemas.microsoft.com/office/drawing/2014/main" id="{57970E5D-200A-4993-9AE6-78F0A4AEF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636" y="1295400"/>
              <a:ext cx="88296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2">
              <a:extLst>
                <a:ext uri="{FF2B5EF4-FFF2-40B4-BE49-F238E27FC236}">
                  <a16:creationId xmlns:a16="http://schemas.microsoft.com/office/drawing/2014/main" id="{7A992A1D-5E35-4762-AAE2-45EE2F27EC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743200"/>
              <a:ext cx="85058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0724" name="Picture 9">
            <a:extLst>
              <a:ext uri="{FF2B5EF4-FFF2-40B4-BE49-F238E27FC236}">
                <a16:creationId xmlns:a16="http://schemas.microsoft.com/office/drawing/2014/main" id="{7528BEEF-74B3-42CC-B92A-4BA8BA7945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925" y="3906838"/>
            <a:ext cx="7278688"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10">
            <a:extLst>
              <a:ext uri="{FF2B5EF4-FFF2-40B4-BE49-F238E27FC236}">
                <a16:creationId xmlns:a16="http://schemas.microsoft.com/office/drawing/2014/main" id="{BBBD604C-2BCC-469E-915B-17986E7920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 y="5330825"/>
            <a:ext cx="792480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7671F9B-DA03-4409-A9D4-48E08E50F354}"/>
              </a:ext>
            </a:extLst>
          </p:cNvPr>
          <p:cNvSpPr>
            <a:spLocks noChangeArrowheads="1"/>
          </p:cNvSpPr>
          <p:nvPr/>
        </p:nvSpPr>
        <p:spPr bwMode="auto">
          <a:xfrm>
            <a:off x="533400" y="1228725"/>
            <a:ext cx="8305800"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dirty="0">
                <a:latin typeface="Tahoma" panose="020B0604030504040204" pitchFamily="34" charset="0"/>
                <a:cs typeface="Tahoma" panose="020B0604030504040204" pitchFamily="34" charset="0"/>
              </a:rPr>
              <a:t>Why are there two versions of the Queue methods?</a:t>
            </a:r>
          </a:p>
          <a:p>
            <a:pPr algn="ctr">
              <a:spcBef>
                <a:spcPct val="0"/>
              </a:spcBef>
              <a:buFontTx/>
              <a:buNone/>
            </a:pPr>
            <a:endParaRPr lang="en-US" altLang="en-US" sz="2400" b="0" dirty="0">
              <a:latin typeface="Tahoma" panose="020B0604030504040204" pitchFamily="34" charset="0"/>
              <a:cs typeface="Tahoma" panose="020B0604030504040204" pitchFamily="34" charset="0"/>
            </a:endParaRPr>
          </a:p>
          <a:p>
            <a:pPr>
              <a:spcBef>
                <a:spcPct val="0"/>
              </a:spcBef>
              <a:buFontTx/>
              <a:buNone/>
            </a:pPr>
            <a:r>
              <a:rPr lang="en-US" altLang="en-US" sz="2800" b="0" dirty="0">
                <a:latin typeface="Tahoma" panose="020B0604030504040204" pitchFamily="34" charset="0"/>
                <a:cs typeface="Tahoma" panose="020B0604030504040204" pitchFamily="34" charset="0"/>
              </a:rPr>
              <a:t>In some situations, it's expected that a queue will be empty, and in those cases, it isn’t appropriate to throw an exception, so a special value is returned. </a:t>
            </a:r>
          </a:p>
          <a:p>
            <a:pPr algn="ctr">
              <a:spcBef>
                <a:spcPct val="0"/>
              </a:spcBef>
              <a:buFontTx/>
              <a:buNone/>
            </a:pPr>
            <a:endParaRPr lang="en-US" altLang="en-US" sz="2800" b="0" dirty="0">
              <a:latin typeface="Tahoma" panose="020B0604030504040204" pitchFamily="34" charset="0"/>
              <a:cs typeface="Tahoma" panose="020B0604030504040204" pitchFamily="34" charset="0"/>
            </a:endParaRPr>
          </a:p>
          <a:p>
            <a:pPr>
              <a:spcBef>
                <a:spcPct val="0"/>
              </a:spcBef>
              <a:buFontTx/>
              <a:buNone/>
            </a:pPr>
            <a:r>
              <a:rPr lang="en-US" altLang="en-US" sz="2800" b="0" dirty="0">
                <a:latin typeface="Tahoma" panose="020B0604030504040204" pitchFamily="34" charset="0"/>
                <a:cs typeface="Tahoma" panose="020B0604030504040204" pitchFamily="34" charset="0"/>
              </a:rPr>
              <a:t>In other situations, it's an exceptional circumstance that the queue is empty, and an exception is appropriate.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190EA73F-91E8-4AA5-A9E9-87D31767202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4798B9E7-9EED-415C-92F1-0A91537E0036}"/>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p:txBody>
      </p:sp>
      <p:sp>
        <p:nvSpPr>
          <p:cNvPr id="2" name="Rectangle 1">
            <a:extLst>
              <a:ext uri="{FF2B5EF4-FFF2-40B4-BE49-F238E27FC236}">
                <a16:creationId xmlns:a16="http://schemas.microsoft.com/office/drawing/2014/main" id="{2FC3ABB6-94C7-900D-A53E-630E96000229}"/>
              </a:ext>
            </a:extLst>
          </p:cNvPr>
          <p:cNvSpPr/>
          <p:nvPr/>
        </p:nvSpPr>
        <p:spPr>
          <a:xfrm>
            <a:off x="1363429" y="268625"/>
            <a:ext cx="6417141" cy="1015663"/>
          </a:xfrm>
          <a:prstGeom prst="rect">
            <a:avLst/>
          </a:prstGeom>
          <a:noFill/>
        </p:spPr>
        <p:txBody>
          <a:bodyPr wrap="none" lIns="91440" tIns="45720" rIns="91440" bIns="45720">
            <a:spAutoFit/>
          </a:bodyPr>
          <a:lstStyle/>
          <a:p>
            <a:pPr algn="ctr"/>
            <a:r>
              <a:rPr lang="en-US" sz="6000" b="1" cap="none" spc="0" dirty="0">
                <a:ln w="12700" cmpd="sng">
                  <a:solidFill>
                    <a:schemeClr val="accent4"/>
                  </a:solidFill>
                  <a:prstDash val="solid"/>
                </a:ln>
                <a:solidFill>
                  <a:srgbClr val="7030A0"/>
                </a:solidFill>
                <a:effectLst/>
              </a:rPr>
              <a:t>Offer, Poll, Peek</a:t>
            </a:r>
          </a:p>
        </p:txBody>
      </p:sp>
      <p:sp>
        <p:nvSpPr>
          <p:cNvPr id="3" name="Text Box 4">
            <a:extLst>
              <a:ext uri="{FF2B5EF4-FFF2-40B4-BE49-F238E27FC236}">
                <a16:creationId xmlns:a16="http://schemas.microsoft.com/office/drawing/2014/main" id="{3D13F027-8EB7-CA0E-D728-658D3807075A}"/>
              </a:ext>
            </a:extLst>
          </p:cNvPr>
          <p:cNvSpPr txBox="1">
            <a:spLocks noChangeArrowheads="1"/>
          </p:cNvSpPr>
          <p:nvPr/>
        </p:nvSpPr>
        <p:spPr bwMode="auto">
          <a:xfrm>
            <a:off x="5740596" y="2849701"/>
            <a:ext cx="1905000" cy="317009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sz="2800" dirty="0">
                <a:latin typeface="Tahoma" panose="020B0604030504040204" pitchFamily="34" charset="0"/>
              </a:rPr>
              <a:t>[11, 7]</a:t>
            </a:r>
          </a:p>
          <a:p>
            <a:pPr>
              <a:spcBef>
                <a:spcPct val="0"/>
              </a:spcBef>
              <a:buFontTx/>
              <a:buNone/>
            </a:pPr>
            <a:r>
              <a:rPr lang="en-US" altLang="en-US" sz="2800" dirty="0">
                <a:latin typeface="Tahoma" panose="020B0604030504040204" pitchFamily="34" charset="0"/>
              </a:rPr>
              <a:t>11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a:t>
            </a:r>
          </a:p>
        </p:txBody>
      </p:sp>
    </p:spTree>
    <p:extLst>
      <p:ext uri="{BB962C8B-B14F-4D97-AF65-F5344CB8AC3E}">
        <p14:creationId xmlns:p14="http://schemas.microsoft.com/office/powerpoint/2010/main" val="1024084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BAFF-70B6-3EBD-44DF-2210E841B482}"/>
            </a:ext>
          </a:extLst>
        </p:cNvPr>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64887F01-3849-A9F9-E819-EB8D4381D94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7411" name="Text Box 2">
            <a:extLst>
              <a:ext uri="{FF2B5EF4-FFF2-40B4-BE49-F238E27FC236}">
                <a16:creationId xmlns:a16="http://schemas.microsoft.com/office/drawing/2014/main" id="{0993C94E-67D9-7368-CA29-2BD2303E44DC}"/>
              </a:ext>
            </a:extLst>
          </p:cNvPr>
          <p:cNvSpPr txBox="1">
            <a:spLocks noChangeArrowheads="1"/>
          </p:cNvSpPr>
          <p:nvPr/>
        </p:nvSpPr>
        <p:spPr bwMode="auto">
          <a:xfrm>
            <a:off x="609600" y="1600200"/>
            <a:ext cx="7010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offer</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offer</a:t>
            </a:r>
            <a:r>
              <a:rPr lang="en-US" altLang="en-US" sz="2800" dirty="0">
                <a:solidFill>
                  <a:srgbClr val="0000FF"/>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offer</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7413" name="Text Box 4">
            <a:extLst>
              <a:ext uri="{FF2B5EF4-FFF2-40B4-BE49-F238E27FC236}">
                <a16:creationId xmlns:a16="http://schemas.microsoft.com/office/drawing/2014/main" id="{E4B2E87A-AC7C-75AE-CEAE-DF3A2E7FD238}"/>
              </a:ext>
            </a:extLst>
          </p:cNvPr>
          <p:cNvSpPr txBox="1">
            <a:spLocks noChangeArrowheads="1"/>
          </p:cNvSpPr>
          <p:nvPr/>
        </p:nvSpPr>
        <p:spPr bwMode="auto">
          <a:xfrm>
            <a:off x="5486400" y="3429000"/>
            <a:ext cx="23622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 10, 7]</a:t>
            </a:r>
          </a:p>
        </p:txBody>
      </p:sp>
      <p:sp>
        <p:nvSpPr>
          <p:cNvPr id="2" name="Rectangle 1">
            <a:extLst>
              <a:ext uri="{FF2B5EF4-FFF2-40B4-BE49-F238E27FC236}">
                <a16:creationId xmlns:a16="http://schemas.microsoft.com/office/drawing/2014/main" id="{0D01DBAA-E347-F1EE-9061-7026E0910E88}"/>
              </a:ext>
            </a:extLst>
          </p:cNvPr>
          <p:cNvSpPr/>
          <p:nvPr/>
        </p:nvSpPr>
        <p:spPr>
          <a:xfrm>
            <a:off x="3581985" y="287248"/>
            <a:ext cx="1980030" cy="1200329"/>
          </a:xfrm>
          <a:prstGeom prst="rect">
            <a:avLst/>
          </a:prstGeom>
          <a:noFill/>
        </p:spPr>
        <p:txBody>
          <a:bodyPr wrap="none" lIns="91440" tIns="45720" rIns="91440" bIns="45720">
            <a:spAutoFit/>
          </a:bodyPr>
          <a:lstStyle/>
          <a:p>
            <a:pPr algn="ctr"/>
            <a:r>
              <a:rPr lang="en-US" sz="7200" b="1" cap="none" spc="0" dirty="0">
                <a:ln w="12700" cmpd="sng">
                  <a:solidFill>
                    <a:schemeClr val="accent4"/>
                  </a:solidFill>
                  <a:prstDash val="solid"/>
                </a:ln>
                <a:solidFill>
                  <a:srgbClr val="0000FF"/>
                </a:solidFill>
                <a:effectLst/>
              </a:rPr>
              <a:t>Add</a:t>
            </a:r>
          </a:p>
        </p:txBody>
      </p:sp>
    </p:spTree>
    <p:extLst>
      <p:ext uri="{BB962C8B-B14F-4D97-AF65-F5344CB8AC3E}">
        <p14:creationId xmlns:p14="http://schemas.microsoft.com/office/powerpoint/2010/main" val="2054868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989AB-4FD7-7EC2-86F0-9E3DEBC8E53A}"/>
            </a:ext>
          </a:extLst>
        </p:cNvPr>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D141D23D-68FE-DC18-C66F-89D72EE4865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8435" name="Text Box 8">
            <a:extLst>
              <a:ext uri="{FF2B5EF4-FFF2-40B4-BE49-F238E27FC236}">
                <a16:creationId xmlns:a16="http://schemas.microsoft.com/office/drawing/2014/main" id="{178BF4C0-4365-6D03-B86D-B8F09F88DA2D}"/>
              </a:ext>
            </a:extLst>
          </p:cNvPr>
          <p:cNvSpPr txBox="1">
            <a:spLocks noChangeArrowheads="1"/>
          </p:cNvSpPr>
          <p:nvPr/>
        </p:nvSpPr>
        <p:spPr bwMode="auto">
          <a:xfrm>
            <a:off x="609600" y="1600200"/>
            <a:ext cx="7010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8437" name="Text Box 10">
            <a:extLst>
              <a:ext uri="{FF2B5EF4-FFF2-40B4-BE49-F238E27FC236}">
                <a16:creationId xmlns:a16="http://schemas.microsoft.com/office/drawing/2014/main" id="{C861707F-F4D8-82E4-295C-5A2F9E9CC06F}"/>
              </a:ext>
            </a:extLst>
          </p:cNvPr>
          <p:cNvSpPr txBox="1">
            <a:spLocks noChangeArrowheads="1"/>
          </p:cNvSpPr>
          <p:nvPr/>
        </p:nvSpPr>
        <p:spPr bwMode="auto">
          <a:xfrm>
            <a:off x="6009861" y="3390934"/>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 7]</a:t>
            </a:r>
          </a:p>
        </p:txBody>
      </p:sp>
      <p:sp>
        <p:nvSpPr>
          <p:cNvPr id="2" name="Rectangle 1">
            <a:extLst>
              <a:ext uri="{FF2B5EF4-FFF2-40B4-BE49-F238E27FC236}">
                <a16:creationId xmlns:a16="http://schemas.microsoft.com/office/drawing/2014/main" id="{4EC7DD3B-6FE0-EBDB-B98C-0509F5B04445}"/>
              </a:ext>
            </a:extLst>
          </p:cNvPr>
          <p:cNvSpPr/>
          <p:nvPr/>
        </p:nvSpPr>
        <p:spPr>
          <a:xfrm>
            <a:off x="2915935" y="318665"/>
            <a:ext cx="3312125" cy="1015663"/>
          </a:xfrm>
          <a:prstGeom prst="rect">
            <a:avLst/>
          </a:prstGeom>
          <a:noFill/>
        </p:spPr>
        <p:txBody>
          <a:bodyPr wrap="none" lIns="91440" tIns="45720" rIns="91440" bIns="45720">
            <a:spAutoFit/>
          </a:bodyPr>
          <a:lstStyle/>
          <a:p>
            <a:pPr algn="ctr"/>
            <a:r>
              <a:rPr lang="en-US" sz="6000" dirty="0">
                <a:ln w="12700" cmpd="sng">
                  <a:solidFill>
                    <a:schemeClr val="accent4"/>
                  </a:solidFill>
                  <a:prstDash val="solid"/>
                </a:ln>
                <a:solidFill>
                  <a:srgbClr val="0000FF"/>
                </a:solidFill>
              </a:rPr>
              <a:t>Remove</a:t>
            </a:r>
            <a:endParaRPr lang="en-US" sz="6000" b="1" cap="none" spc="0" dirty="0">
              <a:ln w="12700" cmpd="sng">
                <a:solidFill>
                  <a:schemeClr val="accent4"/>
                </a:solidFill>
                <a:prstDash val="solid"/>
              </a:ln>
              <a:solidFill>
                <a:srgbClr val="0000FF"/>
              </a:solidFill>
              <a:effectLst/>
            </a:endParaRPr>
          </a:p>
        </p:txBody>
      </p:sp>
    </p:spTree>
    <p:extLst>
      <p:ext uri="{BB962C8B-B14F-4D97-AF65-F5344CB8AC3E}">
        <p14:creationId xmlns:p14="http://schemas.microsoft.com/office/powerpoint/2010/main" val="4267459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190EA73F-91E8-4AA5-A9E9-87D31767202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4798B9E7-9EED-415C-92F1-0A91537E0036}"/>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element</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element</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p:txBody>
      </p:sp>
      <p:sp>
        <p:nvSpPr>
          <p:cNvPr id="20485" name="Text Box 4">
            <a:extLst>
              <a:ext uri="{FF2B5EF4-FFF2-40B4-BE49-F238E27FC236}">
                <a16:creationId xmlns:a16="http://schemas.microsoft.com/office/drawing/2014/main" id="{3AFAB5FD-4374-4D4F-972E-A0AA7FE62F3D}"/>
              </a:ext>
            </a:extLst>
          </p:cNvPr>
          <p:cNvSpPr txBox="1">
            <a:spLocks noChangeArrowheads="1"/>
          </p:cNvSpPr>
          <p:nvPr/>
        </p:nvSpPr>
        <p:spPr bwMode="auto">
          <a:xfrm>
            <a:off x="6400800" y="2849701"/>
            <a:ext cx="1905000" cy="317009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sz="2800" dirty="0">
                <a:latin typeface="Tahoma" panose="020B0604030504040204" pitchFamily="34" charset="0"/>
              </a:rPr>
              <a:t>[11, 7]</a:t>
            </a:r>
          </a:p>
          <a:p>
            <a:pPr>
              <a:spcBef>
                <a:spcPct val="0"/>
              </a:spcBef>
              <a:buFontTx/>
              <a:buNone/>
            </a:pPr>
            <a:r>
              <a:rPr lang="en-US" altLang="en-US" sz="2800" dirty="0">
                <a:latin typeface="Tahoma" panose="020B0604030504040204" pitchFamily="34" charset="0"/>
              </a:rPr>
              <a:t>11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a:t>
            </a:r>
          </a:p>
        </p:txBody>
      </p:sp>
      <p:sp>
        <p:nvSpPr>
          <p:cNvPr id="2" name="Rectangle 1">
            <a:extLst>
              <a:ext uri="{FF2B5EF4-FFF2-40B4-BE49-F238E27FC236}">
                <a16:creationId xmlns:a16="http://schemas.microsoft.com/office/drawing/2014/main" id="{D188A6B1-6D0E-8642-F073-B997658C1205}"/>
              </a:ext>
            </a:extLst>
          </p:cNvPr>
          <p:cNvSpPr/>
          <p:nvPr/>
        </p:nvSpPr>
        <p:spPr>
          <a:xfrm>
            <a:off x="622300" y="338435"/>
            <a:ext cx="8039380"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solidFill>
                  <a:srgbClr val="0000FF"/>
                </a:solidFill>
                <a:effectLst/>
              </a:rPr>
              <a:t>Add, Remove, Element</a:t>
            </a:r>
          </a:p>
        </p:txBody>
      </p:sp>
    </p:spTree>
    <p:extLst>
      <p:ext uri="{BB962C8B-B14F-4D97-AF65-F5344CB8AC3E}">
        <p14:creationId xmlns:p14="http://schemas.microsoft.com/office/powerpoint/2010/main" val="488571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A4C3-53AD-8ACE-4485-8EF552CD264D}"/>
            </a:ext>
          </a:extLst>
        </p:cNvPr>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13B0185D-548B-6235-F9C6-12609B00034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2531" name="Text Box 2">
            <a:extLst>
              <a:ext uri="{FF2B5EF4-FFF2-40B4-BE49-F238E27FC236}">
                <a16:creationId xmlns:a16="http://schemas.microsoft.com/office/drawing/2014/main" id="{76A972A8-9BA8-77EF-2800-3499C6A10518}"/>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solidFill>
                  <a:schemeClr val="accent2">
                    <a:lumMod val="75000"/>
                  </a:schemeClr>
                </a:solidFill>
                <a:latin typeface="Tahoma" panose="020B0604030504040204" pitchFamily="34" charset="0"/>
              </a:rPr>
              <a:t>while(!</a:t>
            </a:r>
            <a:r>
              <a:rPr lang="en-US" altLang="en-US" sz="2800" dirty="0" err="1">
                <a:solidFill>
                  <a:schemeClr val="accent2">
                    <a:lumMod val="75000"/>
                  </a:schemeClr>
                </a:solidFill>
                <a:latin typeface="Tahoma" panose="020B0604030504040204" pitchFamily="34" charset="0"/>
              </a:rPr>
              <a:t>queue.isEmpty</a:t>
            </a:r>
            <a:r>
              <a:rPr lang="en-US" altLang="en-US" sz="2800" dirty="0">
                <a:solidFill>
                  <a:schemeClr val="accent2">
                    <a:lumMod val="75000"/>
                  </a:schemeClr>
                </a:solidFill>
                <a:latin typeface="Tahoma" panose="020B0604030504040204" pitchFamily="34" charset="0"/>
              </a:rPr>
              <a:t>())</a:t>
            </a:r>
          </a:p>
          <a:p>
            <a:pPr>
              <a:spcBef>
                <a:spcPct val="0"/>
              </a:spcBef>
              <a:buFontTx/>
              <a:buNone/>
            </a:pPr>
            <a:r>
              <a:rPr lang="en-US" altLang="en-US" sz="2800" dirty="0">
                <a:solidFill>
                  <a:schemeClr val="accent2">
                    <a:lumMod val="75000"/>
                  </a:schemeClr>
                </a:solidFill>
                <a:latin typeface="Tahoma" panose="020B0604030504040204" pitchFamily="34" charset="0"/>
              </a:rPr>
              <a:t>{</a:t>
            </a:r>
          </a:p>
          <a:p>
            <a:pPr>
              <a:spcBef>
                <a:spcPct val="0"/>
              </a:spcBef>
              <a:buFontTx/>
              <a:buNone/>
            </a:pPr>
            <a:r>
              <a:rPr lang="en-US" altLang="en-US" sz="2800" dirty="0">
                <a:solidFill>
                  <a:schemeClr val="accent2">
                    <a:lumMod val="75000"/>
                  </a:schemeClr>
                </a:solidFill>
                <a:latin typeface="Tahoma" panose="020B0604030504040204" pitchFamily="34" charset="0"/>
              </a:rPr>
              <a:t>   </a:t>
            </a:r>
            <a:r>
              <a:rPr lang="en-US" altLang="en-US" sz="2800" dirty="0" err="1">
                <a:solidFill>
                  <a:schemeClr val="accent2">
                    <a:lumMod val="75000"/>
                  </a:schemeClr>
                </a:solidFill>
                <a:latin typeface="Tahoma" panose="020B0604030504040204" pitchFamily="34" charset="0"/>
              </a:rPr>
              <a:t>out.println</a:t>
            </a:r>
            <a:r>
              <a:rPr lang="en-US" altLang="en-US" sz="2800" dirty="0">
                <a:solidFill>
                  <a:schemeClr val="accent2">
                    <a:lumMod val="75000"/>
                  </a:schemeClr>
                </a:solidFill>
                <a:latin typeface="Tahoma" panose="020B0604030504040204" pitchFamily="34" charset="0"/>
              </a:rPr>
              <a:t>(</a:t>
            </a:r>
            <a:r>
              <a:rPr lang="en-US" altLang="en-US" sz="2800" dirty="0" err="1">
                <a:solidFill>
                  <a:schemeClr val="accent2">
                    <a:lumMod val="75000"/>
                  </a:schemeClr>
                </a:solidFill>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solidFill>
                  <a:schemeClr val="accent2">
                    <a:lumMod val="75000"/>
                  </a:schemeClr>
                </a:solidFill>
                <a:latin typeface="Tahoma" panose="020B0604030504040204" pitchFamily="34" charset="0"/>
              </a:rPr>
              <a:t>);</a:t>
            </a:r>
          </a:p>
          <a:p>
            <a:pPr>
              <a:spcBef>
                <a:spcPct val="0"/>
              </a:spcBef>
              <a:buFontTx/>
              <a:buNone/>
            </a:pPr>
            <a:r>
              <a:rPr lang="en-US" altLang="en-US" sz="2800" dirty="0">
                <a:solidFill>
                  <a:schemeClr val="accent2">
                    <a:lumMod val="75000"/>
                  </a:schemeClr>
                </a:solidFill>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p:txBody>
      </p:sp>
      <p:sp>
        <p:nvSpPr>
          <p:cNvPr id="22533" name="Text Box 4">
            <a:extLst>
              <a:ext uri="{FF2B5EF4-FFF2-40B4-BE49-F238E27FC236}">
                <a16:creationId xmlns:a16="http://schemas.microsoft.com/office/drawing/2014/main" id="{47F07FE8-E10D-B1FB-BD12-1A8EF45CC1D1}"/>
              </a:ext>
            </a:extLst>
          </p:cNvPr>
          <p:cNvSpPr txBox="1">
            <a:spLocks noChangeArrowheads="1"/>
          </p:cNvSpPr>
          <p:nvPr/>
        </p:nvSpPr>
        <p:spPr bwMode="auto">
          <a:xfrm>
            <a:off x="6781800" y="3657600"/>
            <a:ext cx="19050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lgn="ct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a:t>
            </a:r>
            <a:br>
              <a:rPr lang="en-US" altLang="en-US">
                <a:latin typeface="Tahoma" panose="020B0604030504040204" pitchFamily="34" charset="0"/>
              </a:rPr>
            </a:br>
            <a:r>
              <a:rPr lang="en-US" altLang="en-US">
                <a:latin typeface="Tahoma" panose="020B0604030504040204" pitchFamily="34" charset="0"/>
              </a:rPr>
              <a:t>7</a:t>
            </a:r>
          </a:p>
        </p:txBody>
      </p:sp>
      <p:sp>
        <p:nvSpPr>
          <p:cNvPr id="3" name="TextBox 2">
            <a:extLst>
              <a:ext uri="{FF2B5EF4-FFF2-40B4-BE49-F238E27FC236}">
                <a16:creationId xmlns:a16="http://schemas.microsoft.com/office/drawing/2014/main" id="{928A344E-158E-B302-0E85-C990B80F2BE6}"/>
              </a:ext>
            </a:extLst>
          </p:cNvPr>
          <p:cNvSpPr txBox="1"/>
          <p:nvPr/>
        </p:nvSpPr>
        <p:spPr>
          <a:xfrm>
            <a:off x="609600" y="76200"/>
            <a:ext cx="7924800" cy="1169423"/>
          </a:xfrm>
          <a:prstGeom prst="rect">
            <a:avLst/>
          </a:prstGeom>
          <a:noFill/>
        </p:spPr>
        <p:txBody>
          <a:bodyPr wrap="square">
            <a:spAutoFit/>
          </a:bodyPr>
          <a:lstStyle/>
          <a:p>
            <a:pPr algn="ctr">
              <a:lnSpc>
                <a:spcPct val="150000"/>
              </a:lnSpc>
            </a:pPr>
            <a:r>
              <a:rPr lang="en-US" sz="5400" b="1" cap="none" spc="0" dirty="0">
                <a:ln w="9525">
                  <a:solidFill>
                    <a:schemeClr val="bg1"/>
                  </a:solidFill>
                  <a:prstDash val="solid"/>
                </a:ln>
                <a:solidFill>
                  <a:schemeClr val="accent2">
                    <a:lumMod val="75000"/>
                  </a:schemeClr>
                </a:solidFill>
                <a:effectLst>
                  <a:outerShdw blurRad="12700" dist="38100" dir="2700000" algn="tl" rotWithShape="0">
                    <a:schemeClr val="bg1">
                      <a:lumMod val="50000"/>
                    </a:schemeClr>
                  </a:outerShdw>
                </a:effectLst>
              </a:rPr>
              <a:t>Processing a Queue</a:t>
            </a:r>
          </a:p>
        </p:txBody>
      </p:sp>
    </p:spTree>
    <p:extLst>
      <p:ext uri="{BB962C8B-B14F-4D97-AF65-F5344CB8AC3E}">
        <p14:creationId xmlns:p14="http://schemas.microsoft.com/office/powerpoint/2010/main" val="63523923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3.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4.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1236</TotalTime>
  <Words>1696</Words>
  <Application>Microsoft Office PowerPoint</Application>
  <PresentationFormat>On-screen Show (4:3)</PresentationFormat>
  <Paragraphs>357</Paragraphs>
  <Slides>33</Slides>
  <Notes>9</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33</vt:i4>
      </vt:variant>
    </vt:vector>
  </HeadingPairs>
  <TitlesOfParts>
    <vt:vector size="49" baseType="lpstr">
      <vt:lpstr>Abadi</vt:lpstr>
      <vt:lpstr>Arial</vt:lpstr>
      <vt:lpstr>Bahnschrift</vt:lpstr>
      <vt:lpstr>Bookman Old Style</vt:lpstr>
      <vt:lpstr>Courier New</vt:lpstr>
      <vt:lpstr>DejaVu Sans Mono</vt:lpstr>
      <vt:lpstr>Gill Sans MT</vt:lpstr>
      <vt:lpstr>Impact</vt:lpstr>
      <vt:lpstr>Tahoma</vt:lpstr>
      <vt:lpstr>Times New Roman</vt:lpstr>
      <vt:lpstr>Trebuchet MS</vt:lpstr>
      <vt:lpstr>Wingdings</vt:lpstr>
      <vt:lpstr>Wingdings 3</vt:lpstr>
      <vt:lpstr>Blank Presentation</vt:lpstr>
      <vt:lpstr>Origin</vt:lpstr>
      <vt:lpstr>1_Origin</vt:lpstr>
      <vt:lpstr>PowerPoint Presentation</vt:lpstr>
      <vt:lpstr>PowerPoint Presentation</vt:lpstr>
      <vt:lpstr>PowerPoint Presentation</vt:lpstr>
      <vt:lpstr>Queues in computer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Queue idioms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queues</dc:title>
  <dc:subject>Queues</dc:subject>
  <dc:creator>A+ Computer Science</dc:creator>
  <cp:keywords>www.apluscompsci.com</cp:keywords>
  <dc:description>Queues_x000d_
©A+ Computer Science_x000d_
www.apluscompsci.com</dc:description>
  <cp:lastModifiedBy>Weldon Jasik</cp:lastModifiedBy>
  <cp:revision>173</cp:revision>
  <dcterms:created xsi:type="dcterms:W3CDTF">1997-12-05T16:05:17Z</dcterms:created>
  <dcterms:modified xsi:type="dcterms:W3CDTF">2025-11-21T17:45:51Z</dcterms:modified>
  <cp:category>www.apluscompsci.com</cp:category>
</cp:coreProperties>
</file>