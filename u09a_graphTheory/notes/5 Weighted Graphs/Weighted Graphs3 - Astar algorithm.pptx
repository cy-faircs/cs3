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79" r:id="rId2"/>
    <p:sldId id="480" r:id="rId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DDDDDD"/>
    <a:srgbClr val="FFFF00"/>
    <a:srgbClr val="000000"/>
    <a:srgbClr val="080808"/>
    <a:srgbClr val="6600FF"/>
    <a:srgbClr val="339933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034" autoAdjust="0"/>
    <p:restoredTop sz="94434" autoAdjust="0"/>
  </p:normalViewPr>
  <p:slideViewPr>
    <p:cSldViewPr>
      <p:cViewPr varScale="1">
        <p:scale>
          <a:sx n="82" d="100"/>
          <a:sy n="82" d="100"/>
        </p:scale>
        <p:origin x="86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40" y="-84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649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369" y="0"/>
            <a:ext cx="3037031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4"/>
            <a:ext cx="3038649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369" y="8831264"/>
            <a:ext cx="3037031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80B646F-B864-4D71-A90E-092F55CAC0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7003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402080" y="8839200"/>
            <a:ext cx="560832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defRPr/>
            </a:pPr>
            <a:r>
              <a:rPr lang="en-US" altLang="en-US" sz="1200"/>
              <a:t>©A+ Computer Science     www.apluscompsci.com                 </a:t>
            </a:r>
            <a:fld id="{D26D3D48-BBAB-4193-80D2-B97096DED1B1}" type="slidenum">
              <a:rPr lang="en-US" altLang="en-US" sz="1200" smtClean="0"/>
              <a:pPr algn="r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21303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FB379-042E-40BE-9C67-1B7225777C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57548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EFAEF-4D99-4E66-8734-B71BDEEBDB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80378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379080-4F13-4370-86FF-3097046E19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33162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A4142-7706-4336-9C12-09645CED0E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99466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B6B3B-F323-46FA-A3E3-4DEDD6FF6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6118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8AAAC-2815-40A8-A720-344CE37E1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9828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9A8241-143A-4DC6-9147-009C856181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82625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751A2-B547-45C6-9ADD-38B809020A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8545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49E2E-9DC0-4DD4-9CE3-395F547C3B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73515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8B9EC-3E49-4CB8-9744-C3521FDA34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552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F90BC-29D7-4BC4-B1DF-9E5B449975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20171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C329431-32F2-461A-AE36-63CE00C66E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WordArt 3"/>
          <p:cNvSpPr>
            <a:spLocks noChangeArrowheads="1" noChangeShapeType="1" noTextEdit="1"/>
          </p:cNvSpPr>
          <p:nvPr/>
        </p:nvSpPr>
        <p:spPr bwMode="auto">
          <a:xfrm>
            <a:off x="1524000" y="152400"/>
            <a:ext cx="54864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A* Algorithm</a:t>
            </a: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304800" y="1219200"/>
            <a:ext cx="88392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PriorityQueue</a:t>
            </a:r>
            <a:r>
              <a:rPr lang="en-US" altLang="en-US">
                <a:latin typeface="Tahoma" panose="020B0604030504040204" pitchFamily="34" charset="0"/>
              </a:rPr>
              <a:t> ordering is based 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92D050"/>
                </a:solidFill>
                <a:latin typeface="Tahoma" panose="020B0604030504040204" pitchFamily="34" charset="0"/>
              </a:rPr>
              <a:t>f(n) = g(n)  + h(n)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where g(n) is the cost or distance from start to vertex 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h(n) is the heuristic estimated cost from vertex n to goal vertex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WordArt 3"/>
          <p:cNvSpPr>
            <a:spLocks noChangeArrowheads="1" noChangeShapeType="1" noTextEdit="1"/>
          </p:cNvSpPr>
          <p:nvPr/>
        </p:nvSpPr>
        <p:spPr bwMode="auto">
          <a:xfrm>
            <a:off x="1524000" y="152400"/>
            <a:ext cx="54864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A* Algorithm</a:t>
            </a:r>
          </a:p>
        </p:txBody>
      </p:sp>
      <p:pic>
        <p:nvPicPr>
          <p:cNvPr id="5222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790700"/>
            <a:ext cx="905827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Oval 2"/>
          <p:cNvSpPr>
            <a:spLocks noChangeArrowheads="1"/>
          </p:cNvSpPr>
          <p:nvPr/>
        </p:nvSpPr>
        <p:spPr bwMode="auto">
          <a:xfrm>
            <a:off x="6248400" y="4038600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29" name="Oval 13"/>
          <p:cNvSpPr>
            <a:spLocks noChangeArrowheads="1"/>
          </p:cNvSpPr>
          <p:nvPr/>
        </p:nvSpPr>
        <p:spPr bwMode="auto">
          <a:xfrm>
            <a:off x="5205413" y="3914775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30" name="Oval 14"/>
          <p:cNvSpPr>
            <a:spLocks noChangeArrowheads="1"/>
          </p:cNvSpPr>
          <p:nvPr/>
        </p:nvSpPr>
        <p:spPr bwMode="auto">
          <a:xfrm>
            <a:off x="6019800" y="4038600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31" name="Oval 15"/>
          <p:cNvSpPr>
            <a:spLocks noChangeArrowheads="1"/>
          </p:cNvSpPr>
          <p:nvPr/>
        </p:nvSpPr>
        <p:spPr bwMode="auto">
          <a:xfrm>
            <a:off x="5943600" y="4027488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32" name="Oval 16"/>
          <p:cNvSpPr>
            <a:spLocks noChangeArrowheads="1"/>
          </p:cNvSpPr>
          <p:nvPr/>
        </p:nvSpPr>
        <p:spPr bwMode="auto">
          <a:xfrm>
            <a:off x="5357813" y="3810000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33" name="Oval 17"/>
          <p:cNvSpPr>
            <a:spLocks noChangeArrowheads="1"/>
          </p:cNvSpPr>
          <p:nvPr/>
        </p:nvSpPr>
        <p:spPr bwMode="auto">
          <a:xfrm>
            <a:off x="5475288" y="3951288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34" name="Oval 18"/>
          <p:cNvSpPr>
            <a:spLocks noChangeArrowheads="1"/>
          </p:cNvSpPr>
          <p:nvPr/>
        </p:nvSpPr>
        <p:spPr bwMode="auto">
          <a:xfrm>
            <a:off x="5503863" y="4027488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35" name="Oval 19"/>
          <p:cNvSpPr>
            <a:spLocks noChangeArrowheads="1"/>
          </p:cNvSpPr>
          <p:nvPr/>
        </p:nvSpPr>
        <p:spPr bwMode="auto">
          <a:xfrm>
            <a:off x="5694363" y="4051300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36" name="Oval 20"/>
          <p:cNvSpPr>
            <a:spLocks noChangeArrowheads="1"/>
          </p:cNvSpPr>
          <p:nvPr/>
        </p:nvSpPr>
        <p:spPr bwMode="auto">
          <a:xfrm>
            <a:off x="5129213" y="3686175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37" name="Oval 21"/>
          <p:cNvSpPr>
            <a:spLocks noChangeArrowheads="1"/>
          </p:cNvSpPr>
          <p:nvPr/>
        </p:nvSpPr>
        <p:spPr bwMode="auto">
          <a:xfrm>
            <a:off x="4994275" y="3821113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38" name="Oval 22"/>
          <p:cNvSpPr>
            <a:spLocks noChangeArrowheads="1"/>
          </p:cNvSpPr>
          <p:nvPr/>
        </p:nvSpPr>
        <p:spPr bwMode="auto">
          <a:xfrm>
            <a:off x="4865688" y="3646488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39" name="Oval 24"/>
          <p:cNvSpPr>
            <a:spLocks noChangeArrowheads="1"/>
          </p:cNvSpPr>
          <p:nvPr/>
        </p:nvSpPr>
        <p:spPr bwMode="auto">
          <a:xfrm>
            <a:off x="4765675" y="3751263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40" name="Oval 25"/>
          <p:cNvSpPr>
            <a:spLocks noChangeArrowheads="1"/>
          </p:cNvSpPr>
          <p:nvPr/>
        </p:nvSpPr>
        <p:spPr bwMode="auto">
          <a:xfrm>
            <a:off x="4565650" y="3762375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41" name="Oval 26"/>
          <p:cNvSpPr>
            <a:spLocks noChangeArrowheads="1"/>
          </p:cNvSpPr>
          <p:nvPr/>
        </p:nvSpPr>
        <p:spPr bwMode="auto">
          <a:xfrm>
            <a:off x="5770563" y="4127500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42" name="Oval 27"/>
          <p:cNvSpPr>
            <a:spLocks noChangeArrowheads="1"/>
          </p:cNvSpPr>
          <p:nvPr/>
        </p:nvSpPr>
        <p:spPr bwMode="auto">
          <a:xfrm>
            <a:off x="4291013" y="3552825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43" name="Oval 28"/>
          <p:cNvSpPr>
            <a:spLocks noChangeArrowheads="1"/>
          </p:cNvSpPr>
          <p:nvPr/>
        </p:nvSpPr>
        <p:spPr bwMode="auto">
          <a:xfrm>
            <a:off x="4143375" y="3457575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44" name="Oval 29"/>
          <p:cNvSpPr>
            <a:spLocks noChangeArrowheads="1"/>
          </p:cNvSpPr>
          <p:nvPr/>
        </p:nvSpPr>
        <p:spPr bwMode="auto">
          <a:xfrm>
            <a:off x="3944938" y="3494088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45" name="Oval 30"/>
          <p:cNvSpPr>
            <a:spLocks noChangeArrowheads="1"/>
          </p:cNvSpPr>
          <p:nvPr/>
        </p:nvSpPr>
        <p:spPr bwMode="auto">
          <a:xfrm>
            <a:off x="4238625" y="3657600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46" name="Oval 31"/>
          <p:cNvSpPr>
            <a:spLocks noChangeArrowheads="1"/>
          </p:cNvSpPr>
          <p:nvPr/>
        </p:nvSpPr>
        <p:spPr bwMode="auto">
          <a:xfrm>
            <a:off x="4408488" y="3762375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47" name="Oval 32"/>
          <p:cNvSpPr>
            <a:spLocks noChangeArrowheads="1"/>
          </p:cNvSpPr>
          <p:nvPr/>
        </p:nvSpPr>
        <p:spPr bwMode="auto">
          <a:xfrm>
            <a:off x="3359150" y="3516313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48" name="Oval 33"/>
          <p:cNvSpPr>
            <a:spLocks noChangeArrowheads="1"/>
          </p:cNvSpPr>
          <p:nvPr/>
        </p:nvSpPr>
        <p:spPr bwMode="auto">
          <a:xfrm>
            <a:off x="3095625" y="3130550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49" name="Oval 34"/>
          <p:cNvSpPr>
            <a:spLocks noChangeArrowheads="1"/>
          </p:cNvSpPr>
          <p:nvPr/>
        </p:nvSpPr>
        <p:spPr bwMode="auto">
          <a:xfrm>
            <a:off x="3224213" y="3352800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50" name="Oval 35"/>
          <p:cNvSpPr>
            <a:spLocks noChangeArrowheads="1"/>
          </p:cNvSpPr>
          <p:nvPr/>
        </p:nvSpPr>
        <p:spPr bwMode="auto">
          <a:xfrm>
            <a:off x="3851275" y="3494088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51" name="Oval 36"/>
          <p:cNvSpPr>
            <a:spLocks noChangeArrowheads="1"/>
          </p:cNvSpPr>
          <p:nvPr/>
        </p:nvSpPr>
        <p:spPr bwMode="auto">
          <a:xfrm>
            <a:off x="3598863" y="3457575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52" name="Oval 37"/>
          <p:cNvSpPr>
            <a:spLocks noChangeArrowheads="1"/>
          </p:cNvSpPr>
          <p:nvPr/>
        </p:nvSpPr>
        <p:spPr bwMode="auto">
          <a:xfrm>
            <a:off x="2847975" y="2978150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53" name="Oval 38"/>
          <p:cNvSpPr>
            <a:spLocks noChangeArrowheads="1"/>
          </p:cNvSpPr>
          <p:nvPr/>
        </p:nvSpPr>
        <p:spPr bwMode="auto">
          <a:xfrm>
            <a:off x="2819400" y="2754313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54" name="Oval 39"/>
          <p:cNvSpPr>
            <a:spLocks noChangeArrowheads="1"/>
          </p:cNvSpPr>
          <p:nvPr/>
        </p:nvSpPr>
        <p:spPr bwMode="auto">
          <a:xfrm>
            <a:off x="3000375" y="3135313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55" name="Oval 40"/>
          <p:cNvSpPr>
            <a:spLocks noChangeArrowheads="1"/>
          </p:cNvSpPr>
          <p:nvPr/>
        </p:nvSpPr>
        <p:spPr bwMode="auto">
          <a:xfrm>
            <a:off x="2601913" y="2660650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56" name="Oval 41"/>
          <p:cNvSpPr>
            <a:spLocks noChangeArrowheads="1"/>
          </p:cNvSpPr>
          <p:nvPr/>
        </p:nvSpPr>
        <p:spPr bwMode="auto">
          <a:xfrm>
            <a:off x="3074988" y="3224213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57" name="Oval 42"/>
          <p:cNvSpPr>
            <a:spLocks noChangeArrowheads="1"/>
          </p:cNvSpPr>
          <p:nvPr/>
        </p:nvSpPr>
        <p:spPr bwMode="auto">
          <a:xfrm>
            <a:off x="2743200" y="2833688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58" name="Oval 43"/>
          <p:cNvSpPr>
            <a:spLocks noChangeArrowheads="1"/>
          </p:cNvSpPr>
          <p:nvPr/>
        </p:nvSpPr>
        <p:spPr bwMode="auto">
          <a:xfrm>
            <a:off x="3603625" y="3598863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2259" name="Oval 44"/>
          <p:cNvSpPr>
            <a:spLocks noChangeArrowheads="1"/>
          </p:cNvSpPr>
          <p:nvPr/>
        </p:nvSpPr>
        <p:spPr bwMode="auto">
          <a:xfrm>
            <a:off x="3394075" y="3346450"/>
            <a:ext cx="304800" cy="304800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4268</TotalTime>
  <Words>55</Words>
  <Application>Microsoft Office PowerPoint</Application>
  <PresentationFormat>On-screen Show 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Impact</vt:lpstr>
      <vt:lpstr>Tahoma</vt:lpstr>
      <vt:lpstr>Times New Roman</vt:lpstr>
      <vt:lpstr>Blank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</dc:title>
  <dc:subject>Recursion</dc:subject>
  <dc:creator>A+ Computer Science</dc:creator>
  <cp:keywords>www.apluscompsci.com</cp:keywords>
  <dc:description>Recursion_x000d_
©A+ Computer Science_x000d_
www.apluscompsci.com</dc:description>
  <cp:lastModifiedBy>Weldon Jasik</cp:lastModifiedBy>
  <cp:revision>493</cp:revision>
  <cp:lastPrinted>2018-03-06T14:03:40Z</cp:lastPrinted>
  <dcterms:created xsi:type="dcterms:W3CDTF">1995-06-17T23:31:02Z</dcterms:created>
  <dcterms:modified xsi:type="dcterms:W3CDTF">2024-04-17T15:51:32Z</dcterms:modified>
  <cp:category>www.apluscomspci.com</cp:category>
</cp:coreProperties>
</file>