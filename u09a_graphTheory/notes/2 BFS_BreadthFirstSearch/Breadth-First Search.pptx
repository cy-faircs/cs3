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5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8868" autoAdjust="0"/>
    <p:restoredTop sz="90901" autoAdjust="0"/>
  </p:normalViewPr>
  <p:slideViewPr>
    <p:cSldViewPr>
      <p:cViewPr varScale="1">
        <p:scale>
          <a:sx n="80" d="100"/>
          <a:sy n="80" d="100"/>
        </p:scale>
        <p:origin x="48" y="71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CB197D4-3C18-BE17-3424-2C68EFD3CA6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D15ECEA-6D8A-829D-1315-9C5FFABC419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B2B4BEF-A18A-F425-B1FC-B079FA6EBD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B4733CCD-B590-9EF6-E04C-79547B6C48C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8386AA6C-EE6E-D094-ED66-9247D1392AE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BE1D722F-62AB-6167-FB09-84FD3ED81D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6745626-BDCF-483E-A920-DA49C4ACDA7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mic Sans MS" panose="030F0702030302020204" pitchFamily="66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D2D46AFA-2378-31D9-821B-CA646D5826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D0B9D841-2D3C-4199-8FF4-235C6E460DF5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344441ED-E408-097A-7FC8-B63E73D5A0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D4323541-27E6-EBBB-C7A3-2C2B7B7BE0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3FCD43E5-61E5-D992-2E81-BC43F77FC9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4897B3E6-B80A-4EC7-8B53-F09C616564CC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E6829DA5-FE03-690D-7763-49C3F08648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3F23883D-0949-04FD-1553-8531A00F8C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8FB4BA2F-2933-1EA0-397A-40A7EFDA69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1DE0DE04-D066-40CF-8268-2EE662C2F845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16C6CDD2-2B0A-FDB9-3C12-E892EFB410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A496ADED-F344-4588-9020-5C7F8720B3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B77E6C06-07B4-F1CC-C614-4AB48C4736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940A95AC-5938-45CD-8B55-A71EF0323735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766EBC47-59B9-85BA-7B71-43A019A293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48FD86F9-7CB6-7C8C-73AA-05C1763E02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DCF0A7C8-0B4E-6231-FC4A-D08B421C0D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3D5B1CE5-B00D-4593-993B-6043F2B446BD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83DB7576-0DDE-8052-0D30-BBD00FBB14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FD23FAEA-2EC4-9155-DA27-31E4CAD450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1DE25343-B08F-47B1-3D6F-2D29AE5E32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93CE73BB-CAF3-4D34-BA79-A9107DB0D50C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58131F45-0FD2-7D49-A929-925B4EA216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819A5C20-8AAC-CF04-BD26-A36AA24617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10583F6B-AF4C-2F6B-6A4B-455F205BEE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6FAA5BB0-5FA6-48E2-BD5C-591698941F80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4AE0C86C-1DD4-65F0-DFC2-0352897150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EE030D0F-1B68-B8E2-F8EE-2DC01DA8B7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51D23550-24A2-DFE8-CDEF-7C2356B0DF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07F4E471-9A6E-41E9-AB14-2BE9B89882D7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895230B9-04CA-A028-9346-1BBBB5C11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4C68A84D-E4B3-3C34-7929-C137051BD4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363F9494-55E6-60A5-20B9-4FD6F8D566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78E3B50B-A259-4749-BE5E-7EEC75F653BE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664F62DE-16A1-A7E7-56C3-373E834D6E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B40AF2FC-1A88-C27D-3753-8C80A49AC7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3FDC14CE-8513-B265-B5B1-C3C924420D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C0B7552E-FFA7-4ACD-B918-147CDAA7A902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F6CBFD30-F62E-81D0-FE9E-A29413D77C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8346F38A-9D6C-EBC9-F991-3A7AB9F8E2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12368E20-1C98-78D8-4608-DC0B6F4B11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63E1AB26-A110-4ABC-B532-FA8D9E996A30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048D1303-F9A3-7872-AC10-DFFC1E9DD3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F789059E-C27F-109A-9D8D-8022C69968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014A6B3C-1709-5AB5-012E-AFF9AC79C0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B24CDDF9-1EFE-4BA7-8792-BA94BA46FC4C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4A7D43A8-B0F2-D073-AF36-89EA5C6CA1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7ED5B32C-69EC-D539-E88C-C7BA8E4FC4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FE9BEDF8-6012-D7F5-6902-CEC05FC4DE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9CE939AF-1FE4-475B-A015-32E442F35FB8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62C9F587-B0A5-F0E4-9E16-49F910D3C8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74E0D8E6-8962-DE59-F8BB-E244E0831F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FFBC3803-CA56-CAD7-B44A-4A164A92F6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8E8978EF-AA06-4A73-836B-9E4E0199E923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D628564F-9108-8EB3-CF64-2C3A2675CE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D0F51BCA-412F-3C04-3B1E-BF764A6422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E314A0AB-A4F5-F059-84E4-B80DCC62D8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94F26DA0-3EB9-4E20-BA3A-9E8FD52CB128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431B22DF-3310-F262-BAF7-44A514A506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EB8143C8-3B8B-E80F-D3A3-4544B66C4B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EBE3FE6B-76BD-FCC8-314D-E0A76B6754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7273624B-25A3-4387-8DBC-2AD3D29898F6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C301F821-BD72-5130-3DCC-F39D2A8BF7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1FAAFB94-F188-5DC8-8378-46AC0A79F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7F63D600-1F1E-6625-1652-CC994CC0CB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19E18ABF-769D-4572-AFC8-1CA21C3B52A4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F5966489-C504-F285-EA4B-C13A7DC903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B9BD3AF9-B5C9-3F89-C02F-ADA1DBE40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79133AD5-0E5C-3EFA-5591-0F8BEA370B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192979CF-0AD6-410E-AA33-A9B512BC54DA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F7F279D4-6A03-DDC6-EC1E-DCD8310C4A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BEECF3F1-15A0-5EF4-EE13-04A07AE0C1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0C4C7C7C-6D72-2BF8-23A1-C19A35794C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0F050CEA-F506-48B3-B046-40A369BB3A3F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B3E9FB94-08FC-8367-D2DC-D2D2AB2003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AB9AB674-4DD2-63B3-7509-926BD7ED9F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CBE361AC-874A-C8FA-259D-DF62588818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71B51B3D-E296-4424-87DA-471B21875FC8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4A1CC54E-ECEF-888B-8490-11680A476D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5C25DF30-D229-C6D4-6EE3-061E7E9D0B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84F4BF60-FC7A-9627-DD55-488BB274BA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20302331-ACFE-48A3-BFF9-7975A6C00C8A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3785A32F-877F-C63B-4087-EEBCDD55BE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6EEB6162-F82A-A7D4-D328-3AF0103D24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577D2E1A-5884-8610-8FFC-5C1D308842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35A24C0F-C5CB-4371-BF43-894D6BFA9FC2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A93726EE-49E0-B1A1-A504-2D6ECBD831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CF0B8C7C-4E6C-A05F-DFB1-B433D29CCB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6357FC98-2892-45CD-77EB-75E81A8423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0F6612BA-3B37-4112-90BF-7138939F5E78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D2350E36-EDA6-868E-672C-DD15949D33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556833C3-DD9E-8436-CDFB-8447ED89EA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4E0F3154-C0B7-A149-16A9-F141F14373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6F3471C7-5BF6-4852-9691-85A5684B3265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DF4D42E7-54A7-22EF-4A78-4E231087C4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B28CF6A3-7F23-95C1-6B3C-8B44E97BE3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C1F2EB22-6357-4541-4E84-F5D8F54E06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CEA11809-4646-491E-99B9-9B6A45C6E00C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ABEADF15-2ED2-0247-9166-60DE3DFFBE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6DC7C78E-C7C2-5E9E-A781-6B04628213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077FEE7C-EDB5-FA4A-50BC-220C5601F7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FE55A34B-87F2-4166-865E-803FAC58B047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9FE240D1-673A-106B-8505-FAE4CBE049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1EA71CF6-8065-266B-8FE9-34E8AD54EF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10004512-BCD8-3864-04A1-2A8D2783CF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CADAB6DE-F329-4FAC-90D1-5F4521F72C2E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9423BBF0-2F7B-A31C-B3B4-11D568459A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2C498B43-42D4-7306-B03C-5CD58B4F1B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59B5AFDF-8C9C-243B-0D58-923300F73F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8AE81AE9-0EC8-4BB5-B4FC-0FE06A4ABA67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ACD0DF12-B9B8-9B81-7EC2-9133FFD593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C3B9009E-3463-9110-5281-CA2F41897F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3DB12792-70DA-CCA0-6CE6-884E7A9B02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176A4701-B285-4037-9186-306DEB1D04C5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1C165636-13C5-CB32-3819-E177602E9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15602DCE-385E-5202-DA95-5AA8CA24A8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B15A446C-9322-0626-47D6-95D972CD78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9DB53628-2F53-4960-BF89-87F08FCE41EA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EDB5D01E-F4D7-2EB2-ED30-DC87112725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C08E5F72-46BE-BEC1-B41D-ADCF5AE09A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4F3DCA54-1DA4-84EE-A728-36D3D54BDE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3349D6FB-80D7-4AAF-9D60-344C513CCA0D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3718E373-B39C-BB35-A1F5-DD65D7D6D5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A5CE396B-110B-11F7-9D16-CCD63FEB6E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A307E9F9-A5E3-EA6D-2A4D-506D439CCE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836A11B7-B45D-4B50-B071-3C18757E1439}" type="slidenum">
              <a:rPr lang="en-US" altLang="en-US" sz="1200"/>
              <a:pPr/>
              <a:t>32</a:t>
            </a:fld>
            <a:endParaRPr lang="en-US" altLang="en-US" sz="12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DCF13A81-957E-F325-F9E1-7BF8787C4C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678B762A-A19E-B746-48B5-D761E62459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46C0262B-E787-C126-44D7-704D90CA91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5E4D48AC-F180-4AA8-A5D3-32A5A6F8505D}" type="slidenum">
              <a:rPr lang="en-US" altLang="en-US" sz="1200"/>
              <a:pPr/>
              <a:t>33</a:t>
            </a:fld>
            <a:endParaRPr lang="en-US" altLang="en-US" sz="12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8A005695-2431-8415-8DDC-F51CAB8918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A741ECFE-C793-0970-8A9F-B657296491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6C02F2CE-60F0-2484-6961-4EAC8BFA82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78F2D00D-8D8D-4785-A20B-A5C721064244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B34C3558-5A23-5BCF-10AF-170C2453C2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4E0CBB6-34CC-83A7-662D-AFB944923D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44DDE37E-A967-336B-AF19-B812C1A617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9AEA45D3-109D-4D98-8700-406BD63B3F62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42A2C018-7409-636D-7510-D934F1AA65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E0E18392-37DA-0895-C98E-E31528DECD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01F7CD70-26A7-C83A-1069-3F7B8ABD1A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2AD91D6B-B810-4879-BAF5-81D5151FF78D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FC62EE5-FDC9-6781-9BC0-76E79FF935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662FF600-1FEC-8B80-2ECF-DEB028EBA4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335F627B-06C8-007C-788E-E4B3F5D556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C8E0B9DF-737F-48D9-8F44-7F965FE95FEA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64B6B650-D3E2-C50F-BEA5-938F141A18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3D4A0BBC-DAF5-AFD4-5ACF-558BFB09DF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E8C99A8A-7C25-E957-8795-917815F1E6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D6CC87AA-22F9-45E9-AFA9-E767248D5D06}" type="slidenum">
              <a:rPr lang="en-US" altLang="en-US" sz="1200"/>
              <a:pPr/>
              <a:t>38</a:t>
            </a:fld>
            <a:endParaRPr lang="en-US" altLang="en-US" sz="12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09A25BFA-8380-5325-E694-8F6B7F546F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D9601C10-A5DC-C07C-DC5E-C242F06EB1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33663A3D-20FA-E06E-471B-8F32F566A9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FF13C6F0-0B10-4987-8BBA-2B7E36703BFA}" type="slidenum">
              <a:rPr lang="en-US" altLang="en-US" sz="1200"/>
              <a:pPr/>
              <a:t>39</a:t>
            </a:fld>
            <a:endParaRPr lang="en-US" altLang="en-US" sz="1200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7F32D02D-52CF-F931-FD1F-C5D970CA02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817F3C4E-5B33-D21B-D5C0-BDD2A6CE80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FAB747B3-A904-F62B-B392-A5D5E2956C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8B931662-2B50-4C5F-8C5C-AB5F919BAE30}" type="slidenum">
              <a:rPr lang="en-US" altLang="en-US" sz="1200"/>
              <a:pPr/>
              <a:t>40</a:t>
            </a:fld>
            <a:endParaRPr lang="en-US" altLang="en-US" sz="1200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A0AD24B9-F8B2-9252-8EA9-F22C80098C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674829F3-345D-8DB1-1470-1F1B758F1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0C0AEA0B-1E7D-C67F-0436-2D9F56F384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29088AE8-C75A-4B3B-83FC-161026F4B8DF}" type="slidenum">
              <a:rPr lang="en-US" altLang="en-US" sz="1200"/>
              <a:pPr/>
              <a:t>41</a:t>
            </a:fld>
            <a:endParaRPr lang="en-US" altLang="en-US" sz="1200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7F37DD4A-B78E-4CC3-6B60-2408361DC7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0CDF50EC-8E81-E7E1-FF7F-8C8F771038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E4922B18-78BA-35E0-2110-23CF01FFAD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E4B86AA7-5305-4BC5-89C4-EB3AA5776354}" type="slidenum">
              <a:rPr lang="en-US" altLang="en-US" sz="1200"/>
              <a:pPr/>
              <a:t>42</a:t>
            </a:fld>
            <a:endParaRPr lang="en-US" altLang="en-US" sz="1200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994BA54E-650D-2745-1B25-ED63FCD21F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3E90EE67-D63A-3075-67BA-0216D46676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ED0FE5CB-4C15-B174-771D-5C48C13B95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769BC903-65B5-462F-8923-235A25F38FA2}" type="slidenum">
              <a:rPr lang="en-US" altLang="en-US" sz="1200"/>
              <a:pPr/>
              <a:t>43</a:t>
            </a:fld>
            <a:endParaRPr lang="en-US" altLang="en-US" sz="1200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88A095EC-97AB-5453-5A3F-AD89BE1AA4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C349ED2D-42B8-D141-AE90-ACB7C3F611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EC26C90-6124-3C09-A890-05C82D6E24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78EAA6FA-A5B7-4918-92BA-48F827192027}" type="slidenum">
              <a:rPr lang="en-US" altLang="en-US" sz="1200"/>
              <a:pPr/>
              <a:t>44</a:t>
            </a:fld>
            <a:endParaRPr lang="en-US" altLang="en-US" sz="12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2F4B8F2-254C-24B6-2E77-01433B5716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CFEC7F58-DB17-6D2A-1348-E3EE1195E9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81E1F410-3A0B-F249-443B-726879191F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F811B24E-DBAD-4976-8DA3-998B36A52D4E}" type="slidenum">
              <a:rPr lang="en-US" altLang="en-US" sz="1200"/>
              <a:pPr/>
              <a:t>45</a:t>
            </a:fld>
            <a:endParaRPr lang="en-US" altLang="en-US" sz="1200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1AEFB3D7-22C9-C99E-5130-BF26E387E4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F595B7F5-8E7E-AA45-D2FE-21B8915D94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30185673-8D67-20D1-CEBA-BFDE1FE0E2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A9725F86-38BF-44A0-8D76-CCA0E70AEAB9}" type="slidenum">
              <a:rPr lang="en-US" altLang="en-US" sz="1200"/>
              <a:pPr/>
              <a:t>46</a:t>
            </a:fld>
            <a:endParaRPr lang="en-US" altLang="en-US" sz="1200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65DE2600-7EF5-613D-EB61-AA0F6DA49B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5CF03B00-B57F-901A-A01C-9D38D79AEF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375D0711-B704-C719-A119-6C7038CEE0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C6CDCDC3-BA7C-438C-9F64-97679478A92D}" type="slidenum">
              <a:rPr lang="en-US" altLang="en-US" sz="1200"/>
              <a:pPr/>
              <a:t>47</a:t>
            </a:fld>
            <a:endParaRPr lang="en-US" altLang="en-US" sz="1200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7D992C84-F3D4-64D2-8D24-DF0960D8C4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6E13F6B9-D719-D2E7-4163-7BFAB5133D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6147DA7-626B-645D-4131-87DF1ACA1E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2B60A433-956E-4E78-99ED-CE37C6B64378}" type="slidenum">
              <a:rPr lang="en-US" altLang="en-US" sz="1200"/>
              <a:pPr/>
              <a:t>48</a:t>
            </a:fld>
            <a:endParaRPr lang="en-US" altLang="en-US" sz="1200"/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FEACFD30-0E8B-1C7A-FCDD-B9B9D47E1F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C4CBBDBF-42FC-A9F3-0D3D-0EEE4FE333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1F53AE19-D0C6-B85F-5C11-782B960857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58AA8084-E4B8-4722-B2EC-4DAAFF2D2E06}" type="slidenum">
              <a:rPr lang="en-US" altLang="en-US" sz="1200"/>
              <a:pPr/>
              <a:t>49</a:t>
            </a:fld>
            <a:endParaRPr lang="en-US" altLang="en-US" sz="1200"/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AF5A039E-7A96-B857-96BE-E13C28C5D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E179C908-0AD2-7115-88AF-6374B62103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6273B5E3-E723-BA6D-4ADE-4E8E663D00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fld id="{59BDF998-E112-401D-BB11-331562FC5EFD}" type="slidenum">
              <a:rPr lang="en-US" altLang="en-US" sz="1200"/>
              <a:pPr/>
              <a:t>50</a:t>
            </a:fld>
            <a:endParaRPr lang="en-US" altLang="en-US" sz="1200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3176298A-E0D3-76DD-873A-D80621BCD8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08B5A06A-1C8F-971A-7E48-82868F76F0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4988"/>
            <a:ext cx="5026025" cy="411321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A4F574CB-9F02-BA05-CB62-5E2FC38711C0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708150"/>
            <a:ext cx="9147175" cy="0"/>
          </a:xfrm>
          <a:prstGeom prst="line">
            <a:avLst/>
          </a:prstGeom>
          <a:noFill/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11C18DEB-79E6-43CF-8FCE-EABE51DC0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914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000"/>
              <a:t>Robert Sedgewick and Kevin Wayne   •   Copyright © 2005   •   http://www.Princeton.EDU/~cos226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0" y="0"/>
            <a:ext cx="9144000" cy="1524000"/>
          </a:xfrm>
        </p:spPr>
        <p:txBody>
          <a:bodyPr anchor="b"/>
          <a:lstStyle>
            <a:lvl1pPr>
              <a:lnSpc>
                <a:spcPct val="80000"/>
              </a:lnSpc>
              <a:defRPr sz="3200">
                <a:solidFill>
                  <a:schemeClr val="folHlink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107525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20788" y="2671763"/>
            <a:ext cx="7162800" cy="3094037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/>
          <a:lstStyle>
            <a:lvl1pPr defTabSz="915988">
              <a:defRPr sz="16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0247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72877C-EEB1-6CBB-97F7-8929F14DEC0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61C38B-4EAA-4318-A32D-F10D0BF4E034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595651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AD36FB-51F8-BF9E-E30A-AB71B2B64AA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5F01C4-BE13-4802-A6F5-4AB5EEBA027A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862056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14400"/>
            <a:ext cx="3848100" cy="5410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914400"/>
            <a:ext cx="3848100" cy="5410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508146-80DB-9C75-CD57-EEB412C6A69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355CEB-D338-433D-853C-32E1ABA16C62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371186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D0B6368-CB95-B03F-2F7B-C9121EEBE6C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CE73EB-74CD-4BAE-AB02-F11FC5662C39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463218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E3AC6D8-1475-6382-A1A1-023E5054E0D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1B2F4A-5665-48D0-BE0B-3C3AD988D91A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999822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FEEA898-B2F8-4147-F1B3-CEAEFC8E69A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50FB62-B450-45EC-99ED-ECB9CA9D5D97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32015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64056B-1281-9821-7940-FF654466D45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463A2F-5A9F-41AB-BD17-C3E1233F4CBA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687518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9C5DEA-78CC-45F7-8256-694D9968C4C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69E05F-B217-4B4A-B5D4-0974E6CF0855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421597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B599C5-DA70-C58E-9936-AA864FE8E3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B7E7C2-8FBD-40E2-9EFE-8D49DA491FD1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258917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152400"/>
            <a:ext cx="22860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152400"/>
            <a:ext cx="6705600" cy="6172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714EBFE-C7FC-7DE8-20C2-CD8E6910291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9E4569-4C4D-4E8A-9DB8-B8ABECEDF476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773518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981DFB1-1FEB-FFAC-3E25-A170D629B2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986E7F4-4CFF-95B0-FFF3-03FF87C45A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14400"/>
            <a:ext cx="78486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6500" name="Rectangle 4">
            <a:extLst>
              <a:ext uri="{FF2B5EF4-FFF2-40B4-BE49-F238E27FC236}">
                <a16:creationId xmlns:a16="http://schemas.microsoft.com/office/drawing/2014/main" id="{292338A7-5B60-F4F8-87E0-4751A137624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6294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kumimoji="1" sz="800"/>
            </a:lvl1pPr>
          </a:lstStyle>
          <a:p>
            <a:fld id="{484AD382-839B-42E7-AB19-F0AECC260595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 kern="1200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2pPr>
      <a:lvl3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3pPr>
      <a:lvl4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4pPr>
      <a:lvl5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5pPr>
      <a:lvl6pPr marL="4572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6pPr>
      <a:lvl7pPr marL="9144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7pPr>
      <a:lvl8pPr marL="13716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8pPr>
      <a:lvl9pPr marL="18288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hlink"/>
          </a:solidFill>
          <a:latin typeface="Comic Sans MS" panose="030F0702030302020204" pitchFamily="66" charset="0"/>
        </a:defRPr>
      </a:lvl9pPr>
    </p:titleStyle>
    <p:bodyStyle>
      <a:lvl1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rgbClr val="003399"/>
        </a:buClr>
        <a:buSzPct val="50000"/>
        <a:buFont typeface="Monotype Sorts" pitchFamily="-110" charset="2"/>
        <a:defRPr kumimoji="1" kern="1200">
          <a:solidFill>
            <a:srgbClr val="003399"/>
          </a:solidFill>
          <a:latin typeface="+mn-lt"/>
          <a:ea typeface="+mn-ea"/>
          <a:cs typeface="+mn-cs"/>
        </a:defRPr>
      </a:lvl1pPr>
      <a:lvl2pPr marL="346075" indent="-231775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SzPct val="35000"/>
        <a:buFont typeface="Monotype Sorts" pitchFamily="-110" charset="2"/>
        <a:buChar char="n"/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627063" indent="-166688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SzPct val="80000"/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147763" indent="-404813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!"/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539875" indent="-169863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SzPct val="100000"/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39274A0-C2C8-391A-DCFF-C3FED50CA5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dirty="0"/>
              <a:t>Breadth First Search</a:t>
            </a:r>
          </a:p>
        </p:txBody>
      </p:sp>
      <p:sp>
        <p:nvSpPr>
          <p:cNvPr id="4099" name="Oval 3">
            <a:extLst>
              <a:ext uri="{FF2B5EF4-FFF2-40B4-BE49-F238E27FC236}">
                <a16:creationId xmlns:a16="http://schemas.microsoft.com/office/drawing/2014/main" id="{12D8FBA1-EF55-5A7A-4E20-64BAFE0AD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A</a:t>
            </a:r>
          </a:p>
        </p:txBody>
      </p:sp>
      <p:sp>
        <p:nvSpPr>
          <p:cNvPr id="4100" name="Oval 4">
            <a:extLst>
              <a:ext uri="{FF2B5EF4-FFF2-40B4-BE49-F238E27FC236}">
                <a16:creationId xmlns:a16="http://schemas.microsoft.com/office/drawing/2014/main" id="{36A432B4-1292-9BAF-AA94-8CD97A062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B</a:t>
            </a:r>
          </a:p>
        </p:txBody>
      </p:sp>
      <p:sp>
        <p:nvSpPr>
          <p:cNvPr id="4101" name="Oval 5">
            <a:extLst>
              <a:ext uri="{FF2B5EF4-FFF2-40B4-BE49-F238E27FC236}">
                <a16:creationId xmlns:a16="http://schemas.microsoft.com/office/drawing/2014/main" id="{6F99D779-52D6-2DD3-D9A8-6DC7A01C6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4102" name="Oval 6">
            <a:extLst>
              <a:ext uri="{FF2B5EF4-FFF2-40B4-BE49-F238E27FC236}">
                <a16:creationId xmlns:a16="http://schemas.microsoft.com/office/drawing/2014/main" id="{AD473B81-AC2E-6CBB-1F76-0AAFBEE7B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I</a:t>
            </a:r>
          </a:p>
        </p:txBody>
      </p:sp>
      <p:sp>
        <p:nvSpPr>
          <p:cNvPr id="4103" name="Oval 7">
            <a:extLst>
              <a:ext uri="{FF2B5EF4-FFF2-40B4-BE49-F238E27FC236}">
                <a16:creationId xmlns:a16="http://schemas.microsoft.com/office/drawing/2014/main" id="{5C51E708-37CA-BCC1-38DF-271A12217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4104" name="AutoShape 8">
            <a:extLst>
              <a:ext uri="{FF2B5EF4-FFF2-40B4-BE49-F238E27FC236}">
                <a16:creationId xmlns:a16="http://schemas.microsoft.com/office/drawing/2014/main" id="{48BE17AD-5356-998A-9C37-FC4BB5A14C5B}"/>
              </a:ext>
            </a:extLst>
          </p:cNvPr>
          <p:cNvCxnSpPr>
            <a:cxnSpLocks noChangeShapeType="1"/>
            <a:stCxn id="4099" idx="4"/>
            <a:endCxn id="4102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105" name="AutoShape 9">
            <a:extLst>
              <a:ext uri="{FF2B5EF4-FFF2-40B4-BE49-F238E27FC236}">
                <a16:creationId xmlns:a16="http://schemas.microsoft.com/office/drawing/2014/main" id="{4090F9B6-EA9C-F919-A796-95E1292226AE}"/>
              </a:ext>
            </a:extLst>
          </p:cNvPr>
          <p:cNvCxnSpPr>
            <a:cxnSpLocks noChangeShapeType="1"/>
            <a:stCxn id="4101" idx="0"/>
            <a:endCxn id="4100" idx="4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106" name="AutoShape 10">
            <a:extLst>
              <a:ext uri="{FF2B5EF4-FFF2-40B4-BE49-F238E27FC236}">
                <a16:creationId xmlns:a16="http://schemas.microsoft.com/office/drawing/2014/main" id="{2491CD88-4434-148C-1756-EEC260B12454}"/>
              </a:ext>
            </a:extLst>
          </p:cNvPr>
          <p:cNvCxnSpPr>
            <a:cxnSpLocks noChangeShapeType="1"/>
            <a:stCxn id="4103" idx="6"/>
            <a:endCxn id="4101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107" name="AutoShape 11">
            <a:extLst>
              <a:ext uri="{FF2B5EF4-FFF2-40B4-BE49-F238E27FC236}">
                <a16:creationId xmlns:a16="http://schemas.microsoft.com/office/drawing/2014/main" id="{87C998CE-E406-6D0C-7B9D-178E951DF061}"/>
              </a:ext>
            </a:extLst>
          </p:cNvPr>
          <p:cNvCxnSpPr>
            <a:cxnSpLocks noChangeShapeType="1"/>
            <a:stCxn id="4102" idx="7"/>
            <a:endCxn id="4103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108" name="AutoShape 12">
            <a:extLst>
              <a:ext uri="{FF2B5EF4-FFF2-40B4-BE49-F238E27FC236}">
                <a16:creationId xmlns:a16="http://schemas.microsoft.com/office/drawing/2014/main" id="{6073AEB6-7118-2F76-2685-375DF42E3059}"/>
              </a:ext>
            </a:extLst>
          </p:cNvPr>
          <p:cNvCxnSpPr>
            <a:cxnSpLocks noChangeShapeType="1"/>
            <a:stCxn id="4099" idx="6"/>
            <a:endCxn id="4100" idx="2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109" name="AutoShape 13">
            <a:extLst>
              <a:ext uri="{FF2B5EF4-FFF2-40B4-BE49-F238E27FC236}">
                <a16:creationId xmlns:a16="http://schemas.microsoft.com/office/drawing/2014/main" id="{4F4B33E7-3461-3E80-6020-078461C9B24E}"/>
              </a:ext>
            </a:extLst>
          </p:cNvPr>
          <p:cNvCxnSpPr>
            <a:cxnSpLocks noChangeShapeType="1"/>
            <a:stCxn id="4102" idx="5"/>
            <a:endCxn id="4101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110" name="Oval 14">
            <a:extLst>
              <a:ext uri="{FF2B5EF4-FFF2-40B4-BE49-F238E27FC236}">
                <a16:creationId xmlns:a16="http://schemas.microsoft.com/office/drawing/2014/main" id="{34283FAF-2BE0-6F63-EA55-D77075916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4111" name="Oval 15">
            <a:extLst>
              <a:ext uri="{FF2B5EF4-FFF2-40B4-BE49-F238E27FC236}">
                <a16:creationId xmlns:a16="http://schemas.microsoft.com/office/drawing/2014/main" id="{A951C7DF-6E0F-7BEE-5CC0-5FEFA3B6D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4112" name="Oval 16">
            <a:extLst>
              <a:ext uri="{FF2B5EF4-FFF2-40B4-BE49-F238E27FC236}">
                <a16:creationId xmlns:a16="http://schemas.microsoft.com/office/drawing/2014/main" id="{B058C4A4-DB5C-C9A6-5D94-B9C0F4075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4113" name="Oval 17">
            <a:extLst>
              <a:ext uri="{FF2B5EF4-FFF2-40B4-BE49-F238E27FC236}">
                <a16:creationId xmlns:a16="http://schemas.microsoft.com/office/drawing/2014/main" id="{6A3E0F7D-EAB8-FFD4-F061-A795FCB21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4114" name="AutoShape 18">
            <a:extLst>
              <a:ext uri="{FF2B5EF4-FFF2-40B4-BE49-F238E27FC236}">
                <a16:creationId xmlns:a16="http://schemas.microsoft.com/office/drawing/2014/main" id="{A7929668-4FBD-E54E-AEF1-EB43AAB745A7}"/>
              </a:ext>
            </a:extLst>
          </p:cNvPr>
          <p:cNvCxnSpPr>
            <a:cxnSpLocks noChangeShapeType="1"/>
            <a:stCxn id="4112" idx="5"/>
            <a:endCxn id="4110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115" name="AutoShape 19">
            <a:extLst>
              <a:ext uri="{FF2B5EF4-FFF2-40B4-BE49-F238E27FC236}">
                <a16:creationId xmlns:a16="http://schemas.microsoft.com/office/drawing/2014/main" id="{4BC18E61-DD17-3B06-9BCA-2FAE568B2594}"/>
              </a:ext>
            </a:extLst>
          </p:cNvPr>
          <p:cNvCxnSpPr>
            <a:cxnSpLocks noChangeShapeType="1"/>
            <a:stCxn id="4113" idx="6"/>
            <a:endCxn id="4110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116" name="AutoShape 20">
            <a:extLst>
              <a:ext uri="{FF2B5EF4-FFF2-40B4-BE49-F238E27FC236}">
                <a16:creationId xmlns:a16="http://schemas.microsoft.com/office/drawing/2014/main" id="{753C8CB6-DB86-08CE-B21F-E7FCEF876D66}"/>
              </a:ext>
            </a:extLst>
          </p:cNvPr>
          <p:cNvCxnSpPr>
            <a:cxnSpLocks noChangeShapeType="1"/>
            <a:stCxn id="4112" idx="4"/>
            <a:endCxn id="4113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117" name="AutoShape 21">
            <a:extLst>
              <a:ext uri="{FF2B5EF4-FFF2-40B4-BE49-F238E27FC236}">
                <a16:creationId xmlns:a16="http://schemas.microsoft.com/office/drawing/2014/main" id="{1DF7EC9C-50C3-5038-CFFF-C49F309D9109}"/>
              </a:ext>
            </a:extLst>
          </p:cNvPr>
          <p:cNvCxnSpPr>
            <a:cxnSpLocks noChangeShapeType="1"/>
            <a:stCxn id="4112" idx="6"/>
            <a:endCxn id="4111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118" name="AutoShape 22">
            <a:extLst>
              <a:ext uri="{FF2B5EF4-FFF2-40B4-BE49-F238E27FC236}">
                <a16:creationId xmlns:a16="http://schemas.microsoft.com/office/drawing/2014/main" id="{6DC0AF46-CFAD-EDE7-EF49-852149C55C12}"/>
              </a:ext>
            </a:extLst>
          </p:cNvPr>
          <p:cNvCxnSpPr>
            <a:cxnSpLocks noChangeShapeType="1"/>
            <a:stCxn id="4101" idx="6"/>
            <a:endCxn id="4113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119" name="Text Box 23">
            <a:extLst>
              <a:ext uri="{FF2B5EF4-FFF2-40B4-BE49-F238E27FC236}">
                <a16:creationId xmlns:a16="http://schemas.microsoft.com/office/drawing/2014/main" id="{2AF2E7FC-0FA5-6442-50A0-D0AAD3C15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4120" name="Text Box 24">
            <a:extLst>
              <a:ext uri="{FF2B5EF4-FFF2-40B4-BE49-F238E27FC236}">
                <a16:creationId xmlns:a16="http://schemas.microsoft.com/office/drawing/2014/main" id="{6B36B365-4234-8F63-CEA0-B87EB8A20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4121" name="Text Box 25">
            <a:extLst>
              <a:ext uri="{FF2B5EF4-FFF2-40B4-BE49-F238E27FC236}">
                <a16:creationId xmlns:a16="http://schemas.microsoft.com/office/drawing/2014/main" id="{E65D6B1E-9A0F-4064-7595-D53DDAA75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4122" name="Text Box 26">
            <a:extLst>
              <a:ext uri="{FF2B5EF4-FFF2-40B4-BE49-F238E27FC236}">
                <a16:creationId xmlns:a16="http://schemas.microsoft.com/office/drawing/2014/main" id="{64A968AE-E653-449A-D38E-39C3B9901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4123" name="Text Box 27">
            <a:extLst>
              <a:ext uri="{FF2B5EF4-FFF2-40B4-BE49-F238E27FC236}">
                <a16:creationId xmlns:a16="http://schemas.microsoft.com/office/drawing/2014/main" id="{4680329B-F369-0460-D75C-4ABC74AF9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endParaRPr kumimoji="1" lang="en-US" alt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2CA4DC7-84E4-5F82-F8E1-64C0AE5986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6147" name="Oval 3">
            <a:extLst>
              <a:ext uri="{FF2B5EF4-FFF2-40B4-BE49-F238E27FC236}">
                <a16:creationId xmlns:a16="http://schemas.microsoft.com/office/drawing/2014/main" id="{1D1D11BF-DF72-92E4-31C0-5E845CEE4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148" name="Oval 4">
            <a:extLst>
              <a:ext uri="{FF2B5EF4-FFF2-40B4-BE49-F238E27FC236}">
                <a16:creationId xmlns:a16="http://schemas.microsoft.com/office/drawing/2014/main" id="{721949C2-DB55-181E-1666-09AE88E32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B</a:t>
            </a:r>
          </a:p>
        </p:txBody>
      </p:sp>
      <p:sp>
        <p:nvSpPr>
          <p:cNvPr id="6149" name="Oval 5">
            <a:extLst>
              <a:ext uri="{FF2B5EF4-FFF2-40B4-BE49-F238E27FC236}">
                <a16:creationId xmlns:a16="http://schemas.microsoft.com/office/drawing/2014/main" id="{F81B25D5-EABC-2EF6-47BE-86A31AF99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6150" name="Oval 6">
            <a:extLst>
              <a:ext uri="{FF2B5EF4-FFF2-40B4-BE49-F238E27FC236}">
                <a16:creationId xmlns:a16="http://schemas.microsoft.com/office/drawing/2014/main" id="{94574099-65CF-CF46-CC03-AFF32CA3F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I</a:t>
            </a:r>
          </a:p>
        </p:txBody>
      </p:sp>
      <p:sp>
        <p:nvSpPr>
          <p:cNvPr id="6151" name="Oval 7">
            <a:extLst>
              <a:ext uri="{FF2B5EF4-FFF2-40B4-BE49-F238E27FC236}">
                <a16:creationId xmlns:a16="http://schemas.microsoft.com/office/drawing/2014/main" id="{8EA1994E-8C23-EDE0-EFF8-6735C8AC0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6152" name="AutoShape 8">
            <a:extLst>
              <a:ext uri="{FF2B5EF4-FFF2-40B4-BE49-F238E27FC236}">
                <a16:creationId xmlns:a16="http://schemas.microsoft.com/office/drawing/2014/main" id="{D4AE7CB0-D2A4-99B9-53CF-CDCF1E49DC2C}"/>
              </a:ext>
            </a:extLst>
          </p:cNvPr>
          <p:cNvCxnSpPr>
            <a:cxnSpLocks noChangeShapeType="1"/>
            <a:stCxn id="6147" idx="4"/>
            <a:endCxn id="6150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53" name="AutoShape 9">
            <a:extLst>
              <a:ext uri="{FF2B5EF4-FFF2-40B4-BE49-F238E27FC236}">
                <a16:creationId xmlns:a16="http://schemas.microsoft.com/office/drawing/2014/main" id="{71F8B94C-1A6C-6644-E356-CE2FA887DA12}"/>
              </a:ext>
            </a:extLst>
          </p:cNvPr>
          <p:cNvCxnSpPr>
            <a:cxnSpLocks noChangeShapeType="1"/>
            <a:stCxn id="6149" idx="0"/>
            <a:endCxn id="6148" idx="4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54" name="AutoShape 10">
            <a:extLst>
              <a:ext uri="{FF2B5EF4-FFF2-40B4-BE49-F238E27FC236}">
                <a16:creationId xmlns:a16="http://schemas.microsoft.com/office/drawing/2014/main" id="{D99DDAE4-649B-7828-DF5D-356565CD6014}"/>
              </a:ext>
            </a:extLst>
          </p:cNvPr>
          <p:cNvCxnSpPr>
            <a:cxnSpLocks noChangeShapeType="1"/>
            <a:stCxn id="6151" idx="6"/>
            <a:endCxn id="6149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55" name="AutoShape 11">
            <a:extLst>
              <a:ext uri="{FF2B5EF4-FFF2-40B4-BE49-F238E27FC236}">
                <a16:creationId xmlns:a16="http://schemas.microsoft.com/office/drawing/2014/main" id="{B3662DF1-8776-754C-EE01-822CA5AF34BA}"/>
              </a:ext>
            </a:extLst>
          </p:cNvPr>
          <p:cNvCxnSpPr>
            <a:cxnSpLocks noChangeShapeType="1"/>
            <a:stCxn id="6150" idx="7"/>
            <a:endCxn id="6151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56" name="AutoShape 12">
            <a:extLst>
              <a:ext uri="{FF2B5EF4-FFF2-40B4-BE49-F238E27FC236}">
                <a16:creationId xmlns:a16="http://schemas.microsoft.com/office/drawing/2014/main" id="{67FC467D-88CB-F578-C5E2-4FDC668055E7}"/>
              </a:ext>
            </a:extLst>
          </p:cNvPr>
          <p:cNvCxnSpPr>
            <a:cxnSpLocks noChangeShapeType="1"/>
            <a:stCxn id="6147" idx="6"/>
            <a:endCxn id="6148" idx="2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57" name="AutoShape 13">
            <a:extLst>
              <a:ext uri="{FF2B5EF4-FFF2-40B4-BE49-F238E27FC236}">
                <a16:creationId xmlns:a16="http://schemas.microsoft.com/office/drawing/2014/main" id="{0A99F3E1-4B8D-E321-8BE2-A2F9DCCF3DB3}"/>
              </a:ext>
            </a:extLst>
          </p:cNvPr>
          <p:cNvCxnSpPr>
            <a:cxnSpLocks noChangeShapeType="1"/>
            <a:stCxn id="6150" idx="5"/>
            <a:endCxn id="6149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158" name="Oval 14">
            <a:extLst>
              <a:ext uri="{FF2B5EF4-FFF2-40B4-BE49-F238E27FC236}">
                <a16:creationId xmlns:a16="http://schemas.microsoft.com/office/drawing/2014/main" id="{8307ADB2-EAC3-C65D-06DB-6ED4999F5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6159" name="Oval 15">
            <a:extLst>
              <a:ext uri="{FF2B5EF4-FFF2-40B4-BE49-F238E27FC236}">
                <a16:creationId xmlns:a16="http://schemas.microsoft.com/office/drawing/2014/main" id="{4FF6AA24-EE4B-B811-DAA2-A96775F0E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6160" name="Oval 16">
            <a:extLst>
              <a:ext uri="{FF2B5EF4-FFF2-40B4-BE49-F238E27FC236}">
                <a16:creationId xmlns:a16="http://schemas.microsoft.com/office/drawing/2014/main" id="{826D4608-D883-6716-AF20-118D01734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6161" name="Oval 17">
            <a:extLst>
              <a:ext uri="{FF2B5EF4-FFF2-40B4-BE49-F238E27FC236}">
                <a16:creationId xmlns:a16="http://schemas.microsoft.com/office/drawing/2014/main" id="{AC52DC32-97F3-AF3C-0595-D11528067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6162" name="AutoShape 18">
            <a:extLst>
              <a:ext uri="{FF2B5EF4-FFF2-40B4-BE49-F238E27FC236}">
                <a16:creationId xmlns:a16="http://schemas.microsoft.com/office/drawing/2014/main" id="{953757EC-F77F-DD73-6682-05F3C8217DA7}"/>
              </a:ext>
            </a:extLst>
          </p:cNvPr>
          <p:cNvCxnSpPr>
            <a:cxnSpLocks noChangeShapeType="1"/>
            <a:stCxn id="6160" idx="5"/>
            <a:endCxn id="6158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63" name="AutoShape 19">
            <a:extLst>
              <a:ext uri="{FF2B5EF4-FFF2-40B4-BE49-F238E27FC236}">
                <a16:creationId xmlns:a16="http://schemas.microsoft.com/office/drawing/2014/main" id="{155B4AC6-C442-5FA4-72A2-9FE579C4AFFE}"/>
              </a:ext>
            </a:extLst>
          </p:cNvPr>
          <p:cNvCxnSpPr>
            <a:cxnSpLocks noChangeShapeType="1"/>
            <a:stCxn id="6161" idx="6"/>
            <a:endCxn id="6158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64" name="AutoShape 20">
            <a:extLst>
              <a:ext uri="{FF2B5EF4-FFF2-40B4-BE49-F238E27FC236}">
                <a16:creationId xmlns:a16="http://schemas.microsoft.com/office/drawing/2014/main" id="{B1249E77-DA85-913E-8F0B-17479023039C}"/>
              </a:ext>
            </a:extLst>
          </p:cNvPr>
          <p:cNvCxnSpPr>
            <a:cxnSpLocks noChangeShapeType="1"/>
            <a:stCxn id="6160" idx="4"/>
            <a:endCxn id="6161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65" name="AutoShape 21">
            <a:extLst>
              <a:ext uri="{FF2B5EF4-FFF2-40B4-BE49-F238E27FC236}">
                <a16:creationId xmlns:a16="http://schemas.microsoft.com/office/drawing/2014/main" id="{0AB73685-BFEC-C8AD-CA37-990D65CAFB0F}"/>
              </a:ext>
            </a:extLst>
          </p:cNvPr>
          <p:cNvCxnSpPr>
            <a:cxnSpLocks noChangeShapeType="1"/>
            <a:stCxn id="6160" idx="6"/>
            <a:endCxn id="6159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66" name="AutoShape 22">
            <a:extLst>
              <a:ext uri="{FF2B5EF4-FFF2-40B4-BE49-F238E27FC236}">
                <a16:creationId xmlns:a16="http://schemas.microsoft.com/office/drawing/2014/main" id="{820287AC-8F6C-6ED6-37B0-D0BB5AF21EF6}"/>
              </a:ext>
            </a:extLst>
          </p:cNvPr>
          <p:cNvCxnSpPr>
            <a:cxnSpLocks noChangeShapeType="1"/>
            <a:stCxn id="6149" idx="6"/>
            <a:endCxn id="6161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167" name="Text Box 23">
            <a:extLst>
              <a:ext uri="{FF2B5EF4-FFF2-40B4-BE49-F238E27FC236}">
                <a16:creationId xmlns:a16="http://schemas.microsoft.com/office/drawing/2014/main" id="{F19FF313-9603-727F-EE95-6FA450359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A</a:t>
            </a:r>
          </a:p>
        </p:txBody>
      </p:sp>
      <p:sp>
        <p:nvSpPr>
          <p:cNvPr id="6168" name="Text Box 24">
            <a:extLst>
              <a:ext uri="{FF2B5EF4-FFF2-40B4-BE49-F238E27FC236}">
                <a16:creationId xmlns:a16="http://schemas.microsoft.com/office/drawing/2014/main" id="{B6170C3E-C6BB-E191-369A-1AAFA3D05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6169" name="Text Box 25">
            <a:extLst>
              <a:ext uri="{FF2B5EF4-FFF2-40B4-BE49-F238E27FC236}">
                <a16:creationId xmlns:a16="http://schemas.microsoft.com/office/drawing/2014/main" id="{1C6D57F1-EB3E-93A0-0483-424F97F54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6170" name="Text Box 26">
            <a:extLst>
              <a:ext uri="{FF2B5EF4-FFF2-40B4-BE49-F238E27FC236}">
                <a16:creationId xmlns:a16="http://schemas.microsoft.com/office/drawing/2014/main" id="{BE7F662D-86BD-AFBB-89A2-621D5F011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6171" name="Text Box 27">
            <a:extLst>
              <a:ext uri="{FF2B5EF4-FFF2-40B4-BE49-F238E27FC236}">
                <a16:creationId xmlns:a16="http://schemas.microsoft.com/office/drawing/2014/main" id="{C1FA2BA8-C907-5FDA-1DBD-09388C15D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enqueue source node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2A23982-D9CB-AC51-F667-B12BC1E21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8195" name="Oval 3">
            <a:extLst>
              <a:ext uri="{FF2B5EF4-FFF2-40B4-BE49-F238E27FC236}">
                <a16:creationId xmlns:a16="http://schemas.microsoft.com/office/drawing/2014/main" id="{6F67A6F3-C3A0-3E45-0C83-875D04E6D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8196" name="Oval 4">
            <a:extLst>
              <a:ext uri="{FF2B5EF4-FFF2-40B4-BE49-F238E27FC236}">
                <a16:creationId xmlns:a16="http://schemas.microsoft.com/office/drawing/2014/main" id="{E3D4D2B7-61C4-F402-32C2-E600E8D16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B</a:t>
            </a:r>
          </a:p>
        </p:txBody>
      </p:sp>
      <p:sp>
        <p:nvSpPr>
          <p:cNvPr id="8197" name="Oval 5">
            <a:extLst>
              <a:ext uri="{FF2B5EF4-FFF2-40B4-BE49-F238E27FC236}">
                <a16:creationId xmlns:a16="http://schemas.microsoft.com/office/drawing/2014/main" id="{0F01A841-60A4-8D04-92A9-FDA65082A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8198" name="Oval 6">
            <a:extLst>
              <a:ext uri="{FF2B5EF4-FFF2-40B4-BE49-F238E27FC236}">
                <a16:creationId xmlns:a16="http://schemas.microsoft.com/office/drawing/2014/main" id="{0053B9C2-57F8-8A7A-E15B-848BB62D4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I</a:t>
            </a:r>
          </a:p>
        </p:txBody>
      </p:sp>
      <p:sp>
        <p:nvSpPr>
          <p:cNvPr id="8199" name="Oval 7">
            <a:extLst>
              <a:ext uri="{FF2B5EF4-FFF2-40B4-BE49-F238E27FC236}">
                <a16:creationId xmlns:a16="http://schemas.microsoft.com/office/drawing/2014/main" id="{BDE64406-5E7C-7FA3-BCF3-CBDC002E0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8200" name="AutoShape 8">
            <a:extLst>
              <a:ext uri="{FF2B5EF4-FFF2-40B4-BE49-F238E27FC236}">
                <a16:creationId xmlns:a16="http://schemas.microsoft.com/office/drawing/2014/main" id="{9D0B7569-850C-186E-2E76-194140679B9D}"/>
              </a:ext>
            </a:extLst>
          </p:cNvPr>
          <p:cNvCxnSpPr>
            <a:cxnSpLocks noChangeShapeType="1"/>
            <a:stCxn id="8195" idx="4"/>
            <a:endCxn id="8198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201" name="AutoShape 9">
            <a:extLst>
              <a:ext uri="{FF2B5EF4-FFF2-40B4-BE49-F238E27FC236}">
                <a16:creationId xmlns:a16="http://schemas.microsoft.com/office/drawing/2014/main" id="{907C85B0-B98A-32E6-183F-CF827443B707}"/>
              </a:ext>
            </a:extLst>
          </p:cNvPr>
          <p:cNvCxnSpPr>
            <a:cxnSpLocks noChangeShapeType="1"/>
            <a:stCxn id="8197" idx="0"/>
            <a:endCxn id="8196" idx="4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202" name="AutoShape 10">
            <a:extLst>
              <a:ext uri="{FF2B5EF4-FFF2-40B4-BE49-F238E27FC236}">
                <a16:creationId xmlns:a16="http://schemas.microsoft.com/office/drawing/2014/main" id="{EDC017D6-6CCC-AB69-2331-55E2DD8631DC}"/>
              </a:ext>
            </a:extLst>
          </p:cNvPr>
          <p:cNvCxnSpPr>
            <a:cxnSpLocks noChangeShapeType="1"/>
            <a:stCxn id="8199" idx="6"/>
            <a:endCxn id="8197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203" name="AutoShape 11">
            <a:extLst>
              <a:ext uri="{FF2B5EF4-FFF2-40B4-BE49-F238E27FC236}">
                <a16:creationId xmlns:a16="http://schemas.microsoft.com/office/drawing/2014/main" id="{2D0B5115-1182-05F3-4D38-5F452311B6DE}"/>
              </a:ext>
            </a:extLst>
          </p:cNvPr>
          <p:cNvCxnSpPr>
            <a:cxnSpLocks noChangeShapeType="1"/>
            <a:stCxn id="8198" idx="7"/>
            <a:endCxn id="8199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204" name="AutoShape 12">
            <a:extLst>
              <a:ext uri="{FF2B5EF4-FFF2-40B4-BE49-F238E27FC236}">
                <a16:creationId xmlns:a16="http://schemas.microsoft.com/office/drawing/2014/main" id="{F0A4927B-ADFD-FE51-8AA2-14B155E5CD39}"/>
              </a:ext>
            </a:extLst>
          </p:cNvPr>
          <p:cNvCxnSpPr>
            <a:cxnSpLocks noChangeShapeType="1"/>
            <a:stCxn id="8195" idx="6"/>
            <a:endCxn id="8196" idx="2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205" name="AutoShape 13">
            <a:extLst>
              <a:ext uri="{FF2B5EF4-FFF2-40B4-BE49-F238E27FC236}">
                <a16:creationId xmlns:a16="http://schemas.microsoft.com/office/drawing/2014/main" id="{D4AA0947-B4BD-D380-1FE4-886A7825BEA0}"/>
              </a:ext>
            </a:extLst>
          </p:cNvPr>
          <p:cNvCxnSpPr>
            <a:cxnSpLocks noChangeShapeType="1"/>
            <a:stCxn id="8198" idx="5"/>
            <a:endCxn id="8197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206" name="Oval 14">
            <a:extLst>
              <a:ext uri="{FF2B5EF4-FFF2-40B4-BE49-F238E27FC236}">
                <a16:creationId xmlns:a16="http://schemas.microsoft.com/office/drawing/2014/main" id="{9F72A2EC-AC02-0E3C-89FD-DD767BD36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8207" name="Oval 15">
            <a:extLst>
              <a:ext uri="{FF2B5EF4-FFF2-40B4-BE49-F238E27FC236}">
                <a16:creationId xmlns:a16="http://schemas.microsoft.com/office/drawing/2014/main" id="{3A7E4E6C-7EDD-6D5A-6B39-161254936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8208" name="Oval 16">
            <a:extLst>
              <a:ext uri="{FF2B5EF4-FFF2-40B4-BE49-F238E27FC236}">
                <a16:creationId xmlns:a16="http://schemas.microsoft.com/office/drawing/2014/main" id="{BD39C2FA-F4EE-FDC9-FC20-942C060F6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8209" name="Oval 17">
            <a:extLst>
              <a:ext uri="{FF2B5EF4-FFF2-40B4-BE49-F238E27FC236}">
                <a16:creationId xmlns:a16="http://schemas.microsoft.com/office/drawing/2014/main" id="{59E9E437-C9D5-67EF-8D0F-459E00CB1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8210" name="AutoShape 18">
            <a:extLst>
              <a:ext uri="{FF2B5EF4-FFF2-40B4-BE49-F238E27FC236}">
                <a16:creationId xmlns:a16="http://schemas.microsoft.com/office/drawing/2014/main" id="{10B8ABC8-ABAC-AC53-FC32-F32539017FA7}"/>
              </a:ext>
            </a:extLst>
          </p:cNvPr>
          <p:cNvCxnSpPr>
            <a:cxnSpLocks noChangeShapeType="1"/>
            <a:stCxn id="8208" idx="5"/>
            <a:endCxn id="8206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211" name="AutoShape 19">
            <a:extLst>
              <a:ext uri="{FF2B5EF4-FFF2-40B4-BE49-F238E27FC236}">
                <a16:creationId xmlns:a16="http://schemas.microsoft.com/office/drawing/2014/main" id="{6A740CF7-A21C-8FE9-F911-34788E723D04}"/>
              </a:ext>
            </a:extLst>
          </p:cNvPr>
          <p:cNvCxnSpPr>
            <a:cxnSpLocks noChangeShapeType="1"/>
            <a:stCxn id="8209" idx="6"/>
            <a:endCxn id="8206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212" name="AutoShape 20">
            <a:extLst>
              <a:ext uri="{FF2B5EF4-FFF2-40B4-BE49-F238E27FC236}">
                <a16:creationId xmlns:a16="http://schemas.microsoft.com/office/drawing/2014/main" id="{27BC04F6-4824-7D98-8787-84147F643399}"/>
              </a:ext>
            </a:extLst>
          </p:cNvPr>
          <p:cNvCxnSpPr>
            <a:cxnSpLocks noChangeShapeType="1"/>
            <a:stCxn id="8208" idx="4"/>
            <a:endCxn id="8209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213" name="AutoShape 21">
            <a:extLst>
              <a:ext uri="{FF2B5EF4-FFF2-40B4-BE49-F238E27FC236}">
                <a16:creationId xmlns:a16="http://schemas.microsoft.com/office/drawing/2014/main" id="{84F48714-1EA1-4F61-2B2F-447B43AA5EFB}"/>
              </a:ext>
            </a:extLst>
          </p:cNvPr>
          <p:cNvCxnSpPr>
            <a:cxnSpLocks noChangeShapeType="1"/>
            <a:stCxn id="8208" idx="6"/>
            <a:endCxn id="8207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214" name="AutoShape 22">
            <a:extLst>
              <a:ext uri="{FF2B5EF4-FFF2-40B4-BE49-F238E27FC236}">
                <a16:creationId xmlns:a16="http://schemas.microsoft.com/office/drawing/2014/main" id="{F4A54A38-1E07-E455-A3D5-04AC16D3D4F5}"/>
              </a:ext>
            </a:extLst>
          </p:cNvPr>
          <p:cNvCxnSpPr>
            <a:cxnSpLocks noChangeShapeType="1"/>
            <a:stCxn id="8197" idx="6"/>
            <a:endCxn id="8209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215" name="Text Box 23">
            <a:extLst>
              <a:ext uri="{FF2B5EF4-FFF2-40B4-BE49-F238E27FC236}">
                <a16:creationId xmlns:a16="http://schemas.microsoft.com/office/drawing/2014/main" id="{31261F86-CE80-81BC-03DB-9081BCB8F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A</a:t>
            </a:r>
          </a:p>
        </p:txBody>
      </p:sp>
      <p:sp>
        <p:nvSpPr>
          <p:cNvPr id="8216" name="Text Box 24">
            <a:extLst>
              <a:ext uri="{FF2B5EF4-FFF2-40B4-BE49-F238E27FC236}">
                <a16:creationId xmlns:a16="http://schemas.microsoft.com/office/drawing/2014/main" id="{5A602FC6-87BE-432C-7E94-12CE5BC2C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8217" name="Text Box 25">
            <a:extLst>
              <a:ext uri="{FF2B5EF4-FFF2-40B4-BE49-F238E27FC236}">
                <a16:creationId xmlns:a16="http://schemas.microsoft.com/office/drawing/2014/main" id="{9FF567CB-EBBF-590A-B21C-06D3FF441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8218" name="Text Box 26">
            <a:extLst>
              <a:ext uri="{FF2B5EF4-FFF2-40B4-BE49-F238E27FC236}">
                <a16:creationId xmlns:a16="http://schemas.microsoft.com/office/drawing/2014/main" id="{48D8A4CD-8E97-BC44-B60C-33970AB5C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8219" name="Text Box 27">
            <a:extLst>
              <a:ext uri="{FF2B5EF4-FFF2-40B4-BE49-F238E27FC236}">
                <a16:creationId xmlns:a16="http://schemas.microsoft.com/office/drawing/2014/main" id="{94C3EF1A-AA81-4687-3E5E-96BD42E49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dequeue next vertex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96CDA53-2777-4D96-A831-BEC2B4C9AA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67B04828-0B92-C5DF-B252-5A85DE1D1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endParaRPr kumimoji="1" lang="en-US" altLang="en-US" sz="2000" b="1">
              <a:latin typeface="Courier New" panose="02070309020205020404" pitchFamily="49" charset="0"/>
            </a:endParaRPr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E3A0954A-040F-3F97-EBB6-F0B094EBC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10245" name="Text Box 5">
            <a:extLst>
              <a:ext uri="{FF2B5EF4-FFF2-40B4-BE49-F238E27FC236}">
                <a16:creationId xmlns:a16="http://schemas.microsoft.com/office/drawing/2014/main" id="{18350602-BA92-BEC5-7D9F-207E00C5F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A</a:t>
            </a:r>
          </a:p>
        </p:txBody>
      </p:sp>
      <p:sp>
        <p:nvSpPr>
          <p:cNvPr id="10246" name="Oval 6">
            <a:extLst>
              <a:ext uri="{FF2B5EF4-FFF2-40B4-BE49-F238E27FC236}">
                <a16:creationId xmlns:a16="http://schemas.microsoft.com/office/drawing/2014/main" id="{CC53D077-756E-9C17-5FE9-54CBB1FD1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0247" name="Oval 7">
            <a:extLst>
              <a:ext uri="{FF2B5EF4-FFF2-40B4-BE49-F238E27FC236}">
                <a16:creationId xmlns:a16="http://schemas.microsoft.com/office/drawing/2014/main" id="{2E6A33A0-A894-521A-8D01-32F9AE0F3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B</a:t>
            </a:r>
          </a:p>
        </p:txBody>
      </p:sp>
      <p:sp>
        <p:nvSpPr>
          <p:cNvPr id="10248" name="Oval 8">
            <a:extLst>
              <a:ext uri="{FF2B5EF4-FFF2-40B4-BE49-F238E27FC236}">
                <a16:creationId xmlns:a16="http://schemas.microsoft.com/office/drawing/2014/main" id="{BFB06C23-AB7F-37C8-9892-551D3CA0C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10249" name="Oval 9">
            <a:extLst>
              <a:ext uri="{FF2B5EF4-FFF2-40B4-BE49-F238E27FC236}">
                <a16:creationId xmlns:a16="http://schemas.microsoft.com/office/drawing/2014/main" id="{792EF539-0CC7-3264-CFBE-76C610E24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I</a:t>
            </a:r>
          </a:p>
        </p:txBody>
      </p:sp>
      <p:sp>
        <p:nvSpPr>
          <p:cNvPr id="10250" name="Oval 10">
            <a:extLst>
              <a:ext uri="{FF2B5EF4-FFF2-40B4-BE49-F238E27FC236}">
                <a16:creationId xmlns:a16="http://schemas.microsoft.com/office/drawing/2014/main" id="{F4512089-D820-1EE0-6EF3-8F5A0FC6D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10251" name="AutoShape 11">
            <a:extLst>
              <a:ext uri="{FF2B5EF4-FFF2-40B4-BE49-F238E27FC236}">
                <a16:creationId xmlns:a16="http://schemas.microsoft.com/office/drawing/2014/main" id="{F9158E79-CCA8-5236-CE16-81437DD48B81}"/>
              </a:ext>
            </a:extLst>
          </p:cNvPr>
          <p:cNvCxnSpPr>
            <a:cxnSpLocks noChangeShapeType="1"/>
            <a:stCxn id="10246" idx="4"/>
            <a:endCxn id="10249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52" name="AutoShape 12">
            <a:extLst>
              <a:ext uri="{FF2B5EF4-FFF2-40B4-BE49-F238E27FC236}">
                <a16:creationId xmlns:a16="http://schemas.microsoft.com/office/drawing/2014/main" id="{1802FDA2-C4C2-7BFA-A55D-2E6FD0E5C422}"/>
              </a:ext>
            </a:extLst>
          </p:cNvPr>
          <p:cNvCxnSpPr>
            <a:cxnSpLocks noChangeShapeType="1"/>
            <a:stCxn id="10248" idx="0"/>
            <a:endCxn id="10247" idx="4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53" name="AutoShape 13">
            <a:extLst>
              <a:ext uri="{FF2B5EF4-FFF2-40B4-BE49-F238E27FC236}">
                <a16:creationId xmlns:a16="http://schemas.microsoft.com/office/drawing/2014/main" id="{01646F60-1762-CAC4-0016-1D0C52E95D23}"/>
              </a:ext>
            </a:extLst>
          </p:cNvPr>
          <p:cNvCxnSpPr>
            <a:cxnSpLocks noChangeShapeType="1"/>
            <a:stCxn id="10250" idx="6"/>
            <a:endCxn id="10248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54" name="AutoShape 14">
            <a:extLst>
              <a:ext uri="{FF2B5EF4-FFF2-40B4-BE49-F238E27FC236}">
                <a16:creationId xmlns:a16="http://schemas.microsoft.com/office/drawing/2014/main" id="{F4777907-C292-F05A-1A98-61EA245BD369}"/>
              </a:ext>
            </a:extLst>
          </p:cNvPr>
          <p:cNvCxnSpPr>
            <a:cxnSpLocks noChangeShapeType="1"/>
            <a:stCxn id="10249" idx="7"/>
            <a:endCxn id="10250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55" name="AutoShape 15">
            <a:extLst>
              <a:ext uri="{FF2B5EF4-FFF2-40B4-BE49-F238E27FC236}">
                <a16:creationId xmlns:a16="http://schemas.microsoft.com/office/drawing/2014/main" id="{5E5239F3-AD26-F9F6-D6C3-FA241165ADC5}"/>
              </a:ext>
            </a:extLst>
          </p:cNvPr>
          <p:cNvCxnSpPr>
            <a:cxnSpLocks noChangeShapeType="1"/>
            <a:stCxn id="10246" idx="6"/>
            <a:endCxn id="10247" idx="2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56" name="AutoShape 16">
            <a:extLst>
              <a:ext uri="{FF2B5EF4-FFF2-40B4-BE49-F238E27FC236}">
                <a16:creationId xmlns:a16="http://schemas.microsoft.com/office/drawing/2014/main" id="{BA948FCF-D3D6-1A22-86F7-2F26CC231081}"/>
              </a:ext>
            </a:extLst>
          </p:cNvPr>
          <p:cNvCxnSpPr>
            <a:cxnSpLocks noChangeShapeType="1"/>
            <a:stCxn id="10249" idx="5"/>
            <a:endCxn id="10248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0257" name="Oval 17">
            <a:extLst>
              <a:ext uri="{FF2B5EF4-FFF2-40B4-BE49-F238E27FC236}">
                <a16:creationId xmlns:a16="http://schemas.microsoft.com/office/drawing/2014/main" id="{87BB1E84-27A4-7346-7BDF-AD78130C9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10258" name="Oval 18">
            <a:extLst>
              <a:ext uri="{FF2B5EF4-FFF2-40B4-BE49-F238E27FC236}">
                <a16:creationId xmlns:a16="http://schemas.microsoft.com/office/drawing/2014/main" id="{F6C2AF8D-28E1-74DA-511E-BE3AFA566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10259" name="Oval 19">
            <a:extLst>
              <a:ext uri="{FF2B5EF4-FFF2-40B4-BE49-F238E27FC236}">
                <a16:creationId xmlns:a16="http://schemas.microsoft.com/office/drawing/2014/main" id="{BBCECD84-60AE-27F5-38F5-12EF85352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10260" name="Oval 20">
            <a:extLst>
              <a:ext uri="{FF2B5EF4-FFF2-40B4-BE49-F238E27FC236}">
                <a16:creationId xmlns:a16="http://schemas.microsoft.com/office/drawing/2014/main" id="{00B3FF2F-74A0-12FD-D61E-432EB0E93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10261" name="AutoShape 21">
            <a:extLst>
              <a:ext uri="{FF2B5EF4-FFF2-40B4-BE49-F238E27FC236}">
                <a16:creationId xmlns:a16="http://schemas.microsoft.com/office/drawing/2014/main" id="{7998581B-503B-3602-726A-12FF6088CA4F}"/>
              </a:ext>
            </a:extLst>
          </p:cNvPr>
          <p:cNvCxnSpPr>
            <a:cxnSpLocks noChangeShapeType="1"/>
            <a:stCxn id="10259" idx="5"/>
            <a:endCxn id="10257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62" name="AutoShape 22">
            <a:extLst>
              <a:ext uri="{FF2B5EF4-FFF2-40B4-BE49-F238E27FC236}">
                <a16:creationId xmlns:a16="http://schemas.microsoft.com/office/drawing/2014/main" id="{88201ADE-2FDF-D857-A5FA-8DB43122CDB8}"/>
              </a:ext>
            </a:extLst>
          </p:cNvPr>
          <p:cNvCxnSpPr>
            <a:cxnSpLocks noChangeShapeType="1"/>
            <a:stCxn id="10260" idx="6"/>
            <a:endCxn id="10257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63" name="AutoShape 23">
            <a:extLst>
              <a:ext uri="{FF2B5EF4-FFF2-40B4-BE49-F238E27FC236}">
                <a16:creationId xmlns:a16="http://schemas.microsoft.com/office/drawing/2014/main" id="{1676656F-CD02-E6E4-800A-87C701602563}"/>
              </a:ext>
            </a:extLst>
          </p:cNvPr>
          <p:cNvCxnSpPr>
            <a:cxnSpLocks noChangeShapeType="1"/>
            <a:stCxn id="10259" idx="4"/>
            <a:endCxn id="10260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64" name="AutoShape 24">
            <a:extLst>
              <a:ext uri="{FF2B5EF4-FFF2-40B4-BE49-F238E27FC236}">
                <a16:creationId xmlns:a16="http://schemas.microsoft.com/office/drawing/2014/main" id="{C5B6DDEC-8F97-5E17-6F64-998CCC8E81A6}"/>
              </a:ext>
            </a:extLst>
          </p:cNvPr>
          <p:cNvCxnSpPr>
            <a:cxnSpLocks noChangeShapeType="1"/>
            <a:stCxn id="10259" idx="6"/>
            <a:endCxn id="10258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65" name="AutoShape 25">
            <a:extLst>
              <a:ext uri="{FF2B5EF4-FFF2-40B4-BE49-F238E27FC236}">
                <a16:creationId xmlns:a16="http://schemas.microsoft.com/office/drawing/2014/main" id="{E3FB2EDB-04AA-2367-6A1E-373AA4844ACC}"/>
              </a:ext>
            </a:extLst>
          </p:cNvPr>
          <p:cNvCxnSpPr>
            <a:cxnSpLocks noChangeShapeType="1"/>
            <a:stCxn id="10248" idx="6"/>
            <a:endCxn id="10260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0266" name="Text Box 26">
            <a:extLst>
              <a:ext uri="{FF2B5EF4-FFF2-40B4-BE49-F238E27FC236}">
                <a16:creationId xmlns:a16="http://schemas.microsoft.com/office/drawing/2014/main" id="{8ED5B103-A12C-6E49-AA02-11C135D6C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10267" name="Text Box 27">
            <a:extLst>
              <a:ext uri="{FF2B5EF4-FFF2-40B4-BE49-F238E27FC236}">
                <a16:creationId xmlns:a16="http://schemas.microsoft.com/office/drawing/2014/main" id="{571B6A08-5EB2-88AD-6BA1-CD70AAB28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3CF361B-AA39-4D94-3B88-06A02E53EA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12291" name="Text Box 3">
            <a:extLst>
              <a:ext uri="{FF2B5EF4-FFF2-40B4-BE49-F238E27FC236}">
                <a16:creationId xmlns:a16="http://schemas.microsoft.com/office/drawing/2014/main" id="{18357F37-B500-B1D9-27F0-4EC7E662B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12292" name="Text Box 4">
            <a:extLst>
              <a:ext uri="{FF2B5EF4-FFF2-40B4-BE49-F238E27FC236}">
                <a16:creationId xmlns:a16="http://schemas.microsoft.com/office/drawing/2014/main" id="{1739F5E2-932D-82E9-A128-8999F1C0F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12293" name="Text Box 5">
            <a:extLst>
              <a:ext uri="{FF2B5EF4-FFF2-40B4-BE49-F238E27FC236}">
                <a16:creationId xmlns:a16="http://schemas.microsoft.com/office/drawing/2014/main" id="{5D389CD9-FDAF-0345-3D0D-4A7ADA58B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A</a:t>
            </a:r>
          </a:p>
        </p:txBody>
      </p:sp>
      <p:sp>
        <p:nvSpPr>
          <p:cNvPr id="12294" name="Oval 6">
            <a:extLst>
              <a:ext uri="{FF2B5EF4-FFF2-40B4-BE49-F238E27FC236}">
                <a16:creationId xmlns:a16="http://schemas.microsoft.com/office/drawing/2014/main" id="{E5363FD9-8AED-F043-5078-FCF2EEACC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2295" name="Oval 7">
            <a:extLst>
              <a:ext uri="{FF2B5EF4-FFF2-40B4-BE49-F238E27FC236}">
                <a16:creationId xmlns:a16="http://schemas.microsoft.com/office/drawing/2014/main" id="{50B2461E-AC54-FA60-DC43-50FCA6888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B</a:t>
            </a:r>
          </a:p>
        </p:txBody>
      </p:sp>
      <p:sp>
        <p:nvSpPr>
          <p:cNvPr id="12296" name="Oval 8">
            <a:extLst>
              <a:ext uri="{FF2B5EF4-FFF2-40B4-BE49-F238E27FC236}">
                <a16:creationId xmlns:a16="http://schemas.microsoft.com/office/drawing/2014/main" id="{7ED011A5-D8A0-7FDE-0A26-9F468A031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12297" name="Oval 9">
            <a:extLst>
              <a:ext uri="{FF2B5EF4-FFF2-40B4-BE49-F238E27FC236}">
                <a16:creationId xmlns:a16="http://schemas.microsoft.com/office/drawing/2014/main" id="{DBC3D6EE-6334-196A-F095-4456F70C4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I</a:t>
            </a:r>
          </a:p>
        </p:txBody>
      </p:sp>
      <p:sp>
        <p:nvSpPr>
          <p:cNvPr id="12298" name="Oval 10">
            <a:extLst>
              <a:ext uri="{FF2B5EF4-FFF2-40B4-BE49-F238E27FC236}">
                <a16:creationId xmlns:a16="http://schemas.microsoft.com/office/drawing/2014/main" id="{46C1209E-3BB7-F178-10C5-256BBD894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12299" name="AutoShape 11">
            <a:extLst>
              <a:ext uri="{FF2B5EF4-FFF2-40B4-BE49-F238E27FC236}">
                <a16:creationId xmlns:a16="http://schemas.microsoft.com/office/drawing/2014/main" id="{20C0D43D-6CFD-0F1E-635D-7883315B9CEF}"/>
              </a:ext>
            </a:extLst>
          </p:cNvPr>
          <p:cNvCxnSpPr>
            <a:cxnSpLocks noChangeShapeType="1"/>
            <a:stCxn id="12294" idx="4"/>
            <a:endCxn id="12297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00" name="AutoShape 12">
            <a:extLst>
              <a:ext uri="{FF2B5EF4-FFF2-40B4-BE49-F238E27FC236}">
                <a16:creationId xmlns:a16="http://schemas.microsoft.com/office/drawing/2014/main" id="{39901614-24EE-5109-C7C2-50C22331B306}"/>
              </a:ext>
            </a:extLst>
          </p:cNvPr>
          <p:cNvCxnSpPr>
            <a:cxnSpLocks noChangeShapeType="1"/>
            <a:stCxn id="12296" idx="0"/>
            <a:endCxn id="12295" idx="4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01" name="AutoShape 13">
            <a:extLst>
              <a:ext uri="{FF2B5EF4-FFF2-40B4-BE49-F238E27FC236}">
                <a16:creationId xmlns:a16="http://schemas.microsoft.com/office/drawing/2014/main" id="{711ECF2D-99C0-72F4-44D3-1937AE68A830}"/>
              </a:ext>
            </a:extLst>
          </p:cNvPr>
          <p:cNvCxnSpPr>
            <a:cxnSpLocks noChangeShapeType="1"/>
            <a:stCxn id="12298" idx="6"/>
            <a:endCxn id="12296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02" name="AutoShape 14">
            <a:extLst>
              <a:ext uri="{FF2B5EF4-FFF2-40B4-BE49-F238E27FC236}">
                <a16:creationId xmlns:a16="http://schemas.microsoft.com/office/drawing/2014/main" id="{1C58351A-349C-0308-7D3D-A2413393E29E}"/>
              </a:ext>
            </a:extLst>
          </p:cNvPr>
          <p:cNvCxnSpPr>
            <a:cxnSpLocks noChangeShapeType="1"/>
            <a:stCxn id="12297" idx="7"/>
            <a:endCxn id="12298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03" name="AutoShape 15">
            <a:extLst>
              <a:ext uri="{FF2B5EF4-FFF2-40B4-BE49-F238E27FC236}">
                <a16:creationId xmlns:a16="http://schemas.microsoft.com/office/drawing/2014/main" id="{192CF2E3-CF90-3F33-8574-3B3CB32EBB93}"/>
              </a:ext>
            </a:extLst>
          </p:cNvPr>
          <p:cNvCxnSpPr>
            <a:cxnSpLocks noChangeShapeType="1"/>
            <a:stCxn id="12294" idx="6"/>
            <a:endCxn id="12295" idx="2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04" name="AutoShape 16">
            <a:extLst>
              <a:ext uri="{FF2B5EF4-FFF2-40B4-BE49-F238E27FC236}">
                <a16:creationId xmlns:a16="http://schemas.microsoft.com/office/drawing/2014/main" id="{6175173F-6737-B354-2F8E-1F86D9797844}"/>
              </a:ext>
            </a:extLst>
          </p:cNvPr>
          <p:cNvCxnSpPr>
            <a:cxnSpLocks noChangeShapeType="1"/>
            <a:stCxn id="12297" idx="5"/>
            <a:endCxn id="12296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2305" name="Oval 17">
            <a:extLst>
              <a:ext uri="{FF2B5EF4-FFF2-40B4-BE49-F238E27FC236}">
                <a16:creationId xmlns:a16="http://schemas.microsoft.com/office/drawing/2014/main" id="{B7DE7769-101F-9691-1098-8CF5888BB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12306" name="Oval 18">
            <a:extLst>
              <a:ext uri="{FF2B5EF4-FFF2-40B4-BE49-F238E27FC236}">
                <a16:creationId xmlns:a16="http://schemas.microsoft.com/office/drawing/2014/main" id="{07FDFFF1-7648-1A23-D044-CD2755BFC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12307" name="Oval 19">
            <a:extLst>
              <a:ext uri="{FF2B5EF4-FFF2-40B4-BE49-F238E27FC236}">
                <a16:creationId xmlns:a16="http://schemas.microsoft.com/office/drawing/2014/main" id="{84AF1BCD-95BD-0FFC-DFD3-1FA05E3A5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12308" name="Oval 20">
            <a:extLst>
              <a:ext uri="{FF2B5EF4-FFF2-40B4-BE49-F238E27FC236}">
                <a16:creationId xmlns:a16="http://schemas.microsoft.com/office/drawing/2014/main" id="{FD1BF063-57E3-4A42-E13A-12DB0849A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12309" name="AutoShape 21">
            <a:extLst>
              <a:ext uri="{FF2B5EF4-FFF2-40B4-BE49-F238E27FC236}">
                <a16:creationId xmlns:a16="http://schemas.microsoft.com/office/drawing/2014/main" id="{2D5EA166-CAC1-4141-10A6-581E8A7834D3}"/>
              </a:ext>
            </a:extLst>
          </p:cNvPr>
          <p:cNvCxnSpPr>
            <a:cxnSpLocks noChangeShapeType="1"/>
            <a:stCxn id="12307" idx="5"/>
            <a:endCxn id="12305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10" name="AutoShape 22">
            <a:extLst>
              <a:ext uri="{FF2B5EF4-FFF2-40B4-BE49-F238E27FC236}">
                <a16:creationId xmlns:a16="http://schemas.microsoft.com/office/drawing/2014/main" id="{9E866914-18D2-7F28-E62D-5A8F93104FAD}"/>
              </a:ext>
            </a:extLst>
          </p:cNvPr>
          <p:cNvCxnSpPr>
            <a:cxnSpLocks noChangeShapeType="1"/>
            <a:stCxn id="12308" idx="6"/>
            <a:endCxn id="12305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11" name="AutoShape 23">
            <a:extLst>
              <a:ext uri="{FF2B5EF4-FFF2-40B4-BE49-F238E27FC236}">
                <a16:creationId xmlns:a16="http://schemas.microsoft.com/office/drawing/2014/main" id="{AFD5F055-14D8-46E9-1E17-43D7BC7325BF}"/>
              </a:ext>
            </a:extLst>
          </p:cNvPr>
          <p:cNvCxnSpPr>
            <a:cxnSpLocks noChangeShapeType="1"/>
            <a:stCxn id="12307" idx="4"/>
            <a:endCxn id="12308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12" name="AutoShape 24">
            <a:extLst>
              <a:ext uri="{FF2B5EF4-FFF2-40B4-BE49-F238E27FC236}">
                <a16:creationId xmlns:a16="http://schemas.microsoft.com/office/drawing/2014/main" id="{63024C77-6275-8612-8560-F56BEFE14885}"/>
              </a:ext>
            </a:extLst>
          </p:cNvPr>
          <p:cNvCxnSpPr>
            <a:cxnSpLocks noChangeShapeType="1"/>
            <a:stCxn id="12307" idx="6"/>
            <a:endCxn id="12306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13" name="AutoShape 25">
            <a:extLst>
              <a:ext uri="{FF2B5EF4-FFF2-40B4-BE49-F238E27FC236}">
                <a16:creationId xmlns:a16="http://schemas.microsoft.com/office/drawing/2014/main" id="{1C9520BE-D24C-3B81-D620-6192FA0AAFD9}"/>
              </a:ext>
            </a:extLst>
          </p:cNvPr>
          <p:cNvCxnSpPr>
            <a:cxnSpLocks noChangeShapeType="1"/>
            <a:stCxn id="12296" idx="6"/>
            <a:endCxn id="12308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314" name="AutoShape 26">
            <a:extLst>
              <a:ext uri="{FF2B5EF4-FFF2-40B4-BE49-F238E27FC236}">
                <a16:creationId xmlns:a16="http://schemas.microsoft.com/office/drawing/2014/main" id="{7D234FBD-998E-B6F3-847A-3A80CEF16A4A}"/>
              </a:ext>
            </a:extLst>
          </p:cNvPr>
          <p:cNvCxnSpPr>
            <a:cxnSpLocks noChangeShapeType="1"/>
            <a:stCxn id="12294" idx="6"/>
            <a:endCxn id="12295" idx="2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2315" name="Text Box 27">
            <a:extLst>
              <a:ext uri="{FF2B5EF4-FFF2-40B4-BE49-F238E27FC236}">
                <a16:creationId xmlns:a16="http://schemas.microsoft.com/office/drawing/2014/main" id="{BDE322CB-9E7C-E83F-ECA5-1C2E79FBE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12316" name="Text Box 28">
            <a:extLst>
              <a:ext uri="{FF2B5EF4-FFF2-40B4-BE49-F238E27FC236}">
                <a16:creationId xmlns:a16="http://schemas.microsoft.com/office/drawing/2014/main" id="{66C4A850-2CA0-5D31-963D-A3A344E6D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A39E1F5-BED9-3F62-EF70-A443066010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dirty="0"/>
              <a:t>Breadth First Search</a:t>
            </a:r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938C86EC-A125-87AA-405E-FE6B96F29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B</a:t>
            </a:r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C25FD898-123E-F1A3-0AF7-153C2EEB7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14341" name="Text Box 5">
            <a:extLst>
              <a:ext uri="{FF2B5EF4-FFF2-40B4-BE49-F238E27FC236}">
                <a16:creationId xmlns:a16="http://schemas.microsoft.com/office/drawing/2014/main" id="{AD283C63-2764-2860-249B-80238AAE2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B discovered</a:t>
            </a:r>
          </a:p>
        </p:txBody>
      </p:sp>
      <p:sp>
        <p:nvSpPr>
          <p:cNvPr id="14342" name="Oval 6">
            <a:extLst>
              <a:ext uri="{FF2B5EF4-FFF2-40B4-BE49-F238E27FC236}">
                <a16:creationId xmlns:a16="http://schemas.microsoft.com/office/drawing/2014/main" id="{BA593C22-326D-6A8C-5365-788D3D3BC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4343" name="Oval 7">
            <a:extLst>
              <a:ext uri="{FF2B5EF4-FFF2-40B4-BE49-F238E27FC236}">
                <a16:creationId xmlns:a16="http://schemas.microsoft.com/office/drawing/2014/main" id="{8376B324-D997-5344-2E7A-FD1C3ED57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4344" name="Oval 8">
            <a:extLst>
              <a:ext uri="{FF2B5EF4-FFF2-40B4-BE49-F238E27FC236}">
                <a16:creationId xmlns:a16="http://schemas.microsoft.com/office/drawing/2014/main" id="{AE273FE9-9A20-8E58-FD00-D57E0E50D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14345" name="Oval 9">
            <a:extLst>
              <a:ext uri="{FF2B5EF4-FFF2-40B4-BE49-F238E27FC236}">
                <a16:creationId xmlns:a16="http://schemas.microsoft.com/office/drawing/2014/main" id="{098AF70E-C235-46BC-37EF-9E6E08078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I</a:t>
            </a:r>
          </a:p>
        </p:txBody>
      </p:sp>
      <p:sp>
        <p:nvSpPr>
          <p:cNvPr id="14346" name="Oval 10">
            <a:extLst>
              <a:ext uri="{FF2B5EF4-FFF2-40B4-BE49-F238E27FC236}">
                <a16:creationId xmlns:a16="http://schemas.microsoft.com/office/drawing/2014/main" id="{77FD353E-AF7D-FB9E-E789-43EF78DA3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14347" name="AutoShape 11">
            <a:extLst>
              <a:ext uri="{FF2B5EF4-FFF2-40B4-BE49-F238E27FC236}">
                <a16:creationId xmlns:a16="http://schemas.microsoft.com/office/drawing/2014/main" id="{3F834D9A-B169-0E3C-69C7-5F53A34F608D}"/>
              </a:ext>
            </a:extLst>
          </p:cNvPr>
          <p:cNvCxnSpPr>
            <a:cxnSpLocks noChangeShapeType="1"/>
            <a:stCxn id="14342" idx="4"/>
            <a:endCxn id="14345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348" name="AutoShape 12">
            <a:extLst>
              <a:ext uri="{FF2B5EF4-FFF2-40B4-BE49-F238E27FC236}">
                <a16:creationId xmlns:a16="http://schemas.microsoft.com/office/drawing/2014/main" id="{92DBF91F-63B1-4738-4448-D5ADD75E9313}"/>
              </a:ext>
            </a:extLst>
          </p:cNvPr>
          <p:cNvCxnSpPr>
            <a:cxnSpLocks noChangeShapeType="1"/>
            <a:stCxn id="14344" idx="0"/>
            <a:endCxn id="14343" idx="4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349" name="AutoShape 13">
            <a:extLst>
              <a:ext uri="{FF2B5EF4-FFF2-40B4-BE49-F238E27FC236}">
                <a16:creationId xmlns:a16="http://schemas.microsoft.com/office/drawing/2014/main" id="{92B8F679-9C3E-3747-DBED-5F61AF80F210}"/>
              </a:ext>
            </a:extLst>
          </p:cNvPr>
          <p:cNvCxnSpPr>
            <a:cxnSpLocks noChangeShapeType="1"/>
            <a:stCxn id="14346" idx="6"/>
            <a:endCxn id="14344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350" name="AutoShape 14">
            <a:extLst>
              <a:ext uri="{FF2B5EF4-FFF2-40B4-BE49-F238E27FC236}">
                <a16:creationId xmlns:a16="http://schemas.microsoft.com/office/drawing/2014/main" id="{D6BD5497-68E8-EE34-041B-9CB970C72285}"/>
              </a:ext>
            </a:extLst>
          </p:cNvPr>
          <p:cNvCxnSpPr>
            <a:cxnSpLocks noChangeShapeType="1"/>
            <a:stCxn id="14345" idx="7"/>
            <a:endCxn id="14346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351" name="AutoShape 15">
            <a:extLst>
              <a:ext uri="{FF2B5EF4-FFF2-40B4-BE49-F238E27FC236}">
                <a16:creationId xmlns:a16="http://schemas.microsoft.com/office/drawing/2014/main" id="{B7838613-4E47-37A7-DD78-44ED545AA787}"/>
              </a:ext>
            </a:extLst>
          </p:cNvPr>
          <p:cNvCxnSpPr>
            <a:cxnSpLocks noChangeShapeType="1"/>
            <a:stCxn id="14342" idx="6"/>
            <a:endCxn id="14343" idx="2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352" name="AutoShape 16">
            <a:extLst>
              <a:ext uri="{FF2B5EF4-FFF2-40B4-BE49-F238E27FC236}">
                <a16:creationId xmlns:a16="http://schemas.microsoft.com/office/drawing/2014/main" id="{95C5C2D6-DE17-65E4-7EF4-A44B62E24A42}"/>
              </a:ext>
            </a:extLst>
          </p:cNvPr>
          <p:cNvCxnSpPr>
            <a:cxnSpLocks noChangeShapeType="1"/>
            <a:stCxn id="14345" idx="5"/>
            <a:endCxn id="14344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4353" name="Oval 17">
            <a:extLst>
              <a:ext uri="{FF2B5EF4-FFF2-40B4-BE49-F238E27FC236}">
                <a16:creationId xmlns:a16="http://schemas.microsoft.com/office/drawing/2014/main" id="{98EF3297-9C4E-6873-5BD4-4E47C57C0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14354" name="Oval 18">
            <a:extLst>
              <a:ext uri="{FF2B5EF4-FFF2-40B4-BE49-F238E27FC236}">
                <a16:creationId xmlns:a16="http://schemas.microsoft.com/office/drawing/2014/main" id="{5211D07C-6E0C-FE7A-6DCA-6595594A4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14355" name="Oval 19">
            <a:extLst>
              <a:ext uri="{FF2B5EF4-FFF2-40B4-BE49-F238E27FC236}">
                <a16:creationId xmlns:a16="http://schemas.microsoft.com/office/drawing/2014/main" id="{1BE3245E-4AA2-2F68-7BCE-03507F4CE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14356" name="Oval 20">
            <a:extLst>
              <a:ext uri="{FF2B5EF4-FFF2-40B4-BE49-F238E27FC236}">
                <a16:creationId xmlns:a16="http://schemas.microsoft.com/office/drawing/2014/main" id="{087C9B9B-0CA7-8894-0898-1FEFA0D9F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14357" name="AutoShape 21">
            <a:extLst>
              <a:ext uri="{FF2B5EF4-FFF2-40B4-BE49-F238E27FC236}">
                <a16:creationId xmlns:a16="http://schemas.microsoft.com/office/drawing/2014/main" id="{5D0CA9FB-3BBD-8FEE-6D2A-FD698F1D9796}"/>
              </a:ext>
            </a:extLst>
          </p:cNvPr>
          <p:cNvCxnSpPr>
            <a:cxnSpLocks noChangeShapeType="1"/>
            <a:stCxn id="14355" idx="5"/>
            <a:endCxn id="14353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358" name="AutoShape 22">
            <a:extLst>
              <a:ext uri="{FF2B5EF4-FFF2-40B4-BE49-F238E27FC236}">
                <a16:creationId xmlns:a16="http://schemas.microsoft.com/office/drawing/2014/main" id="{138A8246-2890-AFF8-EDBA-E9D80EBA52C3}"/>
              </a:ext>
            </a:extLst>
          </p:cNvPr>
          <p:cNvCxnSpPr>
            <a:cxnSpLocks noChangeShapeType="1"/>
            <a:stCxn id="14356" idx="6"/>
            <a:endCxn id="14353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359" name="AutoShape 23">
            <a:extLst>
              <a:ext uri="{FF2B5EF4-FFF2-40B4-BE49-F238E27FC236}">
                <a16:creationId xmlns:a16="http://schemas.microsoft.com/office/drawing/2014/main" id="{BB879B9C-CA6A-34BD-E6DB-A63B5765BE85}"/>
              </a:ext>
            </a:extLst>
          </p:cNvPr>
          <p:cNvCxnSpPr>
            <a:cxnSpLocks noChangeShapeType="1"/>
            <a:stCxn id="14355" idx="4"/>
            <a:endCxn id="14356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360" name="AutoShape 24">
            <a:extLst>
              <a:ext uri="{FF2B5EF4-FFF2-40B4-BE49-F238E27FC236}">
                <a16:creationId xmlns:a16="http://schemas.microsoft.com/office/drawing/2014/main" id="{5AB59089-C4BE-FA19-54F0-0DB0B15A3252}"/>
              </a:ext>
            </a:extLst>
          </p:cNvPr>
          <p:cNvCxnSpPr>
            <a:cxnSpLocks noChangeShapeType="1"/>
            <a:stCxn id="14355" idx="6"/>
            <a:endCxn id="14354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4361" name="AutoShape 25">
            <a:extLst>
              <a:ext uri="{FF2B5EF4-FFF2-40B4-BE49-F238E27FC236}">
                <a16:creationId xmlns:a16="http://schemas.microsoft.com/office/drawing/2014/main" id="{D2980CC3-A3DE-C2C0-ED4A-497EF04C4251}"/>
              </a:ext>
            </a:extLst>
          </p:cNvPr>
          <p:cNvCxnSpPr>
            <a:cxnSpLocks noChangeShapeType="1"/>
            <a:stCxn id="14344" idx="6"/>
            <a:endCxn id="14356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4362" name="Text Box 26">
            <a:extLst>
              <a:ext uri="{FF2B5EF4-FFF2-40B4-BE49-F238E27FC236}">
                <a16:creationId xmlns:a16="http://schemas.microsoft.com/office/drawing/2014/main" id="{6C7EE88F-E375-5BA9-791F-7BAA35FFC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14363" name="Text Box 27">
            <a:extLst>
              <a:ext uri="{FF2B5EF4-FFF2-40B4-BE49-F238E27FC236}">
                <a16:creationId xmlns:a16="http://schemas.microsoft.com/office/drawing/2014/main" id="{D40BA2BC-B47F-19E9-3D91-89485E50D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14364" name="AutoShape 28">
            <a:extLst>
              <a:ext uri="{FF2B5EF4-FFF2-40B4-BE49-F238E27FC236}">
                <a16:creationId xmlns:a16="http://schemas.microsoft.com/office/drawing/2014/main" id="{9FF4031F-BFC2-FC8D-4EF5-F0951E978F72}"/>
              </a:ext>
            </a:extLst>
          </p:cNvPr>
          <p:cNvCxnSpPr>
            <a:cxnSpLocks noChangeShapeType="1"/>
            <a:stCxn id="14342" idx="6"/>
            <a:endCxn id="14343" idx="2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4365" name="Text Box 29">
            <a:extLst>
              <a:ext uri="{FF2B5EF4-FFF2-40B4-BE49-F238E27FC236}">
                <a16:creationId xmlns:a16="http://schemas.microsoft.com/office/drawing/2014/main" id="{2038F454-3B68-0B3E-0131-0048F33E4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20930D5-4E15-2C67-6070-F7CD155BD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16387" name="Text Box 3">
            <a:extLst>
              <a:ext uri="{FF2B5EF4-FFF2-40B4-BE49-F238E27FC236}">
                <a16:creationId xmlns:a16="http://schemas.microsoft.com/office/drawing/2014/main" id="{47A931AC-0ED3-207C-BDF7-5932B6992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B </a:t>
            </a:r>
          </a:p>
        </p:txBody>
      </p:sp>
      <p:sp>
        <p:nvSpPr>
          <p:cNvPr id="16388" name="Text Box 4">
            <a:extLst>
              <a:ext uri="{FF2B5EF4-FFF2-40B4-BE49-F238E27FC236}">
                <a16:creationId xmlns:a16="http://schemas.microsoft.com/office/drawing/2014/main" id="{81D0C664-E895-65BA-92D5-268247B16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16389" name="Text Box 5">
            <a:extLst>
              <a:ext uri="{FF2B5EF4-FFF2-40B4-BE49-F238E27FC236}">
                <a16:creationId xmlns:a16="http://schemas.microsoft.com/office/drawing/2014/main" id="{5DF38DBF-0434-5D57-458C-C52EAF7D5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A</a:t>
            </a:r>
          </a:p>
        </p:txBody>
      </p:sp>
      <p:sp>
        <p:nvSpPr>
          <p:cNvPr id="16390" name="Oval 6">
            <a:extLst>
              <a:ext uri="{FF2B5EF4-FFF2-40B4-BE49-F238E27FC236}">
                <a16:creationId xmlns:a16="http://schemas.microsoft.com/office/drawing/2014/main" id="{4D452D85-3CBC-AB82-0CC2-E7C6C2AB7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6391" name="Oval 7">
            <a:extLst>
              <a:ext uri="{FF2B5EF4-FFF2-40B4-BE49-F238E27FC236}">
                <a16:creationId xmlns:a16="http://schemas.microsoft.com/office/drawing/2014/main" id="{C9B7C949-801A-D1F2-8AA8-6F4291DCD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16392" name="Oval 8">
            <a:extLst>
              <a:ext uri="{FF2B5EF4-FFF2-40B4-BE49-F238E27FC236}">
                <a16:creationId xmlns:a16="http://schemas.microsoft.com/office/drawing/2014/main" id="{6B29E368-9738-975D-0C3F-DE287BBFB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I</a:t>
            </a:r>
          </a:p>
        </p:txBody>
      </p:sp>
      <p:sp>
        <p:nvSpPr>
          <p:cNvPr id="16393" name="Oval 9">
            <a:extLst>
              <a:ext uri="{FF2B5EF4-FFF2-40B4-BE49-F238E27FC236}">
                <a16:creationId xmlns:a16="http://schemas.microsoft.com/office/drawing/2014/main" id="{58CCE771-BC71-6DF9-98B7-A2B1FF06F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16394" name="AutoShape 10">
            <a:extLst>
              <a:ext uri="{FF2B5EF4-FFF2-40B4-BE49-F238E27FC236}">
                <a16:creationId xmlns:a16="http://schemas.microsoft.com/office/drawing/2014/main" id="{AAD4591E-D616-BE27-AAD5-A4FA0C3C1D34}"/>
              </a:ext>
            </a:extLst>
          </p:cNvPr>
          <p:cNvCxnSpPr>
            <a:cxnSpLocks noChangeShapeType="1"/>
            <a:stCxn id="16390" idx="4"/>
            <a:endCxn id="16392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395" name="AutoShape 11">
            <a:extLst>
              <a:ext uri="{FF2B5EF4-FFF2-40B4-BE49-F238E27FC236}">
                <a16:creationId xmlns:a16="http://schemas.microsoft.com/office/drawing/2014/main" id="{114B20E9-D228-3420-A824-64C4004D5448}"/>
              </a:ext>
            </a:extLst>
          </p:cNvPr>
          <p:cNvCxnSpPr>
            <a:cxnSpLocks noChangeShapeType="1"/>
            <a:stCxn id="16391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396" name="AutoShape 12">
            <a:extLst>
              <a:ext uri="{FF2B5EF4-FFF2-40B4-BE49-F238E27FC236}">
                <a16:creationId xmlns:a16="http://schemas.microsoft.com/office/drawing/2014/main" id="{968CA475-4588-E15E-1DE8-0000557D34BE}"/>
              </a:ext>
            </a:extLst>
          </p:cNvPr>
          <p:cNvCxnSpPr>
            <a:cxnSpLocks noChangeShapeType="1"/>
            <a:stCxn id="16393" idx="6"/>
            <a:endCxn id="16391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397" name="AutoShape 13">
            <a:extLst>
              <a:ext uri="{FF2B5EF4-FFF2-40B4-BE49-F238E27FC236}">
                <a16:creationId xmlns:a16="http://schemas.microsoft.com/office/drawing/2014/main" id="{72FFC89B-6A88-0DC5-4AA2-C33DF4BC514A}"/>
              </a:ext>
            </a:extLst>
          </p:cNvPr>
          <p:cNvCxnSpPr>
            <a:cxnSpLocks noChangeShapeType="1"/>
            <a:stCxn id="16392" idx="7"/>
            <a:endCxn id="16393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398" name="AutoShape 14">
            <a:extLst>
              <a:ext uri="{FF2B5EF4-FFF2-40B4-BE49-F238E27FC236}">
                <a16:creationId xmlns:a16="http://schemas.microsoft.com/office/drawing/2014/main" id="{DD00C68C-5AB5-A1EE-92F5-67F8CE11B806}"/>
              </a:ext>
            </a:extLst>
          </p:cNvPr>
          <p:cNvCxnSpPr>
            <a:cxnSpLocks noChangeShapeType="1"/>
            <a:stCxn id="16390" idx="6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399" name="AutoShape 15">
            <a:extLst>
              <a:ext uri="{FF2B5EF4-FFF2-40B4-BE49-F238E27FC236}">
                <a16:creationId xmlns:a16="http://schemas.microsoft.com/office/drawing/2014/main" id="{CE321DD6-022A-EB3A-22CD-44C1DA786FBB}"/>
              </a:ext>
            </a:extLst>
          </p:cNvPr>
          <p:cNvCxnSpPr>
            <a:cxnSpLocks noChangeShapeType="1"/>
            <a:stCxn id="16392" idx="5"/>
            <a:endCxn id="16391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6400" name="Oval 16">
            <a:extLst>
              <a:ext uri="{FF2B5EF4-FFF2-40B4-BE49-F238E27FC236}">
                <a16:creationId xmlns:a16="http://schemas.microsoft.com/office/drawing/2014/main" id="{A1BAE780-A013-4638-282A-6B1BFB1FD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16401" name="Oval 17">
            <a:extLst>
              <a:ext uri="{FF2B5EF4-FFF2-40B4-BE49-F238E27FC236}">
                <a16:creationId xmlns:a16="http://schemas.microsoft.com/office/drawing/2014/main" id="{DDE3665B-C5AC-EEEC-375D-7A1359FE4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16402" name="Oval 18">
            <a:extLst>
              <a:ext uri="{FF2B5EF4-FFF2-40B4-BE49-F238E27FC236}">
                <a16:creationId xmlns:a16="http://schemas.microsoft.com/office/drawing/2014/main" id="{8D3343FE-5AA5-1F6F-342B-D0E0C4E3E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16403" name="Oval 19">
            <a:extLst>
              <a:ext uri="{FF2B5EF4-FFF2-40B4-BE49-F238E27FC236}">
                <a16:creationId xmlns:a16="http://schemas.microsoft.com/office/drawing/2014/main" id="{E6E6B49E-646D-E98B-9657-EC3B1916D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16404" name="AutoShape 20">
            <a:extLst>
              <a:ext uri="{FF2B5EF4-FFF2-40B4-BE49-F238E27FC236}">
                <a16:creationId xmlns:a16="http://schemas.microsoft.com/office/drawing/2014/main" id="{89EA909B-08E0-C18F-09F6-A983277B8EBB}"/>
              </a:ext>
            </a:extLst>
          </p:cNvPr>
          <p:cNvCxnSpPr>
            <a:cxnSpLocks noChangeShapeType="1"/>
            <a:stCxn id="16402" idx="5"/>
            <a:endCxn id="16400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405" name="AutoShape 21">
            <a:extLst>
              <a:ext uri="{FF2B5EF4-FFF2-40B4-BE49-F238E27FC236}">
                <a16:creationId xmlns:a16="http://schemas.microsoft.com/office/drawing/2014/main" id="{60EE5BB0-C066-617E-FE94-B4F40914A319}"/>
              </a:ext>
            </a:extLst>
          </p:cNvPr>
          <p:cNvCxnSpPr>
            <a:cxnSpLocks noChangeShapeType="1"/>
            <a:stCxn id="16403" idx="6"/>
            <a:endCxn id="16400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406" name="AutoShape 22">
            <a:extLst>
              <a:ext uri="{FF2B5EF4-FFF2-40B4-BE49-F238E27FC236}">
                <a16:creationId xmlns:a16="http://schemas.microsoft.com/office/drawing/2014/main" id="{F7AF4D7D-6806-ECC6-F210-996B9164E518}"/>
              </a:ext>
            </a:extLst>
          </p:cNvPr>
          <p:cNvCxnSpPr>
            <a:cxnSpLocks noChangeShapeType="1"/>
            <a:stCxn id="16402" idx="4"/>
            <a:endCxn id="16403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407" name="AutoShape 23">
            <a:extLst>
              <a:ext uri="{FF2B5EF4-FFF2-40B4-BE49-F238E27FC236}">
                <a16:creationId xmlns:a16="http://schemas.microsoft.com/office/drawing/2014/main" id="{145F349D-D5E1-DDCC-74FE-47FFFB39DFF9}"/>
              </a:ext>
            </a:extLst>
          </p:cNvPr>
          <p:cNvCxnSpPr>
            <a:cxnSpLocks noChangeShapeType="1"/>
            <a:stCxn id="16402" idx="6"/>
            <a:endCxn id="16401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408" name="AutoShape 24">
            <a:extLst>
              <a:ext uri="{FF2B5EF4-FFF2-40B4-BE49-F238E27FC236}">
                <a16:creationId xmlns:a16="http://schemas.microsoft.com/office/drawing/2014/main" id="{73588054-8047-394E-B58F-CEFE024C41C9}"/>
              </a:ext>
            </a:extLst>
          </p:cNvPr>
          <p:cNvCxnSpPr>
            <a:cxnSpLocks noChangeShapeType="1"/>
            <a:stCxn id="16391" idx="6"/>
            <a:endCxn id="16403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6409" name="AutoShape 25">
            <a:extLst>
              <a:ext uri="{FF2B5EF4-FFF2-40B4-BE49-F238E27FC236}">
                <a16:creationId xmlns:a16="http://schemas.microsoft.com/office/drawing/2014/main" id="{A669C6A8-E207-E609-714E-C6432FE24D9A}"/>
              </a:ext>
            </a:extLst>
          </p:cNvPr>
          <p:cNvCxnSpPr>
            <a:cxnSpLocks noChangeShapeType="1"/>
            <a:stCxn id="16390" idx="4"/>
            <a:endCxn id="16392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6410" name="Text Box 26">
            <a:extLst>
              <a:ext uri="{FF2B5EF4-FFF2-40B4-BE49-F238E27FC236}">
                <a16:creationId xmlns:a16="http://schemas.microsoft.com/office/drawing/2014/main" id="{81E91CA0-640B-B38A-79D0-BBB7D0D8D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16411" name="Oval 27">
            <a:extLst>
              <a:ext uri="{FF2B5EF4-FFF2-40B4-BE49-F238E27FC236}">
                <a16:creationId xmlns:a16="http://schemas.microsoft.com/office/drawing/2014/main" id="{AD0540B3-F4F5-D1BB-4FDA-D6993EDF6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412" name="Text Box 28">
            <a:extLst>
              <a:ext uri="{FF2B5EF4-FFF2-40B4-BE49-F238E27FC236}">
                <a16:creationId xmlns:a16="http://schemas.microsoft.com/office/drawing/2014/main" id="{5A539C47-3E47-6542-5D66-DAD3CEABA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16413" name="AutoShape 29">
            <a:extLst>
              <a:ext uri="{FF2B5EF4-FFF2-40B4-BE49-F238E27FC236}">
                <a16:creationId xmlns:a16="http://schemas.microsoft.com/office/drawing/2014/main" id="{840C5DC6-836A-117F-3E22-213B6D039540}"/>
              </a:ext>
            </a:extLst>
          </p:cNvPr>
          <p:cNvCxnSpPr>
            <a:cxnSpLocks noChangeShapeType="1"/>
            <a:stCxn id="16390" idx="6"/>
            <a:endCxn id="16411" idx="2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6414" name="Text Box 30">
            <a:extLst>
              <a:ext uri="{FF2B5EF4-FFF2-40B4-BE49-F238E27FC236}">
                <a16:creationId xmlns:a16="http://schemas.microsoft.com/office/drawing/2014/main" id="{A7568B7E-7FFE-180E-6B08-E8FCBC158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A5C22235-FFB6-A6AC-E767-EF8CB1CA5A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8BFA668D-1DF4-E8BF-4F5A-992A43451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B I </a:t>
            </a: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BDE2484A-0920-36DC-F5AB-583CCDDB6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18437" name="Text Box 5">
            <a:extLst>
              <a:ext uri="{FF2B5EF4-FFF2-40B4-BE49-F238E27FC236}">
                <a16:creationId xmlns:a16="http://schemas.microsoft.com/office/drawing/2014/main" id="{34E19C7B-6E6B-56D7-37D2-E8EBD7C4D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I discovered </a:t>
            </a:r>
          </a:p>
        </p:txBody>
      </p:sp>
      <p:sp>
        <p:nvSpPr>
          <p:cNvPr id="18438" name="Oval 6">
            <a:extLst>
              <a:ext uri="{FF2B5EF4-FFF2-40B4-BE49-F238E27FC236}">
                <a16:creationId xmlns:a16="http://schemas.microsoft.com/office/drawing/2014/main" id="{5A523E42-CC32-0B5B-80CB-E718CFBDD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439" name="Oval 7">
            <a:extLst>
              <a:ext uri="{FF2B5EF4-FFF2-40B4-BE49-F238E27FC236}">
                <a16:creationId xmlns:a16="http://schemas.microsoft.com/office/drawing/2014/main" id="{F6653B62-568A-1962-D47C-D98EDC3D0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18440" name="Oval 8">
            <a:extLst>
              <a:ext uri="{FF2B5EF4-FFF2-40B4-BE49-F238E27FC236}">
                <a16:creationId xmlns:a16="http://schemas.microsoft.com/office/drawing/2014/main" id="{A1374DB3-4561-EEDF-06E5-E543B7458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18441" name="Oval 9">
            <a:extLst>
              <a:ext uri="{FF2B5EF4-FFF2-40B4-BE49-F238E27FC236}">
                <a16:creationId xmlns:a16="http://schemas.microsoft.com/office/drawing/2014/main" id="{26CA654B-855A-C54F-6B42-4288424CF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18442" name="AutoShape 10">
            <a:extLst>
              <a:ext uri="{FF2B5EF4-FFF2-40B4-BE49-F238E27FC236}">
                <a16:creationId xmlns:a16="http://schemas.microsoft.com/office/drawing/2014/main" id="{BD61646C-3115-C5A4-7149-116CC5D19D4D}"/>
              </a:ext>
            </a:extLst>
          </p:cNvPr>
          <p:cNvCxnSpPr>
            <a:cxnSpLocks noChangeShapeType="1"/>
            <a:stCxn id="18438" idx="4"/>
            <a:endCxn id="18440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443" name="AutoShape 11">
            <a:extLst>
              <a:ext uri="{FF2B5EF4-FFF2-40B4-BE49-F238E27FC236}">
                <a16:creationId xmlns:a16="http://schemas.microsoft.com/office/drawing/2014/main" id="{A02BAA31-BE49-8555-D14C-DDD68E177F6D}"/>
              </a:ext>
            </a:extLst>
          </p:cNvPr>
          <p:cNvCxnSpPr>
            <a:cxnSpLocks noChangeShapeType="1"/>
            <a:stCxn id="18439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444" name="AutoShape 12">
            <a:extLst>
              <a:ext uri="{FF2B5EF4-FFF2-40B4-BE49-F238E27FC236}">
                <a16:creationId xmlns:a16="http://schemas.microsoft.com/office/drawing/2014/main" id="{79C7A1D2-E629-D76E-196F-51F65ACB8C9C}"/>
              </a:ext>
            </a:extLst>
          </p:cNvPr>
          <p:cNvCxnSpPr>
            <a:cxnSpLocks noChangeShapeType="1"/>
            <a:stCxn id="18441" idx="6"/>
            <a:endCxn id="18439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445" name="AutoShape 13">
            <a:extLst>
              <a:ext uri="{FF2B5EF4-FFF2-40B4-BE49-F238E27FC236}">
                <a16:creationId xmlns:a16="http://schemas.microsoft.com/office/drawing/2014/main" id="{0A52E9FB-B24A-C10C-8B25-E01AD6D8920C}"/>
              </a:ext>
            </a:extLst>
          </p:cNvPr>
          <p:cNvCxnSpPr>
            <a:cxnSpLocks noChangeShapeType="1"/>
            <a:stCxn id="18440" idx="7"/>
            <a:endCxn id="18441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446" name="AutoShape 14">
            <a:extLst>
              <a:ext uri="{FF2B5EF4-FFF2-40B4-BE49-F238E27FC236}">
                <a16:creationId xmlns:a16="http://schemas.microsoft.com/office/drawing/2014/main" id="{8ADE5315-BDE2-C7A3-1149-0B8E298F4B4C}"/>
              </a:ext>
            </a:extLst>
          </p:cNvPr>
          <p:cNvCxnSpPr>
            <a:cxnSpLocks noChangeShapeType="1"/>
            <a:stCxn id="18438" idx="6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447" name="AutoShape 15">
            <a:extLst>
              <a:ext uri="{FF2B5EF4-FFF2-40B4-BE49-F238E27FC236}">
                <a16:creationId xmlns:a16="http://schemas.microsoft.com/office/drawing/2014/main" id="{E9ECCBEB-0970-9F5F-1226-05B603821C09}"/>
              </a:ext>
            </a:extLst>
          </p:cNvPr>
          <p:cNvCxnSpPr>
            <a:cxnSpLocks noChangeShapeType="1"/>
            <a:stCxn id="18440" idx="5"/>
            <a:endCxn id="18439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8448" name="Oval 16">
            <a:extLst>
              <a:ext uri="{FF2B5EF4-FFF2-40B4-BE49-F238E27FC236}">
                <a16:creationId xmlns:a16="http://schemas.microsoft.com/office/drawing/2014/main" id="{A6912368-A60C-C3BC-E1FF-E59D2E443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18449" name="Oval 17">
            <a:extLst>
              <a:ext uri="{FF2B5EF4-FFF2-40B4-BE49-F238E27FC236}">
                <a16:creationId xmlns:a16="http://schemas.microsoft.com/office/drawing/2014/main" id="{2A1D74CA-0A4A-0DDA-43C2-0DA85A2B3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18450" name="Oval 18">
            <a:extLst>
              <a:ext uri="{FF2B5EF4-FFF2-40B4-BE49-F238E27FC236}">
                <a16:creationId xmlns:a16="http://schemas.microsoft.com/office/drawing/2014/main" id="{4855A905-36DB-72FD-AADC-99DB28E20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18451" name="Oval 19">
            <a:extLst>
              <a:ext uri="{FF2B5EF4-FFF2-40B4-BE49-F238E27FC236}">
                <a16:creationId xmlns:a16="http://schemas.microsoft.com/office/drawing/2014/main" id="{0A2D0912-431A-9168-8460-286CEA95A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18452" name="AutoShape 20">
            <a:extLst>
              <a:ext uri="{FF2B5EF4-FFF2-40B4-BE49-F238E27FC236}">
                <a16:creationId xmlns:a16="http://schemas.microsoft.com/office/drawing/2014/main" id="{C6321298-D0FE-95EF-B568-6509FACEF07D}"/>
              </a:ext>
            </a:extLst>
          </p:cNvPr>
          <p:cNvCxnSpPr>
            <a:cxnSpLocks noChangeShapeType="1"/>
            <a:stCxn id="18450" idx="5"/>
            <a:endCxn id="18448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453" name="AutoShape 21">
            <a:extLst>
              <a:ext uri="{FF2B5EF4-FFF2-40B4-BE49-F238E27FC236}">
                <a16:creationId xmlns:a16="http://schemas.microsoft.com/office/drawing/2014/main" id="{A9BDAC85-766B-4993-C392-E969AF16228B}"/>
              </a:ext>
            </a:extLst>
          </p:cNvPr>
          <p:cNvCxnSpPr>
            <a:cxnSpLocks noChangeShapeType="1"/>
            <a:stCxn id="18451" idx="6"/>
            <a:endCxn id="18448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454" name="AutoShape 22">
            <a:extLst>
              <a:ext uri="{FF2B5EF4-FFF2-40B4-BE49-F238E27FC236}">
                <a16:creationId xmlns:a16="http://schemas.microsoft.com/office/drawing/2014/main" id="{559C2650-22D9-8328-1DCD-38F3F001D999}"/>
              </a:ext>
            </a:extLst>
          </p:cNvPr>
          <p:cNvCxnSpPr>
            <a:cxnSpLocks noChangeShapeType="1"/>
            <a:stCxn id="18450" idx="4"/>
            <a:endCxn id="18451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455" name="AutoShape 23">
            <a:extLst>
              <a:ext uri="{FF2B5EF4-FFF2-40B4-BE49-F238E27FC236}">
                <a16:creationId xmlns:a16="http://schemas.microsoft.com/office/drawing/2014/main" id="{661370F7-D054-9666-4328-86A2BB2FA10E}"/>
              </a:ext>
            </a:extLst>
          </p:cNvPr>
          <p:cNvCxnSpPr>
            <a:cxnSpLocks noChangeShapeType="1"/>
            <a:stCxn id="18450" idx="6"/>
            <a:endCxn id="18449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456" name="AutoShape 24">
            <a:extLst>
              <a:ext uri="{FF2B5EF4-FFF2-40B4-BE49-F238E27FC236}">
                <a16:creationId xmlns:a16="http://schemas.microsoft.com/office/drawing/2014/main" id="{3B7AE1B3-349E-DD67-8069-EB97164D010A}"/>
              </a:ext>
            </a:extLst>
          </p:cNvPr>
          <p:cNvCxnSpPr>
            <a:cxnSpLocks noChangeShapeType="1"/>
            <a:stCxn id="18439" idx="6"/>
            <a:endCxn id="18451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8457" name="Text Box 25">
            <a:extLst>
              <a:ext uri="{FF2B5EF4-FFF2-40B4-BE49-F238E27FC236}">
                <a16:creationId xmlns:a16="http://schemas.microsoft.com/office/drawing/2014/main" id="{7B543F90-6A48-63DD-D3D0-30A68ACE4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18458" name="Oval 26">
            <a:extLst>
              <a:ext uri="{FF2B5EF4-FFF2-40B4-BE49-F238E27FC236}">
                <a16:creationId xmlns:a16="http://schemas.microsoft.com/office/drawing/2014/main" id="{C66C6692-9FFB-835B-AE79-B389B14E2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8459" name="Text Box 27">
            <a:extLst>
              <a:ext uri="{FF2B5EF4-FFF2-40B4-BE49-F238E27FC236}">
                <a16:creationId xmlns:a16="http://schemas.microsoft.com/office/drawing/2014/main" id="{513E432E-0AAC-877F-B758-07E75F9DF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8460" name="Text Box 28">
            <a:extLst>
              <a:ext uri="{FF2B5EF4-FFF2-40B4-BE49-F238E27FC236}">
                <a16:creationId xmlns:a16="http://schemas.microsoft.com/office/drawing/2014/main" id="{A042F338-C08D-3764-AAB2-F979C6CE2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cxnSp>
        <p:nvCxnSpPr>
          <p:cNvPr id="18461" name="AutoShape 29">
            <a:extLst>
              <a:ext uri="{FF2B5EF4-FFF2-40B4-BE49-F238E27FC236}">
                <a16:creationId xmlns:a16="http://schemas.microsoft.com/office/drawing/2014/main" id="{10D78CE8-0935-B678-C386-384CCD033E78}"/>
              </a:ext>
            </a:extLst>
          </p:cNvPr>
          <p:cNvCxnSpPr>
            <a:cxnSpLocks noChangeShapeType="1"/>
            <a:stCxn id="18438" idx="6"/>
            <a:endCxn id="18458" idx="2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462" name="AutoShape 30">
            <a:extLst>
              <a:ext uri="{FF2B5EF4-FFF2-40B4-BE49-F238E27FC236}">
                <a16:creationId xmlns:a16="http://schemas.microsoft.com/office/drawing/2014/main" id="{F707A6EB-3D7D-7067-DE69-460B14A41D4D}"/>
              </a:ext>
            </a:extLst>
          </p:cNvPr>
          <p:cNvCxnSpPr>
            <a:cxnSpLocks noChangeShapeType="1"/>
            <a:stCxn id="18438" idx="4"/>
            <a:endCxn id="18440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8463" name="Text Box 31">
            <a:extLst>
              <a:ext uri="{FF2B5EF4-FFF2-40B4-BE49-F238E27FC236}">
                <a16:creationId xmlns:a16="http://schemas.microsoft.com/office/drawing/2014/main" id="{7A08570E-D433-2AAC-D1E9-1D70ED96E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69963BE7-0DC7-79A7-967E-CAE2A4C66C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20483" name="Text Box 3">
            <a:extLst>
              <a:ext uri="{FF2B5EF4-FFF2-40B4-BE49-F238E27FC236}">
                <a16:creationId xmlns:a16="http://schemas.microsoft.com/office/drawing/2014/main" id="{A600CC18-D65E-C5F7-8B8F-079DF2F3A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B I 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470C5C12-00E3-82AE-38A7-40CF22736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20485" name="Text Box 5">
            <a:extLst>
              <a:ext uri="{FF2B5EF4-FFF2-40B4-BE49-F238E27FC236}">
                <a16:creationId xmlns:a16="http://schemas.microsoft.com/office/drawing/2014/main" id="{83BFD096-4EC7-A72A-E4DF-7DD8F954A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finished with A</a:t>
            </a:r>
          </a:p>
        </p:txBody>
      </p:sp>
      <p:sp>
        <p:nvSpPr>
          <p:cNvPr id="20486" name="Oval 6">
            <a:extLst>
              <a:ext uri="{FF2B5EF4-FFF2-40B4-BE49-F238E27FC236}">
                <a16:creationId xmlns:a16="http://schemas.microsoft.com/office/drawing/2014/main" id="{7979FC78-A003-0352-0981-9BF13711C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20487" name="Oval 7">
            <a:extLst>
              <a:ext uri="{FF2B5EF4-FFF2-40B4-BE49-F238E27FC236}">
                <a16:creationId xmlns:a16="http://schemas.microsoft.com/office/drawing/2014/main" id="{76FA7A8C-2413-3DFC-897A-21A775CFC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20488" name="Oval 8">
            <a:extLst>
              <a:ext uri="{FF2B5EF4-FFF2-40B4-BE49-F238E27FC236}">
                <a16:creationId xmlns:a16="http://schemas.microsoft.com/office/drawing/2014/main" id="{090FC65E-F556-97DF-52C9-7AC84C094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20489" name="Oval 9">
            <a:extLst>
              <a:ext uri="{FF2B5EF4-FFF2-40B4-BE49-F238E27FC236}">
                <a16:creationId xmlns:a16="http://schemas.microsoft.com/office/drawing/2014/main" id="{C48B5C12-DF03-0C24-E5FC-00F6F3A38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20490" name="AutoShape 10">
            <a:extLst>
              <a:ext uri="{FF2B5EF4-FFF2-40B4-BE49-F238E27FC236}">
                <a16:creationId xmlns:a16="http://schemas.microsoft.com/office/drawing/2014/main" id="{1243A82B-D145-AE07-2AF8-F66F98D0CED4}"/>
              </a:ext>
            </a:extLst>
          </p:cNvPr>
          <p:cNvCxnSpPr>
            <a:cxnSpLocks noChangeShapeType="1"/>
            <a:stCxn id="20486" idx="4"/>
            <a:endCxn id="20488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491" name="AutoShape 11">
            <a:extLst>
              <a:ext uri="{FF2B5EF4-FFF2-40B4-BE49-F238E27FC236}">
                <a16:creationId xmlns:a16="http://schemas.microsoft.com/office/drawing/2014/main" id="{5A6E9136-D592-F527-CDA1-F545A0F0107A}"/>
              </a:ext>
            </a:extLst>
          </p:cNvPr>
          <p:cNvCxnSpPr>
            <a:cxnSpLocks noChangeShapeType="1"/>
            <a:stCxn id="20487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492" name="AutoShape 12">
            <a:extLst>
              <a:ext uri="{FF2B5EF4-FFF2-40B4-BE49-F238E27FC236}">
                <a16:creationId xmlns:a16="http://schemas.microsoft.com/office/drawing/2014/main" id="{C9F92E0D-5BA6-4E44-4309-D670E3AD7187}"/>
              </a:ext>
            </a:extLst>
          </p:cNvPr>
          <p:cNvCxnSpPr>
            <a:cxnSpLocks noChangeShapeType="1"/>
            <a:stCxn id="20489" idx="6"/>
            <a:endCxn id="20487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493" name="AutoShape 13">
            <a:extLst>
              <a:ext uri="{FF2B5EF4-FFF2-40B4-BE49-F238E27FC236}">
                <a16:creationId xmlns:a16="http://schemas.microsoft.com/office/drawing/2014/main" id="{867A51DC-941D-9C7F-75A5-C8C6177B4486}"/>
              </a:ext>
            </a:extLst>
          </p:cNvPr>
          <p:cNvCxnSpPr>
            <a:cxnSpLocks noChangeShapeType="1"/>
            <a:stCxn id="20488" idx="7"/>
            <a:endCxn id="20489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494" name="AutoShape 14">
            <a:extLst>
              <a:ext uri="{FF2B5EF4-FFF2-40B4-BE49-F238E27FC236}">
                <a16:creationId xmlns:a16="http://schemas.microsoft.com/office/drawing/2014/main" id="{C11926CC-1612-F62C-5E08-2A43B7C33BE4}"/>
              </a:ext>
            </a:extLst>
          </p:cNvPr>
          <p:cNvCxnSpPr>
            <a:cxnSpLocks noChangeShapeType="1"/>
            <a:stCxn id="20486" idx="6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495" name="AutoShape 15">
            <a:extLst>
              <a:ext uri="{FF2B5EF4-FFF2-40B4-BE49-F238E27FC236}">
                <a16:creationId xmlns:a16="http://schemas.microsoft.com/office/drawing/2014/main" id="{1E6A6DB8-BF5D-CA2D-5753-D2914083F97A}"/>
              </a:ext>
            </a:extLst>
          </p:cNvPr>
          <p:cNvCxnSpPr>
            <a:cxnSpLocks noChangeShapeType="1"/>
            <a:stCxn id="20488" idx="5"/>
            <a:endCxn id="20487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0496" name="Oval 16">
            <a:extLst>
              <a:ext uri="{FF2B5EF4-FFF2-40B4-BE49-F238E27FC236}">
                <a16:creationId xmlns:a16="http://schemas.microsoft.com/office/drawing/2014/main" id="{2AEAD4E7-1B3D-4C92-C6C3-6D0714C6D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20497" name="Oval 17">
            <a:extLst>
              <a:ext uri="{FF2B5EF4-FFF2-40B4-BE49-F238E27FC236}">
                <a16:creationId xmlns:a16="http://schemas.microsoft.com/office/drawing/2014/main" id="{F50BCB98-45C5-EB75-021B-AAEA044B1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20498" name="Oval 18">
            <a:extLst>
              <a:ext uri="{FF2B5EF4-FFF2-40B4-BE49-F238E27FC236}">
                <a16:creationId xmlns:a16="http://schemas.microsoft.com/office/drawing/2014/main" id="{8B9274CB-4728-9D00-91BF-6D5ADF086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20499" name="Oval 19">
            <a:extLst>
              <a:ext uri="{FF2B5EF4-FFF2-40B4-BE49-F238E27FC236}">
                <a16:creationId xmlns:a16="http://schemas.microsoft.com/office/drawing/2014/main" id="{4F9650AA-A2D4-BA6F-3F40-C3298D847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20500" name="AutoShape 20">
            <a:extLst>
              <a:ext uri="{FF2B5EF4-FFF2-40B4-BE49-F238E27FC236}">
                <a16:creationId xmlns:a16="http://schemas.microsoft.com/office/drawing/2014/main" id="{825853CC-2EF1-E920-E4A4-400A0FEDDC60}"/>
              </a:ext>
            </a:extLst>
          </p:cNvPr>
          <p:cNvCxnSpPr>
            <a:cxnSpLocks noChangeShapeType="1"/>
            <a:stCxn id="20498" idx="5"/>
            <a:endCxn id="20496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501" name="AutoShape 21">
            <a:extLst>
              <a:ext uri="{FF2B5EF4-FFF2-40B4-BE49-F238E27FC236}">
                <a16:creationId xmlns:a16="http://schemas.microsoft.com/office/drawing/2014/main" id="{6A6BD4A8-DC6A-A65D-8A10-453BB6F5B1C3}"/>
              </a:ext>
            </a:extLst>
          </p:cNvPr>
          <p:cNvCxnSpPr>
            <a:cxnSpLocks noChangeShapeType="1"/>
            <a:stCxn id="20499" idx="6"/>
            <a:endCxn id="20496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502" name="AutoShape 22">
            <a:extLst>
              <a:ext uri="{FF2B5EF4-FFF2-40B4-BE49-F238E27FC236}">
                <a16:creationId xmlns:a16="http://schemas.microsoft.com/office/drawing/2014/main" id="{005C30A3-B4A8-3C5B-C6D1-DEAA29B2506F}"/>
              </a:ext>
            </a:extLst>
          </p:cNvPr>
          <p:cNvCxnSpPr>
            <a:cxnSpLocks noChangeShapeType="1"/>
            <a:stCxn id="20498" idx="4"/>
            <a:endCxn id="20499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503" name="AutoShape 23">
            <a:extLst>
              <a:ext uri="{FF2B5EF4-FFF2-40B4-BE49-F238E27FC236}">
                <a16:creationId xmlns:a16="http://schemas.microsoft.com/office/drawing/2014/main" id="{650AAC74-1C05-B60D-00DD-9E3CA21B540E}"/>
              </a:ext>
            </a:extLst>
          </p:cNvPr>
          <p:cNvCxnSpPr>
            <a:cxnSpLocks noChangeShapeType="1"/>
            <a:stCxn id="20498" idx="6"/>
            <a:endCxn id="20497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0504" name="AutoShape 24">
            <a:extLst>
              <a:ext uri="{FF2B5EF4-FFF2-40B4-BE49-F238E27FC236}">
                <a16:creationId xmlns:a16="http://schemas.microsoft.com/office/drawing/2014/main" id="{592495BE-FC71-D96A-3325-84DA399FB73F}"/>
              </a:ext>
            </a:extLst>
          </p:cNvPr>
          <p:cNvCxnSpPr>
            <a:cxnSpLocks noChangeShapeType="1"/>
            <a:stCxn id="20487" idx="6"/>
            <a:endCxn id="20499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0505" name="Text Box 25">
            <a:extLst>
              <a:ext uri="{FF2B5EF4-FFF2-40B4-BE49-F238E27FC236}">
                <a16:creationId xmlns:a16="http://schemas.microsoft.com/office/drawing/2014/main" id="{2DBB7AE7-1FBB-F1F7-0611-87F3CB8A4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20506" name="Oval 26">
            <a:extLst>
              <a:ext uri="{FF2B5EF4-FFF2-40B4-BE49-F238E27FC236}">
                <a16:creationId xmlns:a16="http://schemas.microsoft.com/office/drawing/2014/main" id="{5AA19792-1D9B-51A5-E0A7-50FF21F71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0507" name="Text Box 27">
            <a:extLst>
              <a:ext uri="{FF2B5EF4-FFF2-40B4-BE49-F238E27FC236}">
                <a16:creationId xmlns:a16="http://schemas.microsoft.com/office/drawing/2014/main" id="{71F51366-B792-8B10-C645-EF7B2B9D7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0508" name="Text Box 28">
            <a:extLst>
              <a:ext uri="{FF2B5EF4-FFF2-40B4-BE49-F238E27FC236}">
                <a16:creationId xmlns:a16="http://schemas.microsoft.com/office/drawing/2014/main" id="{BA255963-38FB-408E-0DFD-B44EBC442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0509" name="Text Box 29">
            <a:extLst>
              <a:ext uri="{FF2B5EF4-FFF2-40B4-BE49-F238E27FC236}">
                <a16:creationId xmlns:a16="http://schemas.microsoft.com/office/drawing/2014/main" id="{6810C7E6-8D7D-3AC1-B539-F5EE30CCC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61E9D848-3EC4-0D95-863C-FF31EDFEE2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22531" name="Text Box 3">
            <a:extLst>
              <a:ext uri="{FF2B5EF4-FFF2-40B4-BE49-F238E27FC236}">
                <a16:creationId xmlns:a16="http://schemas.microsoft.com/office/drawing/2014/main" id="{F3C8E782-C3E4-2A7B-DC5D-E583CA7C9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B I 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61D5C579-D508-9F20-E8DC-04E6D3B28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22533" name="Oval 6">
            <a:extLst>
              <a:ext uri="{FF2B5EF4-FFF2-40B4-BE49-F238E27FC236}">
                <a16:creationId xmlns:a16="http://schemas.microsoft.com/office/drawing/2014/main" id="{05739811-E0CB-2965-3BD4-E5CE12275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22534" name="Oval 7">
            <a:extLst>
              <a:ext uri="{FF2B5EF4-FFF2-40B4-BE49-F238E27FC236}">
                <a16:creationId xmlns:a16="http://schemas.microsoft.com/office/drawing/2014/main" id="{CDA6E7E2-3DA0-C7A1-6041-BDAA36C33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22535" name="Oval 8">
            <a:extLst>
              <a:ext uri="{FF2B5EF4-FFF2-40B4-BE49-F238E27FC236}">
                <a16:creationId xmlns:a16="http://schemas.microsoft.com/office/drawing/2014/main" id="{E07AB595-DEDE-51C0-C4EE-98CADFE04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22536" name="AutoShape 9">
            <a:extLst>
              <a:ext uri="{FF2B5EF4-FFF2-40B4-BE49-F238E27FC236}">
                <a16:creationId xmlns:a16="http://schemas.microsoft.com/office/drawing/2014/main" id="{863E0185-1A24-7DE8-6709-6B48CB7EF1EA}"/>
              </a:ext>
            </a:extLst>
          </p:cNvPr>
          <p:cNvCxnSpPr>
            <a:cxnSpLocks noChangeShapeType="1"/>
            <a:endCxn id="22534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537" name="AutoShape 10">
            <a:extLst>
              <a:ext uri="{FF2B5EF4-FFF2-40B4-BE49-F238E27FC236}">
                <a16:creationId xmlns:a16="http://schemas.microsoft.com/office/drawing/2014/main" id="{4278AC7F-6BDA-6BFF-1FEF-A4BEA8244D20}"/>
              </a:ext>
            </a:extLst>
          </p:cNvPr>
          <p:cNvCxnSpPr>
            <a:cxnSpLocks noChangeShapeType="1"/>
            <a:stCxn id="22533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538" name="AutoShape 11">
            <a:extLst>
              <a:ext uri="{FF2B5EF4-FFF2-40B4-BE49-F238E27FC236}">
                <a16:creationId xmlns:a16="http://schemas.microsoft.com/office/drawing/2014/main" id="{C95C1225-91BA-B31B-94A1-CD63749DD5DA}"/>
              </a:ext>
            </a:extLst>
          </p:cNvPr>
          <p:cNvCxnSpPr>
            <a:cxnSpLocks noChangeShapeType="1"/>
            <a:stCxn id="22535" idx="6"/>
            <a:endCxn id="22533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539" name="AutoShape 12">
            <a:extLst>
              <a:ext uri="{FF2B5EF4-FFF2-40B4-BE49-F238E27FC236}">
                <a16:creationId xmlns:a16="http://schemas.microsoft.com/office/drawing/2014/main" id="{588C56A7-6271-7BEF-8B8E-D6BFC157206C}"/>
              </a:ext>
            </a:extLst>
          </p:cNvPr>
          <p:cNvCxnSpPr>
            <a:cxnSpLocks noChangeShapeType="1"/>
            <a:stCxn id="22534" idx="7"/>
            <a:endCxn id="22535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540" name="AutoShape 13">
            <a:extLst>
              <a:ext uri="{FF2B5EF4-FFF2-40B4-BE49-F238E27FC236}">
                <a16:creationId xmlns:a16="http://schemas.microsoft.com/office/drawing/2014/main" id="{6F7CB3AB-43E9-650D-26B0-5E6E727729E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541" name="AutoShape 14">
            <a:extLst>
              <a:ext uri="{FF2B5EF4-FFF2-40B4-BE49-F238E27FC236}">
                <a16:creationId xmlns:a16="http://schemas.microsoft.com/office/drawing/2014/main" id="{F09860A5-AE05-9C1E-940F-A3B93477300F}"/>
              </a:ext>
            </a:extLst>
          </p:cNvPr>
          <p:cNvCxnSpPr>
            <a:cxnSpLocks noChangeShapeType="1"/>
            <a:stCxn id="22534" idx="5"/>
            <a:endCxn id="22533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2542" name="Oval 15">
            <a:extLst>
              <a:ext uri="{FF2B5EF4-FFF2-40B4-BE49-F238E27FC236}">
                <a16:creationId xmlns:a16="http://schemas.microsoft.com/office/drawing/2014/main" id="{83594D7E-17E2-361F-8DF2-DF8460017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22543" name="Oval 16">
            <a:extLst>
              <a:ext uri="{FF2B5EF4-FFF2-40B4-BE49-F238E27FC236}">
                <a16:creationId xmlns:a16="http://schemas.microsoft.com/office/drawing/2014/main" id="{4163620C-E357-104F-0DC4-CAB71FCB5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22544" name="Oval 17">
            <a:extLst>
              <a:ext uri="{FF2B5EF4-FFF2-40B4-BE49-F238E27FC236}">
                <a16:creationId xmlns:a16="http://schemas.microsoft.com/office/drawing/2014/main" id="{C0A7A34C-A801-138B-FB77-5BA46A2B6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22545" name="Oval 18">
            <a:extLst>
              <a:ext uri="{FF2B5EF4-FFF2-40B4-BE49-F238E27FC236}">
                <a16:creationId xmlns:a16="http://schemas.microsoft.com/office/drawing/2014/main" id="{9D7CDD99-79AF-B855-A1D3-924812974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22546" name="AutoShape 19">
            <a:extLst>
              <a:ext uri="{FF2B5EF4-FFF2-40B4-BE49-F238E27FC236}">
                <a16:creationId xmlns:a16="http://schemas.microsoft.com/office/drawing/2014/main" id="{73189482-7500-7556-DE19-727776F863E4}"/>
              </a:ext>
            </a:extLst>
          </p:cNvPr>
          <p:cNvCxnSpPr>
            <a:cxnSpLocks noChangeShapeType="1"/>
            <a:stCxn id="22544" idx="5"/>
            <a:endCxn id="22542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547" name="AutoShape 20">
            <a:extLst>
              <a:ext uri="{FF2B5EF4-FFF2-40B4-BE49-F238E27FC236}">
                <a16:creationId xmlns:a16="http://schemas.microsoft.com/office/drawing/2014/main" id="{23069A98-8489-D271-AC1E-5A125431786F}"/>
              </a:ext>
            </a:extLst>
          </p:cNvPr>
          <p:cNvCxnSpPr>
            <a:cxnSpLocks noChangeShapeType="1"/>
            <a:stCxn id="22545" idx="6"/>
            <a:endCxn id="22542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548" name="AutoShape 21">
            <a:extLst>
              <a:ext uri="{FF2B5EF4-FFF2-40B4-BE49-F238E27FC236}">
                <a16:creationId xmlns:a16="http://schemas.microsoft.com/office/drawing/2014/main" id="{31C55CC5-3879-77A1-7B79-4FF27D2D2537}"/>
              </a:ext>
            </a:extLst>
          </p:cNvPr>
          <p:cNvCxnSpPr>
            <a:cxnSpLocks noChangeShapeType="1"/>
            <a:stCxn id="22544" idx="4"/>
            <a:endCxn id="22545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549" name="AutoShape 22">
            <a:extLst>
              <a:ext uri="{FF2B5EF4-FFF2-40B4-BE49-F238E27FC236}">
                <a16:creationId xmlns:a16="http://schemas.microsoft.com/office/drawing/2014/main" id="{00456A43-43C8-B93E-CE45-6C24F13A7945}"/>
              </a:ext>
            </a:extLst>
          </p:cNvPr>
          <p:cNvCxnSpPr>
            <a:cxnSpLocks noChangeShapeType="1"/>
            <a:stCxn id="22544" idx="6"/>
            <a:endCxn id="22543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2550" name="AutoShape 23">
            <a:extLst>
              <a:ext uri="{FF2B5EF4-FFF2-40B4-BE49-F238E27FC236}">
                <a16:creationId xmlns:a16="http://schemas.microsoft.com/office/drawing/2014/main" id="{0F21BCDE-D68E-7D81-A617-CB990B9FECE2}"/>
              </a:ext>
            </a:extLst>
          </p:cNvPr>
          <p:cNvCxnSpPr>
            <a:cxnSpLocks noChangeShapeType="1"/>
            <a:stCxn id="22533" idx="6"/>
            <a:endCxn id="22545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2551" name="Text Box 24">
            <a:extLst>
              <a:ext uri="{FF2B5EF4-FFF2-40B4-BE49-F238E27FC236}">
                <a16:creationId xmlns:a16="http://schemas.microsoft.com/office/drawing/2014/main" id="{0322931F-7165-B545-9EFE-54A6935BE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22552" name="Oval 25">
            <a:extLst>
              <a:ext uri="{FF2B5EF4-FFF2-40B4-BE49-F238E27FC236}">
                <a16:creationId xmlns:a16="http://schemas.microsoft.com/office/drawing/2014/main" id="{F67D56F6-D6D9-761B-563B-84C9177C3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2553" name="Text Box 26">
            <a:extLst>
              <a:ext uri="{FF2B5EF4-FFF2-40B4-BE49-F238E27FC236}">
                <a16:creationId xmlns:a16="http://schemas.microsoft.com/office/drawing/2014/main" id="{E17D03F5-EF9B-CC01-722B-4D2179F78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2554" name="Text Box 27">
            <a:extLst>
              <a:ext uri="{FF2B5EF4-FFF2-40B4-BE49-F238E27FC236}">
                <a16:creationId xmlns:a16="http://schemas.microsoft.com/office/drawing/2014/main" id="{6E8F0EBF-E405-CEC7-E6D9-2E722BC89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2555" name="Text Box 28">
            <a:extLst>
              <a:ext uri="{FF2B5EF4-FFF2-40B4-BE49-F238E27FC236}">
                <a16:creationId xmlns:a16="http://schemas.microsoft.com/office/drawing/2014/main" id="{7888993D-09FC-9264-3FD8-E51D00B32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dequeue next vertex</a:t>
            </a:r>
          </a:p>
        </p:txBody>
      </p:sp>
      <p:sp>
        <p:nvSpPr>
          <p:cNvPr id="22556" name="Text Box 29">
            <a:extLst>
              <a:ext uri="{FF2B5EF4-FFF2-40B4-BE49-F238E27FC236}">
                <a16:creationId xmlns:a16="http://schemas.microsoft.com/office/drawing/2014/main" id="{3BD771B1-EBDB-B6E4-92B2-6AEF46F7C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22557" name="Oval 30">
            <a:extLst>
              <a:ext uri="{FF2B5EF4-FFF2-40B4-BE49-F238E27FC236}">
                <a16:creationId xmlns:a16="http://schemas.microsoft.com/office/drawing/2014/main" id="{1BCC047A-F224-1E2A-56C6-95B91E7FA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674359A-C47B-3A26-F361-056F584AFC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24579" name="Text Box 3">
            <a:extLst>
              <a:ext uri="{FF2B5EF4-FFF2-40B4-BE49-F238E27FC236}">
                <a16:creationId xmlns:a16="http://schemas.microsoft.com/office/drawing/2014/main" id="{3776CD3C-2992-BD8B-4217-C38F84B6D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I </a:t>
            </a:r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512BD7DF-8DD7-E9EC-7DB1-E1D29F666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24581" name="Oval 6">
            <a:extLst>
              <a:ext uri="{FF2B5EF4-FFF2-40B4-BE49-F238E27FC236}">
                <a16:creationId xmlns:a16="http://schemas.microsoft.com/office/drawing/2014/main" id="{B1A8BA41-965D-589B-60FB-5DDD51C1B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24582" name="Oval 7">
            <a:extLst>
              <a:ext uri="{FF2B5EF4-FFF2-40B4-BE49-F238E27FC236}">
                <a16:creationId xmlns:a16="http://schemas.microsoft.com/office/drawing/2014/main" id="{66AFA1A8-96A0-C278-6579-BC89766C2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24583" name="Oval 8">
            <a:extLst>
              <a:ext uri="{FF2B5EF4-FFF2-40B4-BE49-F238E27FC236}">
                <a16:creationId xmlns:a16="http://schemas.microsoft.com/office/drawing/2014/main" id="{E4C87663-7655-DB6D-12D8-B125587B3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24584" name="AutoShape 9">
            <a:extLst>
              <a:ext uri="{FF2B5EF4-FFF2-40B4-BE49-F238E27FC236}">
                <a16:creationId xmlns:a16="http://schemas.microsoft.com/office/drawing/2014/main" id="{B86EB2C9-6B4B-8191-2F23-1F36E4671284}"/>
              </a:ext>
            </a:extLst>
          </p:cNvPr>
          <p:cNvCxnSpPr>
            <a:cxnSpLocks noChangeShapeType="1"/>
            <a:endCxn id="24582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585" name="AutoShape 10">
            <a:extLst>
              <a:ext uri="{FF2B5EF4-FFF2-40B4-BE49-F238E27FC236}">
                <a16:creationId xmlns:a16="http://schemas.microsoft.com/office/drawing/2014/main" id="{74B00133-1910-0E8D-A78D-3229E4AD44B9}"/>
              </a:ext>
            </a:extLst>
          </p:cNvPr>
          <p:cNvCxnSpPr>
            <a:cxnSpLocks noChangeShapeType="1"/>
            <a:stCxn id="24581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586" name="AutoShape 11">
            <a:extLst>
              <a:ext uri="{FF2B5EF4-FFF2-40B4-BE49-F238E27FC236}">
                <a16:creationId xmlns:a16="http://schemas.microsoft.com/office/drawing/2014/main" id="{4E0D9498-3DDD-15A6-C956-06BBFA017420}"/>
              </a:ext>
            </a:extLst>
          </p:cNvPr>
          <p:cNvCxnSpPr>
            <a:cxnSpLocks noChangeShapeType="1"/>
            <a:stCxn id="24583" idx="6"/>
            <a:endCxn id="24581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587" name="AutoShape 12">
            <a:extLst>
              <a:ext uri="{FF2B5EF4-FFF2-40B4-BE49-F238E27FC236}">
                <a16:creationId xmlns:a16="http://schemas.microsoft.com/office/drawing/2014/main" id="{84F9FE52-F600-2ECE-B3FE-7EFEEFA7D992}"/>
              </a:ext>
            </a:extLst>
          </p:cNvPr>
          <p:cNvCxnSpPr>
            <a:cxnSpLocks noChangeShapeType="1"/>
            <a:stCxn id="24582" idx="7"/>
            <a:endCxn id="24583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588" name="AutoShape 13">
            <a:extLst>
              <a:ext uri="{FF2B5EF4-FFF2-40B4-BE49-F238E27FC236}">
                <a16:creationId xmlns:a16="http://schemas.microsoft.com/office/drawing/2014/main" id="{94D4AC0B-DEA9-0352-F902-1B308CD9160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589" name="AutoShape 14">
            <a:extLst>
              <a:ext uri="{FF2B5EF4-FFF2-40B4-BE49-F238E27FC236}">
                <a16:creationId xmlns:a16="http://schemas.microsoft.com/office/drawing/2014/main" id="{7E7F5309-C9BB-011B-F2F1-0B3C5428A5C9}"/>
              </a:ext>
            </a:extLst>
          </p:cNvPr>
          <p:cNvCxnSpPr>
            <a:cxnSpLocks noChangeShapeType="1"/>
            <a:stCxn id="24582" idx="5"/>
            <a:endCxn id="24581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4590" name="Oval 15">
            <a:extLst>
              <a:ext uri="{FF2B5EF4-FFF2-40B4-BE49-F238E27FC236}">
                <a16:creationId xmlns:a16="http://schemas.microsoft.com/office/drawing/2014/main" id="{495EEBF6-F726-C97E-B1C6-7C68DC2BC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24591" name="Oval 16">
            <a:extLst>
              <a:ext uri="{FF2B5EF4-FFF2-40B4-BE49-F238E27FC236}">
                <a16:creationId xmlns:a16="http://schemas.microsoft.com/office/drawing/2014/main" id="{13549DD8-AEAF-7394-1404-C87A56C12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24592" name="Oval 17">
            <a:extLst>
              <a:ext uri="{FF2B5EF4-FFF2-40B4-BE49-F238E27FC236}">
                <a16:creationId xmlns:a16="http://schemas.microsoft.com/office/drawing/2014/main" id="{8B9F717D-A64E-0F3D-081C-D8B94AE7C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24593" name="Oval 18">
            <a:extLst>
              <a:ext uri="{FF2B5EF4-FFF2-40B4-BE49-F238E27FC236}">
                <a16:creationId xmlns:a16="http://schemas.microsoft.com/office/drawing/2014/main" id="{91C14372-F3B0-127D-A88E-81408121F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24594" name="AutoShape 19">
            <a:extLst>
              <a:ext uri="{FF2B5EF4-FFF2-40B4-BE49-F238E27FC236}">
                <a16:creationId xmlns:a16="http://schemas.microsoft.com/office/drawing/2014/main" id="{AF3BD31D-E39B-3A6F-3F9E-6CAFDA09D78B}"/>
              </a:ext>
            </a:extLst>
          </p:cNvPr>
          <p:cNvCxnSpPr>
            <a:cxnSpLocks noChangeShapeType="1"/>
            <a:stCxn id="24592" idx="5"/>
            <a:endCxn id="24590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595" name="AutoShape 20">
            <a:extLst>
              <a:ext uri="{FF2B5EF4-FFF2-40B4-BE49-F238E27FC236}">
                <a16:creationId xmlns:a16="http://schemas.microsoft.com/office/drawing/2014/main" id="{CDCCE5DA-5288-EEAF-37A6-575140CBF473}"/>
              </a:ext>
            </a:extLst>
          </p:cNvPr>
          <p:cNvCxnSpPr>
            <a:cxnSpLocks noChangeShapeType="1"/>
            <a:stCxn id="24593" idx="6"/>
            <a:endCxn id="24590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596" name="AutoShape 21">
            <a:extLst>
              <a:ext uri="{FF2B5EF4-FFF2-40B4-BE49-F238E27FC236}">
                <a16:creationId xmlns:a16="http://schemas.microsoft.com/office/drawing/2014/main" id="{9F897E8F-1900-DF2E-F1BE-FE78DEBDB70A}"/>
              </a:ext>
            </a:extLst>
          </p:cNvPr>
          <p:cNvCxnSpPr>
            <a:cxnSpLocks noChangeShapeType="1"/>
            <a:stCxn id="24592" idx="4"/>
            <a:endCxn id="24593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597" name="AutoShape 22">
            <a:extLst>
              <a:ext uri="{FF2B5EF4-FFF2-40B4-BE49-F238E27FC236}">
                <a16:creationId xmlns:a16="http://schemas.microsoft.com/office/drawing/2014/main" id="{1E264E55-338C-D43D-B6F3-67EEB3DB3F20}"/>
              </a:ext>
            </a:extLst>
          </p:cNvPr>
          <p:cNvCxnSpPr>
            <a:cxnSpLocks noChangeShapeType="1"/>
            <a:stCxn id="24592" idx="6"/>
            <a:endCxn id="24591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4598" name="AutoShape 23">
            <a:extLst>
              <a:ext uri="{FF2B5EF4-FFF2-40B4-BE49-F238E27FC236}">
                <a16:creationId xmlns:a16="http://schemas.microsoft.com/office/drawing/2014/main" id="{159728FE-BA6F-12F1-7E5A-00701AB21F9B}"/>
              </a:ext>
            </a:extLst>
          </p:cNvPr>
          <p:cNvCxnSpPr>
            <a:cxnSpLocks noChangeShapeType="1"/>
            <a:stCxn id="24581" idx="6"/>
            <a:endCxn id="24593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4599" name="Text Box 24">
            <a:extLst>
              <a:ext uri="{FF2B5EF4-FFF2-40B4-BE49-F238E27FC236}">
                <a16:creationId xmlns:a16="http://schemas.microsoft.com/office/drawing/2014/main" id="{056CC582-1439-0292-32D5-08D4508A9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24600" name="Oval 25">
            <a:extLst>
              <a:ext uri="{FF2B5EF4-FFF2-40B4-BE49-F238E27FC236}">
                <a16:creationId xmlns:a16="http://schemas.microsoft.com/office/drawing/2014/main" id="{17E7F373-3E9C-98A9-2687-529213949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4601" name="Text Box 26">
            <a:extLst>
              <a:ext uri="{FF2B5EF4-FFF2-40B4-BE49-F238E27FC236}">
                <a16:creationId xmlns:a16="http://schemas.microsoft.com/office/drawing/2014/main" id="{69025E81-FE05-5D34-7ED0-893D81F37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4602" name="Text Box 27">
            <a:extLst>
              <a:ext uri="{FF2B5EF4-FFF2-40B4-BE49-F238E27FC236}">
                <a16:creationId xmlns:a16="http://schemas.microsoft.com/office/drawing/2014/main" id="{D424B07D-0F22-97BA-50FA-72104368F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4603" name="Text Box 28">
            <a:extLst>
              <a:ext uri="{FF2B5EF4-FFF2-40B4-BE49-F238E27FC236}">
                <a16:creationId xmlns:a16="http://schemas.microsoft.com/office/drawing/2014/main" id="{4B418C13-7C9F-63AC-0306-1D48DCCC6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B</a:t>
            </a:r>
          </a:p>
        </p:txBody>
      </p:sp>
      <p:sp>
        <p:nvSpPr>
          <p:cNvPr id="24604" name="Text Box 29">
            <a:extLst>
              <a:ext uri="{FF2B5EF4-FFF2-40B4-BE49-F238E27FC236}">
                <a16:creationId xmlns:a16="http://schemas.microsoft.com/office/drawing/2014/main" id="{48884D2D-EE45-E069-BF6F-230457116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24605" name="Oval 30">
            <a:extLst>
              <a:ext uri="{FF2B5EF4-FFF2-40B4-BE49-F238E27FC236}">
                <a16:creationId xmlns:a16="http://schemas.microsoft.com/office/drawing/2014/main" id="{F62BA082-4AA3-621F-DB28-B9D3AFBB8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97D12E9-51ED-FF8E-6020-3BA4187005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B263529F-E035-718F-062A-B8B18ADBF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I </a:t>
            </a:r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435D8657-831D-872E-941D-C04ED674E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26629" name="Oval 6">
            <a:extLst>
              <a:ext uri="{FF2B5EF4-FFF2-40B4-BE49-F238E27FC236}">
                <a16:creationId xmlns:a16="http://schemas.microsoft.com/office/drawing/2014/main" id="{60E8F396-B592-0D82-34AA-C6B4E456B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F</a:t>
            </a:r>
          </a:p>
        </p:txBody>
      </p:sp>
      <p:sp>
        <p:nvSpPr>
          <p:cNvPr id="26630" name="Oval 7">
            <a:extLst>
              <a:ext uri="{FF2B5EF4-FFF2-40B4-BE49-F238E27FC236}">
                <a16:creationId xmlns:a16="http://schemas.microsoft.com/office/drawing/2014/main" id="{F31C62F8-4BF7-A9A3-3B2D-1D4AB2497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26631" name="Oval 8">
            <a:extLst>
              <a:ext uri="{FF2B5EF4-FFF2-40B4-BE49-F238E27FC236}">
                <a16:creationId xmlns:a16="http://schemas.microsoft.com/office/drawing/2014/main" id="{E0724400-272A-9D0E-C195-AE98F6D9B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26632" name="AutoShape 9">
            <a:extLst>
              <a:ext uri="{FF2B5EF4-FFF2-40B4-BE49-F238E27FC236}">
                <a16:creationId xmlns:a16="http://schemas.microsoft.com/office/drawing/2014/main" id="{2C4A4D9A-8A75-2651-064F-16482E6B7517}"/>
              </a:ext>
            </a:extLst>
          </p:cNvPr>
          <p:cNvCxnSpPr>
            <a:cxnSpLocks noChangeShapeType="1"/>
            <a:endCxn id="26630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633" name="AutoShape 10">
            <a:extLst>
              <a:ext uri="{FF2B5EF4-FFF2-40B4-BE49-F238E27FC236}">
                <a16:creationId xmlns:a16="http://schemas.microsoft.com/office/drawing/2014/main" id="{611B92B2-920D-52EE-9596-50CA7F97C794}"/>
              </a:ext>
            </a:extLst>
          </p:cNvPr>
          <p:cNvCxnSpPr>
            <a:cxnSpLocks noChangeShapeType="1"/>
            <a:stCxn id="26629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634" name="AutoShape 11">
            <a:extLst>
              <a:ext uri="{FF2B5EF4-FFF2-40B4-BE49-F238E27FC236}">
                <a16:creationId xmlns:a16="http://schemas.microsoft.com/office/drawing/2014/main" id="{0B04CEF3-2AA1-00D4-914C-802F0708B772}"/>
              </a:ext>
            </a:extLst>
          </p:cNvPr>
          <p:cNvCxnSpPr>
            <a:cxnSpLocks noChangeShapeType="1"/>
            <a:stCxn id="26631" idx="6"/>
            <a:endCxn id="26629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635" name="AutoShape 12">
            <a:extLst>
              <a:ext uri="{FF2B5EF4-FFF2-40B4-BE49-F238E27FC236}">
                <a16:creationId xmlns:a16="http://schemas.microsoft.com/office/drawing/2014/main" id="{DC6E688B-893D-BA89-3BA8-A94777AABABD}"/>
              </a:ext>
            </a:extLst>
          </p:cNvPr>
          <p:cNvCxnSpPr>
            <a:cxnSpLocks noChangeShapeType="1"/>
            <a:stCxn id="26630" idx="7"/>
            <a:endCxn id="26631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636" name="AutoShape 13">
            <a:extLst>
              <a:ext uri="{FF2B5EF4-FFF2-40B4-BE49-F238E27FC236}">
                <a16:creationId xmlns:a16="http://schemas.microsoft.com/office/drawing/2014/main" id="{72EA6C99-367E-BC0E-4C9F-E0CD2F1D025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637" name="AutoShape 14">
            <a:extLst>
              <a:ext uri="{FF2B5EF4-FFF2-40B4-BE49-F238E27FC236}">
                <a16:creationId xmlns:a16="http://schemas.microsoft.com/office/drawing/2014/main" id="{31E610A0-28FF-354D-C8ED-F815A66D4309}"/>
              </a:ext>
            </a:extLst>
          </p:cNvPr>
          <p:cNvCxnSpPr>
            <a:cxnSpLocks noChangeShapeType="1"/>
            <a:stCxn id="26630" idx="5"/>
            <a:endCxn id="26629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6638" name="Oval 15">
            <a:extLst>
              <a:ext uri="{FF2B5EF4-FFF2-40B4-BE49-F238E27FC236}">
                <a16:creationId xmlns:a16="http://schemas.microsoft.com/office/drawing/2014/main" id="{2220A1A8-4917-AA56-DB08-8AF4DBE4C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26639" name="Oval 16">
            <a:extLst>
              <a:ext uri="{FF2B5EF4-FFF2-40B4-BE49-F238E27FC236}">
                <a16:creationId xmlns:a16="http://schemas.microsoft.com/office/drawing/2014/main" id="{E87A7F6A-6500-388D-8B24-F037238BC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26640" name="Oval 17">
            <a:extLst>
              <a:ext uri="{FF2B5EF4-FFF2-40B4-BE49-F238E27FC236}">
                <a16:creationId xmlns:a16="http://schemas.microsoft.com/office/drawing/2014/main" id="{C92B8A45-46E8-E08C-66FE-AC36C111D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26641" name="Oval 18">
            <a:extLst>
              <a:ext uri="{FF2B5EF4-FFF2-40B4-BE49-F238E27FC236}">
                <a16:creationId xmlns:a16="http://schemas.microsoft.com/office/drawing/2014/main" id="{CDAF1D58-197F-9ED2-10E9-A2CB09797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26642" name="AutoShape 19">
            <a:extLst>
              <a:ext uri="{FF2B5EF4-FFF2-40B4-BE49-F238E27FC236}">
                <a16:creationId xmlns:a16="http://schemas.microsoft.com/office/drawing/2014/main" id="{01DEBE4E-2A83-721A-14F3-5C3F8DA47A32}"/>
              </a:ext>
            </a:extLst>
          </p:cNvPr>
          <p:cNvCxnSpPr>
            <a:cxnSpLocks noChangeShapeType="1"/>
            <a:stCxn id="26640" idx="5"/>
            <a:endCxn id="26638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643" name="AutoShape 20">
            <a:extLst>
              <a:ext uri="{FF2B5EF4-FFF2-40B4-BE49-F238E27FC236}">
                <a16:creationId xmlns:a16="http://schemas.microsoft.com/office/drawing/2014/main" id="{A716675A-B968-495A-5C53-8BA600ABDDB4}"/>
              </a:ext>
            </a:extLst>
          </p:cNvPr>
          <p:cNvCxnSpPr>
            <a:cxnSpLocks noChangeShapeType="1"/>
            <a:stCxn id="26641" idx="6"/>
            <a:endCxn id="26638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644" name="AutoShape 21">
            <a:extLst>
              <a:ext uri="{FF2B5EF4-FFF2-40B4-BE49-F238E27FC236}">
                <a16:creationId xmlns:a16="http://schemas.microsoft.com/office/drawing/2014/main" id="{BDCE52B3-8E78-5999-C699-9CFC8904DD64}"/>
              </a:ext>
            </a:extLst>
          </p:cNvPr>
          <p:cNvCxnSpPr>
            <a:cxnSpLocks noChangeShapeType="1"/>
            <a:stCxn id="26640" idx="4"/>
            <a:endCxn id="26641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645" name="AutoShape 22">
            <a:extLst>
              <a:ext uri="{FF2B5EF4-FFF2-40B4-BE49-F238E27FC236}">
                <a16:creationId xmlns:a16="http://schemas.microsoft.com/office/drawing/2014/main" id="{B60A9A1B-C1A7-94DB-465E-E3CC8EAC706F}"/>
              </a:ext>
            </a:extLst>
          </p:cNvPr>
          <p:cNvCxnSpPr>
            <a:cxnSpLocks noChangeShapeType="1"/>
            <a:stCxn id="26640" idx="6"/>
            <a:endCxn id="26639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6646" name="AutoShape 23">
            <a:extLst>
              <a:ext uri="{FF2B5EF4-FFF2-40B4-BE49-F238E27FC236}">
                <a16:creationId xmlns:a16="http://schemas.microsoft.com/office/drawing/2014/main" id="{85F10DE8-2C2C-3AD5-3183-5A588BB31DD0}"/>
              </a:ext>
            </a:extLst>
          </p:cNvPr>
          <p:cNvCxnSpPr>
            <a:cxnSpLocks noChangeShapeType="1"/>
            <a:stCxn id="26629" idx="6"/>
            <a:endCxn id="26641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6647" name="Text Box 24">
            <a:extLst>
              <a:ext uri="{FF2B5EF4-FFF2-40B4-BE49-F238E27FC236}">
                <a16:creationId xmlns:a16="http://schemas.microsoft.com/office/drawing/2014/main" id="{89218593-C3C8-DC9B-5932-16E2F9D7C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26648" name="Oval 25">
            <a:extLst>
              <a:ext uri="{FF2B5EF4-FFF2-40B4-BE49-F238E27FC236}">
                <a16:creationId xmlns:a16="http://schemas.microsoft.com/office/drawing/2014/main" id="{85E02805-4645-A9E4-462D-B0FF3117A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6649" name="Text Box 26">
            <a:extLst>
              <a:ext uri="{FF2B5EF4-FFF2-40B4-BE49-F238E27FC236}">
                <a16:creationId xmlns:a16="http://schemas.microsoft.com/office/drawing/2014/main" id="{7210628B-1E3C-162D-529C-7ECCF7036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6650" name="Text Box 27">
            <a:extLst>
              <a:ext uri="{FF2B5EF4-FFF2-40B4-BE49-F238E27FC236}">
                <a16:creationId xmlns:a16="http://schemas.microsoft.com/office/drawing/2014/main" id="{7572980D-83F1-2434-3B8F-28103E319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6651" name="Text Box 28">
            <a:extLst>
              <a:ext uri="{FF2B5EF4-FFF2-40B4-BE49-F238E27FC236}">
                <a16:creationId xmlns:a16="http://schemas.microsoft.com/office/drawing/2014/main" id="{37D4AEDF-BE7F-BB50-6EDE-575764CF1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B</a:t>
            </a:r>
          </a:p>
        </p:txBody>
      </p:sp>
      <p:cxnSp>
        <p:nvCxnSpPr>
          <p:cNvPr id="26653" name="AutoShape 29">
            <a:extLst>
              <a:ext uri="{FF2B5EF4-FFF2-40B4-BE49-F238E27FC236}">
                <a16:creationId xmlns:a16="http://schemas.microsoft.com/office/drawing/2014/main" id="{7C35EFE4-BD72-EF0C-13D4-7818AB737345}"/>
              </a:ext>
            </a:extLst>
          </p:cNvPr>
          <p:cNvCxnSpPr>
            <a:cxnSpLocks noChangeShapeType="1"/>
            <a:stCxn id="26648" idx="4"/>
            <a:endCxn id="26629" idx="0"/>
          </p:cNvCxnSpPr>
          <p:nvPr/>
        </p:nvCxnSpPr>
        <p:spPr bwMode="auto">
          <a:xfrm>
            <a:off x="4459288" y="1803400"/>
            <a:ext cx="0" cy="11096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" name="Text Box 30">
            <a:extLst>
              <a:ext uri="{FF2B5EF4-FFF2-40B4-BE49-F238E27FC236}">
                <a16:creationId xmlns:a16="http://schemas.microsoft.com/office/drawing/2014/main" id="{7F3AAFB6-AB9A-D6C3-B6AE-A8B746474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26654" name="Oval 31">
            <a:extLst>
              <a:ext uri="{FF2B5EF4-FFF2-40B4-BE49-F238E27FC236}">
                <a16:creationId xmlns:a16="http://schemas.microsoft.com/office/drawing/2014/main" id="{4001090A-558B-DCD3-ABD5-7BBAB0822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6892C5F-A7A8-C3A5-C153-C60F9FB244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28675" name="Text Box 3">
            <a:extLst>
              <a:ext uri="{FF2B5EF4-FFF2-40B4-BE49-F238E27FC236}">
                <a16:creationId xmlns:a16="http://schemas.microsoft.com/office/drawing/2014/main" id="{1530CD71-5741-1485-349F-EBC511562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I F </a:t>
            </a:r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D5EDFCB3-8C52-DF83-B657-073A6547A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28677" name="Oval 6">
            <a:extLst>
              <a:ext uri="{FF2B5EF4-FFF2-40B4-BE49-F238E27FC236}">
                <a16:creationId xmlns:a16="http://schemas.microsoft.com/office/drawing/2014/main" id="{3B41BFD3-B941-1B19-5B89-72C4AF268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28678" name="Oval 7">
            <a:extLst>
              <a:ext uri="{FF2B5EF4-FFF2-40B4-BE49-F238E27FC236}">
                <a16:creationId xmlns:a16="http://schemas.microsoft.com/office/drawing/2014/main" id="{474A67F0-BDF4-8D8D-3EF4-FF2D39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28679" name="Oval 8">
            <a:extLst>
              <a:ext uri="{FF2B5EF4-FFF2-40B4-BE49-F238E27FC236}">
                <a16:creationId xmlns:a16="http://schemas.microsoft.com/office/drawing/2014/main" id="{018453AC-2CEA-B84A-F6D2-E58B86689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28680" name="AutoShape 9">
            <a:extLst>
              <a:ext uri="{FF2B5EF4-FFF2-40B4-BE49-F238E27FC236}">
                <a16:creationId xmlns:a16="http://schemas.microsoft.com/office/drawing/2014/main" id="{545F21A5-6E14-A2A7-006C-59B3F4756F87}"/>
              </a:ext>
            </a:extLst>
          </p:cNvPr>
          <p:cNvCxnSpPr>
            <a:cxnSpLocks noChangeShapeType="1"/>
            <a:endCxn id="28678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8681" name="AutoShape 10">
            <a:extLst>
              <a:ext uri="{FF2B5EF4-FFF2-40B4-BE49-F238E27FC236}">
                <a16:creationId xmlns:a16="http://schemas.microsoft.com/office/drawing/2014/main" id="{4B1492A1-CA25-B84A-E605-35A3DAC9C36A}"/>
              </a:ext>
            </a:extLst>
          </p:cNvPr>
          <p:cNvCxnSpPr>
            <a:cxnSpLocks noChangeShapeType="1"/>
            <a:stCxn id="28677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8682" name="AutoShape 11">
            <a:extLst>
              <a:ext uri="{FF2B5EF4-FFF2-40B4-BE49-F238E27FC236}">
                <a16:creationId xmlns:a16="http://schemas.microsoft.com/office/drawing/2014/main" id="{D100C4D3-4329-814C-6968-B0ACB5119CFB}"/>
              </a:ext>
            </a:extLst>
          </p:cNvPr>
          <p:cNvCxnSpPr>
            <a:cxnSpLocks noChangeShapeType="1"/>
            <a:stCxn id="28679" idx="6"/>
            <a:endCxn id="28677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8683" name="AutoShape 12">
            <a:extLst>
              <a:ext uri="{FF2B5EF4-FFF2-40B4-BE49-F238E27FC236}">
                <a16:creationId xmlns:a16="http://schemas.microsoft.com/office/drawing/2014/main" id="{9556725F-4BF7-A1E8-03B5-B4DFA08FD82E}"/>
              </a:ext>
            </a:extLst>
          </p:cNvPr>
          <p:cNvCxnSpPr>
            <a:cxnSpLocks noChangeShapeType="1"/>
            <a:stCxn id="28678" idx="7"/>
            <a:endCxn id="28679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8684" name="AutoShape 13">
            <a:extLst>
              <a:ext uri="{FF2B5EF4-FFF2-40B4-BE49-F238E27FC236}">
                <a16:creationId xmlns:a16="http://schemas.microsoft.com/office/drawing/2014/main" id="{6520F3FE-0216-759F-6A07-B6C1D198558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8685" name="AutoShape 14">
            <a:extLst>
              <a:ext uri="{FF2B5EF4-FFF2-40B4-BE49-F238E27FC236}">
                <a16:creationId xmlns:a16="http://schemas.microsoft.com/office/drawing/2014/main" id="{A6BC41D9-ADB5-2668-94BB-491878476CEC}"/>
              </a:ext>
            </a:extLst>
          </p:cNvPr>
          <p:cNvCxnSpPr>
            <a:cxnSpLocks noChangeShapeType="1"/>
            <a:stCxn id="28678" idx="5"/>
            <a:endCxn id="28677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8686" name="Oval 15">
            <a:extLst>
              <a:ext uri="{FF2B5EF4-FFF2-40B4-BE49-F238E27FC236}">
                <a16:creationId xmlns:a16="http://schemas.microsoft.com/office/drawing/2014/main" id="{299BEBD8-BE0E-5D0F-7348-AF8120852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28687" name="Oval 16">
            <a:extLst>
              <a:ext uri="{FF2B5EF4-FFF2-40B4-BE49-F238E27FC236}">
                <a16:creationId xmlns:a16="http://schemas.microsoft.com/office/drawing/2014/main" id="{EF5A06BF-3C46-EADB-0ACD-39C45DCF1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28688" name="Oval 17">
            <a:extLst>
              <a:ext uri="{FF2B5EF4-FFF2-40B4-BE49-F238E27FC236}">
                <a16:creationId xmlns:a16="http://schemas.microsoft.com/office/drawing/2014/main" id="{EE6BAA2A-949E-55DA-A2A7-3969EA84C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28689" name="Oval 18">
            <a:extLst>
              <a:ext uri="{FF2B5EF4-FFF2-40B4-BE49-F238E27FC236}">
                <a16:creationId xmlns:a16="http://schemas.microsoft.com/office/drawing/2014/main" id="{3FF45B7B-9D13-4DAE-E17E-6D6F74771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28690" name="AutoShape 19">
            <a:extLst>
              <a:ext uri="{FF2B5EF4-FFF2-40B4-BE49-F238E27FC236}">
                <a16:creationId xmlns:a16="http://schemas.microsoft.com/office/drawing/2014/main" id="{7492D8CB-BDDF-F3A0-9D41-28C23082C800}"/>
              </a:ext>
            </a:extLst>
          </p:cNvPr>
          <p:cNvCxnSpPr>
            <a:cxnSpLocks noChangeShapeType="1"/>
            <a:stCxn id="28688" idx="5"/>
            <a:endCxn id="28686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8691" name="AutoShape 20">
            <a:extLst>
              <a:ext uri="{FF2B5EF4-FFF2-40B4-BE49-F238E27FC236}">
                <a16:creationId xmlns:a16="http://schemas.microsoft.com/office/drawing/2014/main" id="{F7C05AA5-3BE8-590E-7A34-29CF6A624F69}"/>
              </a:ext>
            </a:extLst>
          </p:cNvPr>
          <p:cNvCxnSpPr>
            <a:cxnSpLocks noChangeShapeType="1"/>
            <a:stCxn id="28689" idx="6"/>
            <a:endCxn id="28686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8692" name="AutoShape 21">
            <a:extLst>
              <a:ext uri="{FF2B5EF4-FFF2-40B4-BE49-F238E27FC236}">
                <a16:creationId xmlns:a16="http://schemas.microsoft.com/office/drawing/2014/main" id="{6E860E92-7C9C-424A-229B-A286AFF07F48}"/>
              </a:ext>
            </a:extLst>
          </p:cNvPr>
          <p:cNvCxnSpPr>
            <a:cxnSpLocks noChangeShapeType="1"/>
            <a:stCxn id="28688" idx="4"/>
            <a:endCxn id="28689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8693" name="AutoShape 22">
            <a:extLst>
              <a:ext uri="{FF2B5EF4-FFF2-40B4-BE49-F238E27FC236}">
                <a16:creationId xmlns:a16="http://schemas.microsoft.com/office/drawing/2014/main" id="{8834FFCD-AE26-A894-FC22-33FB2C3CA64A}"/>
              </a:ext>
            </a:extLst>
          </p:cNvPr>
          <p:cNvCxnSpPr>
            <a:cxnSpLocks noChangeShapeType="1"/>
            <a:stCxn id="28688" idx="6"/>
            <a:endCxn id="28687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8694" name="AutoShape 23">
            <a:extLst>
              <a:ext uri="{FF2B5EF4-FFF2-40B4-BE49-F238E27FC236}">
                <a16:creationId xmlns:a16="http://schemas.microsoft.com/office/drawing/2014/main" id="{68DA5D78-5677-788E-1638-BF7E5EBE77CF}"/>
              </a:ext>
            </a:extLst>
          </p:cNvPr>
          <p:cNvCxnSpPr>
            <a:cxnSpLocks noChangeShapeType="1"/>
            <a:stCxn id="28677" idx="6"/>
            <a:endCxn id="28689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8695" name="Text Box 24">
            <a:extLst>
              <a:ext uri="{FF2B5EF4-FFF2-40B4-BE49-F238E27FC236}">
                <a16:creationId xmlns:a16="http://schemas.microsoft.com/office/drawing/2014/main" id="{297C6A7D-C225-65E6-B152-1480FE819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28696" name="Oval 25">
            <a:extLst>
              <a:ext uri="{FF2B5EF4-FFF2-40B4-BE49-F238E27FC236}">
                <a16:creationId xmlns:a16="http://schemas.microsoft.com/office/drawing/2014/main" id="{66B1AFA0-8469-FEF7-58E3-7F41C7514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8697" name="Text Box 26">
            <a:extLst>
              <a:ext uri="{FF2B5EF4-FFF2-40B4-BE49-F238E27FC236}">
                <a16:creationId xmlns:a16="http://schemas.microsoft.com/office/drawing/2014/main" id="{1BF5C3D7-6663-AF5D-1EAA-931C47698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8698" name="Text Box 27">
            <a:extLst>
              <a:ext uri="{FF2B5EF4-FFF2-40B4-BE49-F238E27FC236}">
                <a16:creationId xmlns:a16="http://schemas.microsoft.com/office/drawing/2014/main" id="{D23D23C8-CDC7-B310-7606-365CFC4AD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28699" name="Text Box 28">
            <a:extLst>
              <a:ext uri="{FF2B5EF4-FFF2-40B4-BE49-F238E27FC236}">
                <a16:creationId xmlns:a16="http://schemas.microsoft.com/office/drawing/2014/main" id="{ACD87966-0267-9D12-4694-87B0FF400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 discovered</a:t>
            </a:r>
          </a:p>
        </p:txBody>
      </p:sp>
      <p:cxnSp>
        <p:nvCxnSpPr>
          <p:cNvPr id="28700" name="AutoShape 29">
            <a:extLst>
              <a:ext uri="{FF2B5EF4-FFF2-40B4-BE49-F238E27FC236}">
                <a16:creationId xmlns:a16="http://schemas.microsoft.com/office/drawing/2014/main" id="{3B2449AF-BE80-F0E4-55E8-99D01311A5AE}"/>
              </a:ext>
            </a:extLst>
          </p:cNvPr>
          <p:cNvCxnSpPr>
            <a:cxnSpLocks noChangeShapeType="1"/>
            <a:stCxn id="28696" idx="4"/>
            <a:endCxn id="28677" idx="0"/>
          </p:cNvCxnSpPr>
          <p:nvPr/>
        </p:nvCxnSpPr>
        <p:spPr bwMode="auto">
          <a:xfrm>
            <a:off x="4459288" y="1803400"/>
            <a:ext cx="0" cy="11096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8701" name="Text Box 30">
            <a:extLst>
              <a:ext uri="{FF2B5EF4-FFF2-40B4-BE49-F238E27FC236}">
                <a16:creationId xmlns:a16="http://schemas.microsoft.com/office/drawing/2014/main" id="{1DE22CBE-8E7A-E275-7057-8F62B3A50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28702" name="Text Box 31">
            <a:extLst>
              <a:ext uri="{FF2B5EF4-FFF2-40B4-BE49-F238E27FC236}">
                <a16:creationId xmlns:a16="http://schemas.microsoft.com/office/drawing/2014/main" id="{61C32CE1-E84E-04CB-00BA-6030F7607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28703" name="Oval 32">
            <a:extLst>
              <a:ext uri="{FF2B5EF4-FFF2-40B4-BE49-F238E27FC236}">
                <a16:creationId xmlns:a16="http://schemas.microsoft.com/office/drawing/2014/main" id="{544AF640-1784-3604-92ED-5D8073A3F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2FA3172-4C9E-9BDE-0F40-70D1201B7B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30723" name="Text Box 3">
            <a:extLst>
              <a:ext uri="{FF2B5EF4-FFF2-40B4-BE49-F238E27FC236}">
                <a16:creationId xmlns:a16="http://schemas.microsoft.com/office/drawing/2014/main" id="{59C7094F-11EB-AD79-51BF-098629C11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I F </a:t>
            </a:r>
          </a:p>
        </p:txBody>
      </p:sp>
      <p:sp>
        <p:nvSpPr>
          <p:cNvPr id="30724" name="Text Box 4">
            <a:extLst>
              <a:ext uri="{FF2B5EF4-FFF2-40B4-BE49-F238E27FC236}">
                <a16:creationId xmlns:a16="http://schemas.microsoft.com/office/drawing/2014/main" id="{4ECF76BF-9008-81ED-ED80-D667233FE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30725" name="Oval 6">
            <a:extLst>
              <a:ext uri="{FF2B5EF4-FFF2-40B4-BE49-F238E27FC236}">
                <a16:creationId xmlns:a16="http://schemas.microsoft.com/office/drawing/2014/main" id="{95B4CC21-321C-890C-CF6D-6ED6C9EAD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30726" name="Oval 7">
            <a:extLst>
              <a:ext uri="{FF2B5EF4-FFF2-40B4-BE49-F238E27FC236}">
                <a16:creationId xmlns:a16="http://schemas.microsoft.com/office/drawing/2014/main" id="{7DD81B12-4D25-1C12-FD29-AC49B594D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30727" name="Oval 8">
            <a:extLst>
              <a:ext uri="{FF2B5EF4-FFF2-40B4-BE49-F238E27FC236}">
                <a16:creationId xmlns:a16="http://schemas.microsoft.com/office/drawing/2014/main" id="{C1C7AB9E-1649-3D7C-0ABE-E77ECDE08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30728" name="AutoShape 9">
            <a:extLst>
              <a:ext uri="{FF2B5EF4-FFF2-40B4-BE49-F238E27FC236}">
                <a16:creationId xmlns:a16="http://schemas.microsoft.com/office/drawing/2014/main" id="{71D5B0B9-1B8F-564F-802A-D9AEE43E3E77}"/>
              </a:ext>
            </a:extLst>
          </p:cNvPr>
          <p:cNvCxnSpPr>
            <a:cxnSpLocks noChangeShapeType="1"/>
            <a:endCxn id="30726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729" name="AutoShape 10">
            <a:extLst>
              <a:ext uri="{FF2B5EF4-FFF2-40B4-BE49-F238E27FC236}">
                <a16:creationId xmlns:a16="http://schemas.microsoft.com/office/drawing/2014/main" id="{F8093915-A1D5-440C-6737-1E2D8997026C}"/>
              </a:ext>
            </a:extLst>
          </p:cNvPr>
          <p:cNvCxnSpPr>
            <a:cxnSpLocks noChangeShapeType="1"/>
            <a:stCxn id="30725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730" name="AutoShape 11">
            <a:extLst>
              <a:ext uri="{FF2B5EF4-FFF2-40B4-BE49-F238E27FC236}">
                <a16:creationId xmlns:a16="http://schemas.microsoft.com/office/drawing/2014/main" id="{BACE6EAF-6F18-D1E6-92FC-B69B32577414}"/>
              </a:ext>
            </a:extLst>
          </p:cNvPr>
          <p:cNvCxnSpPr>
            <a:cxnSpLocks noChangeShapeType="1"/>
            <a:stCxn id="30727" idx="6"/>
            <a:endCxn id="30725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731" name="AutoShape 12">
            <a:extLst>
              <a:ext uri="{FF2B5EF4-FFF2-40B4-BE49-F238E27FC236}">
                <a16:creationId xmlns:a16="http://schemas.microsoft.com/office/drawing/2014/main" id="{EE35E0D5-79ED-1025-EBCD-8052341E2FD6}"/>
              </a:ext>
            </a:extLst>
          </p:cNvPr>
          <p:cNvCxnSpPr>
            <a:cxnSpLocks noChangeShapeType="1"/>
            <a:stCxn id="30726" idx="7"/>
            <a:endCxn id="30727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732" name="AutoShape 13">
            <a:extLst>
              <a:ext uri="{FF2B5EF4-FFF2-40B4-BE49-F238E27FC236}">
                <a16:creationId xmlns:a16="http://schemas.microsoft.com/office/drawing/2014/main" id="{D8682E1A-82F8-7492-8BDA-3370B0FC9C5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733" name="AutoShape 14">
            <a:extLst>
              <a:ext uri="{FF2B5EF4-FFF2-40B4-BE49-F238E27FC236}">
                <a16:creationId xmlns:a16="http://schemas.microsoft.com/office/drawing/2014/main" id="{443E9C24-062A-691B-EE8A-A1F2BE77522B}"/>
              </a:ext>
            </a:extLst>
          </p:cNvPr>
          <p:cNvCxnSpPr>
            <a:cxnSpLocks noChangeShapeType="1"/>
            <a:stCxn id="30726" idx="5"/>
            <a:endCxn id="30725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0734" name="Oval 15">
            <a:extLst>
              <a:ext uri="{FF2B5EF4-FFF2-40B4-BE49-F238E27FC236}">
                <a16:creationId xmlns:a16="http://schemas.microsoft.com/office/drawing/2014/main" id="{56D776B8-AC7C-14B0-A27D-31484BE07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30735" name="Oval 16">
            <a:extLst>
              <a:ext uri="{FF2B5EF4-FFF2-40B4-BE49-F238E27FC236}">
                <a16:creationId xmlns:a16="http://schemas.microsoft.com/office/drawing/2014/main" id="{0B171A5F-5D9B-94B7-669B-F9D12D452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30736" name="Oval 17">
            <a:extLst>
              <a:ext uri="{FF2B5EF4-FFF2-40B4-BE49-F238E27FC236}">
                <a16:creationId xmlns:a16="http://schemas.microsoft.com/office/drawing/2014/main" id="{C3750C47-CAF8-B829-3965-DCA15B15A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30737" name="Oval 18">
            <a:extLst>
              <a:ext uri="{FF2B5EF4-FFF2-40B4-BE49-F238E27FC236}">
                <a16:creationId xmlns:a16="http://schemas.microsoft.com/office/drawing/2014/main" id="{F3F0654C-736B-0A78-E60D-8F9661221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30738" name="AutoShape 19">
            <a:extLst>
              <a:ext uri="{FF2B5EF4-FFF2-40B4-BE49-F238E27FC236}">
                <a16:creationId xmlns:a16="http://schemas.microsoft.com/office/drawing/2014/main" id="{00E757E4-7C66-1EF7-D966-92A6455333E6}"/>
              </a:ext>
            </a:extLst>
          </p:cNvPr>
          <p:cNvCxnSpPr>
            <a:cxnSpLocks noChangeShapeType="1"/>
            <a:stCxn id="30736" idx="5"/>
            <a:endCxn id="30734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739" name="AutoShape 20">
            <a:extLst>
              <a:ext uri="{FF2B5EF4-FFF2-40B4-BE49-F238E27FC236}">
                <a16:creationId xmlns:a16="http://schemas.microsoft.com/office/drawing/2014/main" id="{3082A9B3-A755-2BF3-3142-A13F6D276830}"/>
              </a:ext>
            </a:extLst>
          </p:cNvPr>
          <p:cNvCxnSpPr>
            <a:cxnSpLocks noChangeShapeType="1"/>
            <a:stCxn id="30737" idx="6"/>
            <a:endCxn id="30734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740" name="AutoShape 21">
            <a:extLst>
              <a:ext uri="{FF2B5EF4-FFF2-40B4-BE49-F238E27FC236}">
                <a16:creationId xmlns:a16="http://schemas.microsoft.com/office/drawing/2014/main" id="{DEAE1DCC-D6BF-44BC-9653-013F817ED8F0}"/>
              </a:ext>
            </a:extLst>
          </p:cNvPr>
          <p:cNvCxnSpPr>
            <a:cxnSpLocks noChangeShapeType="1"/>
            <a:stCxn id="30736" idx="4"/>
            <a:endCxn id="30737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741" name="AutoShape 22">
            <a:extLst>
              <a:ext uri="{FF2B5EF4-FFF2-40B4-BE49-F238E27FC236}">
                <a16:creationId xmlns:a16="http://schemas.microsoft.com/office/drawing/2014/main" id="{5347615B-B1BD-44F6-4B65-176E52EB7F7C}"/>
              </a:ext>
            </a:extLst>
          </p:cNvPr>
          <p:cNvCxnSpPr>
            <a:cxnSpLocks noChangeShapeType="1"/>
            <a:stCxn id="30736" idx="6"/>
            <a:endCxn id="30735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0742" name="AutoShape 23">
            <a:extLst>
              <a:ext uri="{FF2B5EF4-FFF2-40B4-BE49-F238E27FC236}">
                <a16:creationId xmlns:a16="http://schemas.microsoft.com/office/drawing/2014/main" id="{83731B21-3D1E-6CFD-563C-DC43C47C68EE}"/>
              </a:ext>
            </a:extLst>
          </p:cNvPr>
          <p:cNvCxnSpPr>
            <a:cxnSpLocks noChangeShapeType="1"/>
            <a:stCxn id="30725" idx="6"/>
            <a:endCxn id="30737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0743" name="Text Box 24">
            <a:extLst>
              <a:ext uri="{FF2B5EF4-FFF2-40B4-BE49-F238E27FC236}">
                <a16:creationId xmlns:a16="http://schemas.microsoft.com/office/drawing/2014/main" id="{1CF6D2FC-2974-2E8F-7D4A-8C9718C2D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30744" name="Oval 25">
            <a:extLst>
              <a:ext uri="{FF2B5EF4-FFF2-40B4-BE49-F238E27FC236}">
                <a16:creationId xmlns:a16="http://schemas.microsoft.com/office/drawing/2014/main" id="{95167551-A334-D815-3B0B-69B79FD33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30745" name="Text Box 26">
            <a:extLst>
              <a:ext uri="{FF2B5EF4-FFF2-40B4-BE49-F238E27FC236}">
                <a16:creationId xmlns:a16="http://schemas.microsoft.com/office/drawing/2014/main" id="{B410C85D-21C6-CA97-B323-D3B4C438F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0746" name="Text Box 27">
            <a:extLst>
              <a:ext uri="{FF2B5EF4-FFF2-40B4-BE49-F238E27FC236}">
                <a16:creationId xmlns:a16="http://schemas.microsoft.com/office/drawing/2014/main" id="{69D21706-DCF7-4227-22C4-DBD3978D4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0747" name="Text Box 28">
            <a:extLst>
              <a:ext uri="{FF2B5EF4-FFF2-40B4-BE49-F238E27FC236}">
                <a16:creationId xmlns:a16="http://schemas.microsoft.com/office/drawing/2014/main" id="{8CC842B2-66A9-264F-66FB-F2CB97715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B</a:t>
            </a:r>
          </a:p>
        </p:txBody>
      </p:sp>
      <p:cxnSp>
        <p:nvCxnSpPr>
          <p:cNvPr id="30749" name="AutoShape 29">
            <a:extLst>
              <a:ext uri="{FF2B5EF4-FFF2-40B4-BE49-F238E27FC236}">
                <a16:creationId xmlns:a16="http://schemas.microsoft.com/office/drawing/2014/main" id="{8661F048-A081-9190-F785-1BBA9AB181D8}"/>
              </a:ext>
            </a:extLst>
          </p:cNvPr>
          <p:cNvCxnSpPr>
            <a:cxnSpLocks noChangeShapeType="1"/>
            <a:stCxn id="30744" idx="2"/>
          </p:cNvCxnSpPr>
          <p:nvPr/>
        </p:nvCxnSpPr>
        <p:spPr bwMode="auto">
          <a:xfrm flipH="1">
            <a:off x="1793875" y="1658938"/>
            <a:ext cx="2519363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" name="AutoShape 30">
            <a:extLst>
              <a:ext uri="{FF2B5EF4-FFF2-40B4-BE49-F238E27FC236}">
                <a16:creationId xmlns:a16="http://schemas.microsoft.com/office/drawing/2014/main" id="{4D7433B9-C921-48B3-1ABC-E3226815CCA7}"/>
              </a:ext>
            </a:extLst>
          </p:cNvPr>
          <p:cNvCxnSpPr>
            <a:cxnSpLocks noChangeShapeType="1"/>
            <a:stCxn id="30744" idx="4"/>
            <a:endCxn id="30725" idx="0"/>
          </p:cNvCxnSpPr>
          <p:nvPr/>
        </p:nvCxnSpPr>
        <p:spPr bwMode="auto">
          <a:xfrm>
            <a:off x="4459288" y="1803400"/>
            <a:ext cx="0" cy="11096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0750" name="Text Box 31">
            <a:extLst>
              <a:ext uri="{FF2B5EF4-FFF2-40B4-BE49-F238E27FC236}">
                <a16:creationId xmlns:a16="http://schemas.microsoft.com/office/drawing/2014/main" id="{99688686-0642-8302-8F87-9840DBC85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30751" name="Text Box 32">
            <a:extLst>
              <a:ext uri="{FF2B5EF4-FFF2-40B4-BE49-F238E27FC236}">
                <a16:creationId xmlns:a16="http://schemas.microsoft.com/office/drawing/2014/main" id="{EC469270-1108-192F-B710-99904068D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30752" name="Oval 33">
            <a:extLst>
              <a:ext uri="{FF2B5EF4-FFF2-40B4-BE49-F238E27FC236}">
                <a16:creationId xmlns:a16="http://schemas.microsoft.com/office/drawing/2014/main" id="{87040EE5-4E25-B8D7-09A0-E743C750E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AEFC973E-0994-06FF-CBFE-D60E66D37F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32771" name="Text Box 3">
            <a:extLst>
              <a:ext uri="{FF2B5EF4-FFF2-40B4-BE49-F238E27FC236}">
                <a16:creationId xmlns:a16="http://schemas.microsoft.com/office/drawing/2014/main" id="{CCCBF286-FE41-1DD4-B14A-F8630D9D9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I F </a:t>
            </a:r>
          </a:p>
        </p:txBody>
      </p:sp>
      <p:sp>
        <p:nvSpPr>
          <p:cNvPr id="32772" name="Text Box 4">
            <a:extLst>
              <a:ext uri="{FF2B5EF4-FFF2-40B4-BE49-F238E27FC236}">
                <a16:creationId xmlns:a16="http://schemas.microsoft.com/office/drawing/2014/main" id="{292B3355-B7B9-1511-F773-F3B33C0BC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32773" name="Oval 6">
            <a:extLst>
              <a:ext uri="{FF2B5EF4-FFF2-40B4-BE49-F238E27FC236}">
                <a16:creationId xmlns:a16="http://schemas.microsoft.com/office/drawing/2014/main" id="{A4F3B55A-1F17-86A8-3394-B3A98D6BC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32774" name="Oval 7">
            <a:extLst>
              <a:ext uri="{FF2B5EF4-FFF2-40B4-BE49-F238E27FC236}">
                <a16:creationId xmlns:a16="http://schemas.microsoft.com/office/drawing/2014/main" id="{3F8480B5-8917-F173-DE5F-ADE47C021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32775" name="Oval 8">
            <a:extLst>
              <a:ext uri="{FF2B5EF4-FFF2-40B4-BE49-F238E27FC236}">
                <a16:creationId xmlns:a16="http://schemas.microsoft.com/office/drawing/2014/main" id="{5FB3EDE7-BA86-F800-CA60-91DEB4571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32776" name="AutoShape 9">
            <a:extLst>
              <a:ext uri="{FF2B5EF4-FFF2-40B4-BE49-F238E27FC236}">
                <a16:creationId xmlns:a16="http://schemas.microsoft.com/office/drawing/2014/main" id="{99215149-55DD-FD30-2E99-DE265F58BCBD}"/>
              </a:ext>
            </a:extLst>
          </p:cNvPr>
          <p:cNvCxnSpPr>
            <a:cxnSpLocks noChangeShapeType="1"/>
            <a:endCxn id="32774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77" name="AutoShape 10">
            <a:extLst>
              <a:ext uri="{FF2B5EF4-FFF2-40B4-BE49-F238E27FC236}">
                <a16:creationId xmlns:a16="http://schemas.microsoft.com/office/drawing/2014/main" id="{8F5C9648-1A3F-A8DD-4D00-9484A0642817}"/>
              </a:ext>
            </a:extLst>
          </p:cNvPr>
          <p:cNvCxnSpPr>
            <a:cxnSpLocks noChangeShapeType="1"/>
            <a:stCxn id="32773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78" name="AutoShape 11">
            <a:extLst>
              <a:ext uri="{FF2B5EF4-FFF2-40B4-BE49-F238E27FC236}">
                <a16:creationId xmlns:a16="http://schemas.microsoft.com/office/drawing/2014/main" id="{0D7C7A11-FE13-4CD9-E5FA-53AC20D88EE2}"/>
              </a:ext>
            </a:extLst>
          </p:cNvPr>
          <p:cNvCxnSpPr>
            <a:cxnSpLocks noChangeShapeType="1"/>
            <a:stCxn id="32775" idx="6"/>
            <a:endCxn id="32773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79" name="AutoShape 12">
            <a:extLst>
              <a:ext uri="{FF2B5EF4-FFF2-40B4-BE49-F238E27FC236}">
                <a16:creationId xmlns:a16="http://schemas.microsoft.com/office/drawing/2014/main" id="{DB24EFD2-8BE8-5657-1E55-6297BD8FE276}"/>
              </a:ext>
            </a:extLst>
          </p:cNvPr>
          <p:cNvCxnSpPr>
            <a:cxnSpLocks noChangeShapeType="1"/>
            <a:stCxn id="32774" idx="7"/>
            <a:endCxn id="32775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80" name="AutoShape 13">
            <a:extLst>
              <a:ext uri="{FF2B5EF4-FFF2-40B4-BE49-F238E27FC236}">
                <a16:creationId xmlns:a16="http://schemas.microsoft.com/office/drawing/2014/main" id="{1BA54D35-D8AA-8132-67E4-C335FDA874F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81" name="AutoShape 14">
            <a:extLst>
              <a:ext uri="{FF2B5EF4-FFF2-40B4-BE49-F238E27FC236}">
                <a16:creationId xmlns:a16="http://schemas.microsoft.com/office/drawing/2014/main" id="{040BBCDF-F25C-B789-7D06-1F11720C7D8A}"/>
              </a:ext>
            </a:extLst>
          </p:cNvPr>
          <p:cNvCxnSpPr>
            <a:cxnSpLocks noChangeShapeType="1"/>
            <a:stCxn id="32774" idx="5"/>
            <a:endCxn id="32773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2782" name="Oval 15">
            <a:extLst>
              <a:ext uri="{FF2B5EF4-FFF2-40B4-BE49-F238E27FC236}">
                <a16:creationId xmlns:a16="http://schemas.microsoft.com/office/drawing/2014/main" id="{6EF820F0-D63E-8C9B-D70D-C64D2ECBA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32783" name="Oval 16">
            <a:extLst>
              <a:ext uri="{FF2B5EF4-FFF2-40B4-BE49-F238E27FC236}">
                <a16:creationId xmlns:a16="http://schemas.microsoft.com/office/drawing/2014/main" id="{9463309C-DF55-516E-9D5C-924A05EC2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32784" name="Oval 17">
            <a:extLst>
              <a:ext uri="{FF2B5EF4-FFF2-40B4-BE49-F238E27FC236}">
                <a16:creationId xmlns:a16="http://schemas.microsoft.com/office/drawing/2014/main" id="{AECFBED6-F0F4-382C-C5D9-0CE49C6CF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32785" name="Oval 18">
            <a:extLst>
              <a:ext uri="{FF2B5EF4-FFF2-40B4-BE49-F238E27FC236}">
                <a16:creationId xmlns:a16="http://schemas.microsoft.com/office/drawing/2014/main" id="{68F1DC1F-FA0B-FD6C-9ABE-ECE252FAC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32786" name="AutoShape 19">
            <a:extLst>
              <a:ext uri="{FF2B5EF4-FFF2-40B4-BE49-F238E27FC236}">
                <a16:creationId xmlns:a16="http://schemas.microsoft.com/office/drawing/2014/main" id="{7EB79869-C3C9-E189-0861-35578F362F81}"/>
              </a:ext>
            </a:extLst>
          </p:cNvPr>
          <p:cNvCxnSpPr>
            <a:cxnSpLocks noChangeShapeType="1"/>
            <a:stCxn id="32784" idx="5"/>
            <a:endCxn id="32782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87" name="AutoShape 20">
            <a:extLst>
              <a:ext uri="{FF2B5EF4-FFF2-40B4-BE49-F238E27FC236}">
                <a16:creationId xmlns:a16="http://schemas.microsoft.com/office/drawing/2014/main" id="{1729DD13-F36D-2DCA-16EB-7F822D1D6517}"/>
              </a:ext>
            </a:extLst>
          </p:cNvPr>
          <p:cNvCxnSpPr>
            <a:cxnSpLocks noChangeShapeType="1"/>
            <a:stCxn id="32785" idx="6"/>
            <a:endCxn id="32782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88" name="AutoShape 21">
            <a:extLst>
              <a:ext uri="{FF2B5EF4-FFF2-40B4-BE49-F238E27FC236}">
                <a16:creationId xmlns:a16="http://schemas.microsoft.com/office/drawing/2014/main" id="{44D7B38D-D8C5-EC7C-1319-8ED1F18CB318}"/>
              </a:ext>
            </a:extLst>
          </p:cNvPr>
          <p:cNvCxnSpPr>
            <a:cxnSpLocks noChangeShapeType="1"/>
            <a:stCxn id="32784" idx="4"/>
            <a:endCxn id="32785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89" name="AutoShape 22">
            <a:extLst>
              <a:ext uri="{FF2B5EF4-FFF2-40B4-BE49-F238E27FC236}">
                <a16:creationId xmlns:a16="http://schemas.microsoft.com/office/drawing/2014/main" id="{922190FC-29B0-B1B3-33EE-093E14D50630}"/>
              </a:ext>
            </a:extLst>
          </p:cNvPr>
          <p:cNvCxnSpPr>
            <a:cxnSpLocks noChangeShapeType="1"/>
            <a:stCxn id="32784" idx="6"/>
            <a:endCxn id="32783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90" name="AutoShape 23">
            <a:extLst>
              <a:ext uri="{FF2B5EF4-FFF2-40B4-BE49-F238E27FC236}">
                <a16:creationId xmlns:a16="http://schemas.microsoft.com/office/drawing/2014/main" id="{15B2F4AE-03D4-C3F8-B3D3-64C7DB13575E}"/>
              </a:ext>
            </a:extLst>
          </p:cNvPr>
          <p:cNvCxnSpPr>
            <a:cxnSpLocks noChangeShapeType="1"/>
            <a:stCxn id="32773" idx="6"/>
            <a:endCxn id="32785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2791" name="Text Box 24">
            <a:extLst>
              <a:ext uri="{FF2B5EF4-FFF2-40B4-BE49-F238E27FC236}">
                <a16:creationId xmlns:a16="http://schemas.microsoft.com/office/drawing/2014/main" id="{5FEFF8BF-DD8A-9180-8AB2-6C0390ABF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32792" name="Oval 25">
            <a:extLst>
              <a:ext uri="{FF2B5EF4-FFF2-40B4-BE49-F238E27FC236}">
                <a16:creationId xmlns:a16="http://schemas.microsoft.com/office/drawing/2014/main" id="{75DB740F-0F46-E888-CBAD-10B98A1ED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32793" name="Text Box 26">
            <a:extLst>
              <a:ext uri="{FF2B5EF4-FFF2-40B4-BE49-F238E27FC236}">
                <a16:creationId xmlns:a16="http://schemas.microsoft.com/office/drawing/2014/main" id="{12D16005-5EFF-F39D-5CD8-9453174BE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2794" name="Text Box 27">
            <a:extLst>
              <a:ext uri="{FF2B5EF4-FFF2-40B4-BE49-F238E27FC236}">
                <a16:creationId xmlns:a16="http://schemas.microsoft.com/office/drawing/2014/main" id="{E2B9FA57-5F43-1588-A439-AF1D12B29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2795" name="Text Box 28">
            <a:extLst>
              <a:ext uri="{FF2B5EF4-FFF2-40B4-BE49-F238E27FC236}">
                <a16:creationId xmlns:a16="http://schemas.microsoft.com/office/drawing/2014/main" id="{BDCBC1F0-BFE8-9530-C3F1-D786A7082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A already discovered</a:t>
            </a:r>
          </a:p>
        </p:txBody>
      </p:sp>
      <p:cxnSp>
        <p:nvCxnSpPr>
          <p:cNvPr id="32796" name="AutoShape 29">
            <a:extLst>
              <a:ext uri="{FF2B5EF4-FFF2-40B4-BE49-F238E27FC236}">
                <a16:creationId xmlns:a16="http://schemas.microsoft.com/office/drawing/2014/main" id="{BCA249FC-0F4A-8204-ECBF-A6D788449A10}"/>
              </a:ext>
            </a:extLst>
          </p:cNvPr>
          <p:cNvCxnSpPr>
            <a:cxnSpLocks noChangeShapeType="1"/>
            <a:stCxn id="32792" idx="4"/>
            <a:endCxn id="32773" idx="0"/>
          </p:cNvCxnSpPr>
          <p:nvPr/>
        </p:nvCxnSpPr>
        <p:spPr bwMode="auto">
          <a:xfrm>
            <a:off x="4459288" y="1803400"/>
            <a:ext cx="0" cy="11096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2797" name="AutoShape 30">
            <a:extLst>
              <a:ext uri="{FF2B5EF4-FFF2-40B4-BE49-F238E27FC236}">
                <a16:creationId xmlns:a16="http://schemas.microsoft.com/office/drawing/2014/main" id="{2556AEC9-A555-8E5F-8913-B3F8C4F736B3}"/>
              </a:ext>
            </a:extLst>
          </p:cNvPr>
          <p:cNvCxnSpPr>
            <a:cxnSpLocks noChangeShapeType="1"/>
            <a:stCxn id="32792" idx="2"/>
          </p:cNvCxnSpPr>
          <p:nvPr/>
        </p:nvCxnSpPr>
        <p:spPr bwMode="auto">
          <a:xfrm flipH="1">
            <a:off x="1793875" y="1658938"/>
            <a:ext cx="2519363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2798" name="Text Box 31">
            <a:extLst>
              <a:ext uri="{FF2B5EF4-FFF2-40B4-BE49-F238E27FC236}">
                <a16:creationId xmlns:a16="http://schemas.microsoft.com/office/drawing/2014/main" id="{91A35907-A2D3-C567-F76F-D176CABE5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32799" name="Text Box 32">
            <a:extLst>
              <a:ext uri="{FF2B5EF4-FFF2-40B4-BE49-F238E27FC236}">
                <a16:creationId xmlns:a16="http://schemas.microsoft.com/office/drawing/2014/main" id="{A8563DFE-4AEF-A680-E54D-F32536921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32800" name="Oval 33">
            <a:extLst>
              <a:ext uri="{FF2B5EF4-FFF2-40B4-BE49-F238E27FC236}">
                <a16:creationId xmlns:a16="http://schemas.microsoft.com/office/drawing/2014/main" id="{5D754775-0158-649C-FF50-F04C58BEF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753AC1B7-E314-3EF5-31D2-AC34A8FAAE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34819" name="Text Box 3">
            <a:extLst>
              <a:ext uri="{FF2B5EF4-FFF2-40B4-BE49-F238E27FC236}">
                <a16:creationId xmlns:a16="http://schemas.microsoft.com/office/drawing/2014/main" id="{61EA691C-452E-7BC3-55E5-183E62C43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I F </a:t>
            </a:r>
          </a:p>
        </p:txBody>
      </p:sp>
      <p:sp>
        <p:nvSpPr>
          <p:cNvPr id="34820" name="Text Box 4">
            <a:extLst>
              <a:ext uri="{FF2B5EF4-FFF2-40B4-BE49-F238E27FC236}">
                <a16:creationId xmlns:a16="http://schemas.microsoft.com/office/drawing/2014/main" id="{CD8C7DC0-6CAC-5008-6772-6DFCFF63C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34821" name="Oval 6">
            <a:extLst>
              <a:ext uri="{FF2B5EF4-FFF2-40B4-BE49-F238E27FC236}">
                <a16:creationId xmlns:a16="http://schemas.microsoft.com/office/drawing/2014/main" id="{2DB9E0A0-B89F-31B0-E6F8-B43CFC6BE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34822" name="Oval 7">
            <a:extLst>
              <a:ext uri="{FF2B5EF4-FFF2-40B4-BE49-F238E27FC236}">
                <a16:creationId xmlns:a16="http://schemas.microsoft.com/office/drawing/2014/main" id="{A73712C7-1EE0-B9A6-E6FE-BC999A925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34823" name="Oval 8">
            <a:extLst>
              <a:ext uri="{FF2B5EF4-FFF2-40B4-BE49-F238E27FC236}">
                <a16:creationId xmlns:a16="http://schemas.microsoft.com/office/drawing/2014/main" id="{956364BD-504E-4CFE-28CD-3D7372D65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34824" name="AutoShape 9">
            <a:extLst>
              <a:ext uri="{FF2B5EF4-FFF2-40B4-BE49-F238E27FC236}">
                <a16:creationId xmlns:a16="http://schemas.microsoft.com/office/drawing/2014/main" id="{A07F9C09-F508-9507-0AD0-3D0F64182A58}"/>
              </a:ext>
            </a:extLst>
          </p:cNvPr>
          <p:cNvCxnSpPr>
            <a:cxnSpLocks noChangeShapeType="1"/>
            <a:endCxn id="34822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4825" name="AutoShape 10">
            <a:extLst>
              <a:ext uri="{FF2B5EF4-FFF2-40B4-BE49-F238E27FC236}">
                <a16:creationId xmlns:a16="http://schemas.microsoft.com/office/drawing/2014/main" id="{949DCA35-834E-241C-ED8C-801620E0DA6D}"/>
              </a:ext>
            </a:extLst>
          </p:cNvPr>
          <p:cNvCxnSpPr>
            <a:cxnSpLocks noChangeShapeType="1"/>
            <a:stCxn id="34821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4826" name="AutoShape 11">
            <a:extLst>
              <a:ext uri="{FF2B5EF4-FFF2-40B4-BE49-F238E27FC236}">
                <a16:creationId xmlns:a16="http://schemas.microsoft.com/office/drawing/2014/main" id="{B0C1605C-F0FE-3748-77EA-3756F6A4D2ED}"/>
              </a:ext>
            </a:extLst>
          </p:cNvPr>
          <p:cNvCxnSpPr>
            <a:cxnSpLocks noChangeShapeType="1"/>
            <a:stCxn id="34823" idx="6"/>
            <a:endCxn id="34821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4827" name="AutoShape 12">
            <a:extLst>
              <a:ext uri="{FF2B5EF4-FFF2-40B4-BE49-F238E27FC236}">
                <a16:creationId xmlns:a16="http://schemas.microsoft.com/office/drawing/2014/main" id="{A675C7A9-22C1-6792-354C-1E11D5107F61}"/>
              </a:ext>
            </a:extLst>
          </p:cNvPr>
          <p:cNvCxnSpPr>
            <a:cxnSpLocks noChangeShapeType="1"/>
            <a:stCxn id="34822" idx="7"/>
            <a:endCxn id="34823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4828" name="AutoShape 13">
            <a:extLst>
              <a:ext uri="{FF2B5EF4-FFF2-40B4-BE49-F238E27FC236}">
                <a16:creationId xmlns:a16="http://schemas.microsoft.com/office/drawing/2014/main" id="{8F9F4FD3-17F2-8613-D83D-54E5AA5B0E8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4829" name="AutoShape 14">
            <a:extLst>
              <a:ext uri="{FF2B5EF4-FFF2-40B4-BE49-F238E27FC236}">
                <a16:creationId xmlns:a16="http://schemas.microsoft.com/office/drawing/2014/main" id="{DED8908A-4121-6ADA-97C6-8BAC5E88EF8F}"/>
              </a:ext>
            </a:extLst>
          </p:cNvPr>
          <p:cNvCxnSpPr>
            <a:cxnSpLocks noChangeShapeType="1"/>
            <a:stCxn id="34822" idx="5"/>
            <a:endCxn id="34821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4830" name="Oval 15">
            <a:extLst>
              <a:ext uri="{FF2B5EF4-FFF2-40B4-BE49-F238E27FC236}">
                <a16:creationId xmlns:a16="http://schemas.microsoft.com/office/drawing/2014/main" id="{C6F29931-0C6F-8F19-7F35-B6853ABE2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34831" name="Oval 16">
            <a:extLst>
              <a:ext uri="{FF2B5EF4-FFF2-40B4-BE49-F238E27FC236}">
                <a16:creationId xmlns:a16="http://schemas.microsoft.com/office/drawing/2014/main" id="{61CB54BD-258F-EAC9-EBE3-9C00A54B0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34832" name="Oval 17">
            <a:extLst>
              <a:ext uri="{FF2B5EF4-FFF2-40B4-BE49-F238E27FC236}">
                <a16:creationId xmlns:a16="http://schemas.microsoft.com/office/drawing/2014/main" id="{53846773-7BDA-2451-ADF4-4AF3F19E4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34833" name="Oval 18">
            <a:extLst>
              <a:ext uri="{FF2B5EF4-FFF2-40B4-BE49-F238E27FC236}">
                <a16:creationId xmlns:a16="http://schemas.microsoft.com/office/drawing/2014/main" id="{09A5FC61-FD63-F3F5-BFEC-A7C73D702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34834" name="AutoShape 19">
            <a:extLst>
              <a:ext uri="{FF2B5EF4-FFF2-40B4-BE49-F238E27FC236}">
                <a16:creationId xmlns:a16="http://schemas.microsoft.com/office/drawing/2014/main" id="{2194CF2E-269C-818E-CFCE-4DBB6F73935A}"/>
              </a:ext>
            </a:extLst>
          </p:cNvPr>
          <p:cNvCxnSpPr>
            <a:cxnSpLocks noChangeShapeType="1"/>
            <a:stCxn id="34832" idx="5"/>
            <a:endCxn id="34830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4835" name="AutoShape 20">
            <a:extLst>
              <a:ext uri="{FF2B5EF4-FFF2-40B4-BE49-F238E27FC236}">
                <a16:creationId xmlns:a16="http://schemas.microsoft.com/office/drawing/2014/main" id="{516C3433-F72D-47CD-DF47-2BE8B85BA2D4}"/>
              </a:ext>
            </a:extLst>
          </p:cNvPr>
          <p:cNvCxnSpPr>
            <a:cxnSpLocks noChangeShapeType="1"/>
            <a:stCxn id="34833" idx="6"/>
            <a:endCxn id="34830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4836" name="AutoShape 21">
            <a:extLst>
              <a:ext uri="{FF2B5EF4-FFF2-40B4-BE49-F238E27FC236}">
                <a16:creationId xmlns:a16="http://schemas.microsoft.com/office/drawing/2014/main" id="{B07A2D17-D7D6-E020-A4EF-4C1F8951E83C}"/>
              </a:ext>
            </a:extLst>
          </p:cNvPr>
          <p:cNvCxnSpPr>
            <a:cxnSpLocks noChangeShapeType="1"/>
            <a:stCxn id="34832" idx="4"/>
            <a:endCxn id="34833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4837" name="AutoShape 22">
            <a:extLst>
              <a:ext uri="{FF2B5EF4-FFF2-40B4-BE49-F238E27FC236}">
                <a16:creationId xmlns:a16="http://schemas.microsoft.com/office/drawing/2014/main" id="{8A0EDC93-F882-D29F-0A52-37BF4C48EB07}"/>
              </a:ext>
            </a:extLst>
          </p:cNvPr>
          <p:cNvCxnSpPr>
            <a:cxnSpLocks noChangeShapeType="1"/>
            <a:stCxn id="34832" idx="6"/>
            <a:endCxn id="34831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4838" name="AutoShape 23">
            <a:extLst>
              <a:ext uri="{FF2B5EF4-FFF2-40B4-BE49-F238E27FC236}">
                <a16:creationId xmlns:a16="http://schemas.microsoft.com/office/drawing/2014/main" id="{A71E11FA-ABA3-2BD8-CBAF-3C82D480FCF7}"/>
              </a:ext>
            </a:extLst>
          </p:cNvPr>
          <p:cNvCxnSpPr>
            <a:cxnSpLocks noChangeShapeType="1"/>
            <a:stCxn id="34821" idx="6"/>
            <a:endCxn id="34833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4839" name="Text Box 24">
            <a:extLst>
              <a:ext uri="{FF2B5EF4-FFF2-40B4-BE49-F238E27FC236}">
                <a16:creationId xmlns:a16="http://schemas.microsoft.com/office/drawing/2014/main" id="{6B12F12C-9F71-CFCE-968B-03D9E0FE3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34840" name="Oval 25">
            <a:extLst>
              <a:ext uri="{FF2B5EF4-FFF2-40B4-BE49-F238E27FC236}">
                <a16:creationId xmlns:a16="http://schemas.microsoft.com/office/drawing/2014/main" id="{874910DF-9681-8FE9-BB07-69E37FE3C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34841" name="Text Box 26">
            <a:extLst>
              <a:ext uri="{FF2B5EF4-FFF2-40B4-BE49-F238E27FC236}">
                <a16:creationId xmlns:a16="http://schemas.microsoft.com/office/drawing/2014/main" id="{A22D1EB7-8CE7-C661-AF93-525583DB7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4842" name="Text Box 27">
            <a:extLst>
              <a:ext uri="{FF2B5EF4-FFF2-40B4-BE49-F238E27FC236}">
                <a16:creationId xmlns:a16="http://schemas.microsoft.com/office/drawing/2014/main" id="{59E7D8AA-6D43-44E2-AA63-B18072EED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4843" name="Text Box 28">
            <a:extLst>
              <a:ext uri="{FF2B5EF4-FFF2-40B4-BE49-F238E27FC236}">
                <a16:creationId xmlns:a16="http://schemas.microsoft.com/office/drawing/2014/main" id="{A901A93C-84C3-2AD8-56EE-B95B8ABD9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finished with B</a:t>
            </a:r>
          </a:p>
        </p:txBody>
      </p:sp>
      <p:sp>
        <p:nvSpPr>
          <p:cNvPr id="34844" name="Text Box 29">
            <a:extLst>
              <a:ext uri="{FF2B5EF4-FFF2-40B4-BE49-F238E27FC236}">
                <a16:creationId xmlns:a16="http://schemas.microsoft.com/office/drawing/2014/main" id="{AE1146CF-CAF2-E342-D106-25183CCFE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34845" name="Text Box 30">
            <a:extLst>
              <a:ext uri="{FF2B5EF4-FFF2-40B4-BE49-F238E27FC236}">
                <a16:creationId xmlns:a16="http://schemas.microsoft.com/office/drawing/2014/main" id="{02246842-25F8-F03A-6BE2-0E68D36A9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34846" name="Oval 31">
            <a:extLst>
              <a:ext uri="{FF2B5EF4-FFF2-40B4-BE49-F238E27FC236}">
                <a16:creationId xmlns:a16="http://schemas.microsoft.com/office/drawing/2014/main" id="{88298C5C-2D23-BA0B-EB39-05A28667D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9D8DED4-15F1-6607-A402-8775BAF547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349AD4E0-7EEA-B41A-85DC-2667339E3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I F </a:t>
            </a:r>
          </a:p>
        </p:txBody>
      </p:sp>
      <p:sp>
        <p:nvSpPr>
          <p:cNvPr id="36868" name="Text Box 4">
            <a:extLst>
              <a:ext uri="{FF2B5EF4-FFF2-40B4-BE49-F238E27FC236}">
                <a16:creationId xmlns:a16="http://schemas.microsoft.com/office/drawing/2014/main" id="{028A4772-E461-AC35-1849-CF3EF8F5F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36869" name="Oval 6">
            <a:extLst>
              <a:ext uri="{FF2B5EF4-FFF2-40B4-BE49-F238E27FC236}">
                <a16:creationId xmlns:a16="http://schemas.microsoft.com/office/drawing/2014/main" id="{F92B4DE1-C5DD-4BCD-AD0C-5AD695370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36870" name="Oval 7">
            <a:extLst>
              <a:ext uri="{FF2B5EF4-FFF2-40B4-BE49-F238E27FC236}">
                <a16:creationId xmlns:a16="http://schemas.microsoft.com/office/drawing/2014/main" id="{A5861A4E-9FA6-3752-6634-2EFE96493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36871" name="Oval 8">
            <a:extLst>
              <a:ext uri="{FF2B5EF4-FFF2-40B4-BE49-F238E27FC236}">
                <a16:creationId xmlns:a16="http://schemas.microsoft.com/office/drawing/2014/main" id="{FF3F0F25-EC42-2256-C1B3-0AB2E53E8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36872" name="AutoShape 9">
            <a:extLst>
              <a:ext uri="{FF2B5EF4-FFF2-40B4-BE49-F238E27FC236}">
                <a16:creationId xmlns:a16="http://schemas.microsoft.com/office/drawing/2014/main" id="{451AB377-A879-C0FC-6AED-E3C86FE818CE}"/>
              </a:ext>
            </a:extLst>
          </p:cNvPr>
          <p:cNvCxnSpPr>
            <a:cxnSpLocks noChangeShapeType="1"/>
            <a:endCxn id="36870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873" name="AutoShape 10">
            <a:extLst>
              <a:ext uri="{FF2B5EF4-FFF2-40B4-BE49-F238E27FC236}">
                <a16:creationId xmlns:a16="http://schemas.microsoft.com/office/drawing/2014/main" id="{335A707E-C0D9-54DD-6A40-740AD3C5E043}"/>
              </a:ext>
            </a:extLst>
          </p:cNvPr>
          <p:cNvCxnSpPr>
            <a:cxnSpLocks noChangeShapeType="1"/>
            <a:stCxn id="36869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874" name="AutoShape 11">
            <a:extLst>
              <a:ext uri="{FF2B5EF4-FFF2-40B4-BE49-F238E27FC236}">
                <a16:creationId xmlns:a16="http://schemas.microsoft.com/office/drawing/2014/main" id="{5F0F85C8-AC92-A238-285B-CF81A5714ACC}"/>
              </a:ext>
            </a:extLst>
          </p:cNvPr>
          <p:cNvCxnSpPr>
            <a:cxnSpLocks noChangeShapeType="1"/>
            <a:stCxn id="36871" idx="6"/>
            <a:endCxn id="36869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875" name="AutoShape 12">
            <a:extLst>
              <a:ext uri="{FF2B5EF4-FFF2-40B4-BE49-F238E27FC236}">
                <a16:creationId xmlns:a16="http://schemas.microsoft.com/office/drawing/2014/main" id="{E85720B7-13E6-3C7E-D4E4-1FD5D63F22B2}"/>
              </a:ext>
            </a:extLst>
          </p:cNvPr>
          <p:cNvCxnSpPr>
            <a:cxnSpLocks noChangeShapeType="1"/>
            <a:stCxn id="36870" idx="7"/>
            <a:endCxn id="36871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876" name="AutoShape 13">
            <a:extLst>
              <a:ext uri="{FF2B5EF4-FFF2-40B4-BE49-F238E27FC236}">
                <a16:creationId xmlns:a16="http://schemas.microsoft.com/office/drawing/2014/main" id="{0203BB22-F9A4-9D9F-6BB0-FE270F01560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877" name="AutoShape 14">
            <a:extLst>
              <a:ext uri="{FF2B5EF4-FFF2-40B4-BE49-F238E27FC236}">
                <a16:creationId xmlns:a16="http://schemas.microsoft.com/office/drawing/2014/main" id="{F818E6E0-9CA7-75B5-A7A7-3EE9742BFE5E}"/>
              </a:ext>
            </a:extLst>
          </p:cNvPr>
          <p:cNvCxnSpPr>
            <a:cxnSpLocks noChangeShapeType="1"/>
            <a:stCxn id="36870" idx="5"/>
            <a:endCxn id="36869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6878" name="Oval 15">
            <a:extLst>
              <a:ext uri="{FF2B5EF4-FFF2-40B4-BE49-F238E27FC236}">
                <a16:creationId xmlns:a16="http://schemas.microsoft.com/office/drawing/2014/main" id="{325966C5-0863-0FA8-5D1A-7D8D6C9FF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36879" name="Oval 16">
            <a:extLst>
              <a:ext uri="{FF2B5EF4-FFF2-40B4-BE49-F238E27FC236}">
                <a16:creationId xmlns:a16="http://schemas.microsoft.com/office/drawing/2014/main" id="{76EB5F32-7B4F-C428-61E4-4375BEDB3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36880" name="Oval 17">
            <a:extLst>
              <a:ext uri="{FF2B5EF4-FFF2-40B4-BE49-F238E27FC236}">
                <a16:creationId xmlns:a16="http://schemas.microsoft.com/office/drawing/2014/main" id="{67CA2260-417D-A791-2D68-DEAFAD762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36881" name="Oval 18">
            <a:extLst>
              <a:ext uri="{FF2B5EF4-FFF2-40B4-BE49-F238E27FC236}">
                <a16:creationId xmlns:a16="http://schemas.microsoft.com/office/drawing/2014/main" id="{7E00D775-4C6B-255B-34F3-BD51311FE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36882" name="AutoShape 19">
            <a:extLst>
              <a:ext uri="{FF2B5EF4-FFF2-40B4-BE49-F238E27FC236}">
                <a16:creationId xmlns:a16="http://schemas.microsoft.com/office/drawing/2014/main" id="{201B0255-7119-2DC4-CF7D-995D3585A291}"/>
              </a:ext>
            </a:extLst>
          </p:cNvPr>
          <p:cNvCxnSpPr>
            <a:cxnSpLocks noChangeShapeType="1"/>
            <a:stCxn id="36880" idx="5"/>
            <a:endCxn id="36878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883" name="AutoShape 20">
            <a:extLst>
              <a:ext uri="{FF2B5EF4-FFF2-40B4-BE49-F238E27FC236}">
                <a16:creationId xmlns:a16="http://schemas.microsoft.com/office/drawing/2014/main" id="{75AF26D9-8D69-A706-1DD7-35B42DF95923}"/>
              </a:ext>
            </a:extLst>
          </p:cNvPr>
          <p:cNvCxnSpPr>
            <a:cxnSpLocks noChangeShapeType="1"/>
            <a:stCxn id="36881" idx="6"/>
            <a:endCxn id="36878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884" name="AutoShape 21">
            <a:extLst>
              <a:ext uri="{FF2B5EF4-FFF2-40B4-BE49-F238E27FC236}">
                <a16:creationId xmlns:a16="http://schemas.microsoft.com/office/drawing/2014/main" id="{9C404F6F-FAE4-0A87-EB5D-7E823EAADA1F}"/>
              </a:ext>
            </a:extLst>
          </p:cNvPr>
          <p:cNvCxnSpPr>
            <a:cxnSpLocks noChangeShapeType="1"/>
            <a:stCxn id="36880" idx="4"/>
            <a:endCxn id="36881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885" name="AutoShape 22">
            <a:extLst>
              <a:ext uri="{FF2B5EF4-FFF2-40B4-BE49-F238E27FC236}">
                <a16:creationId xmlns:a16="http://schemas.microsoft.com/office/drawing/2014/main" id="{6FD3DBF5-FC2F-4ECC-BA99-5B3ED22CA1AB}"/>
              </a:ext>
            </a:extLst>
          </p:cNvPr>
          <p:cNvCxnSpPr>
            <a:cxnSpLocks noChangeShapeType="1"/>
            <a:stCxn id="36880" idx="6"/>
            <a:endCxn id="36879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886" name="AutoShape 23">
            <a:extLst>
              <a:ext uri="{FF2B5EF4-FFF2-40B4-BE49-F238E27FC236}">
                <a16:creationId xmlns:a16="http://schemas.microsoft.com/office/drawing/2014/main" id="{E31A4EF4-6BCC-4C92-9F7F-B9933947FEE2}"/>
              </a:ext>
            </a:extLst>
          </p:cNvPr>
          <p:cNvCxnSpPr>
            <a:cxnSpLocks noChangeShapeType="1"/>
            <a:stCxn id="36869" idx="6"/>
            <a:endCxn id="36881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6887" name="Text Box 24">
            <a:extLst>
              <a:ext uri="{FF2B5EF4-FFF2-40B4-BE49-F238E27FC236}">
                <a16:creationId xmlns:a16="http://schemas.microsoft.com/office/drawing/2014/main" id="{61035391-D74F-B4BF-D6B6-6F733F07D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36888" name="Text Box 26">
            <a:extLst>
              <a:ext uri="{FF2B5EF4-FFF2-40B4-BE49-F238E27FC236}">
                <a16:creationId xmlns:a16="http://schemas.microsoft.com/office/drawing/2014/main" id="{973FF6DD-BE01-13A5-E104-1C80467AE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6889" name="Text Box 27">
            <a:extLst>
              <a:ext uri="{FF2B5EF4-FFF2-40B4-BE49-F238E27FC236}">
                <a16:creationId xmlns:a16="http://schemas.microsoft.com/office/drawing/2014/main" id="{CC590C9E-6500-6A8C-CEC6-F6B8F8C1E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6890" name="Text Box 28">
            <a:extLst>
              <a:ext uri="{FF2B5EF4-FFF2-40B4-BE49-F238E27FC236}">
                <a16:creationId xmlns:a16="http://schemas.microsoft.com/office/drawing/2014/main" id="{2645C44E-77D2-7C86-E60B-7903830CB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dequeue next vertex</a:t>
            </a:r>
          </a:p>
        </p:txBody>
      </p:sp>
      <p:sp>
        <p:nvSpPr>
          <p:cNvPr id="36891" name="Text Box 29">
            <a:extLst>
              <a:ext uri="{FF2B5EF4-FFF2-40B4-BE49-F238E27FC236}">
                <a16:creationId xmlns:a16="http://schemas.microsoft.com/office/drawing/2014/main" id="{A9DC3C3F-DD80-FA7F-067B-5FC37F633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36892" name="Text Box 30">
            <a:extLst>
              <a:ext uri="{FF2B5EF4-FFF2-40B4-BE49-F238E27FC236}">
                <a16:creationId xmlns:a16="http://schemas.microsoft.com/office/drawing/2014/main" id="{37C8B57E-1549-A512-1EE8-8762B8F6D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36893" name="Oval 31">
            <a:extLst>
              <a:ext uri="{FF2B5EF4-FFF2-40B4-BE49-F238E27FC236}">
                <a16:creationId xmlns:a16="http://schemas.microsoft.com/office/drawing/2014/main" id="{6EE568B4-6BB1-F572-E256-19229FD01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36894" name="Oval 32">
            <a:extLst>
              <a:ext uri="{FF2B5EF4-FFF2-40B4-BE49-F238E27FC236}">
                <a16:creationId xmlns:a16="http://schemas.microsoft.com/office/drawing/2014/main" id="{1BECFB5B-C974-7BFB-9CD4-BC348129F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043C880-B1DD-FAD5-5587-DF34661536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38915" name="Text Box 3">
            <a:extLst>
              <a:ext uri="{FF2B5EF4-FFF2-40B4-BE49-F238E27FC236}">
                <a16:creationId xmlns:a16="http://schemas.microsoft.com/office/drawing/2014/main" id="{F3939ADE-6383-A5C3-0EC4-6E2A0A0DA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F </a:t>
            </a:r>
          </a:p>
        </p:txBody>
      </p:sp>
      <p:sp>
        <p:nvSpPr>
          <p:cNvPr id="38916" name="Text Box 4">
            <a:extLst>
              <a:ext uri="{FF2B5EF4-FFF2-40B4-BE49-F238E27FC236}">
                <a16:creationId xmlns:a16="http://schemas.microsoft.com/office/drawing/2014/main" id="{31185B80-14B9-AA02-A4FB-E7494B251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38917" name="Oval 6">
            <a:extLst>
              <a:ext uri="{FF2B5EF4-FFF2-40B4-BE49-F238E27FC236}">
                <a16:creationId xmlns:a16="http://schemas.microsoft.com/office/drawing/2014/main" id="{6061F9D8-4AA5-00A6-F129-F0D352A79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38918" name="Oval 7">
            <a:extLst>
              <a:ext uri="{FF2B5EF4-FFF2-40B4-BE49-F238E27FC236}">
                <a16:creationId xmlns:a16="http://schemas.microsoft.com/office/drawing/2014/main" id="{D0BB4BC4-EFC0-1B79-DB8A-E93AD3ABB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38919" name="Oval 8">
            <a:extLst>
              <a:ext uri="{FF2B5EF4-FFF2-40B4-BE49-F238E27FC236}">
                <a16:creationId xmlns:a16="http://schemas.microsoft.com/office/drawing/2014/main" id="{7CA5A8A6-D8E8-CEB4-3167-0F98C2D84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38920" name="AutoShape 9">
            <a:extLst>
              <a:ext uri="{FF2B5EF4-FFF2-40B4-BE49-F238E27FC236}">
                <a16:creationId xmlns:a16="http://schemas.microsoft.com/office/drawing/2014/main" id="{BC88F6E3-3B54-B61B-C9A9-3435469E50D2}"/>
              </a:ext>
            </a:extLst>
          </p:cNvPr>
          <p:cNvCxnSpPr>
            <a:cxnSpLocks noChangeShapeType="1"/>
            <a:endCxn id="38918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8921" name="AutoShape 10">
            <a:extLst>
              <a:ext uri="{FF2B5EF4-FFF2-40B4-BE49-F238E27FC236}">
                <a16:creationId xmlns:a16="http://schemas.microsoft.com/office/drawing/2014/main" id="{ED2661F4-F20B-94D6-9AAB-CA3A85CF013F}"/>
              </a:ext>
            </a:extLst>
          </p:cNvPr>
          <p:cNvCxnSpPr>
            <a:cxnSpLocks noChangeShapeType="1"/>
            <a:stCxn id="38917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8922" name="AutoShape 11">
            <a:extLst>
              <a:ext uri="{FF2B5EF4-FFF2-40B4-BE49-F238E27FC236}">
                <a16:creationId xmlns:a16="http://schemas.microsoft.com/office/drawing/2014/main" id="{69558D32-AFB1-D199-7261-42F8E5C9DD40}"/>
              </a:ext>
            </a:extLst>
          </p:cNvPr>
          <p:cNvCxnSpPr>
            <a:cxnSpLocks noChangeShapeType="1"/>
            <a:stCxn id="38919" idx="6"/>
            <a:endCxn id="38917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8923" name="AutoShape 12">
            <a:extLst>
              <a:ext uri="{FF2B5EF4-FFF2-40B4-BE49-F238E27FC236}">
                <a16:creationId xmlns:a16="http://schemas.microsoft.com/office/drawing/2014/main" id="{73E7C1DD-6979-E5CF-772F-5B0818B30D5D}"/>
              </a:ext>
            </a:extLst>
          </p:cNvPr>
          <p:cNvCxnSpPr>
            <a:cxnSpLocks noChangeShapeType="1"/>
            <a:stCxn id="38918" idx="7"/>
            <a:endCxn id="38919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8924" name="AutoShape 13">
            <a:extLst>
              <a:ext uri="{FF2B5EF4-FFF2-40B4-BE49-F238E27FC236}">
                <a16:creationId xmlns:a16="http://schemas.microsoft.com/office/drawing/2014/main" id="{307871ED-1CE5-0C23-A11E-F727E2E26D7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8925" name="AutoShape 14">
            <a:extLst>
              <a:ext uri="{FF2B5EF4-FFF2-40B4-BE49-F238E27FC236}">
                <a16:creationId xmlns:a16="http://schemas.microsoft.com/office/drawing/2014/main" id="{4EF4D363-9824-7591-5B64-2DA37D805063}"/>
              </a:ext>
            </a:extLst>
          </p:cNvPr>
          <p:cNvCxnSpPr>
            <a:cxnSpLocks noChangeShapeType="1"/>
            <a:stCxn id="38918" idx="5"/>
            <a:endCxn id="38917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8926" name="Oval 15">
            <a:extLst>
              <a:ext uri="{FF2B5EF4-FFF2-40B4-BE49-F238E27FC236}">
                <a16:creationId xmlns:a16="http://schemas.microsoft.com/office/drawing/2014/main" id="{ABDB99D2-64F3-EED3-8073-8534B0849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38927" name="Oval 16">
            <a:extLst>
              <a:ext uri="{FF2B5EF4-FFF2-40B4-BE49-F238E27FC236}">
                <a16:creationId xmlns:a16="http://schemas.microsoft.com/office/drawing/2014/main" id="{1C56A017-00E4-CDAC-1CD7-A2FAB6499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38928" name="Oval 17">
            <a:extLst>
              <a:ext uri="{FF2B5EF4-FFF2-40B4-BE49-F238E27FC236}">
                <a16:creationId xmlns:a16="http://schemas.microsoft.com/office/drawing/2014/main" id="{C3E57B66-2F6F-C4E0-5893-51F8EDE49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38929" name="Oval 18">
            <a:extLst>
              <a:ext uri="{FF2B5EF4-FFF2-40B4-BE49-F238E27FC236}">
                <a16:creationId xmlns:a16="http://schemas.microsoft.com/office/drawing/2014/main" id="{0F34F3CD-BF74-51CA-D2B5-64773E8B9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38930" name="AutoShape 19">
            <a:extLst>
              <a:ext uri="{FF2B5EF4-FFF2-40B4-BE49-F238E27FC236}">
                <a16:creationId xmlns:a16="http://schemas.microsoft.com/office/drawing/2014/main" id="{FAE3A12E-FEF7-B76F-87CE-79DF14B1D12B}"/>
              </a:ext>
            </a:extLst>
          </p:cNvPr>
          <p:cNvCxnSpPr>
            <a:cxnSpLocks noChangeShapeType="1"/>
            <a:stCxn id="38928" idx="5"/>
            <a:endCxn id="38926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8931" name="AutoShape 20">
            <a:extLst>
              <a:ext uri="{FF2B5EF4-FFF2-40B4-BE49-F238E27FC236}">
                <a16:creationId xmlns:a16="http://schemas.microsoft.com/office/drawing/2014/main" id="{64AE1827-89B9-938F-956E-69758CE8474B}"/>
              </a:ext>
            </a:extLst>
          </p:cNvPr>
          <p:cNvCxnSpPr>
            <a:cxnSpLocks noChangeShapeType="1"/>
            <a:stCxn id="38929" idx="6"/>
            <a:endCxn id="38926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8932" name="AutoShape 21">
            <a:extLst>
              <a:ext uri="{FF2B5EF4-FFF2-40B4-BE49-F238E27FC236}">
                <a16:creationId xmlns:a16="http://schemas.microsoft.com/office/drawing/2014/main" id="{AB0574C6-C9A1-571E-3013-CB872970A181}"/>
              </a:ext>
            </a:extLst>
          </p:cNvPr>
          <p:cNvCxnSpPr>
            <a:cxnSpLocks noChangeShapeType="1"/>
            <a:stCxn id="38928" idx="4"/>
            <a:endCxn id="38929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8933" name="AutoShape 22">
            <a:extLst>
              <a:ext uri="{FF2B5EF4-FFF2-40B4-BE49-F238E27FC236}">
                <a16:creationId xmlns:a16="http://schemas.microsoft.com/office/drawing/2014/main" id="{90F49827-03E1-56D0-131C-B3C6E0FC8E82}"/>
              </a:ext>
            </a:extLst>
          </p:cNvPr>
          <p:cNvCxnSpPr>
            <a:cxnSpLocks noChangeShapeType="1"/>
            <a:stCxn id="38928" idx="6"/>
            <a:endCxn id="38927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8934" name="AutoShape 23">
            <a:extLst>
              <a:ext uri="{FF2B5EF4-FFF2-40B4-BE49-F238E27FC236}">
                <a16:creationId xmlns:a16="http://schemas.microsoft.com/office/drawing/2014/main" id="{96263117-0E43-1E88-9F8A-BACB6BA23519}"/>
              </a:ext>
            </a:extLst>
          </p:cNvPr>
          <p:cNvCxnSpPr>
            <a:cxnSpLocks noChangeShapeType="1"/>
            <a:stCxn id="38917" idx="6"/>
            <a:endCxn id="38929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8935" name="Text Box 24">
            <a:extLst>
              <a:ext uri="{FF2B5EF4-FFF2-40B4-BE49-F238E27FC236}">
                <a16:creationId xmlns:a16="http://schemas.microsoft.com/office/drawing/2014/main" id="{15CF00EA-A049-0B06-63F9-4C80471F3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38936" name="Text Box 26">
            <a:extLst>
              <a:ext uri="{FF2B5EF4-FFF2-40B4-BE49-F238E27FC236}">
                <a16:creationId xmlns:a16="http://schemas.microsoft.com/office/drawing/2014/main" id="{5E5D72D3-1047-E047-0E68-78632D6C0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8937" name="Text Box 27">
            <a:extLst>
              <a:ext uri="{FF2B5EF4-FFF2-40B4-BE49-F238E27FC236}">
                <a16:creationId xmlns:a16="http://schemas.microsoft.com/office/drawing/2014/main" id="{2F08BF32-C0AF-5C2F-2229-EA24E3848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38938" name="Text Box 28">
            <a:extLst>
              <a:ext uri="{FF2B5EF4-FFF2-40B4-BE49-F238E27FC236}">
                <a16:creationId xmlns:a16="http://schemas.microsoft.com/office/drawing/2014/main" id="{8AB5729C-967D-4691-A770-8E3699154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I</a:t>
            </a:r>
          </a:p>
        </p:txBody>
      </p:sp>
      <p:sp>
        <p:nvSpPr>
          <p:cNvPr id="38939" name="Text Box 29">
            <a:extLst>
              <a:ext uri="{FF2B5EF4-FFF2-40B4-BE49-F238E27FC236}">
                <a16:creationId xmlns:a16="http://schemas.microsoft.com/office/drawing/2014/main" id="{25643CE7-9917-E713-51CB-C09BBC892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38940" name="Text Box 30">
            <a:extLst>
              <a:ext uri="{FF2B5EF4-FFF2-40B4-BE49-F238E27FC236}">
                <a16:creationId xmlns:a16="http://schemas.microsoft.com/office/drawing/2014/main" id="{CF44008D-E61B-04CC-C0B2-9B745D278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38941" name="Oval 31">
            <a:extLst>
              <a:ext uri="{FF2B5EF4-FFF2-40B4-BE49-F238E27FC236}">
                <a16:creationId xmlns:a16="http://schemas.microsoft.com/office/drawing/2014/main" id="{48B8D4A0-A960-332F-7583-BA732F0F3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38942" name="Oval 32">
            <a:extLst>
              <a:ext uri="{FF2B5EF4-FFF2-40B4-BE49-F238E27FC236}">
                <a16:creationId xmlns:a16="http://schemas.microsoft.com/office/drawing/2014/main" id="{2BED9AC0-1203-7D17-E88C-6EEEA1E32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362B0B2-73B3-25AB-7E9D-5064253850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40963" name="Text Box 3">
            <a:extLst>
              <a:ext uri="{FF2B5EF4-FFF2-40B4-BE49-F238E27FC236}">
                <a16:creationId xmlns:a16="http://schemas.microsoft.com/office/drawing/2014/main" id="{E7882405-F329-2D83-4799-5F976B673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F </a:t>
            </a:r>
          </a:p>
        </p:txBody>
      </p:sp>
      <p:sp>
        <p:nvSpPr>
          <p:cNvPr id="40964" name="Text Box 4">
            <a:extLst>
              <a:ext uri="{FF2B5EF4-FFF2-40B4-BE49-F238E27FC236}">
                <a16:creationId xmlns:a16="http://schemas.microsoft.com/office/drawing/2014/main" id="{F92940D2-A5DF-3F8D-C709-CA2853977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40965" name="Oval 6">
            <a:extLst>
              <a:ext uri="{FF2B5EF4-FFF2-40B4-BE49-F238E27FC236}">
                <a16:creationId xmlns:a16="http://schemas.microsoft.com/office/drawing/2014/main" id="{9FF68ED7-BA5F-A496-1907-723FEB06E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40966" name="Oval 7">
            <a:extLst>
              <a:ext uri="{FF2B5EF4-FFF2-40B4-BE49-F238E27FC236}">
                <a16:creationId xmlns:a16="http://schemas.microsoft.com/office/drawing/2014/main" id="{7F9B7C87-698B-9CAC-88B1-201AF32CC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40967" name="Oval 8">
            <a:extLst>
              <a:ext uri="{FF2B5EF4-FFF2-40B4-BE49-F238E27FC236}">
                <a16:creationId xmlns:a16="http://schemas.microsoft.com/office/drawing/2014/main" id="{EBBDF80F-7795-1481-85BE-E4C54DF14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40968" name="AutoShape 9">
            <a:extLst>
              <a:ext uri="{FF2B5EF4-FFF2-40B4-BE49-F238E27FC236}">
                <a16:creationId xmlns:a16="http://schemas.microsoft.com/office/drawing/2014/main" id="{407ED36E-2C41-AED6-22DC-15C055D3E131}"/>
              </a:ext>
            </a:extLst>
          </p:cNvPr>
          <p:cNvCxnSpPr>
            <a:cxnSpLocks noChangeShapeType="1"/>
            <a:endCxn id="40966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969" name="AutoShape 10">
            <a:extLst>
              <a:ext uri="{FF2B5EF4-FFF2-40B4-BE49-F238E27FC236}">
                <a16:creationId xmlns:a16="http://schemas.microsoft.com/office/drawing/2014/main" id="{DFB39AC2-0562-FEA0-B898-98C0FBB8A3A9}"/>
              </a:ext>
            </a:extLst>
          </p:cNvPr>
          <p:cNvCxnSpPr>
            <a:cxnSpLocks noChangeShapeType="1"/>
            <a:stCxn id="40965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970" name="AutoShape 11">
            <a:extLst>
              <a:ext uri="{FF2B5EF4-FFF2-40B4-BE49-F238E27FC236}">
                <a16:creationId xmlns:a16="http://schemas.microsoft.com/office/drawing/2014/main" id="{29CB7C10-5D28-6465-F7B1-78CED73BAEE4}"/>
              </a:ext>
            </a:extLst>
          </p:cNvPr>
          <p:cNvCxnSpPr>
            <a:cxnSpLocks noChangeShapeType="1"/>
            <a:stCxn id="40967" idx="6"/>
            <a:endCxn id="40965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971" name="AutoShape 12">
            <a:extLst>
              <a:ext uri="{FF2B5EF4-FFF2-40B4-BE49-F238E27FC236}">
                <a16:creationId xmlns:a16="http://schemas.microsoft.com/office/drawing/2014/main" id="{B06D1F9C-D9DC-9701-A0BE-3AF06ED006CA}"/>
              </a:ext>
            </a:extLst>
          </p:cNvPr>
          <p:cNvCxnSpPr>
            <a:cxnSpLocks noChangeShapeType="1"/>
            <a:stCxn id="40966" idx="7"/>
            <a:endCxn id="40967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972" name="AutoShape 13">
            <a:extLst>
              <a:ext uri="{FF2B5EF4-FFF2-40B4-BE49-F238E27FC236}">
                <a16:creationId xmlns:a16="http://schemas.microsoft.com/office/drawing/2014/main" id="{FB19CB64-21AD-BF0C-2065-BD9E94B2D7C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973" name="AutoShape 14">
            <a:extLst>
              <a:ext uri="{FF2B5EF4-FFF2-40B4-BE49-F238E27FC236}">
                <a16:creationId xmlns:a16="http://schemas.microsoft.com/office/drawing/2014/main" id="{ED03CF71-C131-A5E4-46ED-DD9AA00602B9}"/>
              </a:ext>
            </a:extLst>
          </p:cNvPr>
          <p:cNvCxnSpPr>
            <a:cxnSpLocks noChangeShapeType="1"/>
            <a:stCxn id="40966" idx="5"/>
            <a:endCxn id="40965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0974" name="Oval 15">
            <a:extLst>
              <a:ext uri="{FF2B5EF4-FFF2-40B4-BE49-F238E27FC236}">
                <a16:creationId xmlns:a16="http://schemas.microsoft.com/office/drawing/2014/main" id="{36173478-41B6-B69F-A009-6DB330AC6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40975" name="Oval 16">
            <a:extLst>
              <a:ext uri="{FF2B5EF4-FFF2-40B4-BE49-F238E27FC236}">
                <a16:creationId xmlns:a16="http://schemas.microsoft.com/office/drawing/2014/main" id="{5D0A11A7-46DB-ECD8-2738-426458672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40976" name="Oval 17">
            <a:extLst>
              <a:ext uri="{FF2B5EF4-FFF2-40B4-BE49-F238E27FC236}">
                <a16:creationId xmlns:a16="http://schemas.microsoft.com/office/drawing/2014/main" id="{15D89519-0AFC-EB18-867F-5CAE53FD0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40977" name="Oval 18">
            <a:extLst>
              <a:ext uri="{FF2B5EF4-FFF2-40B4-BE49-F238E27FC236}">
                <a16:creationId xmlns:a16="http://schemas.microsoft.com/office/drawing/2014/main" id="{CF235BCB-2704-A341-CCB3-2B56DA134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40978" name="AutoShape 19">
            <a:extLst>
              <a:ext uri="{FF2B5EF4-FFF2-40B4-BE49-F238E27FC236}">
                <a16:creationId xmlns:a16="http://schemas.microsoft.com/office/drawing/2014/main" id="{E8BFEDD1-E7FF-61C4-6557-55BBBFEFF5D8}"/>
              </a:ext>
            </a:extLst>
          </p:cNvPr>
          <p:cNvCxnSpPr>
            <a:cxnSpLocks noChangeShapeType="1"/>
            <a:stCxn id="40976" idx="5"/>
            <a:endCxn id="40974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979" name="AutoShape 20">
            <a:extLst>
              <a:ext uri="{FF2B5EF4-FFF2-40B4-BE49-F238E27FC236}">
                <a16:creationId xmlns:a16="http://schemas.microsoft.com/office/drawing/2014/main" id="{C32E6668-B844-16C3-5A52-6C8A2E041CB2}"/>
              </a:ext>
            </a:extLst>
          </p:cNvPr>
          <p:cNvCxnSpPr>
            <a:cxnSpLocks noChangeShapeType="1"/>
            <a:stCxn id="40977" idx="6"/>
            <a:endCxn id="40974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980" name="AutoShape 21">
            <a:extLst>
              <a:ext uri="{FF2B5EF4-FFF2-40B4-BE49-F238E27FC236}">
                <a16:creationId xmlns:a16="http://schemas.microsoft.com/office/drawing/2014/main" id="{F51172EE-8424-4BD7-4BB7-A189E85F8DCD}"/>
              </a:ext>
            </a:extLst>
          </p:cNvPr>
          <p:cNvCxnSpPr>
            <a:cxnSpLocks noChangeShapeType="1"/>
            <a:stCxn id="40976" idx="4"/>
            <a:endCxn id="40977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981" name="AutoShape 22">
            <a:extLst>
              <a:ext uri="{FF2B5EF4-FFF2-40B4-BE49-F238E27FC236}">
                <a16:creationId xmlns:a16="http://schemas.microsoft.com/office/drawing/2014/main" id="{8FB090A9-DD3E-E6B9-C571-652642E2EB9B}"/>
              </a:ext>
            </a:extLst>
          </p:cNvPr>
          <p:cNvCxnSpPr>
            <a:cxnSpLocks noChangeShapeType="1"/>
            <a:stCxn id="40976" idx="6"/>
            <a:endCxn id="40975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982" name="AutoShape 23">
            <a:extLst>
              <a:ext uri="{FF2B5EF4-FFF2-40B4-BE49-F238E27FC236}">
                <a16:creationId xmlns:a16="http://schemas.microsoft.com/office/drawing/2014/main" id="{B9442350-266F-624E-7E53-7E6A1A3D964A}"/>
              </a:ext>
            </a:extLst>
          </p:cNvPr>
          <p:cNvCxnSpPr>
            <a:cxnSpLocks noChangeShapeType="1"/>
            <a:stCxn id="40965" idx="6"/>
            <a:endCxn id="40977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0983" name="Text Box 24">
            <a:extLst>
              <a:ext uri="{FF2B5EF4-FFF2-40B4-BE49-F238E27FC236}">
                <a16:creationId xmlns:a16="http://schemas.microsoft.com/office/drawing/2014/main" id="{2859B59C-5332-F967-F1B0-43F748F20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40984" name="Text Box 26">
            <a:extLst>
              <a:ext uri="{FF2B5EF4-FFF2-40B4-BE49-F238E27FC236}">
                <a16:creationId xmlns:a16="http://schemas.microsoft.com/office/drawing/2014/main" id="{F8143870-699B-43EB-8140-F5BD60C62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40985" name="Text Box 27">
            <a:extLst>
              <a:ext uri="{FF2B5EF4-FFF2-40B4-BE49-F238E27FC236}">
                <a16:creationId xmlns:a16="http://schemas.microsoft.com/office/drawing/2014/main" id="{7E1D1F21-8C0F-23F6-5F64-B5601DCEB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40986" name="Text Box 28">
            <a:extLst>
              <a:ext uri="{FF2B5EF4-FFF2-40B4-BE49-F238E27FC236}">
                <a16:creationId xmlns:a16="http://schemas.microsoft.com/office/drawing/2014/main" id="{BA73BBA3-895A-32D8-F379-435EC4602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I</a:t>
            </a:r>
          </a:p>
        </p:txBody>
      </p:sp>
      <p:cxnSp>
        <p:nvCxnSpPr>
          <p:cNvPr id="40989" name="AutoShape 29">
            <a:extLst>
              <a:ext uri="{FF2B5EF4-FFF2-40B4-BE49-F238E27FC236}">
                <a16:creationId xmlns:a16="http://schemas.microsoft.com/office/drawing/2014/main" id="{9881F3B3-35B6-87CA-219C-F259DD223DA7}"/>
              </a:ext>
            </a:extLst>
          </p:cNvPr>
          <p:cNvCxnSpPr>
            <a:cxnSpLocks noChangeShapeType="1"/>
            <a:endCxn id="40966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0988" name="Text Box 30">
            <a:extLst>
              <a:ext uri="{FF2B5EF4-FFF2-40B4-BE49-F238E27FC236}">
                <a16:creationId xmlns:a16="http://schemas.microsoft.com/office/drawing/2014/main" id="{6B623E9E-C307-7D62-89E2-A7CBE4212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2" name="Text Box 31">
            <a:extLst>
              <a:ext uri="{FF2B5EF4-FFF2-40B4-BE49-F238E27FC236}">
                <a16:creationId xmlns:a16="http://schemas.microsoft.com/office/drawing/2014/main" id="{9D6F5D6F-7AA6-4C85-DFA0-593C9635B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40990" name="Oval 32">
            <a:extLst>
              <a:ext uri="{FF2B5EF4-FFF2-40B4-BE49-F238E27FC236}">
                <a16:creationId xmlns:a16="http://schemas.microsoft.com/office/drawing/2014/main" id="{9F9E519E-025F-7092-9131-27DBFB74D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40991" name="Oval 33">
            <a:extLst>
              <a:ext uri="{FF2B5EF4-FFF2-40B4-BE49-F238E27FC236}">
                <a16:creationId xmlns:a16="http://schemas.microsoft.com/office/drawing/2014/main" id="{BF9B2D5F-5953-2C31-AEF3-BD6385D57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9846C0F-174F-36BA-F2B7-1C82064714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43011" name="Text Box 3">
            <a:extLst>
              <a:ext uri="{FF2B5EF4-FFF2-40B4-BE49-F238E27FC236}">
                <a16:creationId xmlns:a16="http://schemas.microsoft.com/office/drawing/2014/main" id="{1E2D4394-0734-1455-BC6B-91A6A68D8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F </a:t>
            </a:r>
          </a:p>
        </p:txBody>
      </p:sp>
      <p:sp>
        <p:nvSpPr>
          <p:cNvPr id="43012" name="Text Box 4">
            <a:extLst>
              <a:ext uri="{FF2B5EF4-FFF2-40B4-BE49-F238E27FC236}">
                <a16:creationId xmlns:a16="http://schemas.microsoft.com/office/drawing/2014/main" id="{64A67FB7-8BC0-5624-8471-60F762BF9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43013" name="Oval 6">
            <a:extLst>
              <a:ext uri="{FF2B5EF4-FFF2-40B4-BE49-F238E27FC236}">
                <a16:creationId xmlns:a16="http://schemas.microsoft.com/office/drawing/2014/main" id="{23F60F19-3AD3-BA30-C587-9456F914F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43014" name="Oval 7">
            <a:extLst>
              <a:ext uri="{FF2B5EF4-FFF2-40B4-BE49-F238E27FC236}">
                <a16:creationId xmlns:a16="http://schemas.microsoft.com/office/drawing/2014/main" id="{F7217AB7-A6F1-703B-3FEF-C9754D977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43015" name="Oval 8">
            <a:extLst>
              <a:ext uri="{FF2B5EF4-FFF2-40B4-BE49-F238E27FC236}">
                <a16:creationId xmlns:a16="http://schemas.microsoft.com/office/drawing/2014/main" id="{0B114B3F-4EAE-0888-BDB1-964F4BC49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43016" name="AutoShape 9">
            <a:extLst>
              <a:ext uri="{FF2B5EF4-FFF2-40B4-BE49-F238E27FC236}">
                <a16:creationId xmlns:a16="http://schemas.microsoft.com/office/drawing/2014/main" id="{87100F0B-99BA-3AF1-F003-8ECBC6F96090}"/>
              </a:ext>
            </a:extLst>
          </p:cNvPr>
          <p:cNvCxnSpPr>
            <a:cxnSpLocks noChangeShapeType="1"/>
            <a:endCxn id="43014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3017" name="AutoShape 10">
            <a:extLst>
              <a:ext uri="{FF2B5EF4-FFF2-40B4-BE49-F238E27FC236}">
                <a16:creationId xmlns:a16="http://schemas.microsoft.com/office/drawing/2014/main" id="{682A83E1-1A0F-D9E2-3AAD-8B8A875EE4B8}"/>
              </a:ext>
            </a:extLst>
          </p:cNvPr>
          <p:cNvCxnSpPr>
            <a:cxnSpLocks noChangeShapeType="1"/>
            <a:stCxn id="43013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3018" name="AutoShape 11">
            <a:extLst>
              <a:ext uri="{FF2B5EF4-FFF2-40B4-BE49-F238E27FC236}">
                <a16:creationId xmlns:a16="http://schemas.microsoft.com/office/drawing/2014/main" id="{491C741F-0DA4-C081-0C99-B81F98C55DFA}"/>
              </a:ext>
            </a:extLst>
          </p:cNvPr>
          <p:cNvCxnSpPr>
            <a:cxnSpLocks noChangeShapeType="1"/>
            <a:stCxn id="43015" idx="6"/>
            <a:endCxn id="43013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3019" name="AutoShape 12">
            <a:extLst>
              <a:ext uri="{FF2B5EF4-FFF2-40B4-BE49-F238E27FC236}">
                <a16:creationId xmlns:a16="http://schemas.microsoft.com/office/drawing/2014/main" id="{DDFB23F3-CBC0-835C-F609-D050515C87CC}"/>
              </a:ext>
            </a:extLst>
          </p:cNvPr>
          <p:cNvCxnSpPr>
            <a:cxnSpLocks noChangeShapeType="1"/>
            <a:stCxn id="43014" idx="7"/>
            <a:endCxn id="43015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3020" name="AutoShape 13">
            <a:extLst>
              <a:ext uri="{FF2B5EF4-FFF2-40B4-BE49-F238E27FC236}">
                <a16:creationId xmlns:a16="http://schemas.microsoft.com/office/drawing/2014/main" id="{54E38AF5-981E-6B9E-0A69-38E5C874674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3021" name="AutoShape 14">
            <a:extLst>
              <a:ext uri="{FF2B5EF4-FFF2-40B4-BE49-F238E27FC236}">
                <a16:creationId xmlns:a16="http://schemas.microsoft.com/office/drawing/2014/main" id="{AE281A41-1CBA-5112-3ADF-BF05E0D1B230}"/>
              </a:ext>
            </a:extLst>
          </p:cNvPr>
          <p:cNvCxnSpPr>
            <a:cxnSpLocks noChangeShapeType="1"/>
            <a:stCxn id="43014" idx="5"/>
            <a:endCxn id="43013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3022" name="Oval 15">
            <a:extLst>
              <a:ext uri="{FF2B5EF4-FFF2-40B4-BE49-F238E27FC236}">
                <a16:creationId xmlns:a16="http://schemas.microsoft.com/office/drawing/2014/main" id="{0E939A98-5323-BA4F-DD2E-790A11CC9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43023" name="Oval 16">
            <a:extLst>
              <a:ext uri="{FF2B5EF4-FFF2-40B4-BE49-F238E27FC236}">
                <a16:creationId xmlns:a16="http://schemas.microsoft.com/office/drawing/2014/main" id="{D899B87A-C65D-1A42-575D-B18ECD3A4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43024" name="Oval 17">
            <a:extLst>
              <a:ext uri="{FF2B5EF4-FFF2-40B4-BE49-F238E27FC236}">
                <a16:creationId xmlns:a16="http://schemas.microsoft.com/office/drawing/2014/main" id="{5F4A6119-1DE3-95CA-6CD2-22D09A2CB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43025" name="Oval 18">
            <a:extLst>
              <a:ext uri="{FF2B5EF4-FFF2-40B4-BE49-F238E27FC236}">
                <a16:creationId xmlns:a16="http://schemas.microsoft.com/office/drawing/2014/main" id="{9495AE4D-CF5D-85DA-B46D-6D4F73EB9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43026" name="AutoShape 19">
            <a:extLst>
              <a:ext uri="{FF2B5EF4-FFF2-40B4-BE49-F238E27FC236}">
                <a16:creationId xmlns:a16="http://schemas.microsoft.com/office/drawing/2014/main" id="{828F1DF8-9DDF-F634-20B1-637A247483C1}"/>
              </a:ext>
            </a:extLst>
          </p:cNvPr>
          <p:cNvCxnSpPr>
            <a:cxnSpLocks noChangeShapeType="1"/>
            <a:stCxn id="43024" idx="5"/>
            <a:endCxn id="43022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3027" name="AutoShape 20">
            <a:extLst>
              <a:ext uri="{FF2B5EF4-FFF2-40B4-BE49-F238E27FC236}">
                <a16:creationId xmlns:a16="http://schemas.microsoft.com/office/drawing/2014/main" id="{74602A5C-DD9D-6083-D95E-334F96C3D441}"/>
              </a:ext>
            </a:extLst>
          </p:cNvPr>
          <p:cNvCxnSpPr>
            <a:cxnSpLocks noChangeShapeType="1"/>
            <a:stCxn id="43025" idx="6"/>
            <a:endCxn id="43022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3028" name="AutoShape 21">
            <a:extLst>
              <a:ext uri="{FF2B5EF4-FFF2-40B4-BE49-F238E27FC236}">
                <a16:creationId xmlns:a16="http://schemas.microsoft.com/office/drawing/2014/main" id="{73388C2E-FC53-1FE9-0714-E6EE816A1E75}"/>
              </a:ext>
            </a:extLst>
          </p:cNvPr>
          <p:cNvCxnSpPr>
            <a:cxnSpLocks noChangeShapeType="1"/>
            <a:stCxn id="43024" idx="4"/>
            <a:endCxn id="43025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3029" name="AutoShape 22">
            <a:extLst>
              <a:ext uri="{FF2B5EF4-FFF2-40B4-BE49-F238E27FC236}">
                <a16:creationId xmlns:a16="http://schemas.microsoft.com/office/drawing/2014/main" id="{1985854A-DA7B-031C-CFC9-BB343C800B01}"/>
              </a:ext>
            </a:extLst>
          </p:cNvPr>
          <p:cNvCxnSpPr>
            <a:cxnSpLocks noChangeShapeType="1"/>
            <a:stCxn id="43024" idx="6"/>
            <a:endCxn id="43023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3030" name="AutoShape 23">
            <a:extLst>
              <a:ext uri="{FF2B5EF4-FFF2-40B4-BE49-F238E27FC236}">
                <a16:creationId xmlns:a16="http://schemas.microsoft.com/office/drawing/2014/main" id="{FCDB3DE4-3E46-4BF5-B115-04F8FA6AB217}"/>
              </a:ext>
            </a:extLst>
          </p:cNvPr>
          <p:cNvCxnSpPr>
            <a:cxnSpLocks noChangeShapeType="1"/>
            <a:stCxn id="43013" idx="6"/>
            <a:endCxn id="43025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3031" name="Text Box 24">
            <a:extLst>
              <a:ext uri="{FF2B5EF4-FFF2-40B4-BE49-F238E27FC236}">
                <a16:creationId xmlns:a16="http://schemas.microsoft.com/office/drawing/2014/main" id="{25C56C53-09BA-D746-36CB-48FCB7D26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43032" name="Text Box 26">
            <a:extLst>
              <a:ext uri="{FF2B5EF4-FFF2-40B4-BE49-F238E27FC236}">
                <a16:creationId xmlns:a16="http://schemas.microsoft.com/office/drawing/2014/main" id="{D9B46908-F43E-D84F-EA3B-BC0BD4DED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43033" name="Text Box 27">
            <a:extLst>
              <a:ext uri="{FF2B5EF4-FFF2-40B4-BE49-F238E27FC236}">
                <a16:creationId xmlns:a16="http://schemas.microsoft.com/office/drawing/2014/main" id="{417F7973-AD9F-165B-D607-70268E67B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43034" name="Text Box 28">
            <a:extLst>
              <a:ext uri="{FF2B5EF4-FFF2-40B4-BE49-F238E27FC236}">
                <a16:creationId xmlns:a16="http://schemas.microsoft.com/office/drawing/2014/main" id="{25FC3AD3-21A8-1D58-CEBD-E7286BDE8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A already discovered</a:t>
            </a:r>
          </a:p>
        </p:txBody>
      </p:sp>
      <p:cxnSp>
        <p:nvCxnSpPr>
          <p:cNvPr id="43035" name="AutoShape 29">
            <a:extLst>
              <a:ext uri="{FF2B5EF4-FFF2-40B4-BE49-F238E27FC236}">
                <a16:creationId xmlns:a16="http://schemas.microsoft.com/office/drawing/2014/main" id="{4B345188-CEB6-9F86-DC6A-01EFABC674A6}"/>
              </a:ext>
            </a:extLst>
          </p:cNvPr>
          <p:cNvCxnSpPr>
            <a:cxnSpLocks noChangeShapeType="1"/>
            <a:endCxn id="43014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3036" name="Text Box 30">
            <a:extLst>
              <a:ext uri="{FF2B5EF4-FFF2-40B4-BE49-F238E27FC236}">
                <a16:creationId xmlns:a16="http://schemas.microsoft.com/office/drawing/2014/main" id="{51296EF6-9481-FB19-7E67-A0FF644F6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43037" name="Text Box 31">
            <a:extLst>
              <a:ext uri="{FF2B5EF4-FFF2-40B4-BE49-F238E27FC236}">
                <a16:creationId xmlns:a16="http://schemas.microsoft.com/office/drawing/2014/main" id="{F5774E89-9E68-C9F5-999B-60A15D850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43038" name="Oval 32">
            <a:extLst>
              <a:ext uri="{FF2B5EF4-FFF2-40B4-BE49-F238E27FC236}">
                <a16:creationId xmlns:a16="http://schemas.microsoft.com/office/drawing/2014/main" id="{2F619C64-EB75-3A9C-5B5F-B7F36A676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43039" name="Oval 33">
            <a:extLst>
              <a:ext uri="{FF2B5EF4-FFF2-40B4-BE49-F238E27FC236}">
                <a16:creationId xmlns:a16="http://schemas.microsoft.com/office/drawing/2014/main" id="{88808418-0EEE-5CAB-E90B-3AA00FA84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880DD1A7-0675-47C7-1860-A63AA555B3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45059" name="Text Box 3">
            <a:extLst>
              <a:ext uri="{FF2B5EF4-FFF2-40B4-BE49-F238E27FC236}">
                <a16:creationId xmlns:a16="http://schemas.microsoft.com/office/drawing/2014/main" id="{0491B7F5-3305-3A61-D48E-ADC966E01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F </a:t>
            </a:r>
          </a:p>
        </p:txBody>
      </p:sp>
      <p:sp>
        <p:nvSpPr>
          <p:cNvPr id="45060" name="Text Box 4">
            <a:extLst>
              <a:ext uri="{FF2B5EF4-FFF2-40B4-BE49-F238E27FC236}">
                <a16:creationId xmlns:a16="http://schemas.microsoft.com/office/drawing/2014/main" id="{3F61F647-E1C1-62B1-FA64-14CA51EB7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45061" name="Oval 6">
            <a:extLst>
              <a:ext uri="{FF2B5EF4-FFF2-40B4-BE49-F238E27FC236}">
                <a16:creationId xmlns:a16="http://schemas.microsoft.com/office/drawing/2014/main" id="{C9D7543A-826D-8A25-A0E0-AFE6AF0B0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45062" name="Oval 7">
            <a:extLst>
              <a:ext uri="{FF2B5EF4-FFF2-40B4-BE49-F238E27FC236}">
                <a16:creationId xmlns:a16="http://schemas.microsoft.com/office/drawing/2014/main" id="{50B63A3A-D927-3C1A-09F9-6F49159ED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45063" name="Oval 8">
            <a:extLst>
              <a:ext uri="{FF2B5EF4-FFF2-40B4-BE49-F238E27FC236}">
                <a16:creationId xmlns:a16="http://schemas.microsoft.com/office/drawing/2014/main" id="{A08F0391-277A-2D95-4A9D-7052B573F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E</a:t>
            </a:r>
          </a:p>
        </p:txBody>
      </p:sp>
      <p:cxnSp>
        <p:nvCxnSpPr>
          <p:cNvPr id="45064" name="AutoShape 9">
            <a:extLst>
              <a:ext uri="{FF2B5EF4-FFF2-40B4-BE49-F238E27FC236}">
                <a16:creationId xmlns:a16="http://schemas.microsoft.com/office/drawing/2014/main" id="{4938C10A-EB32-0C80-DA9D-FF7E7200A005}"/>
              </a:ext>
            </a:extLst>
          </p:cNvPr>
          <p:cNvCxnSpPr>
            <a:cxnSpLocks noChangeShapeType="1"/>
            <a:endCxn id="45062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5065" name="AutoShape 10">
            <a:extLst>
              <a:ext uri="{FF2B5EF4-FFF2-40B4-BE49-F238E27FC236}">
                <a16:creationId xmlns:a16="http://schemas.microsoft.com/office/drawing/2014/main" id="{6A03F6DE-2803-6BB2-7A96-2D3C1451DE10}"/>
              </a:ext>
            </a:extLst>
          </p:cNvPr>
          <p:cNvCxnSpPr>
            <a:cxnSpLocks noChangeShapeType="1"/>
            <a:stCxn id="45061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5066" name="AutoShape 11">
            <a:extLst>
              <a:ext uri="{FF2B5EF4-FFF2-40B4-BE49-F238E27FC236}">
                <a16:creationId xmlns:a16="http://schemas.microsoft.com/office/drawing/2014/main" id="{04CC02AF-71A6-6DCC-F7EB-452CCEF89026}"/>
              </a:ext>
            </a:extLst>
          </p:cNvPr>
          <p:cNvCxnSpPr>
            <a:cxnSpLocks noChangeShapeType="1"/>
            <a:stCxn id="45063" idx="6"/>
            <a:endCxn id="45061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5067" name="AutoShape 12">
            <a:extLst>
              <a:ext uri="{FF2B5EF4-FFF2-40B4-BE49-F238E27FC236}">
                <a16:creationId xmlns:a16="http://schemas.microsoft.com/office/drawing/2014/main" id="{980BBC71-1D39-82B6-7367-5A0A4F43D261}"/>
              </a:ext>
            </a:extLst>
          </p:cNvPr>
          <p:cNvCxnSpPr>
            <a:cxnSpLocks noChangeShapeType="1"/>
            <a:stCxn id="45062" idx="7"/>
            <a:endCxn id="45063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5068" name="AutoShape 13">
            <a:extLst>
              <a:ext uri="{FF2B5EF4-FFF2-40B4-BE49-F238E27FC236}">
                <a16:creationId xmlns:a16="http://schemas.microsoft.com/office/drawing/2014/main" id="{3F5E09FE-4361-9DAE-6A1E-DDCD88F0C3F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5069" name="AutoShape 14">
            <a:extLst>
              <a:ext uri="{FF2B5EF4-FFF2-40B4-BE49-F238E27FC236}">
                <a16:creationId xmlns:a16="http://schemas.microsoft.com/office/drawing/2014/main" id="{4F7966D6-07F0-1697-5CF4-03B876DC012A}"/>
              </a:ext>
            </a:extLst>
          </p:cNvPr>
          <p:cNvCxnSpPr>
            <a:cxnSpLocks noChangeShapeType="1"/>
            <a:stCxn id="45062" idx="5"/>
            <a:endCxn id="45061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5070" name="Oval 15">
            <a:extLst>
              <a:ext uri="{FF2B5EF4-FFF2-40B4-BE49-F238E27FC236}">
                <a16:creationId xmlns:a16="http://schemas.microsoft.com/office/drawing/2014/main" id="{A912EB24-E073-A5D9-2570-CD3F18C37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45071" name="Oval 16">
            <a:extLst>
              <a:ext uri="{FF2B5EF4-FFF2-40B4-BE49-F238E27FC236}">
                <a16:creationId xmlns:a16="http://schemas.microsoft.com/office/drawing/2014/main" id="{F6D3C2FB-711A-1533-233B-6442C7B90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45072" name="Oval 17">
            <a:extLst>
              <a:ext uri="{FF2B5EF4-FFF2-40B4-BE49-F238E27FC236}">
                <a16:creationId xmlns:a16="http://schemas.microsoft.com/office/drawing/2014/main" id="{224E94E2-BCF5-260B-908C-6F250AFE4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45073" name="Oval 18">
            <a:extLst>
              <a:ext uri="{FF2B5EF4-FFF2-40B4-BE49-F238E27FC236}">
                <a16:creationId xmlns:a16="http://schemas.microsoft.com/office/drawing/2014/main" id="{22AA0F19-1B4D-9226-B676-F63A7ABA8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45074" name="AutoShape 19">
            <a:extLst>
              <a:ext uri="{FF2B5EF4-FFF2-40B4-BE49-F238E27FC236}">
                <a16:creationId xmlns:a16="http://schemas.microsoft.com/office/drawing/2014/main" id="{3866C721-D6ED-1093-3D16-DE77A1F2CC9C}"/>
              </a:ext>
            </a:extLst>
          </p:cNvPr>
          <p:cNvCxnSpPr>
            <a:cxnSpLocks noChangeShapeType="1"/>
            <a:stCxn id="45072" idx="5"/>
            <a:endCxn id="45070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5075" name="AutoShape 20">
            <a:extLst>
              <a:ext uri="{FF2B5EF4-FFF2-40B4-BE49-F238E27FC236}">
                <a16:creationId xmlns:a16="http://schemas.microsoft.com/office/drawing/2014/main" id="{1589CBB1-90B6-FC06-41A8-21F85ABF5F3B}"/>
              </a:ext>
            </a:extLst>
          </p:cNvPr>
          <p:cNvCxnSpPr>
            <a:cxnSpLocks noChangeShapeType="1"/>
            <a:stCxn id="45073" idx="6"/>
            <a:endCxn id="45070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5076" name="AutoShape 21">
            <a:extLst>
              <a:ext uri="{FF2B5EF4-FFF2-40B4-BE49-F238E27FC236}">
                <a16:creationId xmlns:a16="http://schemas.microsoft.com/office/drawing/2014/main" id="{DECC1C7F-7180-D242-F7CC-0E08B52FD53F}"/>
              </a:ext>
            </a:extLst>
          </p:cNvPr>
          <p:cNvCxnSpPr>
            <a:cxnSpLocks noChangeShapeType="1"/>
            <a:stCxn id="45072" idx="4"/>
            <a:endCxn id="45073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5077" name="AutoShape 22">
            <a:extLst>
              <a:ext uri="{FF2B5EF4-FFF2-40B4-BE49-F238E27FC236}">
                <a16:creationId xmlns:a16="http://schemas.microsoft.com/office/drawing/2014/main" id="{1B8AAFF3-BA05-DB0D-02D7-33261A0C9C7B}"/>
              </a:ext>
            </a:extLst>
          </p:cNvPr>
          <p:cNvCxnSpPr>
            <a:cxnSpLocks noChangeShapeType="1"/>
            <a:stCxn id="45072" idx="6"/>
            <a:endCxn id="45071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5078" name="AutoShape 23">
            <a:extLst>
              <a:ext uri="{FF2B5EF4-FFF2-40B4-BE49-F238E27FC236}">
                <a16:creationId xmlns:a16="http://schemas.microsoft.com/office/drawing/2014/main" id="{22AA1DF8-3FC0-B63B-F15E-7F4F87EBEF20}"/>
              </a:ext>
            </a:extLst>
          </p:cNvPr>
          <p:cNvCxnSpPr>
            <a:cxnSpLocks noChangeShapeType="1"/>
            <a:stCxn id="45061" idx="6"/>
            <a:endCxn id="45073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5079" name="Text Box 24">
            <a:extLst>
              <a:ext uri="{FF2B5EF4-FFF2-40B4-BE49-F238E27FC236}">
                <a16:creationId xmlns:a16="http://schemas.microsoft.com/office/drawing/2014/main" id="{CB60EBA6-BE50-C9A9-1331-733618EC1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45080" name="Text Box 26">
            <a:extLst>
              <a:ext uri="{FF2B5EF4-FFF2-40B4-BE49-F238E27FC236}">
                <a16:creationId xmlns:a16="http://schemas.microsoft.com/office/drawing/2014/main" id="{AEB745AB-0752-F94A-711A-FC103E6BA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45081" name="Text Box 27">
            <a:extLst>
              <a:ext uri="{FF2B5EF4-FFF2-40B4-BE49-F238E27FC236}">
                <a16:creationId xmlns:a16="http://schemas.microsoft.com/office/drawing/2014/main" id="{77E31F8C-2E5C-4EE1-5529-AB9DBAFB6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45082" name="Text Box 28">
            <a:extLst>
              <a:ext uri="{FF2B5EF4-FFF2-40B4-BE49-F238E27FC236}">
                <a16:creationId xmlns:a16="http://schemas.microsoft.com/office/drawing/2014/main" id="{F64A41AD-8B1D-8A23-9985-5BE2C7448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I</a:t>
            </a:r>
          </a:p>
        </p:txBody>
      </p:sp>
      <p:cxnSp>
        <p:nvCxnSpPr>
          <p:cNvPr id="45085" name="AutoShape 29">
            <a:extLst>
              <a:ext uri="{FF2B5EF4-FFF2-40B4-BE49-F238E27FC236}">
                <a16:creationId xmlns:a16="http://schemas.microsoft.com/office/drawing/2014/main" id="{CCD7C817-6D0B-AA69-25F7-1C5083D969EA}"/>
              </a:ext>
            </a:extLst>
          </p:cNvPr>
          <p:cNvCxnSpPr>
            <a:cxnSpLocks noChangeShapeType="1"/>
            <a:stCxn id="45063" idx="3"/>
            <a:endCxn id="45062" idx="7"/>
          </p:cNvCxnSpPr>
          <p:nvPr/>
        </p:nvCxnSpPr>
        <p:spPr bwMode="auto">
          <a:xfrm flipH="1">
            <a:off x="1747838" y="3163888"/>
            <a:ext cx="1087437" cy="906462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5084" name="AutoShape 30">
            <a:extLst>
              <a:ext uri="{FF2B5EF4-FFF2-40B4-BE49-F238E27FC236}">
                <a16:creationId xmlns:a16="http://schemas.microsoft.com/office/drawing/2014/main" id="{F7E62B4E-3F2A-46FF-0BB7-23140DFEB2A1}"/>
              </a:ext>
            </a:extLst>
          </p:cNvPr>
          <p:cNvCxnSpPr>
            <a:cxnSpLocks noChangeShapeType="1"/>
            <a:endCxn id="45062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" name="Text Box 31">
            <a:extLst>
              <a:ext uri="{FF2B5EF4-FFF2-40B4-BE49-F238E27FC236}">
                <a16:creationId xmlns:a16="http://schemas.microsoft.com/office/drawing/2014/main" id="{71FAC6A8-9FAA-8AB9-D97F-35A2443A5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45086" name="Text Box 32">
            <a:extLst>
              <a:ext uri="{FF2B5EF4-FFF2-40B4-BE49-F238E27FC236}">
                <a16:creationId xmlns:a16="http://schemas.microsoft.com/office/drawing/2014/main" id="{3E775570-D7E1-BC7B-7573-B33CCFB8D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45087" name="Oval 33">
            <a:extLst>
              <a:ext uri="{FF2B5EF4-FFF2-40B4-BE49-F238E27FC236}">
                <a16:creationId xmlns:a16="http://schemas.microsoft.com/office/drawing/2014/main" id="{BD112B5A-C8B1-DEBB-3003-F63597B5F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45088" name="Oval 34">
            <a:extLst>
              <a:ext uri="{FF2B5EF4-FFF2-40B4-BE49-F238E27FC236}">
                <a16:creationId xmlns:a16="http://schemas.microsoft.com/office/drawing/2014/main" id="{C590D928-4C75-5252-042B-A8F0DECF6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09CB919A-D982-E9A8-15C1-AB8C3A0FCF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47107" name="Text Box 3">
            <a:extLst>
              <a:ext uri="{FF2B5EF4-FFF2-40B4-BE49-F238E27FC236}">
                <a16:creationId xmlns:a16="http://schemas.microsoft.com/office/drawing/2014/main" id="{DE39FB4D-6C46-2EE1-F277-44D564417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F E </a:t>
            </a:r>
          </a:p>
        </p:txBody>
      </p:sp>
      <p:sp>
        <p:nvSpPr>
          <p:cNvPr id="47108" name="Text Box 4">
            <a:extLst>
              <a:ext uri="{FF2B5EF4-FFF2-40B4-BE49-F238E27FC236}">
                <a16:creationId xmlns:a16="http://schemas.microsoft.com/office/drawing/2014/main" id="{889D2FBB-CCC4-26C6-44A4-10E40A758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47109" name="Oval 6">
            <a:extLst>
              <a:ext uri="{FF2B5EF4-FFF2-40B4-BE49-F238E27FC236}">
                <a16:creationId xmlns:a16="http://schemas.microsoft.com/office/drawing/2014/main" id="{E64A8F96-AC37-C8DF-53E6-B4408883D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47110" name="Oval 7">
            <a:extLst>
              <a:ext uri="{FF2B5EF4-FFF2-40B4-BE49-F238E27FC236}">
                <a16:creationId xmlns:a16="http://schemas.microsoft.com/office/drawing/2014/main" id="{A3018AF4-9832-5DBF-9D0C-B767C715D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47111" name="Oval 8">
            <a:extLst>
              <a:ext uri="{FF2B5EF4-FFF2-40B4-BE49-F238E27FC236}">
                <a16:creationId xmlns:a16="http://schemas.microsoft.com/office/drawing/2014/main" id="{4C5223FD-AC04-C79D-270B-C2A78985C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47112" name="AutoShape 9">
            <a:extLst>
              <a:ext uri="{FF2B5EF4-FFF2-40B4-BE49-F238E27FC236}">
                <a16:creationId xmlns:a16="http://schemas.microsoft.com/office/drawing/2014/main" id="{4E16657F-B08E-D357-C06E-15CEFAB50516}"/>
              </a:ext>
            </a:extLst>
          </p:cNvPr>
          <p:cNvCxnSpPr>
            <a:cxnSpLocks noChangeShapeType="1"/>
            <a:endCxn id="47110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7113" name="AutoShape 10">
            <a:extLst>
              <a:ext uri="{FF2B5EF4-FFF2-40B4-BE49-F238E27FC236}">
                <a16:creationId xmlns:a16="http://schemas.microsoft.com/office/drawing/2014/main" id="{FF64475B-8856-C7F3-2226-E232B256181C}"/>
              </a:ext>
            </a:extLst>
          </p:cNvPr>
          <p:cNvCxnSpPr>
            <a:cxnSpLocks noChangeShapeType="1"/>
            <a:stCxn id="47109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7114" name="AutoShape 11">
            <a:extLst>
              <a:ext uri="{FF2B5EF4-FFF2-40B4-BE49-F238E27FC236}">
                <a16:creationId xmlns:a16="http://schemas.microsoft.com/office/drawing/2014/main" id="{8C0EB4DE-2065-8854-6292-ACD2C6AAFA92}"/>
              </a:ext>
            </a:extLst>
          </p:cNvPr>
          <p:cNvCxnSpPr>
            <a:cxnSpLocks noChangeShapeType="1"/>
            <a:stCxn id="47111" idx="6"/>
            <a:endCxn id="47109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7115" name="AutoShape 12">
            <a:extLst>
              <a:ext uri="{FF2B5EF4-FFF2-40B4-BE49-F238E27FC236}">
                <a16:creationId xmlns:a16="http://schemas.microsoft.com/office/drawing/2014/main" id="{2BAC2328-B0F9-F47A-2C7F-5955A11A8EEE}"/>
              </a:ext>
            </a:extLst>
          </p:cNvPr>
          <p:cNvCxnSpPr>
            <a:cxnSpLocks noChangeShapeType="1"/>
            <a:stCxn id="47110" idx="7"/>
            <a:endCxn id="47111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7116" name="AutoShape 13">
            <a:extLst>
              <a:ext uri="{FF2B5EF4-FFF2-40B4-BE49-F238E27FC236}">
                <a16:creationId xmlns:a16="http://schemas.microsoft.com/office/drawing/2014/main" id="{89DEE5BF-BE64-CB49-6095-9F3CDAC5454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7117" name="AutoShape 14">
            <a:extLst>
              <a:ext uri="{FF2B5EF4-FFF2-40B4-BE49-F238E27FC236}">
                <a16:creationId xmlns:a16="http://schemas.microsoft.com/office/drawing/2014/main" id="{130BD397-A93E-3423-ECAE-E0F19BC8EBA7}"/>
              </a:ext>
            </a:extLst>
          </p:cNvPr>
          <p:cNvCxnSpPr>
            <a:cxnSpLocks noChangeShapeType="1"/>
            <a:stCxn id="47110" idx="5"/>
            <a:endCxn id="47109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7118" name="Oval 15">
            <a:extLst>
              <a:ext uri="{FF2B5EF4-FFF2-40B4-BE49-F238E27FC236}">
                <a16:creationId xmlns:a16="http://schemas.microsoft.com/office/drawing/2014/main" id="{FED2D0C0-FA2B-66B8-EFE2-73775FE17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47119" name="Oval 16">
            <a:extLst>
              <a:ext uri="{FF2B5EF4-FFF2-40B4-BE49-F238E27FC236}">
                <a16:creationId xmlns:a16="http://schemas.microsoft.com/office/drawing/2014/main" id="{E1624E3C-FA28-803E-EB08-9B3D9CFF7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47120" name="Oval 17">
            <a:extLst>
              <a:ext uri="{FF2B5EF4-FFF2-40B4-BE49-F238E27FC236}">
                <a16:creationId xmlns:a16="http://schemas.microsoft.com/office/drawing/2014/main" id="{33848F5A-8A86-21DA-2FEB-B858B6C75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47121" name="Oval 18">
            <a:extLst>
              <a:ext uri="{FF2B5EF4-FFF2-40B4-BE49-F238E27FC236}">
                <a16:creationId xmlns:a16="http://schemas.microsoft.com/office/drawing/2014/main" id="{C9CBE6E5-607F-C426-F0F0-5BC6079EB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47122" name="AutoShape 19">
            <a:extLst>
              <a:ext uri="{FF2B5EF4-FFF2-40B4-BE49-F238E27FC236}">
                <a16:creationId xmlns:a16="http://schemas.microsoft.com/office/drawing/2014/main" id="{A5BB6FE9-9A35-C930-6ABB-EACE996830E7}"/>
              </a:ext>
            </a:extLst>
          </p:cNvPr>
          <p:cNvCxnSpPr>
            <a:cxnSpLocks noChangeShapeType="1"/>
            <a:stCxn id="47120" idx="5"/>
            <a:endCxn id="47118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7123" name="AutoShape 20">
            <a:extLst>
              <a:ext uri="{FF2B5EF4-FFF2-40B4-BE49-F238E27FC236}">
                <a16:creationId xmlns:a16="http://schemas.microsoft.com/office/drawing/2014/main" id="{3250C834-5A0C-B03C-54E2-C781D895F508}"/>
              </a:ext>
            </a:extLst>
          </p:cNvPr>
          <p:cNvCxnSpPr>
            <a:cxnSpLocks noChangeShapeType="1"/>
            <a:stCxn id="47121" idx="6"/>
            <a:endCxn id="47118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7124" name="AutoShape 21">
            <a:extLst>
              <a:ext uri="{FF2B5EF4-FFF2-40B4-BE49-F238E27FC236}">
                <a16:creationId xmlns:a16="http://schemas.microsoft.com/office/drawing/2014/main" id="{84402809-47BC-4AF8-0545-7DA88DB5035D}"/>
              </a:ext>
            </a:extLst>
          </p:cNvPr>
          <p:cNvCxnSpPr>
            <a:cxnSpLocks noChangeShapeType="1"/>
            <a:stCxn id="47120" idx="4"/>
            <a:endCxn id="47121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7125" name="AutoShape 22">
            <a:extLst>
              <a:ext uri="{FF2B5EF4-FFF2-40B4-BE49-F238E27FC236}">
                <a16:creationId xmlns:a16="http://schemas.microsoft.com/office/drawing/2014/main" id="{1801701F-83C1-6249-11FC-1316468CA25C}"/>
              </a:ext>
            </a:extLst>
          </p:cNvPr>
          <p:cNvCxnSpPr>
            <a:cxnSpLocks noChangeShapeType="1"/>
            <a:stCxn id="47120" idx="6"/>
            <a:endCxn id="47119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7126" name="AutoShape 23">
            <a:extLst>
              <a:ext uri="{FF2B5EF4-FFF2-40B4-BE49-F238E27FC236}">
                <a16:creationId xmlns:a16="http://schemas.microsoft.com/office/drawing/2014/main" id="{F44E679E-1B11-7592-200E-66401114D155}"/>
              </a:ext>
            </a:extLst>
          </p:cNvPr>
          <p:cNvCxnSpPr>
            <a:cxnSpLocks noChangeShapeType="1"/>
            <a:stCxn id="47109" idx="6"/>
            <a:endCxn id="47121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7127" name="Text Box 24">
            <a:extLst>
              <a:ext uri="{FF2B5EF4-FFF2-40B4-BE49-F238E27FC236}">
                <a16:creationId xmlns:a16="http://schemas.microsoft.com/office/drawing/2014/main" id="{0E4C8A90-8E72-0BCE-1CC6-77EEE6E53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47128" name="Text Box 26">
            <a:extLst>
              <a:ext uri="{FF2B5EF4-FFF2-40B4-BE49-F238E27FC236}">
                <a16:creationId xmlns:a16="http://schemas.microsoft.com/office/drawing/2014/main" id="{9A9551C4-4A81-A7E8-4126-5BE54E3E8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47129" name="Text Box 27">
            <a:extLst>
              <a:ext uri="{FF2B5EF4-FFF2-40B4-BE49-F238E27FC236}">
                <a16:creationId xmlns:a16="http://schemas.microsoft.com/office/drawing/2014/main" id="{077F7B74-2483-4FBE-2916-A2DB130C3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47130" name="Text Box 28">
            <a:extLst>
              <a:ext uri="{FF2B5EF4-FFF2-40B4-BE49-F238E27FC236}">
                <a16:creationId xmlns:a16="http://schemas.microsoft.com/office/drawing/2014/main" id="{60DE3D73-53EF-DEB2-6C0A-E3BD07CAD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E discovered </a:t>
            </a:r>
          </a:p>
        </p:txBody>
      </p:sp>
      <p:cxnSp>
        <p:nvCxnSpPr>
          <p:cNvPr id="47131" name="AutoShape 29">
            <a:extLst>
              <a:ext uri="{FF2B5EF4-FFF2-40B4-BE49-F238E27FC236}">
                <a16:creationId xmlns:a16="http://schemas.microsoft.com/office/drawing/2014/main" id="{19C49D48-CE86-FCF5-C865-0F77219C3B38}"/>
              </a:ext>
            </a:extLst>
          </p:cNvPr>
          <p:cNvCxnSpPr>
            <a:cxnSpLocks noChangeShapeType="1"/>
            <a:endCxn id="47110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7132" name="AutoShape 30">
            <a:extLst>
              <a:ext uri="{FF2B5EF4-FFF2-40B4-BE49-F238E27FC236}">
                <a16:creationId xmlns:a16="http://schemas.microsoft.com/office/drawing/2014/main" id="{76E0F39D-D035-D2FF-B451-E41A18FAEA42}"/>
              </a:ext>
            </a:extLst>
          </p:cNvPr>
          <p:cNvCxnSpPr>
            <a:cxnSpLocks noChangeShapeType="1"/>
            <a:stCxn id="47111" idx="3"/>
            <a:endCxn id="47110" idx="7"/>
          </p:cNvCxnSpPr>
          <p:nvPr/>
        </p:nvCxnSpPr>
        <p:spPr bwMode="auto">
          <a:xfrm flipH="1">
            <a:off x="1747838" y="3163888"/>
            <a:ext cx="1087437" cy="906462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7133" name="Text Box 31">
            <a:extLst>
              <a:ext uri="{FF2B5EF4-FFF2-40B4-BE49-F238E27FC236}">
                <a16:creationId xmlns:a16="http://schemas.microsoft.com/office/drawing/2014/main" id="{E12D4B7B-B3ED-6013-A7D6-AE72E7B33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47134" name="Text Box 32">
            <a:extLst>
              <a:ext uri="{FF2B5EF4-FFF2-40B4-BE49-F238E27FC236}">
                <a16:creationId xmlns:a16="http://schemas.microsoft.com/office/drawing/2014/main" id="{1D3791C1-84DC-FBD1-A5C2-44C34765A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47135" name="Text Box 33">
            <a:extLst>
              <a:ext uri="{FF2B5EF4-FFF2-40B4-BE49-F238E27FC236}">
                <a16:creationId xmlns:a16="http://schemas.microsoft.com/office/drawing/2014/main" id="{38D5D20E-E26A-BAAA-F67A-FD49F27D3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47136" name="Oval 34">
            <a:extLst>
              <a:ext uri="{FF2B5EF4-FFF2-40B4-BE49-F238E27FC236}">
                <a16:creationId xmlns:a16="http://schemas.microsoft.com/office/drawing/2014/main" id="{56928907-66B7-ED83-7FAC-F80BADCC3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47137" name="Oval 35">
            <a:extLst>
              <a:ext uri="{FF2B5EF4-FFF2-40B4-BE49-F238E27FC236}">
                <a16:creationId xmlns:a16="http://schemas.microsoft.com/office/drawing/2014/main" id="{E61693EC-5543-A009-19FE-71A953DDB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D3D332A0-ACD2-31F0-D14A-F399A0541F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1DC3E122-63A3-F257-FEA0-0F23669E6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F E </a:t>
            </a:r>
          </a:p>
        </p:txBody>
      </p:sp>
      <p:sp>
        <p:nvSpPr>
          <p:cNvPr id="49156" name="Text Box 4">
            <a:extLst>
              <a:ext uri="{FF2B5EF4-FFF2-40B4-BE49-F238E27FC236}">
                <a16:creationId xmlns:a16="http://schemas.microsoft.com/office/drawing/2014/main" id="{100D0A9F-69C1-2D3F-1F3F-9756FB1B0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49157" name="Oval 6">
            <a:extLst>
              <a:ext uri="{FF2B5EF4-FFF2-40B4-BE49-F238E27FC236}">
                <a16:creationId xmlns:a16="http://schemas.microsoft.com/office/drawing/2014/main" id="{79AA25EB-FB02-ABF8-171E-20676054F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49158" name="Oval 7">
            <a:extLst>
              <a:ext uri="{FF2B5EF4-FFF2-40B4-BE49-F238E27FC236}">
                <a16:creationId xmlns:a16="http://schemas.microsoft.com/office/drawing/2014/main" id="{0761FCB2-D2A9-9CA0-51C0-C178594F6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49159" name="Oval 8">
            <a:extLst>
              <a:ext uri="{FF2B5EF4-FFF2-40B4-BE49-F238E27FC236}">
                <a16:creationId xmlns:a16="http://schemas.microsoft.com/office/drawing/2014/main" id="{0809E8A5-77B4-2DFF-B5C4-888467E7C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49160" name="AutoShape 9">
            <a:extLst>
              <a:ext uri="{FF2B5EF4-FFF2-40B4-BE49-F238E27FC236}">
                <a16:creationId xmlns:a16="http://schemas.microsoft.com/office/drawing/2014/main" id="{E70040F8-5E0E-7787-0245-30704F679CA6}"/>
              </a:ext>
            </a:extLst>
          </p:cNvPr>
          <p:cNvCxnSpPr>
            <a:cxnSpLocks noChangeShapeType="1"/>
            <a:endCxn id="49158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161" name="AutoShape 10">
            <a:extLst>
              <a:ext uri="{FF2B5EF4-FFF2-40B4-BE49-F238E27FC236}">
                <a16:creationId xmlns:a16="http://schemas.microsoft.com/office/drawing/2014/main" id="{0818FA82-4D7F-F71D-E268-E5E30FDF0648}"/>
              </a:ext>
            </a:extLst>
          </p:cNvPr>
          <p:cNvCxnSpPr>
            <a:cxnSpLocks noChangeShapeType="1"/>
            <a:stCxn id="49157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162" name="AutoShape 11">
            <a:extLst>
              <a:ext uri="{FF2B5EF4-FFF2-40B4-BE49-F238E27FC236}">
                <a16:creationId xmlns:a16="http://schemas.microsoft.com/office/drawing/2014/main" id="{DFF966F1-D790-98C3-3B7A-DB668B1AD736}"/>
              </a:ext>
            </a:extLst>
          </p:cNvPr>
          <p:cNvCxnSpPr>
            <a:cxnSpLocks noChangeShapeType="1"/>
            <a:stCxn id="49159" idx="6"/>
            <a:endCxn id="49157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163" name="AutoShape 12">
            <a:extLst>
              <a:ext uri="{FF2B5EF4-FFF2-40B4-BE49-F238E27FC236}">
                <a16:creationId xmlns:a16="http://schemas.microsoft.com/office/drawing/2014/main" id="{8348C611-4528-550B-0289-E913CB724C5C}"/>
              </a:ext>
            </a:extLst>
          </p:cNvPr>
          <p:cNvCxnSpPr>
            <a:cxnSpLocks noChangeShapeType="1"/>
            <a:stCxn id="49158" idx="7"/>
            <a:endCxn id="49159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164" name="AutoShape 13">
            <a:extLst>
              <a:ext uri="{FF2B5EF4-FFF2-40B4-BE49-F238E27FC236}">
                <a16:creationId xmlns:a16="http://schemas.microsoft.com/office/drawing/2014/main" id="{9655F65B-899E-1124-A284-009D2012345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165" name="AutoShape 14">
            <a:extLst>
              <a:ext uri="{FF2B5EF4-FFF2-40B4-BE49-F238E27FC236}">
                <a16:creationId xmlns:a16="http://schemas.microsoft.com/office/drawing/2014/main" id="{BB3A996F-E581-4691-4391-CBA8B8BA49A4}"/>
              </a:ext>
            </a:extLst>
          </p:cNvPr>
          <p:cNvCxnSpPr>
            <a:cxnSpLocks noChangeShapeType="1"/>
            <a:stCxn id="49158" idx="5"/>
            <a:endCxn id="49157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9166" name="Oval 15">
            <a:extLst>
              <a:ext uri="{FF2B5EF4-FFF2-40B4-BE49-F238E27FC236}">
                <a16:creationId xmlns:a16="http://schemas.microsoft.com/office/drawing/2014/main" id="{1DABE7C4-0C65-DC8D-0593-8D4C00077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49167" name="Oval 16">
            <a:extLst>
              <a:ext uri="{FF2B5EF4-FFF2-40B4-BE49-F238E27FC236}">
                <a16:creationId xmlns:a16="http://schemas.microsoft.com/office/drawing/2014/main" id="{3CCF6D7C-5E9E-2123-6DB7-2EFDD07BE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49168" name="Oval 17">
            <a:extLst>
              <a:ext uri="{FF2B5EF4-FFF2-40B4-BE49-F238E27FC236}">
                <a16:creationId xmlns:a16="http://schemas.microsoft.com/office/drawing/2014/main" id="{59C3A864-645D-353D-05E3-F601A798B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49169" name="Oval 18">
            <a:extLst>
              <a:ext uri="{FF2B5EF4-FFF2-40B4-BE49-F238E27FC236}">
                <a16:creationId xmlns:a16="http://schemas.microsoft.com/office/drawing/2014/main" id="{3CA2E652-0CD4-8BB6-BDE8-CA1EBE06B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49170" name="AutoShape 19">
            <a:extLst>
              <a:ext uri="{FF2B5EF4-FFF2-40B4-BE49-F238E27FC236}">
                <a16:creationId xmlns:a16="http://schemas.microsoft.com/office/drawing/2014/main" id="{E0510E75-94DB-F370-00C5-2A889A2302D0}"/>
              </a:ext>
            </a:extLst>
          </p:cNvPr>
          <p:cNvCxnSpPr>
            <a:cxnSpLocks noChangeShapeType="1"/>
            <a:stCxn id="49168" idx="5"/>
            <a:endCxn id="49166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171" name="AutoShape 20">
            <a:extLst>
              <a:ext uri="{FF2B5EF4-FFF2-40B4-BE49-F238E27FC236}">
                <a16:creationId xmlns:a16="http://schemas.microsoft.com/office/drawing/2014/main" id="{775824F2-7222-8CDE-0A15-8DAAAB297860}"/>
              </a:ext>
            </a:extLst>
          </p:cNvPr>
          <p:cNvCxnSpPr>
            <a:cxnSpLocks noChangeShapeType="1"/>
            <a:stCxn id="49169" idx="6"/>
            <a:endCxn id="49166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172" name="AutoShape 21">
            <a:extLst>
              <a:ext uri="{FF2B5EF4-FFF2-40B4-BE49-F238E27FC236}">
                <a16:creationId xmlns:a16="http://schemas.microsoft.com/office/drawing/2014/main" id="{6178487E-12E9-7BE7-B773-49D5D7F76D5C}"/>
              </a:ext>
            </a:extLst>
          </p:cNvPr>
          <p:cNvCxnSpPr>
            <a:cxnSpLocks noChangeShapeType="1"/>
            <a:stCxn id="49168" idx="4"/>
            <a:endCxn id="49169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173" name="AutoShape 22">
            <a:extLst>
              <a:ext uri="{FF2B5EF4-FFF2-40B4-BE49-F238E27FC236}">
                <a16:creationId xmlns:a16="http://schemas.microsoft.com/office/drawing/2014/main" id="{1C313D83-2712-40A9-F240-622293449C7C}"/>
              </a:ext>
            </a:extLst>
          </p:cNvPr>
          <p:cNvCxnSpPr>
            <a:cxnSpLocks noChangeShapeType="1"/>
            <a:stCxn id="49168" idx="6"/>
            <a:endCxn id="49167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174" name="AutoShape 23">
            <a:extLst>
              <a:ext uri="{FF2B5EF4-FFF2-40B4-BE49-F238E27FC236}">
                <a16:creationId xmlns:a16="http://schemas.microsoft.com/office/drawing/2014/main" id="{3B987EAB-A04C-28CE-CB47-F544570BE535}"/>
              </a:ext>
            </a:extLst>
          </p:cNvPr>
          <p:cNvCxnSpPr>
            <a:cxnSpLocks noChangeShapeType="1"/>
            <a:stCxn id="49157" idx="6"/>
            <a:endCxn id="49169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9175" name="Text Box 24">
            <a:extLst>
              <a:ext uri="{FF2B5EF4-FFF2-40B4-BE49-F238E27FC236}">
                <a16:creationId xmlns:a16="http://schemas.microsoft.com/office/drawing/2014/main" id="{B815EAF9-3BB1-4F8A-E002-5C88BA18C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49176" name="Text Box 26">
            <a:extLst>
              <a:ext uri="{FF2B5EF4-FFF2-40B4-BE49-F238E27FC236}">
                <a16:creationId xmlns:a16="http://schemas.microsoft.com/office/drawing/2014/main" id="{2B724E95-A977-693A-98D1-C7A3EE61E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49177" name="Text Box 27">
            <a:extLst>
              <a:ext uri="{FF2B5EF4-FFF2-40B4-BE49-F238E27FC236}">
                <a16:creationId xmlns:a16="http://schemas.microsoft.com/office/drawing/2014/main" id="{0F15895A-5373-9506-97D3-27A3711C9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49178" name="Text Box 28">
            <a:extLst>
              <a:ext uri="{FF2B5EF4-FFF2-40B4-BE49-F238E27FC236}">
                <a16:creationId xmlns:a16="http://schemas.microsoft.com/office/drawing/2014/main" id="{CEAAED09-4E4B-D720-9B4A-B67269969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I</a:t>
            </a:r>
          </a:p>
        </p:txBody>
      </p:sp>
      <p:cxnSp>
        <p:nvCxnSpPr>
          <p:cNvPr id="49181" name="AutoShape 29">
            <a:extLst>
              <a:ext uri="{FF2B5EF4-FFF2-40B4-BE49-F238E27FC236}">
                <a16:creationId xmlns:a16="http://schemas.microsoft.com/office/drawing/2014/main" id="{16278454-E74A-7A74-BB22-6AE7B5660B14}"/>
              </a:ext>
            </a:extLst>
          </p:cNvPr>
          <p:cNvCxnSpPr>
            <a:cxnSpLocks noChangeShapeType="1"/>
            <a:stCxn id="49157" idx="3"/>
            <a:endCxn id="49158" idx="5"/>
          </p:cNvCxnSpPr>
          <p:nvPr/>
        </p:nvCxnSpPr>
        <p:spPr bwMode="auto">
          <a:xfrm flipH="1">
            <a:off x="1747838" y="3163888"/>
            <a:ext cx="2613025" cy="111760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9180" name="AutoShape 30">
            <a:extLst>
              <a:ext uri="{FF2B5EF4-FFF2-40B4-BE49-F238E27FC236}">
                <a16:creationId xmlns:a16="http://schemas.microsoft.com/office/drawing/2014/main" id="{D631933C-1E82-DBC0-B601-DE67E64AD875}"/>
              </a:ext>
            </a:extLst>
          </p:cNvPr>
          <p:cNvCxnSpPr>
            <a:cxnSpLocks noChangeShapeType="1"/>
            <a:endCxn id="49158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" name="AutoShape 31">
            <a:extLst>
              <a:ext uri="{FF2B5EF4-FFF2-40B4-BE49-F238E27FC236}">
                <a16:creationId xmlns:a16="http://schemas.microsoft.com/office/drawing/2014/main" id="{D34A60FB-B164-2783-30D9-4A649F115406}"/>
              </a:ext>
            </a:extLst>
          </p:cNvPr>
          <p:cNvCxnSpPr>
            <a:cxnSpLocks noChangeShapeType="1"/>
            <a:stCxn id="49159" idx="3"/>
            <a:endCxn id="49158" idx="7"/>
          </p:cNvCxnSpPr>
          <p:nvPr/>
        </p:nvCxnSpPr>
        <p:spPr bwMode="auto">
          <a:xfrm flipH="1">
            <a:off x="1747838" y="3163888"/>
            <a:ext cx="1087437" cy="906462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9182" name="Text Box 32">
            <a:extLst>
              <a:ext uri="{FF2B5EF4-FFF2-40B4-BE49-F238E27FC236}">
                <a16:creationId xmlns:a16="http://schemas.microsoft.com/office/drawing/2014/main" id="{EBDAF8E2-77E9-3871-404C-FC02CA635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49183" name="Text Box 33">
            <a:extLst>
              <a:ext uri="{FF2B5EF4-FFF2-40B4-BE49-F238E27FC236}">
                <a16:creationId xmlns:a16="http://schemas.microsoft.com/office/drawing/2014/main" id="{3A922DCB-5A1D-38E4-9592-F0563FDD8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49184" name="Text Box 34">
            <a:extLst>
              <a:ext uri="{FF2B5EF4-FFF2-40B4-BE49-F238E27FC236}">
                <a16:creationId xmlns:a16="http://schemas.microsoft.com/office/drawing/2014/main" id="{6A9FFCAE-8424-F26F-659D-7FF6C2FF7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49185" name="Oval 35">
            <a:extLst>
              <a:ext uri="{FF2B5EF4-FFF2-40B4-BE49-F238E27FC236}">
                <a16:creationId xmlns:a16="http://schemas.microsoft.com/office/drawing/2014/main" id="{11E1D3A4-F5C0-E9A5-DC93-AC457AB67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49186" name="Oval 36">
            <a:extLst>
              <a:ext uri="{FF2B5EF4-FFF2-40B4-BE49-F238E27FC236}">
                <a16:creationId xmlns:a16="http://schemas.microsoft.com/office/drawing/2014/main" id="{34385068-3149-4032-9895-4ABCDCAD6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239A4B87-1769-3D47-1EF0-7F7AAE4193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51203" name="Text Box 3">
            <a:extLst>
              <a:ext uri="{FF2B5EF4-FFF2-40B4-BE49-F238E27FC236}">
                <a16:creationId xmlns:a16="http://schemas.microsoft.com/office/drawing/2014/main" id="{48CC9C07-24B9-BC7E-352C-38DAE8162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F E </a:t>
            </a:r>
          </a:p>
        </p:txBody>
      </p:sp>
      <p:sp>
        <p:nvSpPr>
          <p:cNvPr id="51204" name="Text Box 4">
            <a:extLst>
              <a:ext uri="{FF2B5EF4-FFF2-40B4-BE49-F238E27FC236}">
                <a16:creationId xmlns:a16="http://schemas.microsoft.com/office/drawing/2014/main" id="{608BA4E6-6060-3F44-5614-20ADBB84E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51205" name="Oval 6">
            <a:extLst>
              <a:ext uri="{FF2B5EF4-FFF2-40B4-BE49-F238E27FC236}">
                <a16:creationId xmlns:a16="http://schemas.microsoft.com/office/drawing/2014/main" id="{D0EFBE48-1212-7410-8320-F3F94CD5D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1206" name="Oval 7">
            <a:extLst>
              <a:ext uri="{FF2B5EF4-FFF2-40B4-BE49-F238E27FC236}">
                <a16:creationId xmlns:a16="http://schemas.microsoft.com/office/drawing/2014/main" id="{928A0E17-8D53-F322-22CF-59428A66E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51207" name="Oval 8">
            <a:extLst>
              <a:ext uri="{FF2B5EF4-FFF2-40B4-BE49-F238E27FC236}">
                <a16:creationId xmlns:a16="http://schemas.microsoft.com/office/drawing/2014/main" id="{6622092E-4852-0AF3-FA86-4C2118450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1208" name="AutoShape 9">
            <a:extLst>
              <a:ext uri="{FF2B5EF4-FFF2-40B4-BE49-F238E27FC236}">
                <a16:creationId xmlns:a16="http://schemas.microsoft.com/office/drawing/2014/main" id="{88C8DAAE-1B44-87F0-3ACC-50B49277B38A}"/>
              </a:ext>
            </a:extLst>
          </p:cNvPr>
          <p:cNvCxnSpPr>
            <a:cxnSpLocks noChangeShapeType="1"/>
            <a:endCxn id="51206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209" name="AutoShape 10">
            <a:extLst>
              <a:ext uri="{FF2B5EF4-FFF2-40B4-BE49-F238E27FC236}">
                <a16:creationId xmlns:a16="http://schemas.microsoft.com/office/drawing/2014/main" id="{53BB5790-58E5-4EE2-C10F-5EDBD511B686}"/>
              </a:ext>
            </a:extLst>
          </p:cNvPr>
          <p:cNvCxnSpPr>
            <a:cxnSpLocks noChangeShapeType="1"/>
            <a:stCxn id="51205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210" name="AutoShape 11">
            <a:extLst>
              <a:ext uri="{FF2B5EF4-FFF2-40B4-BE49-F238E27FC236}">
                <a16:creationId xmlns:a16="http://schemas.microsoft.com/office/drawing/2014/main" id="{691F7858-A2EB-0711-BCCB-0FAE27946ACE}"/>
              </a:ext>
            </a:extLst>
          </p:cNvPr>
          <p:cNvCxnSpPr>
            <a:cxnSpLocks noChangeShapeType="1"/>
            <a:stCxn id="51207" idx="6"/>
            <a:endCxn id="51205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211" name="AutoShape 12">
            <a:extLst>
              <a:ext uri="{FF2B5EF4-FFF2-40B4-BE49-F238E27FC236}">
                <a16:creationId xmlns:a16="http://schemas.microsoft.com/office/drawing/2014/main" id="{B5BAA227-6A97-88DE-7A47-590036E7FE9B}"/>
              </a:ext>
            </a:extLst>
          </p:cNvPr>
          <p:cNvCxnSpPr>
            <a:cxnSpLocks noChangeShapeType="1"/>
            <a:stCxn id="51206" idx="7"/>
            <a:endCxn id="51207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212" name="AutoShape 13">
            <a:extLst>
              <a:ext uri="{FF2B5EF4-FFF2-40B4-BE49-F238E27FC236}">
                <a16:creationId xmlns:a16="http://schemas.microsoft.com/office/drawing/2014/main" id="{D9F93869-B654-40B2-ADA5-59C7330BD93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213" name="AutoShape 14">
            <a:extLst>
              <a:ext uri="{FF2B5EF4-FFF2-40B4-BE49-F238E27FC236}">
                <a16:creationId xmlns:a16="http://schemas.microsoft.com/office/drawing/2014/main" id="{6E9DFEB1-35F4-BB93-56E7-86BB111AAD29}"/>
              </a:ext>
            </a:extLst>
          </p:cNvPr>
          <p:cNvCxnSpPr>
            <a:cxnSpLocks noChangeShapeType="1"/>
            <a:stCxn id="51206" idx="5"/>
            <a:endCxn id="51205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1214" name="Oval 15">
            <a:extLst>
              <a:ext uri="{FF2B5EF4-FFF2-40B4-BE49-F238E27FC236}">
                <a16:creationId xmlns:a16="http://schemas.microsoft.com/office/drawing/2014/main" id="{CE555C9C-25BE-3773-53CE-B45A1DF6B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51215" name="Oval 16">
            <a:extLst>
              <a:ext uri="{FF2B5EF4-FFF2-40B4-BE49-F238E27FC236}">
                <a16:creationId xmlns:a16="http://schemas.microsoft.com/office/drawing/2014/main" id="{725FDF52-300C-3A9C-7EDC-9F5AC2E1A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51216" name="Oval 17">
            <a:extLst>
              <a:ext uri="{FF2B5EF4-FFF2-40B4-BE49-F238E27FC236}">
                <a16:creationId xmlns:a16="http://schemas.microsoft.com/office/drawing/2014/main" id="{DADAFFBE-D49C-6835-1486-BE955A5B0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51217" name="Oval 18">
            <a:extLst>
              <a:ext uri="{FF2B5EF4-FFF2-40B4-BE49-F238E27FC236}">
                <a16:creationId xmlns:a16="http://schemas.microsoft.com/office/drawing/2014/main" id="{A4AE080D-2FDE-FC41-2161-C424A73C9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51218" name="AutoShape 19">
            <a:extLst>
              <a:ext uri="{FF2B5EF4-FFF2-40B4-BE49-F238E27FC236}">
                <a16:creationId xmlns:a16="http://schemas.microsoft.com/office/drawing/2014/main" id="{F59F390C-E939-6E7F-14F9-11D89EFE05D8}"/>
              </a:ext>
            </a:extLst>
          </p:cNvPr>
          <p:cNvCxnSpPr>
            <a:cxnSpLocks noChangeShapeType="1"/>
            <a:stCxn id="51216" idx="5"/>
            <a:endCxn id="51214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219" name="AutoShape 20">
            <a:extLst>
              <a:ext uri="{FF2B5EF4-FFF2-40B4-BE49-F238E27FC236}">
                <a16:creationId xmlns:a16="http://schemas.microsoft.com/office/drawing/2014/main" id="{C2C2B6FF-8FB7-1E74-323C-50F30368CC18}"/>
              </a:ext>
            </a:extLst>
          </p:cNvPr>
          <p:cNvCxnSpPr>
            <a:cxnSpLocks noChangeShapeType="1"/>
            <a:stCxn id="51217" idx="6"/>
            <a:endCxn id="51214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220" name="AutoShape 21">
            <a:extLst>
              <a:ext uri="{FF2B5EF4-FFF2-40B4-BE49-F238E27FC236}">
                <a16:creationId xmlns:a16="http://schemas.microsoft.com/office/drawing/2014/main" id="{A5466D97-DB30-DC8E-BA64-AB081593BB32}"/>
              </a:ext>
            </a:extLst>
          </p:cNvPr>
          <p:cNvCxnSpPr>
            <a:cxnSpLocks noChangeShapeType="1"/>
            <a:stCxn id="51216" idx="4"/>
            <a:endCxn id="51217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221" name="AutoShape 22">
            <a:extLst>
              <a:ext uri="{FF2B5EF4-FFF2-40B4-BE49-F238E27FC236}">
                <a16:creationId xmlns:a16="http://schemas.microsoft.com/office/drawing/2014/main" id="{5DFA0938-0CCD-FA6B-F769-96D6B13173FB}"/>
              </a:ext>
            </a:extLst>
          </p:cNvPr>
          <p:cNvCxnSpPr>
            <a:cxnSpLocks noChangeShapeType="1"/>
            <a:stCxn id="51216" idx="6"/>
            <a:endCxn id="51215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222" name="AutoShape 23">
            <a:extLst>
              <a:ext uri="{FF2B5EF4-FFF2-40B4-BE49-F238E27FC236}">
                <a16:creationId xmlns:a16="http://schemas.microsoft.com/office/drawing/2014/main" id="{A0FFDA81-6DC3-C191-7E5D-968FAF94D783}"/>
              </a:ext>
            </a:extLst>
          </p:cNvPr>
          <p:cNvCxnSpPr>
            <a:cxnSpLocks noChangeShapeType="1"/>
            <a:stCxn id="51205" idx="6"/>
            <a:endCxn id="51217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1223" name="Text Box 24">
            <a:extLst>
              <a:ext uri="{FF2B5EF4-FFF2-40B4-BE49-F238E27FC236}">
                <a16:creationId xmlns:a16="http://schemas.microsoft.com/office/drawing/2014/main" id="{CFAB9FFB-BFDD-5AA8-7198-4BB02FA7A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51224" name="Text Box 26">
            <a:extLst>
              <a:ext uri="{FF2B5EF4-FFF2-40B4-BE49-F238E27FC236}">
                <a16:creationId xmlns:a16="http://schemas.microsoft.com/office/drawing/2014/main" id="{E02B66F8-13A6-F824-A727-F750F00ED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1225" name="Text Box 27">
            <a:extLst>
              <a:ext uri="{FF2B5EF4-FFF2-40B4-BE49-F238E27FC236}">
                <a16:creationId xmlns:a16="http://schemas.microsoft.com/office/drawing/2014/main" id="{56F76C04-D57D-92DC-D29C-D86D35839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1226" name="Text Box 28">
            <a:extLst>
              <a:ext uri="{FF2B5EF4-FFF2-40B4-BE49-F238E27FC236}">
                <a16:creationId xmlns:a16="http://schemas.microsoft.com/office/drawing/2014/main" id="{0B1D10F1-83E2-77B5-06D6-7E21AAF2B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 already discovered</a:t>
            </a:r>
          </a:p>
        </p:txBody>
      </p:sp>
      <p:cxnSp>
        <p:nvCxnSpPr>
          <p:cNvPr id="51227" name="AutoShape 29">
            <a:extLst>
              <a:ext uri="{FF2B5EF4-FFF2-40B4-BE49-F238E27FC236}">
                <a16:creationId xmlns:a16="http://schemas.microsoft.com/office/drawing/2014/main" id="{0C199FF7-F544-199D-4EA7-FE0620B5EE68}"/>
              </a:ext>
            </a:extLst>
          </p:cNvPr>
          <p:cNvCxnSpPr>
            <a:cxnSpLocks noChangeShapeType="1"/>
            <a:endCxn id="51206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228" name="AutoShape 30">
            <a:extLst>
              <a:ext uri="{FF2B5EF4-FFF2-40B4-BE49-F238E27FC236}">
                <a16:creationId xmlns:a16="http://schemas.microsoft.com/office/drawing/2014/main" id="{8F576CCA-ED1B-CB7B-4275-5EEEFD54E80E}"/>
              </a:ext>
            </a:extLst>
          </p:cNvPr>
          <p:cNvCxnSpPr>
            <a:cxnSpLocks noChangeShapeType="1"/>
            <a:stCxn id="51207" idx="3"/>
            <a:endCxn id="51206" idx="7"/>
          </p:cNvCxnSpPr>
          <p:nvPr/>
        </p:nvCxnSpPr>
        <p:spPr bwMode="auto">
          <a:xfrm flipH="1">
            <a:off x="1747838" y="3163888"/>
            <a:ext cx="1087437" cy="906462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1229" name="AutoShape 31">
            <a:extLst>
              <a:ext uri="{FF2B5EF4-FFF2-40B4-BE49-F238E27FC236}">
                <a16:creationId xmlns:a16="http://schemas.microsoft.com/office/drawing/2014/main" id="{0E48935E-08FE-E4EC-9BD6-DD029B6ADFC9}"/>
              </a:ext>
            </a:extLst>
          </p:cNvPr>
          <p:cNvCxnSpPr>
            <a:cxnSpLocks noChangeShapeType="1"/>
            <a:stCxn id="51205" idx="3"/>
            <a:endCxn id="51206" idx="5"/>
          </p:cNvCxnSpPr>
          <p:nvPr/>
        </p:nvCxnSpPr>
        <p:spPr bwMode="auto">
          <a:xfrm flipH="1">
            <a:off x="1747838" y="3163888"/>
            <a:ext cx="2613025" cy="111760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1230" name="Text Box 32">
            <a:extLst>
              <a:ext uri="{FF2B5EF4-FFF2-40B4-BE49-F238E27FC236}">
                <a16:creationId xmlns:a16="http://schemas.microsoft.com/office/drawing/2014/main" id="{C8327A2E-37D8-B3FA-CE9B-E2AEC8FB5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51231" name="Text Box 33">
            <a:extLst>
              <a:ext uri="{FF2B5EF4-FFF2-40B4-BE49-F238E27FC236}">
                <a16:creationId xmlns:a16="http://schemas.microsoft.com/office/drawing/2014/main" id="{1134C0A4-9D24-2DEF-EF6A-14CDD4E80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51232" name="Text Box 34">
            <a:extLst>
              <a:ext uri="{FF2B5EF4-FFF2-40B4-BE49-F238E27FC236}">
                <a16:creationId xmlns:a16="http://schemas.microsoft.com/office/drawing/2014/main" id="{602207BE-558E-0539-3685-055544AA0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51233" name="Oval 35">
            <a:extLst>
              <a:ext uri="{FF2B5EF4-FFF2-40B4-BE49-F238E27FC236}">
                <a16:creationId xmlns:a16="http://schemas.microsoft.com/office/drawing/2014/main" id="{DA4FA930-B515-31A4-C67C-E99F5348D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51234" name="Oval 36">
            <a:extLst>
              <a:ext uri="{FF2B5EF4-FFF2-40B4-BE49-F238E27FC236}">
                <a16:creationId xmlns:a16="http://schemas.microsoft.com/office/drawing/2014/main" id="{1D51F461-8BBF-446E-B56D-966750245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9393D6E1-53F4-5DCA-567F-B61EF6CBF8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53251" name="Text Box 3">
            <a:extLst>
              <a:ext uri="{FF2B5EF4-FFF2-40B4-BE49-F238E27FC236}">
                <a16:creationId xmlns:a16="http://schemas.microsoft.com/office/drawing/2014/main" id="{42B52253-B9A9-38C4-9053-FAFF92FE4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F E </a:t>
            </a:r>
          </a:p>
        </p:txBody>
      </p:sp>
      <p:sp>
        <p:nvSpPr>
          <p:cNvPr id="53252" name="Text Box 4">
            <a:extLst>
              <a:ext uri="{FF2B5EF4-FFF2-40B4-BE49-F238E27FC236}">
                <a16:creationId xmlns:a16="http://schemas.microsoft.com/office/drawing/2014/main" id="{0BD76311-5687-B20C-422D-364F40C79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53253" name="Oval 6">
            <a:extLst>
              <a:ext uri="{FF2B5EF4-FFF2-40B4-BE49-F238E27FC236}">
                <a16:creationId xmlns:a16="http://schemas.microsoft.com/office/drawing/2014/main" id="{B89FDA7A-3559-2E8C-8868-0DC6BAFE4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3254" name="Oval 7">
            <a:extLst>
              <a:ext uri="{FF2B5EF4-FFF2-40B4-BE49-F238E27FC236}">
                <a16:creationId xmlns:a16="http://schemas.microsoft.com/office/drawing/2014/main" id="{35153778-A51E-90EE-1A84-4A7EEEE0B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53255" name="Oval 8">
            <a:extLst>
              <a:ext uri="{FF2B5EF4-FFF2-40B4-BE49-F238E27FC236}">
                <a16:creationId xmlns:a16="http://schemas.microsoft.com/office/drawing/2014/main" id="{120800AD-B988-92FD-5691-A94813030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3256" name="AutoShape 9">
            <a:extLst>
              <a:ext uri="{FF2B5EF4-FFF2-40B4-BE49-F238E27FC236}">
                <a16:creationId xmlns:a16="http://schemas.microsoft.com/office/drawing/2014/main" id="{7078314B-8D7B-CA2E-3817-DF0D64796542}"/>
              </a:ext>
            </a:extLst>
          </p:cNvPr>
          <p:cNvCxnSpPr>
            <a:cxnSpLocks noChangeShapeType="1"/>
            <a:endCxn id="53254" idx="0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57" name="AutoShape 10">
            <a:extLst>
              <a:ext uri="{FF2B5EF4-FFF2-40B4-BE49-F238E27FC236}">
                <a16:creationId xmlns:a16="http://schemas.microsoft.com/office/drawing/2014/main" id="{92D53519-3EAF-CEB2-AD45-A5B0F4A16DE3}"/>
              </a:ext>
            </a:extLst>
          </p:cNvPr>
          <p:cNvCxnSpPr>
            <a:cxnSpLocks noChangeShapeType="1"/>
            <a:stCxn id="53253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58" name="AutoShape 11">
            <a:extLst>
              <a:ext uri="{FF2B5EF4-FFF2-40B4-BE49-F238E27FC236}">
                <a16:creationId xmlns:a16="http://schemas.microsoft.com/office/drawing/2014/main" id="{EB596899-26A8-327B-E5BA-287375A4D112}"/>
              </a:ext>
            </a:extLst>
          </p:cNvPr>
          <p:cNvCxnSpPr>
            <a:cxnSpLocks noChangeShapeType="1"/>
            <a:stCxn id="53255" idx="6"/>
            <a:endCxn id="53253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59" name="AutoShape 12">
            <a:extLst>
              <a:ext uri="{FF2B5EF4-FFF2-40B4-BE49-F238E27FC236}">
                <a16:creationId xmlns:a16="http://schemas.microsoft.com/office/drawing/2014/main" id="{5200CB60-403E-D3B6-2789-7416A244D0AD}"/>
              </a:ext>
            </a:extLst>
          </p:cNvPr>
          <p:cNvCxnSpPr>
            <a:cxnSpLocks noChangeShapeType="1"/>
            <a:stCxn id="53254" idx="7"/>
            <a:endCxn id="53255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60" name="AutoShape 13">
            <a:extLst>
              <a:ext uri="{FF2B5EF4-FFF2-40B4-BE49-F238E27FC236}">
                <a16:creationId xmlns:a16="http://schemas.microsoft.com/office/drawing/2014/main" id="{9F2CFCB2-1D4F-ACCD-2222-EDE61FB921B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61" name="AutoShape 14">
            <a:extLst>
              <a:ext uri="{FF2B5EF4-FFF2-40B4-BE49-F238E27FC236}">
                <a16:creationId xmlns:a16="http://schemas.microsoft.com/office/drawing/2014/main" id="{28912325-8B5A-177C-D076-12778CD4144F}"/>
              </a:ext>
            </a:extLst>
          </p:cNvPr>
          <p:cNvCxnSpPr>
            <a:cxnSpLocks noChangeShapeType="1"/>
            <a:stCxn id="53254" idx="5"/>
            <a:endCxn id="53253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3262" name="Oval 15">
            <a:extLst>
              <a:ext uri="{FF2B5EF4-FFF2-40B4-BE49-F238E27FC236}">
                <a16:creationId xmlns:a16="http://schemas.microsoft.com/office/drawing/2014/main" id="{EA7088B3-DEE0-2873-C0A1-CEA52DF3B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53263" name="Oval 16">
            <a:extLst>
              <a:ext uri="{FF2B5EF4-FFF2-40B4-BE49-F238E27FC236}">
                <a16:creationId xmlns:a16="http://schemas.microsoft.com/office/drawing/2014/main" id="{8BD662E4-E377-ECDE-C5CC-F5053AA9D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53264" name="Oval 17">
            <a:extLst>
              <a:ext uri="{FF2B5EF4-FFF2-40B4-BE49-F238E27FC236}">
                <a16:creationId xmlns:a16="http://schemas.microsoft.com/office/drawing/2014/main" id="{0F7255E0-4449-ACB2-442A-3C32B950D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53265" name="Oval 18">
            <a:extLst>
              <a:ext uri="{FF2B5EF4-FFF2-40B4-BE49-F238E27FC236}">
                <a16:creationId xmlns:a16="http://schemas.microsoft.com/office/drawing/2014/main" id="{7F4EF766-C62A-E3DB-E898-5FA9244BB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53266" name="AutoShape 19">
            <a:extLst>
              <a:ext uri="{FF2B5EF4-FFF2-40B4-BE49-F238E27FC236}">
                <a16:creationId xmlns:a16="http://schemas.microsoft.com/office/drawing/2014/main" id="{DE597DAE-08C6-FB3B-6731-B3E19EBB7051}"/>
              </a:ext>
            </a:extLst>
          </p:cNvPr>
          <p:cNvCxnSpPr>
            <a:cxnSpLocks noChangeShapeType="1"/>
            <a:stCxn id="53264" idx="5"/>
            <a:endCxn id="53262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67" name="AutoShape 20">
            <a:extLst>
              <a:ext uri="{FF2B5EF4-FFF2-40B4-BE49-F238E27FC236}">
                <a16:creationId xmlns:a16="http://schemas.microsoft.com/office/drawing/2014/main" id="{F4332D7E-1B07-80B7-F5EE-9157C4CD4E12}"/>
              </a:ext>
            </a:extLst>
          </p:cNvPr>
          <p:cNvCxnSpPr>
            <a:cxnSpLocks noChangeShapeType="1"/>
            <a:stCxn id="53265" idx="6"/>
            <a:endCxn id="53262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68" name="AutoShape 21">
            <a:extLst>
              <a:ext uri="{FF2B5EF4-FFF2-40B4-BE49-F238E27FC236}">
                <a16:creationId xmlns:a16="http://schemas.microsoft.com/office/drawing/2014/main" id="{A71231CD-507D-228C-6F05-67FB3610660E}"/>
              </a:ext>
            </a:extLst>
          </p:cNvPr>
          <p:cNvCxnSpPr>
            <a:cxnSpLocks noChangeShapeType="1"/>
            <a:stCxn id="53264" idx="4"/>
            <a:endCxn id="53265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69" name="AutoShape 22">
            <a:extLst>
              <a:ext uri="{FF2B5EF4-FFF2-40B4-BE49-F238E27FC236}">
                <a16:creationId xmlns:a16="http://schemas.microsoft.com/office/drawing/2014/main" id="{554D9D75-93C6-B8CD-E6AB-04787D7CFE98}"/>
              </a:ext>
            </a:extLst>
          </p:cNvPr>
          <p:cNvCxnSpPr>
            <a:cxnSpLocks noChangeShapeType="1"/>
            <a:stCxn id="53264" idx="6"/>
            <a:endCxn id="53263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70" name="AutoShape 23">
            <a:extLst>
              <a:ext uri="{FF2B5EF4-FFF2-40B4-BE49-F238E27FC236}">
                <a16:creationId xmlns:a16="http://schemas.microsoft.com/office/drawing/2014/main" id="{58B7BD09-85AA-CE48-7AC5-2E2BA3A3CB63}"/>
              </a:ext>
            </a:extLst>
          </p:cNvPr>
          <p:cNvCxnSpPr>
            <a:cxnSpLocks noChangeShapeType="1"/>
            <a:stCxn id="53253" idx="6"/>
            <a:endCxn id="53265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3271" name="Text Box 24">
            <a:extLst>
              <a:ext uri="{FF2B5EF4-FFF2-40B4-BE49-F238E27FC236}">
                <a16:creationId xmlns:a16="http://schemas.microsoft.com/office/drawing/2014/main" id="{0B5A98C5-B956-36DB-9738-72B9E9242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53272" name="Text Box 26">
            <a:extLst>
              <a:ext uri="{FF2B5EF4-FFF2-40B4-BE49-F238E27FC236}">
                <a16:creationId xmlns:a16="http://schemas.microsoft.com/office/drawing/2014/main" id="{69167C0E-BC66-00F1-0D65-1F88664E8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3273" name="Text Box 27">
            <a:extLst>
              <a:ext uri="{FF2B5EF4-FFF2-40B4-BE49-F238E27FC236}">
                <a16:creationId xmlns:a16="http://schemas.microsoft.com/office/drawing/2014/main" id="{12D673E8-A6AA-B480-B71D-2F135A774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3274" name="Text Box 28">
            <a:extLst>
              <a:ext uri="{FF2B5EF4-FFF2-40B4-BE49-F238E27FC236}">
                <a16:creationId xmlns:a16="http://schemas.microsoft.com/office/drawing/2014/main" id="{4AC45C30-8A5D-5B0F-3822-6B9ADAEF8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I finished</a:t>
            </a:r>
          </a:p>
        </p:txBody>
      </p:sp>
      <p:sp>
        <p:nvSpPr>
          <p:cNvPr id="53275" name="Text Box 29">
            <a:extLst>
              <a:ext uri="{FF2B5EF4-FFF2-40B4-BE49-F238E27FC236}">
                <a16:creationId xmlns:a16="http://schemas.microsoft.com/office/drawing/2014/main" id="{EC312B34-CCE9-39EF-E3C2-815D82BAD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53276" name="Text Box 30">
            <a:extLst>
              <a:ext uri="{FF2B5EF4-FFF2-40B4-BE49-F238E27FC236}">
                <a16:creationId xmlns:a16="http://schemas.microsoft.com/office/drawing/2014/main" id="{2654DCE0-4376-CFF9-7983-17E75BB94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53277" name="Text Box 31">
            <a:extLst>
              <a:ext uri="{FF2B5EF4-FFF2-40B4-BE49-F238E27FC236}">
                <a16:creationId xmlns:a16="http://schemas.microsoft.com/office/drawing/2014/main" id="{22CD8AD0-8789-E027-E63C-EE4F6760A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53278" name="Oval 32">
            <a:extLst>
              <a:ext uri="{FF2B5EF4-FFF2-40B4-BE49-F238E27FC236}">
                <a16:creationId xmlns:a16="http://schemas.microsoft.com/office/drawing/2014/main" id="{D0766975-9572-C7FA-9C71-F4694A5B8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53279" name="Oval 33">
            <a:extLst>
              <a:ext uri="{FF2B5EF4-FFF2-40B4-BE49-F238E27FC236}">
                <a16:creationId xmlns:a16="http://schemas.microsoft.com/office/drawing/2014/main" id="{6974E28A-E5AB-03ED-3B6F-FF1E8BCEA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FA3D5961-F64F-422A-004D-D0B8F7F9A1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55299" name="Text Box 3">
            <a:extLst>
              <a:ext uri="{FF2B5EF4-FFF2-40B4-BE49-F238E27FC236}">
                <a16:creationId xmlns:a16="http://schemas.microsoft.com/office/drawing/2014/main" id="{2A215F85-6A98-85A6-EA20-1E859AD85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F E </a:t>
            </a:r>
          </a:p>
        </p:txBody>
      </p:sp>
      <p:sp>
        <p:nvSpPr>
          <p:cNvPr id="55300" name="Text Box 4">
            <a:extLst>
              <a:ext uri="{FF2B5EF4-FFF2-40B4-BE49-F238E27FC236}">
                <a16:creationId xmlns:a16="http://schemas.microsoft.com/office/drawing/2014/main" id="{F9932E2B-78F8-2912-6268-A4B2FF747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55301" name="Oval 6">
            <a:extLst>
              <a:ext uri="{FF2B5EF4-FFF2-40B4-BE49-F238E27FC236}">
                <a16:creationId xmlns:a16="http://schemas.microsoft.com/office/drawing/2014/main" id="{D6364443-69BE-088D-C716-8709E668C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5302" name="Oval 8">
            <a:extLst>
              <a:ext uri="{FF2B5EF4-FFF2-40B4-BE49-F238E27FC236}">
                <a16:creationId xmlns:a16="http://schemas.microsoft.com/office/drawing/2014/main" id="{AFB1BDB5-CF12-08EA-B62D-637C509C2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5303" name="AutoShape 9">
            <a:extLst>
              <a:ext uri="{FF2B5EF4-FFF2-40B4-BE49-F238E27FC236}">
                <a16:creationId xmlns:a16="http://schemas.microsoft.com/office/drawing/2014/main" id="{2675B3D5-C2F6-C9F7-ABEB-9D743AB481E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04" name="AutoShape 10">
            <a:extLst>
              <a:ext uri="{FF2B5EF4-FFF2-40B4-BE49-F238E27FC236}">
                <a16:creationId xmlns:a16="http://schemas.microsoft.com/office/drawing/2014/main" id="{12568F59-25B9-5FD7-B90A-9A50632AB2EB}"/>
              </a:ext>
            </a:extLst>
          </p:cNvPr>
          <p:cNvCxnSpPr>
            <a:cxnSpLocks noChangeShapeType="1"/>
            <a:stCxn id="55301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05" name="AutoShape 11">
            <a:extLst>
              <a:ext uri="{FF2B5EF4-FFF2-40B4-BE49-F238E27FC236}">
                <a16:creationId xmlns:a16="http://schemas.microsoft.com/office/drawing/2014/main" id="{B6964D94-ED23-B275-337E-EC20BD409943}"/>
              </a:ext>
            </a:extLst>
          </p:cNvPr>
          <p:cNvCxnSpPr>
            <a:cxnSpLocks noChangeShapeType="1"/>
            <a:stCxn id="55302" idx="6"/>
            <a:endCxn id="55301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06" name="AutoShape 12">
            <a:extLst>
              <a:ext uri="{FF2B5EF4-FFF2-40B4-BE49-F238E27FC236}">
                <a16:creationId xmlns:a16="http://schemas.microsoft.com/office/drawing/2014/main" id="{62633902-5C00-FD2A-6B23-071E3CAB9C8B}"/>
              </a:ext>
            </a:extLst>
          </p:cNvPr>
          <p:cNvCxnSpPr>
            <a:cxnSpLocks noChangeShapeType="1"/>
            <a:endCxn id="55302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07" name="AutoShape 13">
            <a:extLst>
              <a:ext uri="{FF2B5EF4-FFF2-40B4-BE49-F238E27FC236}">
                <a16:creationId xmlns:a16="http://schemas.microsoft.com/office/drawing/2014/main" id="{FF56B0A6-0A9C-A5F8-A4A5-1932C42E533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08" name="AutoShape 14">
            <a:extLst>
              <a:ext uri="{FF2B5EF4-FFF2-40B4-BE49-F238E27FC236}">
                <a16:creationId xmlns:a16="http://schemas.microsoft.com/office/drawing/2014/main" id="{F066194A-DB79-8538-E130-8838E90E572A}"/>
              </a:ext>
            </a:extLst>
          </p:cNvPr>
          <p:cNvCxnSpPr>
            <a:cxnSpLocks noChangeShapeType="1"/>
            <a:endCxn id="55301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5309" name="Oval 15">
            <a:extLst>
              <a:ext uri="{FF2B5EF4-FFF2-40B4-BE49-F238E27FC236}">
                <a16:creationId xmlns:a16="http://schemas.microsoft.com/office/drawing/2014/main" id="{E98B672D-A89D-48EF-4539-D718F5A46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55310" name="Oval 16">
            <a:extLst>
              <a:ext uri="{FF2B5EF4-FFF2-40B4-BE49-F238E27FC236}">
                <a16:creationId xmlns:a16="http://schemas.microsoft.com/office/drawing/2014/main" id="{92F0221B-1188-3594-D5CF-3DAD017AE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55311" name="Oval 17">
            <a:extLst>
              <a:ext uri="{FF2B5EF4-FFF2-40B4-BE49-F238E27FC236}">
                <a16:creationId xmlns:a16="http://schemas.microsoft.com/office/drawing/2014/main" id="{7BC4C2A9-DCD5-F62C-3975-2C9FC61DC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55312" name="Oval 18">
            <a:extLst>
              <a:ext uri="{FF2B5EF4-FFF2-40B4-BE49-F238E27FC236}">
                <a16:creationId xmlns:a16="http://schemas.microsoft.com/office/drawing/2014/main" id="{A49294CC-AD99-B8CF-EEEA-E1896B385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55313" name="AutoShape 19">
            <a:extLst>
              <a:ext uri="{FF2B5EF4-FFF2-40B4-BE49-F238E27FC236}">
                <a16:creationId xmlns:a16="http://schemas.microsoft.com/office/drawing/2014/main" id="{6E6362AF-BD97-E7FC-E863-B4A24C04CE98}"/>
              </a:ext>
            </a:extLst>
          </p:cNvPr>
          <p:cNvCxnSpPr>
            <a:cxnSpLocks noChangeShapeType="1"/>
            <a:stCxn id="55311" idx="5"/>
            <a:endCxn id="55309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14" name="AutoShape 20">
            <a:extLst>
              <a:ext uri="{FF2B5EF4-FFF2-40B4-BE49-F238E27FC236}">
                <a16:creationId xmlns:a16="http://schemas.microsoft.com/office/drawing/2014/main" id="{E31F2117-8003-1BB5-9D95-F1B177D7897E}"/>
              </a:ext>
            </a:extLst>
          </p:cNvPr>
          <p:cNvCxnSpPr>
            <a:cxnSpLocks noChangeShapeType="1"/>
            <a:stCxn id="55312" idx="6"/>
            <a:endCxn id="55309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15" name="AutoShape 21">
            <a:extLst>
              <a:ext uri="{FF2B5EF4-FFF2-40B4-BE49-F238E27FC236}">
                <a16:creationId xmlns:a16="http://schemas.microsoft.com/office/drawing/2014/main" id="{21A3E85A-934D-0909-CBFA-70BC67DBE450}"/>
              </a:ext>
            </a:extLst>
          </p:cNvPr>
          <p:cNvCxnSpPr>
            <a:cxnSpLocks noChangeShapeType="1"/>
            <a:stCxn id="55311" idx="4"/>
            <a:endCxn id="55312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16" name="AutoShape 22">
            <a:extLst>
              <a:ext uri="{FF2B5EF4-FFF2-40B4-BE49-F238E27FC236}">
                <a16:creationId xmlns:a16="http://schemas.microsoft.com/office/drawing/2014/main" id="{8E414C15-4B6E-64F0-C70E-8654CCFA98B5}"/>
              </a:ext>
            </a:extLst>
          </p:cNvPr>
          <p:cNvCxnSpPr>
            <a:cxnSpLocks noChangeShapeType="1"/>
            <a:stCxn id="55311" idx="6"/>
            <a:endCxn id="55310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17" name="AutoShape 23">
            <a:extLst>
              <a:ext uri="{FF2B5EF4-FFF2-40B4-BE49-F238E27FC236}">
                <a16:creationId xmlns:a16="http://schemas.microsoft.com/office/drawing/2014/main" id="{6D857A08-3C39-96D5-5124-65C58B5B5B64}"/>
              </a:ext>
            </a:extLst>
          </p:cNvPr>
          <p:cNvCxnSpPr>
            <a:cxnSpLocks noChangeShapeType="1"/>
            <a:stCxn id="55301" idx="6"/>
            <a:endCxn id="55312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5318" name="Text Box 24">
            <a:extLst>
              <a:ext uri="{FF2B5EF4-FFF2-40B4-BE49-F238E27FC236}">
                <a16:creationId xmlns:a16="http://schemas.microsoft.com/office/drawing/2014/main" id="{EF2B6CD3-51BC-D306-F4E1-462BA784B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55319" name="Text Box 26">
            <a:extLst>
              <a:ext uri="{FF2B5EF4-FFF2-40B4-BE49-F238E27FC236}">
                <a16:creationId xmlns:a16="http://schemas.microsoft.com/office/drawing/2014/main" id="{21991784-FFA1-FFF6-D497-7E47032A0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5320" name="Text Box 27">
            <a:extLst>
              <a:ext uri="{FF2B5EF4-FFF2-40B4-BE49-F238E27FC236}">
                <a16:creationId xmlns:a16="http://schemas.microsoft.com/office/drawing/2014/main" id="{C348B8CA-30B2-7722-68CB-5921D463E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5321" name="Text Box 28">
            <a:extLst>
              <a:ext uri="{FF2B5EF4-FFF2-40B4-BE49-F238E27FC236}">
                <a16:creationId xmlns:a16="http://schemas.microsoft.com/office/drawing/2014/main" id="{2CE21E8D-9C62-3CD7-1F54-4F0FF04E1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dequeue next vertex</a:t>
            </a:r>
          </a:p>
        </p:txBody>
      </p:sp>
      <p:sp>
        <p:nvSpPr>
          <p:cNvPr id="55322" name="Text Box 29">
            <a:extLst>
              <a:ext uri="{FF2B5EF4-FFF2-40B4-BE49-F238E27FC236}">
                <a16:creationId xmlns:a16="http://schemas.microsoft.com/office/drawing/2014/main" id="{CAF20F8A-6411-0433-4B13-508D9BB6E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55323" name="Text Box 30">
            <a:extLst>
              <a:ext uri="{FF2B5EF4-FFF2-40B4-BE49-F238E27FC236}">
                <a16:creationId xmlns:a16="http://schemas.microsoft.com/office/drawing/2014/main" id="{03E8AF88-C5CD-6D76-DA68-899D89503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55324" name="Text Box 31">
            <a:extLst>
              <a:ext uri="{FF2B5EF4-FFF2-40B4-BE49-F238E27FC236}">
                <a16:creationId xmlns:a16="http://schemas.microsoft.com/office/drawing/2014/main" id="{62D6F76A-3110-CADC-C690-858DD8BC2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55325" name="Oval 32">
            <a:extLst>
              <a:ext uri="{FF2B5EF4-FFF2-40B4-BE49-F238E27FC236}">
                <a16:creationId xmlns:a16="http://schemas.microsoft.com/office/drawing/2014/main" id="{80837759-B7C1-FD52-8829-0F9CCD6E3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55326" name="Oval 33">
            <a:extLst>
              <a:ext uri="{FF2B5EF4-FFF2-40B4-BE49-F238E27FC236}">
                <a16:creationId xmlns:a16="http://schemas.microsoft.com/office/drawing/2014/main" id="{6730FD47-9693-D27C-B423-D999A12F8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55327" name="Oval 35">
            <a:extLst>
              <a:ext uri="{FF2B5EF4-FFF2-40B4-BE49-F238E27FC236}">
                <a16:creationId xmlns:a16="http://schemas.microsoft.com/office/drawing/2014/main" id="{6294AFD5-0387-ABE0-BEE1-C5795A751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38939BEF-F88A-D470-4975-4FCEE23B5C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57347" name="Text Box 3">
            <a:extLst>
              <a:ext uri="{FF2B5EF4-FFF2-40B4-BE49-F238E27FC236}">
                <a16:creationId xmlns:a16="http://schemas.microsoft.com/office/drawing/2014/main" id="{09CCC7A0-3BA4-07C0-2D37-5BFDE3E81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E </a:t>
            </a:r>
          </a:p>
        </p:txBody>
      </p:sp>
      <p:sp>
        <p:nvSpPr>
          <p:cNvPr id="57348" name="Text Box 4">
            <a:extLst>
              <a:ext uri="{FF2B5EF4-FFF2-40B4-BE49-F238E27FC236}">
                <a16:creationId xmlns:a16="http://schemas.microsoft.com/office/drawing/2014/main" id="{5C621909-EA9F-CE47-ABD4-395B85F80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57349" name="Oval 6">
            <a:extLst>
              <a:ext uri="{FF2B5EF4-FFF2-40B4-BE49-F238E27FC236}">
                <a16:creationId xmlns:a16="http://schemas.microsoft.com/office/drawing/2014/main" id="{357F6A97-BA93-5F07-5D28-B403F3EE9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7350" name="Oval 8">
            <a:extLst>
              <a:ext uri="{FF2B5EF4-FFF2-40B4-BE49-F238E27FC236}">
                <a16:creationId xmlns:a16="http://schemas.microsoft.com/office/drawing/2014/main" id="{821C6627-982F-C3B9-434A-BD5F2720B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7351" name="AutoShape 9">
            <a:extLst>
              <a:ext uri="{FF2B5EF4-FFF2-40B4-BE49-F238E27FC236}">
                <a16:creationId xmlns:a16="http://schemas.microsoft.com/office/drawing/2014/main" id="{A3A8BBD5-CF54-4FDF-1FED-D9F288C9E75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52" name="AutoShape 10">
            <a:extLst>
              <a:ext uri="{FF2B5EF4-FFF2-40B4-BE49-F238E27FC236}">
                <a16:creationId xmlns:a16="http://schemas.microsoft.com/office/drawing/2014/main" id="{55FE56B1-E702-E74B-B0A1-B5D18F8CB3AA}"/>
              </a:ext>
            </a:extLst>
          </p:cNvPr>
          <p:cNvCxnSpPr>
            <a:cxnSpLocks noChangeShapeType="1"/>
            <a:stCxn id="57349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53" name="AutoShape 11">
            <a:extLst>
              <a:ext uri="{FF2B5EF4-FFF2-40B4-BE49-F238E27FC236}">
                <a16:creationId xmlns:a16="http://schemas.microsoft.com/office/drawing/2014/main" id="{63F69429-2A69-6C75-8F58-ABBBBBB48FD2}"/>
              </a:ext>
            </a:extLst>
          </p:cNvPr>
          <p:cNvCxnSpPr>
            <a:cxnSpLocks noChangeShapeType="1"/>
            <a:stCxn id="57350" idx="6"/>
            <a:endCxn id="57349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54" name="AutoShape 12">
            <a:extLst>
              <a:ext uri="{FF2B5EF4-FFF2-40B4-BE49-F238E27FC236}">
                <a16:creationId xmlns:a16="http://schemas.microsoft.com/office/drawing/2014/main" id="{1A3BB119-AFFC-B4A2-391E-18B3521676BB}"/>
              </a:ext>
            </a:extLst>
          </p:cNvPr>
          <p:cNvCxnSpPr>
            <a:cxnSpLocks noChangeShapeType="1"/>
            <a:endCxn id="57350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55" name="AutoShape 13">
            <a:extLst>
              <a:ext uri="{FF2B5EF4-FFF2-40B4-BE49-F238E27FC236}">
                <a16:creationId xmlns:a16="http://schemas.microsoft.com/office/drawing/2014/main" id="{51A186EE-761D-CC9F-E3C3-58581D1CF44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56" name="AutoShape 14">
            <a:extLst>
              <a:ext uri="{FF2B5EF4-FFF2-40B4-BE49-F238E27FC236}">
                <a16:creationId xmlns:a16="http://schemas.microsoft.com/office/drawing/2014/main" id="{E4706F66-6E6B-BC5B-A7C4-CB0B92185E5F}"/>
              </a:ext>
            </a:extLst>
          </p:cNvPr>
          <p:cNvCxnSpPr>
            <a:cxnSpLocks noChangeShapeType="1"/>
            <a:endCxn id="57349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7357" name="Oval 15">
            <a:extLst>
              <a:ext uri="{FF2B5EF4-FFF2-40B4-BE49-F238E27FC236}">
                <a16:creationId xmlns:a16="http://schemas.microsoft.com/office/drawing/2014/main" id="{CF1B770D-BCC5-1B28-1E1C-CAAA91367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57358" name="Oval 16">
            <a:extLst>
              <a:ext uri="{FF2B5EF4-FFF2-40B4-BE49-F238E27FC236}">
                <a16:creationId xmlns:a16="http://schemas.microsoft.com/office/drawing/2014/main" id="{E5B05B46-66EC-4B8A-0EEF-EE56E7DA1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57359" name="Oval 17">
            <a:extLst>
              <a:ext uri="{FF2B5EF4-FFF2-40B4-BE49-F238E27FC236}">
                <a16:creationId xmlns:a16="http://schemas.microsoft.com/office/drawing/2014/main" id="{DF6ABBAF-287C-F3B3-F6AA-D558BB3AC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57360" name="Oval 18">
            <a:extLst>
              <a:ext uri="{FF2B5EF4-FFF2-40B4-BE49-F238E27FC236}">
                <a16:creationId xmlns:a16="http://schemas.microsoft.com/office/drawing/2014/main" id="{E5657C08-DAE0-9B4A-B45E-454A75268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G</a:t>
            </a:r>
          </a:p>
        </p:txBody>
      </p:sp>
      <p:cxnSp>
        <p:nvCxnSpPr>
          <p:cNvPr id="57361" name="AutoShape 19">
            <a:extLst>
              <a:ext uri="{FF2B5EF4-FFF2-40B4-BE49-F238E27FC236}">
                <a16:creationId xmlns:a16="http://schemas.microsoft.com/office/drawing/2014/main" id="{A77E751B-9495-929D-A471-AB044A765FAE}"/>
              </a:ext>
            </a:extLst>
          </p:cNvPr>
          <p:cNvCxnSpPr>
            <a:cxnSpLocks noChangeShapeType="1"/>
            <a:stCxn id="57359" idx="5"/>
            <a:endCxn id="57357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62" name="AutoShape 20">
            <a:extLst>
              <a:ext uri="{FF2B5EF4-FFF2-40B4-BE49-F238E27FC236}">
                <a16:creationId xmlns:a16="http://schemas.microsoft.com/office/drawing/2014/main" id="{34BB6E2E-100E-9FC1-6F78-90E91C2DC819}"/>
              </a:ext>
            </a:extLst>
          </p:cNvPr>
          <p:cNvCxnSpPr>
            <a:cxnSpLocks noChangeShapeType="1"/>
            <a:stCxn id="57360" idx="6"/>
            <a:endCxn id="57357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63" name="AutoShape 21">
            <a:extLst>
              <a:ext uri="{FF2B5EF4-FFF2-40B4-BE49-F238E27FC236}">
                <a16:creationId xmlns:a16="http://schemas.microsoft.com/office/drawing/2014/main" id="{7E41D85A-4651-3AA8-CC0E-896C57F1B6C7}"/>
              </a:ext>
            </a:extLst>
          </p:cNvPr>
          <p:cNvCxnSpPr>
            <a:cxnSpLocks noChangeShapeType="1"/>
            <a:stCxn id="57359" idx="4"/>
            <a:endCxn id="57360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64" name="AutoShape 22">
            <a:extLst>
              <a:ext uri="{FF2B5EF4-FFF2-40B4-BE49-F238E27FC236}">
                <a16:creationId xmlns:a16="http://schemas.microsoft.com/office/drawing/2014/main" id="{0AC82688-43AC-BEFF-797E-201831CA2324}"/>
              </a:ext>
            </a:extLst>
          </p:cNvPr>
          <p:cNvCxnSpPr>
            <a:cxnSpLocks noChangeShapeType="1"/>
            <a:stCxn id="57359" idx="6"/>
            <a:endCxn id="57358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65" name="AutoShape 23">
            <a:extLst>
              <a:ext uri="{FF2B5EF4-FFF2-40B4-BE49-F238E27FC236}">
                <a16:creationId xmlns:a16="http://schemas.microsoft.com/office/drawing/2014/main" id="{19960592-3491-3DA8-DB8D-57D23E18655F}"/>
              </a:ext>
            </a:extLst>
          </p:cNvPr>
          <p:cNvCxnSpPr>
            <a:cxnSpLocks noChangeShapeType="1"/>
            <a:stCxn id="57349" idx="6"/>
            <a:endCxn id="57360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7366" name="Text Box 24">
            <a:extLst>
              <a:ext uri="{FF2B5EF4-FFF2-40B4-BE49-F238E27FC236}">
                <a16:creationId xmlns:a16="http://schemas.microsoft.com/office/drawing/2014/main" id="{F101ABE4-F5FF-EE9B-08CC-C36DBFAAC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57367" name="Text Box 26">
            <a:extLst>
              <a:ext uri="{FF2B5EF4-FFF2-40B4-BE49-F238E27FC236}">
                <a16:creationId xmlns:a16="http://schemas.microsoft.com/office/drawing/2014/main" id="{A83BF22A-0B5C-6D34-B0D2-3C19A7F3C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7368" name="Text Box 27">
            <a:extLst>
              <a:ext uri="{FF2B5EF4-FFF2-40B4-BE49-F238E27FC236}">
                <a16:creationId xmlns:a16="http://schemas.microsoft.com/office/drawing/2014/main" id="{60500A74-C4DA-ACCB-F8D9-B4038C0AB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7369" name="Text Box 28">
            <a:extLst>
              <a:ext uri="{FF2B5EF4-FFF2-40B4-BE49-F238E27FC236}">
                <a16:creationId xmlns:a16="http://schemas.microsoft.com/office/drawing/2014/main" id="{082ACBB3-B581-FEF1-04E4-F3744D795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F</a:t>
            </a:r>
          </a:p>
        </p:txBody>
      </p:sp>
      <p:cxnSp>
        <p:nvCxnSpPr>
          <p:cNvPr id="57373" name="AutoShape 29">
            <a:extLst>
              <a:ext uri="{FF2B5EF4-FFF2-40B4-BE49-F238E27FC236}">
                <a16:creationId xmlns:a16="http://schemas.microsoft.com/office/drawing/2014/main" id="{CCE2DECC-D75B-B192-1CCF-3ADBCF8D5E3A}"/>
              </a:ext>
            </a:extLst>
          </p:cNvPr>
          <p:cNvCxnSpPr>
            <a:cxnSpLocks noChangeShapeType="1"/>
            <a:stCxn id="57349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74" name="AutoShape 30">
            <a:extLst>
              <a:ext uri="{FF2B5EF4-FFF2-40B4-BE49-F238E27FC236}">
                <a16:creationId xmlns:a16="http://schemas.microsoft.com/office/drawing/2014/main" id="{108F0E34-12A2-4A65-D798-7BF207F456B1}"/>
              </a:ext>
            </a:extLst>
          </p:cNvPr>
          <p:cNvCxnSpPr>
            <a:cxnSpLocks noChangeShapeType="1"/>
            <a:stCxn id="57349" idx="2"/>
            <a:endCxn id="57350" idx="6"/>
          </p:cNvCxnSpPr>
          <p:nvPr/>
        </p:nvCxnSpPr>
        <p:spPr bwMode="auto">
          <a:xfrm flipH="1">
            <a:off x="3078163" y="3059113"/>
            <a:ext cx="1235075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75" name="AutoShape 31">
            <a:extLst>
              <a:ext uri="{FF2B5EF4-FFF2-40B4-BE49-F238E27FC236}">
                <a16:creationId xmlns:a16="http://schemas.microsoft.com/office/drawing/2014/main" id="{15E50563-8C22-9551-18EB-C41F5E07BE5B}"/>
              </a:ext>
            </a:extLst>
          </p:cNvPr>
          <p:cNvCxnSpPr>
            <a:cxnSpLocks noChangeShapeType="1"/>
            <a:stCxn id="57349" idx="3"/>
          </p:cNvCxnSpPr>
          <p:nvPr/>
        </p:nvCxnSpPr>
        <p:spPr bwMode="auto">
          <a:xfrm flipH="1">
            <a:off x="1747838" y="3163888"/>
            <a:ext cx="2613025" cy="111760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76" name="AutoShape 32">
            <a:extLst>
              <a:ext uri="{FF2B5EF4-FFF2-40B4-BE49-F238E27FC236}">
                <a16:creationId xmlns:a16="http://schemas.microsoft.com/office/drawing/2014/main" id="{020FFCD5-4E04-7109-91E7-4D322B8CF88D}"/>
              </a:ext>
            </a:extLst>
          </p:cNvPr>
          <p:cNvCxnSpPr>
            <a:cxnSpLocks noChangeShapeType="1"/>
            <a:stCxn id="57349" idx="6"/>
            <a:endCxn id="57360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" name="Text Box 33">
            <a:extLst>
              <a:ext uri="{FF2B5EF4-FFF2-40B4-BE49-F238E27FC236}">
                <a16:creationId xmlns:a16="http://schemas.microsoft.com/office/drawing/2014/main" id="{95E6C902-3727-FF78-D7D5-926F1E51B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3" name="Text Box 34">
            <a:extLst>
              <a:ext uri="{FF2B5EF4-FFF2-40B4-BE49-F238E27FC236}">
                <a16:creationId xmlns:a16="http://schemas.microsoft.com/office/drawing/2014/main" id="{E944C5D1-718F-7462-2CB9-587DFB04A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4" name="Text Box 35">
            <a:extLst>
              <a:ext uri="{FF2B5EF4-FFF2-40B4-BE49-F238E27FC236}">
                <a16:creationId xmlns:a16="http://schemas.microsoft.com/office/drawing/2014/main" id="{0D9E5146-F12D-0C53-2554-F509B576D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57377" name="Oval 36">
            <a:extLst>
              <a:ext uri="{FF2B5EF4-FFF2-40B4-BE49-F238E27FC236}">
                <a16:creationId xmlns:a16="http://schemas.microsoft.com/office/drawing/2014/main" id="{19C180CD-9B59-6FDD-93EF-55F82559B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57378" name="Oval 37">
            <a:extLst>
              <a:ext uri="{FF2B5EF4-FFF2-40B4-BE49-F238E27FC236}">
                <a16:creationId xmlns:a16="http://schemas.microsoft.com/office/drawing/2014/main" id="{64D980B0-CC58-135D-EF1E-7903D85C3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57379" name="Oval 38">
            <a:extLst>
              <a:ext uri="{FF2B5EF4-FFF2-40B4-BE49-F238E27FC236}">
                <a16:creationId xmlns:a16="http://schemas.microsoft.com/office/drawing/2014/main" id="{F3A7E5DE-C509-3028-9C26-33BAF6E2F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7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7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7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498912E5-102F-F9E8-2DD2-DD382A9533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59395" name="Text Box 3">
            <a:extLst>
              <a:ext uri="{FF2B5EF4-FFF2-40B4-BE49-F238E27FC236}">
                <a16:creationId xmlns:a16="http://schemas.microsoft.com/office/drawing/2014/main" id="{5288B1BC-66B4-1AB7-B006-C70446EB5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E G </a:t>
            </a:r>
          </a:p>
        </p:txBody>
      </p:sp>
      <p:sp>
        <p:nvSpPr>
          <p:cNvPr id="59396" name="Text Box 4">
            <a:extLst>
              <a:ext uri="{FF2B5EF4-FFF2-40B4-BE49-F238E27FC236}">
                <a16:creationId xmlns:a16="http://schemas.microsoft.com/office/drawing/2014/main" id="{7C42285C-F265-2357-7B05-9FC778104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59397" name="Oval 6">
            <a:extLst>
              <a:ext uri="{FF2B5EF4-FFF2-40B4-BE49-F238E27FC236}">
                <a16:creationId xmlns:a16="http://schemas.microsoft.com/office/drawing/2014/main" id="{5084F2C0-4183-F94F-9A15-4CA01C5F9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59398" name="Oval 8">
            <a:extLst>
              <a:ext uri="{FF2B5EF4-FFF2-40B4-BE49-F238E27FC236}">
                <a16:creationId xmlns:a16="http://schemas.microsoft.com/office/drawing/2014/main" id="{7BED0C7A-4F48-4163-9B31-9C3F5C6C7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59399" name="AutoShape 9">
            <a:extLst>
              <a:ext uri="{FF2B5EF4-FFF2-40B4-BE49-F238E27FC236}">
                <a16:creationId xmlns:a16="http://schemas.microsoft.com/office/drawing/2014/main" id="{B7EBB041-23CA-F75F-A4F0-8B6684B28B2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00" name="AutoShape 10">
            <a:extLst>
              <a:ext uri="{FF2B5EF4-FFF2-40B4-BE49-F238E27FC236}">
                <a16:creationId xmlns:a16="http://schemas.microsoft.com/office/drawing/2014/main" id="{4E61BBA3-A87C-8744-7C99-0341EE85B934}"/>
              </a:ext>
            </a:extLst>
          </p:cNvPr>
          <p:cNvCxnSpPr>
            <a:cxnSpLocks noChangeShapeType="1"/>
            <a:stCxn id="59397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01" name="AutoShape 11">
            <a:extLst>
              <a:ext uri="{FF2B5EF4-FFF2-40B4-BE49-F238E27FC236}">
                <a16:creationId xmlns:a16="http://schemas.microsoft.com/office/drawing/2014/main" id="{C52CE74F-8AD0-4ABA-5051-73D2948A7BB8}"/>
              </a:ext>
            </a:extLst>
          </p:cNvPr>
          <p:cNvCxnSpPr>
            <a:cxnSpLocks noChangeShapeType="1"/>
            <a:stCxn id="59398" idx="6"/>
            <a:endCxn id="59397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02" name="AutoShape 12">
            <a:extLst>
              <a:ext uri="{FF2B5EF4-FFF2-40B4-BE49-F238E27FC236}">
                <a16:creationId xmlns:a16="http://schemas.microsoft.com/office/drawing/2014/main" id="{9DFEC500-2452-E880-A40A-0A361A14B8EA}"/>
              </a:ext>
            </a:extLst>
          </p:cNvPr>
          <p:cNvCxnSpPr>
            <a:cxnSpLocks noChangeShapeType="1"/>
            <a:endCxn id="59398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03" name="AutoShape 13">
            <a:extLst>
              <a:ext uri="{FF2B5EF4-FFF2-40B4-BE49-F238E27FC236}">
                <a16:creationId xmlns:a16="http://schemas.microsoft.com/office/drawing/2014/main" id="{BADB01E5-5826-5D71-34F2-40674065592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04" name="AutoShape 14">
            <a:extLst>
              <a:ext uri="{FF2B5EF4-FFF2-40B4-BE49-F238E27FC236}">
                <a16:creationId xmlns:a16="http://schemas.microsoft.com/office/drawing/2014/main" id="{8E095176-BF1D-8CFA-C5A6-DA3170A8FAFE}"/>
              </a:ext>
            </a:extLst>
          </p:cNvPr>
          <p:cNvCxnSpPr>
            <a:cxnSpLocks noChangeShapeType="1"/>
            <a:endCxn id="59397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9405" name="Oval 15">
            <a:extLst>
              <a:ext uri="{FF2B5EF4-FFF2-40B4-BE49-F238E27FC236}">
                <a16:creationId xmlns:a16="http://schemas.microsoft.com/office/drawing/2014/main" id="{3628EC8A-B139-B049-ECED-092BA526D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59406" name="Oval 16">
            <a:extLst>
              <a:ext uri="{FF2B5EF4-FFF2-40B4-BE49-F238E27FC236}">
                <a16:creationId xmlns:a16="http://schemas.microsoft.com/office/drawing/2014/main" id="{0E53D4C0-13A4-0E3F-C72B-69E93D1E4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59407" name="Oval 17">
            <a:extLst>
              <a:ext uri="{FF2B5EF4-FFF2-40B4-BE49-F238E27FC236}">
                <a16:creationId xmlns:a16="http://schemas.microsoft.com/office/drawing/2014/main" id="{C07C38DD-287E-8325-75E1-1FA40B584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59408" name="Oval 18">
            <a:extLst>
              <a:ext uri="{FF2B5EF4-FFF2-40B4-BE49-F238E27FC236}">
                <a16:creationId xmlns:a16="http://schemas.microsoft.com/office/drawing/2014/main" id="{0106C9A4-C2D3-6766-4419-57B7B9302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G</a:t>
            </a:r>
          </a:p>
        </p:txBody>
      </p:sp>
      <p:cxnSp>
        <p:nvCxnSpPr>
          <p:cNvPr id="59409" name="AutoShape 19">
            <a:extLst>
              <a:ext uri="{FF2B5EF4-FFF2-40B4-BE49-F238E27FC236}">
                <a16:creationId xmlns:a16="http://schemas.microsoft.com/office/drawing/2014/main" id="{F7FFB395-A4EE-1AD4-2EE2-F079BB2C5F9D}"/>
              </a:ext>
            </a:extLst>
          </p:cNvPr>
          <p:cNvCxnSpPr>
            <a:cxnSpLocks noChangeShapeType="1"/>
            <a:stCxn id="59407" idx="5"/>
            <a:endCxn id="59405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10" name="AutoShape 20">
            <a:extLst>
              <a:ext uri="{FF2B5EF4-FFF2-40B4-BE49-F238E27FC236}">
                <a16:creationId xmlns:a16="http://schemas.microsoft.com/office/drawing/2014/main" id="{FB68B856-AAC1-6BD6-F5B1-F4158E4C722C}"/>
              </a:ext>
            </a:extLst>
          </p:cNvPr>
          <p:cNvCxnSpPr>
            <a:cxnSpLocks noChangeShapeType="1"/>
            <a:stCxn id="59408" idx="6"/>
            <a:endCxn id="59405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11" name="AutoShape 21">
            <a:extLst>
              <a:ext uri="{FF2B5EF4-FFF2-40B4-BE49-F238E27FC236}">
                <a16:creationId xmlns:a16="http://schemas.microsoft.com/office/drawing/2014/main" id="{8D94AA0B-1FEF-F521-DA6A-2D3DF6DD1EE5}"/>
              </a:ext>
            </a:extLst>
          </p:cNvPr>
          <p:cNvCxnSpPr>
            <a:cxnSpLocks noChangeShapeType="1"/>
            <a:stCxn id="59407" idx="4"/>
            <a:endCxn id="59408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12" name="AutoShape 22">
            <a:extLst>
              <a:ext uri="{FF2B5EF4-FFF2-40B4-BE49-F238E27FC236}">
                <a16:creationId xmlns:a16="http://schemas.microsoft.com/office/drawing/2014/main" id="{721D6B5B-B835-8AC0-D5B1-7A48AD0F8A1C}"/>
              </a:ext>
            </a:extLst>
          </p:cNvPr>
          <p:cNvCxnSpPr>
            <a:cxnSpLocks noChangeShapeType="1"/>
            <a:stCxn id="59407" idx="6"/>
            <a:endCxn id="59406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13" name="AutoShape 23">
            <a:extLst>
              <a:ext uri="{FF2B5EF4-FFF2-40B4-BE49-F238E27FC236}">
                <a16:creationId xmlns:a16="http://schemas.microsoft.com/office/drawing/2014/main" id="{EA95595A-64F9-2272-B1B7-CD27C20DB5DD}"/>
              </a:ext>
            </a:extLst>
          </p:cNvPr>
          <p:cNvCxnSpPr>
            <a:cxnSpLocks noChangeShapeType="1"/>
            <a:stCxn id="59397" idx="6"/>
            <a:endCxn id="59408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9414" name="Text Box 24">
            <a:extLst>
              <a:ext uri="{FF2B5EF4-FFF2-40B4-BE49-F238E27FC236}">
                <a16:creationId xmlns:a16="http://schemas.microsoft.com/office/drawing/2014/main" id="{23F29788-E012-B29C-9FD1-A58AC4DD6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59415" name="Text Box 26">
            <a:extLst>
              <a:ext uri="{FF2B5EF4-FFF2-40B4-BE49-F238E27FC236}">
                <a16:creationId xmlns:a16="http://schemas.microsoft.com/office/drawing/2014/main" id="{C807138B-55CD-C668-B89D-3C8192039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9416" name="Text Box 27">
            <a:extLst>
              <a:ext uri="{FF2B5EF4-FFF2-40B4-BE49-F238E27FC236}">
                <a16:creationId xmlns:a16="http://schemas.microsoft.com/office/drawing/2014/main" id="{90C8797B-D680-F0B7-21AE-8ADF10CC2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59417" name="Text Box 28">
            <a:extLst>
              <a:ext uri="{FF2B5EF4-FFF2-40B4-BE49-F238E27FC236}">
                <a16:creationId xmlns:a16="http://schemas.microsoft.com/office/drawing/2014/main" id="{164AF28F-950F-85B1-3E19-75EDDBDD8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G discovered</a:t>
            </a:r>
          </a:p>
        </p:txBody>
      </p:sp>
      <p:cxnSp>
        <p:nvCxnSpPr>
          <p:cNvPr id="59418" name="AutoShape 29">
            <a:extLst>
              <a:ext uri="{FF2B5EF4-FFF2-40B4-BE49-F238E27FC236}">
                <a16:creationId xmlns:a16="http://schemas.microsoft.com/office/drawing/2014/main" id="{F4C1154E-798C-5C5D-1671-D5AD921B19FF}"/>
              </a:ext>
            </a:extLst>
          </p:cNvPr>
          <p:cNvCxnSpPr>
            <a:cxnSpLocks noChangeShapeType="1"/>
            <a:stCxn id="59397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19" name="AutoShape 30">
            <a:extLst>
              <a:ext uri="{FF2B5EF4-FFF2-40B4-BE49-F238E27FC236}">
                <a16:creationId xmlns:a16="http://schemas.microsoft.com/office/drawing/2014/main" id="{392D9645-79F5-9BCA-79EA-8989FABA401E}"/>
              </a:ext>
            </a:extLst>
          </p:cNvPr>
          <p:cNvCxnSpPr>
            <a:cxnSpLocks noChangeShapeType="1"/>
            <a:stCxn id="59397" idx="2"/>
            <a:endCxn id="59398" idx="6"/>
          </p:cNvCxnSpPr>
          <p:nvPr/>
        </p:nvCxnSpPr>
        <p:spPr bwMode="auto">
          <a:xfrm flipH="1">
            <a:off x="3078163" y="3059113"/>
            <a:ext cx="1235075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20" name="AutoShape 31">
            <a:extLst>
              <a:ext uri="{FF2B5EF4-FFF2-40B4-BE49-F238E27FC236}">
                <a16:creationId xmlns:a16="http://schemas.microsoft.com/office/drawing/2014/main" id="{67AC476A-18E3-058A-B650-DEBA8FD896D2}"/>
              </a:ext>
            </a:extLst>
          </p:cNvPr>
          <p:cNvCxnSpPr>
            <a:cxnSpLocks noChangeShapeType="1"/>
            <a:stCxn id="59397" idx="3"/>
          </p:cNvCxnSpPr>
          <p:nvPr/>
        </p:nvCxnSpPr>
        <p:spPr bwMode="auto">
          <a:xfrm flipH="1">
            <a:off x="1747838" y="3163888"/>
            <a:ext cx="2613025" cy="111760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21" name="AutoShape 32">
            <a:extLst>
              <a:ext uri="{FF2B5EF4-FFF2-40B4-BE49-F238E27FC236}">
                <a16:creationId xmlns:a16="http://schemas.microsoft.com/office/drawing/2014/main" id="{E470BEAF-B6E7-073D-E9F7-5F323880FEF8}"/>
              </a:ext>
            </a:extLst>
          </p:cNvPr>
          <p:cNvCxnSpPr>
            <a:cxnSpLocks noChangeShapeType="1"/>
            <a:stCxn id="59397" idx="6"/>
            <a:endCxn id="59408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9422" name="Text Box 33">
            <a:extLst>
              <a:ext uri="{FF2B5EF4-FFF2-40B4-BE49-F238E27FC236}">
                <a16:creationId xmlns:a16="http://schemas.microsoft.com/office/drawing/2014/main" id="{9F021EB3-4EAE-7477-8F35-752458F9C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59423" name="Text Box 34">
            <a:extLst>
              <a:ext uri="{FF2B5EF4-FFF2-40B4-BE49-F238E27FC236}">
                <a16:creationId xmlns:a16="http://schemas.microsoft.com/office/drawing/2014/main" id="{F65A3B3F-8003-0AD5-7C14-D214EB8E2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59424" name="Text Box 35">
            <a:extLst>
              <a:ext uri="{FF2B5EF4-FFF2-40B4-BE49-F238E27FC236}">
                <a16:creationId xmlns:a16="http://schemas.microsoft.com/office/drawing/2014/main" id="{DC4F1A90-015B-0349-130B-0BB20D267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59425" name="Text Box 36">
            <a:extLst>
              <a:ext uri="{FF2B5EF4-FFF2-40B4-BE49-F238E27FC236}">
                <a16:creationId xmlns:a16="http://schemas.microsoft.com/office/drawing/2014/main" id="{54F74DC3-3B68-D6D5-7A65-DC3228ADE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59426" name="Oval 37">
            <a:extLst>
              <a:ext uri="{FF2B5EF4-FFF2-40B4-BE49-F238E27FC236}">
                <a16:creationId xmlns:a16="http://schemas.microsoft.com/office/drawing/2014/main" id="{CC6045D4-0E09-4967-4D30-EAE40E393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59427" name="Oval 38">
            <a:extLst>
              <a:ext uri="{FF2B5EF4-FFF2-40B4-BE49-F238E27FC236}">
                <a16:creationId xmlns:a16="http://schemas.microsoft.com/office/drawing/2014/main" id="{78CE4FD5-D06C-546C-6675-7CFFC592C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59428" name="Oval 39">
            <a:extLst>
              <a:ext uri="{FF2B5EF4-FFF2-40B4-BE49-F238E27FC236}">
                <a16:creationId xmlns:a16="http://schemas.microsoft.com/office/drawing/2014/main" id="{24057AFD-A0E2-2C9B-DCC6-1A3272B21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9E3BAF43-8AE4-DF53-DA79-2B95EC4C3B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61443" name="Text Box 3">
            <a:extLst>
              <a:ext uri="{FF2B5EF4-FFF2-40B4-BE49-F238E27FC236}">
                <a16:creationId xmlns:a16="http://schemas.microsoft.com/office/drawing/2014/main" id="{C996AAA9-B92D-EB88-E4EB-47A63105A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E G </a:t>
            </a:r>
          </a:p>
        </p:txBody>
      </p:sp>
      <p:sp>
        <p:nvSpPr>
          <p:cNvPr id="61444" name="Text Box 4">
            <a:extLst>
              <a:ext uri="{FF2B5EF4-FFF2-40B4-BE49-F238E27FC236}">
                <a16:creationId xmlns:a16="http://schemas.microsoft.com/office/drawing/2014/main" id="{D0B5A8E3-7F71-0033-71D9-DBA33B1E4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61445" name="Oval 6">
            <a:extLst>
              <a:ext uri="{FF2B5EF4-FFF2-40B4-BE49-F238E27FC236}">
                <a16:creationId xmlns:a16="http://schemas.microsoft.com/office/drawing/2014/main" id="{5649B632-C23C-AD2D-50D6-15199A473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61446" name="Oval 8">
            <a:extLst>
              <a:ext uri="{FF2B5EF4-FFF2-40B4-BE49-F238E27FC236}">
                <a16:creationId xmlns:a16="http://schemas.microsoft.com/office/drawing/2014/main" id="{6EA42F18-AEEB-3B87-2A5E-4677A1720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61447" name="AutoShape 9">
            <a:extLst>
              <a:ext uri="{FF2B5EF4-FFF2-40B4-BE49-F238E27FC236}">
                <a16:creationId xmlns:a16="http://schemas.microsoft.com/office/drawing/2014/main" id="{8246DDBB-F91C-1F95-C627-6A81B841C97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48" name="AutoShape 10">
            <a:extLst>
              <a:ext uri="{FF2B5EF4-FFF2-40B4-BE49-F238E27FC236}">
                <a16:creationId xmlns:a16="http://schemas.microsoft.com/office/drawing/2014/main" id="{B0575AA0-6860-FD19-2579-48CB61390D2F}"/>
              </a:ext>
            </a:extLst>
          </p:cNvPr>
          <p:cNvCxnSpPr>
            <a:cxnSpLocks noChangeShapeType="1"/>
            <a:stCxn id="61445" idx="0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49" name="AutoShape 11">
            <a:extLst>
              <a:ext uri="{FF2B5EF4-FFF2-40B4-BE49-F238E27FC236}">
                <a16:creationId xmlns:a16="http://schemas.microsoft.com/office/drawing/2014/main" id="{83298F20-5877-30FF-FDED-F840525B9915}"/>
              </a:ext>
            </a:extLst>
          </p:cNvPr>
          <p:cNvCxnSpPr>
            <a:cxnSpLocks noChangeShapeType="1"/>
            <a:stCxn id="61446" idx="6"/>
            <a:endCxn id="61445" idx="2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50" name="AutoShape 12">
            <a:extLst>
              <a:ext uri="{FF2B5EF4-FFF2-40B4-BE49-F238E27FC236}">
                <a16:creationId xmlns:a16="http://schemas.microsoft.com/office/drawing/2014/main" id="{48D45297-1056-3CA1-E620-1C60E2FCC0A5}"/>
              </a:ext>
            </a:extLst>
          </p:cNvPr>
          <p:cNvCxnSpPr>
            <a:cxnSpLocks noChangeShapeType="1"/>
            <a:endCxn id="61446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51" name="AutoShape 13">
            <a:extLst>
              <a:ext uri="{FF2B5EF4-FFF2-40B4-BE49-F238E27FC236}">
                <a16:creationId xmlns:a16="http://schemas.microsoft.com/office/drawing/2014/main" id="{63416B77-3985-0439-0E3C-6A7057DF544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52" name="AutoShape 14">
            <a:extLst>
              <a:ext uri="{FF2B5EF4-FFF2-40B4-BE49-F238E27FC236}">
                <a16:creationId xmlns:a16="http://schemas.microsoft.com/office/drawing/2014/main" id="{051FD334-21A0-6713-9FBA-CDCEE281386D}"/>
              </a:ext>
            </a:extLst>
          </p:cNvPr>
          <p:cNvCxnSpPr>
            <a:cxnSpLocks noChangeShapeType="1"/>
            <a:endCxn id="61445" idx="3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1453" name="Oval 15">
            <a:extLst>
              <a:ext uri="{FF2B5EF4-FFF2-40B4-BE49-F238E27FC236}">
                <a16:creationId xmlns:a16="http://schemas.microsoft.com/office/drawing/2014/main" id="{9FBE7943-246B-148D-0E26-949A9CD71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61454" name="Oval 16">
            <a:extLst>
              <a:ext uri="{FF2B5EF4-FFF2-40B4-BE49-F238E27FC236}">
                <a16:creationId xmlns:a16="http://schemas.microsoft.com/office/drawing/2014/main" id="{6EB23DFC-F687-1280-1AE5-EE16DFDB7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61455" name="Oval 17">
            <a:extLst>
              <a:ext uri="{FF2B5EF4-FFF2-40B4-BE49-F238E27FC236}">
                <a16:creationId xmlns:a16="http://schemas.microsoft.com/office/drawing/2014/main" id="{C7479191-FAB0-5771-F4F2-1840E7229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61456" name="Oval 18">
            <a:extLst>
              <a:ext uri="{FF2B5EF4-FFF2-40B4-BE49-F238E27FC236}">
                <a16:creationId xmlns:a16="http://schemas.microsoft.com/office/drawing/2014/main" id="{2F89D1C8-EEBF-762F-241C-A19F0CB9B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G</a:t>
            </a:r>
          </a:p>
        </p:txBody>
      </p:sp>
      <p:cxnSp>
        <p:nvCxnSpPr>
          <p:cNvPr id="61457" name="AutoShape 19">
            <a:extLst>
              <a:ext uri="{FF2B5EF4-FFF2-40B4-BE49-F238E27FC236}">
                <a16:creationId xmlns:a16="http://schemas.microsoft.com/office/drawing/2014/main" id="{AE9366AA-0BAB-A572-4541-BFD825589C08}"/>
              </a:ext>
            </a:extLst>
          </p:cNvPr>
          <p:cNvCxnSpPr>
            <a:cxnSpLocks noChangeShapeType="1"/>
            <a:stCxn id="61455" idx="5"/>
            <a:endCxn id="61453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58" name="AutoShape 20">
            <a:extLst>
              <a:ext uri="{FF2B5EF4-FFF2-40B4-BE49-F238E27FC236}">
                <a16:creationId xmlns:a16="http://schemas.microsoft.com/office/drawing/2014/main" id="{D0526C04-4DAB-942B-931A-E4DDD0C707D3}"/>
              </a:ext>
            </a:extLst>
          </p:cNvPr>
          <p:cNvCxnSpPr>
            <a:cxnSpLocks noChangeShapeType="1"/>
            <a:stCxn id="61456" idx="6"/>
            <a:endCxn id="61453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59" name="AutoShape 21">
            <a:extLst>
              <a:ext uri="{FF2B5EF4-FFF2-40B4-BE49-F238E27FC236}">
                <a16:creationId xmlns:a16="http://schemas.microsoft.com/office/drawing/2014/main" id="{D4BB1FBD-CBDA-B02B-599C-A6E0946E6B9C}"/>
              </a:ext>
            </a:extLst>
          </p:cNvPr>
          <p:cNvCxnSpPr>
            <a:cxnSpLocks noChangeShapeType="1"/>
            <a:stCxn id="61455" idx="4"/>
            <a:endCxn id="61456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60" name="AutoShape 22">
            <a:extLst>
              <a:ext uri="{FF2B5EF4-FFF2-40B4-BE49-F238E27FC236}">
                <a16:creationId xmlns:a16="http://schemas.microsoft.com/office/drawing/2014/main" id="{9CE5A659-74E1-3216-896D-2586EA45CF93}"/>
              </a:ext>
            </a:extLst>
          </p:cNvPr>
          <p:cNvCxnSpPr>
            <a:cxnSpLocks noChangeShapeType="1"/>
            <a:stCxn id="61455" idx="6"/>
            <a:endCxn id="61454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61" name="AutoShape 23">
            <a:extLst>
              <a:ext uri="{FF2B5EF4-FFF2-40B4-BE49-F238E27FC236}">
                <a16:creationId xmlns:a16="http://schemas.microsoft.com/office/drawing/2014/main" id="{19C23F9C-CC1A-9246-C346-D60F91FB66AE}"/>
              </a:ext>
            </a:extLst>
          </p:cNvPr>
          <p:cNvCxnSpPr>
            <a:cxnSpLocks noChangeShapeType="1"/>
            <a:stCxn id="61445" idx="6"/>
            <a:endCxn id="61456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1462" name="Text Box 24">
            <a:extLst>
              <a:ext uri="{FF2B5EF4-FFF2-40B4-BE49-F238E27FC236}">
                <a16:creationId xmlns:a16="http://schemas.microsoft.com/office/drawing/2014/main" id="{EC896817-312E-6F53-71A5-DD02E2C9F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61463" name="Text Box 26">
            <a:extLst>
              <a:ext uri="{FF2B5EF4-FFF2-40B4-BE49-F238E27FC236}">
                <a16:creationId xmlns:a16="http://schemas.microsoft.com/office/drawing/2014/main" id="{F001CF4C-ED7C-F230-824E-5969E48EF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61464" name="Text Box 27">
            <a:extLst>
              <a:ext uri="{FF2B5EF4-FFF2-40B4-BE49-F238E27FC236}">
                <a16:creationId xmlns:a16="http://schemas.microsoft.com/office/drawing/2014/main" id="{0473B871-1663-D7EC-2078-2E0B98B7E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61465" name="Text Box 28">
            <a:extLst>
              <a:ext uri="{FF2B5EF4-FFF2-40B4-BE49-F238E27FC236}">
                <a16:creationId xmlns:a16="http://schemas.microsoft.com/office/drawing/2014/main" id="{FDF42D53-16DA-6830-4515-350D53D6F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 finished</a:t>
            </a:r>
          </a:p>
        </p:txBody>
      </p:sp>
      <p:sp>
        <p:nvSpPr>
          <p:cNvPr id="61466" name="Text Box 29">
            <a:extLst>
              <a:ext uri="{FF2B5EF4-FFF2-40B4-BE49-F238E27FC236}">
                <a16:creationId xmlns:a16="http://schemas.microsoft.com/office/drawing/2014/main" id="{D9A1A374-F06F-F1DF-BCE4-F721BB941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61467" name="Text Box 30">
            <a:extLst>
              <a:ext uri="{FF2B5EF4-FFF2-40B4-BE49-F238E27FC236}">
                <a16:creationId xmlns:a16="http://schemas.microsoft.com/office/drawing/2014/main" id="{D79ED6F8-5196-5557-4119-C9E76B36A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61468" name="Text Box 31">
            <a:extLst>
              <a:ext uri="{FF2B5EF4-FFF2-40B4-BE49-F238E27FC236}">
                <a16:creationId xmlns:a16="http://schemas.microsoft.com/office/drawing/2014/main" id="{12FEE65F-17EB-8740-6249-C663F8F4B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61469" name="Text Box 32">
            <a:extLst>
              <a:ext uri="{FF2B5EF4-FFF2-40B4-BE49-F238E27FC236}">
                <a16:creationId xmlns:a16="http://schemas.microsoft.com/office/drawing/2014/main" id="{CCA465C1-F254-E1F4-610E-849EB32B4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61470" name="Oval 33">
            <a:extLst>
              <a:ext uri="{FF2B5EF4-FFF2-40B4-BE49-F238E27FC236}">
                <a16:creationId xmlns:a16="http://schemas.microsoft.com/office/drawing/2014/main" id="{ED63D911-2F47-D83E-FC77-A9428E28B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61471" name="Oval 34">
            <a:extLst>
              <a:ext uri="{FF2B5EF4-FFF2-40B4-BE49-F238E27FC236}">
                <a16:creationId xmlns:a16="http://schemas.microsoft.com/office/drawing/2014/main" id="{4B29F6B2-243F-4C31-0ED3-9CBD657FD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61472" name="Oval 35">
            <a:extLst>
              <a:ext uri="{FF2B5EF4-FFF2-40B4-BE49-F238E27FC236}">
                <a16:creationId xmlns:a16="http://schemas.microsoft.com/office/drawing/2014/main" id="{CAC943D2-A106-CC46-E325-8FEA4083A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F5ADDD9F-A02E-EBD0-FCA2-0103820B7C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63491" name="Text Box 3">
            <a:extLst>
              <a:ext uri="{FF2B5EF4-FFF2-40B4-BE49-F238E27FC236}">
                <a16:creationId xmlns:a16="http://schemas.microsoft.com/office/drawing/2014/main" id="{9B0D4863-8F3A-CC18-0EDA-53C33D8D3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E G </a:t>
            </a:r>
          </a:p>
        </p:txBody>
      </p:sp>
      <p:sp>
        <p:nvSpPr>
          <p:cNvPr id="63492" name="Text Box 4">
            <a:extLst>
              <a:ext uri="{FF2B5EF4-FFF2-40B4-BE49-F238E27FC236}">
                <a16:creationId xmlns:a16="http://schemas.microsoft.com/office/drawing/2014/main" id="{89945CE3-7F24-1E1F-CDAA-5F13948FF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63493" name="Oval 8">
            <a:extLst>
              <a:ext uri="{FF2B5EF4-FFF2-40B4-BE49-F238E27FC236}">
                <a16:creationId xmlns:a16="http://schemas.microsoft.com/office/drawing/2014/main" id="{824C3870-FB29-7542-B41D-F8068AF13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63494" name="AutoShape 9">
            <a:extLst>
              <a:ext uri="{FF2B5EF4-FFF2-40B4-BE49-F238E27FC236}">
                <a16:creationId xmlns:a16="http://schemas.microsoft.com/office/drawing/2014/main" id="{F4218E13-6C15-F60A-9CA5-91CE39FDF02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495" name="AutoShape 10">
            <a:extLst>
              <a:ext uri="{FF2B5EF4-FFF2-40B4-BE49-F238E27FC236}">
                <a16:creationId xmlns:a16="http://schemas.microsoft.com/office/drawing/2014/main" id="{10C6A268-C826-74A1-C95F-309FCE302B2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496" name="AutoShape 11">
            <a:extLst>
              <a:ext uri="{FF2B5EF4-FFF2-40B4-BE49-F238E27FC236}">
                <a16:creationId xmlns:a16="http://schemas.microsoft.com/office/drawing/2014/main" id="{BFE6F4C5-5E59-4D08-2758-9301B418444E}"/>
              </a:ext>
            </a:extLst>
          </p:cNvPr>
          <p:cNvCxnSpPr>
            <a:cxnSpLocks noChangeShapeType="1"/>
            <a:stCxn id="63493" idx="6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497" name="AutoShape 12">
            <a:extLst>
              <a:ext uri="{FF2B5EF4-FFF2-40B4-BE49-F238E27FC236}">
                <a16:creationId xmlns:a16="http://schemas.microsoft.com/office/drawing/2014/main" id="{003DC46C-EC1E-8A05-EC48-96C2AFC3E685}"/>
              </a:ext>
            </a:extLst>
          </p:cNvPr>
          <p:cNvCxnSpPr>
            <a:cxnSpLocks noChangeShapeType="1"/>
            <a:endCxn id="63493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498" name="AutoShape 13">
            <a:extLst>
              <a:ext uri="{FF2B5EF4-FFF2-40B4-BE49-F238E27FC236}">
                <a16:creationId xmlns:a16="http://schemas.microsoft.com/office/drawing/2014/main" id="{25E3381B-78EF-9355-AA8B-A1A79364D51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499" name="AutoShape 14">
            <a:extLst>
              <a:ext uri="{FF2B5EF4-FFF2-40B4-BE49-F238E27FC236}">
                <a16:creationId xmlns:a16="http://schemas.microsoft.com/office/drawing/2014/main" id="{213A70D0-C047-4BF5-B348-F193E470D72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3500" name="Oval 15">
            <a:extLst>
              <a:ext uri="{FF2B5EF4-FFF2-40B4-BE49-F238E27FC236}">
                <a16:creationId xmlns:a16="http://schemas.microsoft.com/office/drawing/2014/main" id="{FF57CE3D-CBA3-9F55-5C62-1E773BC68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63501" name="Oval 16">
            <a:extLst>
              <a:ext uri="{FF2B5EF4-FFF2-40B4-BE49-F238E27FC236}">
                <a16:creationId xmlns:a16="http://schemas.microsoft.com/office/drawing/2014/main" id="{64C47D86-7C49-BA97-F850-D76965EAF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63502" name="Oval 17">
            <a:extLst>
              <a:ext uri="{FF2B5EF4-FFF2-40B4-BE49-F238E27FC236}">
                <a16:creationId xmlns:a16="http://schemas.microsoft.com/office/drawing/2014/main" id="{A603E5EF-A481-DFD8-BB5E-597F9946D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63503" name="Oval 18">
            <a:extLst>
              <a:ext uri="{FF2B5EF4-FFF2-40B4-BE49-F238E27FC236}">
                <a16:creationId xmlns:a16="http://schemas.microsoft.com/office/drawing/2014/main" id="{B6AB3E77-3D3F-D3FC-F2C3-92E16B608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G</a:t>
            </a:r>
          </a:p>
        </p:txBody>
      </p:sp>
      <p:cxnSp>
        <p:nvCxnSpPr>
          <p:cNvPr id="63504" name="AutoShape 19">
            <a:extLst>
              <a:ext uri="{FF2B5EF4-FFF2-40B4-BE49-F238E27FC236}">
                <a16:creationId xmlns:a16="http://schemas.microsoft.com/office/drawing/2014/main" id="{2DCD6084-B165-C4F9-7FC8-68F1D36F4D11}"/>
              </a:ext>
            </a:extLst>
          </p:cNvPr>
          <p:cNvCxnSpPr>
            <a:cxnSpLocks noChangeShapeType="1"/>
            <a:stCxn id="63502" idx="5"/>
            <a:endCxn id="63500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505" name="AutoShape 20">
            <a:extLst>
              <a:ext uri="{FF2B5EF4-FFF2-40B4-BE49-F238E27FC236}">
                <a16:creationId xmlns:a16="http://schemas.microsoft.com/office/drawing/2014/main" id="{8CBD1B19-77D6-CDE5-46D9-4E030C214EC3}"/>
              </a:ext>
            </a:extLst>
          </p:cNvPr>
          <p:cNvCxnSpPr>
            <a:cxnSpLocks noChangeShapeType="1"/>
            <a:stCxn id="63503" idx="6"/>
            <a:endCxn id="63500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506" name="AutoShape 21">
            <a:extLst>
              <a:ext uri="{FF2B5EF4-FFF2-40B4-BE49-F238E27FC236}">
                <a16:creationId xmlns:a16="http://schemas.microsoft.com/office/drawing/2014/main" id="{5C8F621F-FF98-907D-CE5A-A8827269DE97}"/>
              </a:ext>
            </a:extLst>
          </p:cNvPr>
          <p:cNvCxnSpPr>
            <a:cxnSpLocks noChangeShapeType="1"/>
            <a:stCxn id="63502" idx="4"/>
            <a:endCxn id="63503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507" name="AutoShape 22">
            <a:extLst>
              <a:ext uri="{FF2B5EF4-FFF2-40B4-BE49-F238E27FC236}">
                <a16:creationId xmlns:a16="http://schemas.microsoft.com/office/drawing/2014/main" id="{9925C06A-6568-9412-A46C-62ED67190D3A}"/>
              </a:ext>
            </a:extLst>
          </p:cNvPr>
          <p:cNvCxnSpPr>
            <a:cxnSpLocks noChangeShapeType="1"/>
            <a:stCxn id="63502" idx="6"/>
            <a:endCxn id="63501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508" name="AutoShape 23">
            <a:extLst>
              <a:ext uri="{FF2B5EF4-FFF2-40B4-BE49-F238E27FC236}">
                <a16:creationId xmlns:a16="http://schemas.microsoft.com/office/drawing/2014/main" id="{CD5D0B12-3C88-96BD-B7DE-7931C0C9832B}"/>
              </a:ext>
            </a:extLst>
          </p:cNvPr>
          <p:cNvCxnSpPr>
            <a:cxnSpLocks noChangeShapeType="1"/>
            <a:endCxn id="63503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3509" name="Text Box 24">
            <a:extLst>
              <a:ext uri="{FF2B5EF4-FFF2-40B4-BE49-F238E27FC236}">
                <a16:creationId xmlns:a16="http://schemas.microsoft.com/office/drawing/2014/main" id="{15FDD106-AEEA-5C3A-8D31-8EE40A28C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63510" name="Text Box 26">
            <a:extLst>
              <a:ext uri="{FF2B5EF4-FFF2-40B4-BE49-F238E27FC236}">
                <a16:creationId xmlns:a16="http://schemas.microsoft.com/office/drawing/2014/main" id="{0D7336AA-8D49-E856-97FE-D7AD38F91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63511" name="Text Box 27">
            <a:extLst>
              <a:ext uri="{FF2B5EF4-FFF2-40B4-BE49-F238E27FC236}">
                <a16:creationId xmlns:a16="http://schemas.microsoft.com/office/drawing/2014/main" id="{1197A00F-A9BC-12DA-67F3-8112DFEBD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63512" name="Text Box 28">
            <a:extLst>
              <a:ext uri="{FF2B5EF4-FFF2-40B4-BE49-F238E27FC236}">
                <a16:creationId xmlns:a16="http://schemas.microsoft.com/office/drawing/2014/main" id="{13E3A5BB-75B9-11A9-293A-F72553959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dequeue next vertex</a:t>
            </a:r>
          </a:p>
        </p:txBody>
      </p:sp>
      <p:sp>
        <p:nvSpPr>
          <p:cNvPr id="63513" name="Text Box 29">
            <a:extLst>
              <a:ext uri="{FF2B5EF4-FFF2-40B4-BE49-F238E27FC236}">
                <a16:creationId xmlns:a16="http://schemas.microsoft.com/office/drawing/2014/main" id="{EB70B141-D6A9-1429-7832-9766A4594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63514" name="Text Box 30">
            <a:extLst>
              <a:ext uri="{FF2B5EF4-FFF2-40B4-BE49-F238E27FC236}">
                <a16:creationId xmlns:a16="http://schemas.microsoft.com/office/drawing/2014/main" id="{DF8E38E5-F693-EE58-5533-1C9C5CB5E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63515" name="Text Box 31">
            <a:extLst>
              <a:ext uri="{FF2B5EF4-FFF2-40B4-BE49-F238E27FC236}">
                <a16:creationId xmlns:a16="http://schemas.microsoft.com/office/drawing/2014/main" id="{CC6C2869-6748-F9EB-8F8B-57843C977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63516" name="Text Box 32">
            <a:extLst>
              <a:ext uri="{FF2B5EF4-FFF2-40B4-BE49-F238E27FC236}">
                <a16:creationId xmlns:a16="http://schemas.microsoft.com/office/drawing/2014/main" id="{75F2843D-4322-FFF8-0701-8DA2F7648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63517" name="Oval 33">
            <a:extLst>
              <a:ext uri="{FF2B5EF4-FFF2-40B4-BE49-F238E27FC236}">
                <a16:creationId xmlns:a16="http://schemas.microsoft.com/office/drawing/2014/main" id="{24C34243-D874-9ECD-2828-5C2512E78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63518" name="Oval 35">
            <a:extLst>
              <a:ext uri="{FF2B5EF4-FFF2-40B4-BE49-F238E27FC236}">
                <a16:creationId xmlns:a16="http://schemas.microsoft.com/office/drawing/2014/main" id="{6706134D-F3CC-CF35-6C25-31D61B527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63519" name="Oval 36">
            <a:extLst>
              <a:ext uri="{FF2B5EF4-FFF2-40B4-BE49-F238E27FC236}">
                <a16:creationId xmlns:a16="http://schemas.microsoft.com/office/drawing/2014/main" id="{EA42F8BE-8D43-3BA6-A370-5E46FD86C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63520" name="Oval 37">
            <a:extLst>
              <a:ext uri="{FF2B5EF4-FFF2-40B4-BE49-F238E27FC236}">
                <a16:creationId xmlns:a16="http://schemas.microsoft.com/office/drawing/2014/main" id="{46EB2DAE-7D70-EF96-807C-1C7FDAD9A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20180693-7E46-0257-B276-188FED8702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65539" name="Text Box 3">
            <a:extLst>
              <a:ext uri="{FF2B5EF4-FFF2-40B4-BE49-F238E27FC236}">
                <a16:creationId xmlns:a16="http://schemas.microsoft.com/office/drawing/2014/main" id="{69C132FC-A21C-7FBC-48AB-3AA3DCDA6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G </a:t>
            </a:r>
          </a:p>
        </p:txBody>
      </p:sp>
      <p:sp>
        <p:nvSpPr>
          <p:cNvPr id="65540" name="Text Box 4">
            <a:extLst>
              <a:ext uri="{FF2B5EF4-FFF2-40B4-BE49-F238E27FC236}">
                <a16:creationId xmlns:a16="http://schemas.microsoft.com/office/drawing/2014/main" id="{E2B64687-202A-88C8-BF86-E80C6DE8B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65541" name="Oval 8">
            <a:extLst>
              <a:ext uri="{FF2B5EF4-FFF2-40B4-BE49-F238E27FC236}">
                <a16:creationId xmlns:a16="http://schemas.microsoft.com/office/drawing/2014/main" id="{90B2DB31-3E1B-EFAF-1DBE-E7D374656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65542" name="AutoShape 9">
            <a:extLst>
              <a:ext uri="{FF2B5EF4-FFF2-40B4-BE49-F238E27FC236}">
                <a16:creationId xmlns:a16="http://schemas.microsoft.com/office/drawing/2014/main" id="{0989562B-BD53-DE76-DC72-324FBDBC399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43" name="AutoShape 10">
            <a:extLst>
              <a:ext uri="{FF2B5EF4-FFF2-40B4-BE49-F238E27FC236}">
                <a16:creationId xmlns:a16="http://schemas.microsoft.com/office/drawing/2014/main" id="{2718CB2A-4DEE-137E-48C5-F2089AA092A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44" name="AutoShape 11">
            <a:extLst>
              <a:ext uri="{FF2B5EF4-FFF2-40B4-BE49-F238E27FC236}">
                <a16:creationId xmlns:a16="http://schemas.microsoft.com/office/drawing/2014/main" id="{E8EDDAF6-876E-D8DF-63FD-F428C6F7A3C8}"/>
              </a:ext>
            </a:extLst>
          </p:cNvPr>
          <p:cNvCxnSpPr>
            <a:cxnSpLocks noChangeShapeType="1"/>
            <a:stCxn id="65541" idx="6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45" name="AutoShape 12">
            <a:extLst>
              <a:ext uri="{FF2B5EF4-FFF2-40B4-BE49-F238E27FC236}">
                <a16:creationId xmlns:a16="http://schemas.microsoft.com/office/drawing/2014/main" id="{FA9EAC8B-CFCB-51C7-3246-4D4E67FA6C74}"/>
              </a:ext>
            </a:extLst>
          </p:cNvPr>
          <p:cNvCxnSpPr>
            <a:cxnSpLocks noChangeShapeType="1"/>
            <a:endCxn id="65541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46" name="AutoShape 13">
            <a:extLst>
              <a:ext uri="{FF2B5EF4-FFF2-40B4-BE49-F238E27FC236}">
                <a16:creationId xmlns:a16="http://schemas.microsoft.com/office/drawing/2014/main" id="{34AEA0E9-7309-EC0C-8739-817FDE6A8D5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47" name="AutoShape 14">
            <a:extLst>
              <a:ext uri="{FF2B5EF4-FFF2-40B4-BE49-F238E27FC236}">
                <a16:creationId xmlns:a16="http://schemas.microsoft.com/office/drawing/2014/main" id="{A7DDD076-91E9-63D8-9A46-04E0487C133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5548" name="Oval 15">
            <a:extLst>
              <a:ext uri="{FF2B5EF4-FFF2-40B4-BE49-F238E27FC236}">
                <a16:creationId xmlns:a16="http://schemas.microsoft.com/office/drawing/2014/main" id="{09874503-846C-84E8-CE0B-D9DC86E28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65549" name="Oval 16">
            <a:extLst>
              <a:ext uri="{FF2B5EF4-FFF2-40B4-BE49-F238E27FC236}">
                <a16:creationId xmlns:a16="http://schemas.microsoft.com/office/drawing/2014/main" id="{46E90266-9098-CFCE-0927-CCFDDCF28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65550" name="Oval 17">
            <a:extLst>
              <a:ext uri="{FF2B5EF4-FFF2-40B4-BE49-F238E27FC236}">
                <a16:creationId xmlns:a16="http://schemas.microsoft.com/office/drawing/2014/main" id="{0AF33535-ECE1-0A21-41ED-1BF980F0E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65551" name="Oval 18">
            <a:extLst>
              <a:ext uri="{FF2B5EF4-FFF2-40B4-BE49-F238E27FC236}">
                <a16:creationId xmlns:a16="http://schemas.microsoft.com/office/drawing/2014/main" id="{9AF0C64C-93A5-FC5C-E6FF-D0D0D5F3C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G</a:t>
            </a:r>
          </a:p>
        </p:txBody>
      </p:sp>
      <p:cxnSp>
        <p:nvCxnSpPr>
          <p:cNvPr id="65552" name="AutoShape 19">
            <a:extLst>
              <a:ext uri="{FF2B5EF4-FFF2-40B4-BE49-F238E27FC236}">
                <a16:creationId xmlns:a16="http://schemas.microsoft.com/office/drawing/2014/main" id="{A7960BB2-CDE5-D86B-85EF-FE8A8CDDC5CE}"/>
              </a:ext>
            </a:extLst>
          </p:cNvPr>
          <p:cNvCxnSpPr>
            <a:cxnSpLocks noChangeShapeType="1"/>
            <a:stCxn id="65550" idx="5"/>
            <a:endCxn id="65548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53" name="AutoShape 20">
            <a:extLst>
              <a:ext uri="{FF2B5EF4-FFF2-40B4-BE49-F238E27FC236}">
                <a16:creationId xmlns:a16="http://schemas.microsoft.com/office/drawing/2014/main" id="{F7BB6DC4-AA36-3E42-316A-86959F2982D1}"/>
              </a:ext>
            </a:extLst>
          </p:cNvPr>
          <p:cNvCxnSpPr>
            <a:cxnSpLocks noChangeShapeType="1"/>
            <a:stCxn id="65551" idx="6"/>
            <a:endCxn id="65548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54" name="AutoShape 21">
            <a:extLst>
              <a:ext uri="{FF2B5EF4-FFF2-40B4-BE49-F238E27FC236}">
                <a16:creationId xmlns:a16="http://schemas.microsoft.com/office/drawing/2014/main" id="{6491EFF0-C817-0FB3-13A9-9F3B5066B7F8}"/>
              </a:ext>
            </a:extLst>
          </p:cNvPr>
          <p:cNvCxnSpPr>
            <a:cxnSpLocks noChangeShapeType="1"/>
            <a:stCxn id="65550" idx="4"/>
            <a:endCxn id="65551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55" name="AutoShape 22">
            <a:extLst>
              <a:ext uri="{FF2B5EF4-FFF2-40B4-BE49-F238E27FC236}">
                <a16:creationId xmlns:a16="http://schemas.microsoft.com/office/drawing/2014/main" id="{BD843074-B457-5564-9E0D-626FC5BA7DF2}"/>
              </a:ext>
            </a:extLst>
          </p:cNvPr>
          <p:cNvCxnSpPr>
            <a:cxnSpLocks noChangeShapeType="1"/>
            <a:stCxn id="65550" idx="6"/>
            <a:endCxn id="65549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56" name="AutoShape 23">
            <a:extLst>
              <a:ext uri="{FF2B5EF4-FFF2-40B4-BE49-F238E27FC236}">
                <a16:creationId xmlns:a16="http://schemas.microsoft.com/office/drawing/2014/main" id="{C5C48177-946D-166A-D6A4-E2783D740A68}"/>
              </a:ext>
            </a:extLst>
          </p:cNvPr>
          <p:cNvCxnSpPr>
            <a:cxnSpLocks noChangeShapeType="1"/>
            <a:endCxn id="65551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5557" name="Text Box 24">
            <a:extLst>
              <a:ext uri="{FF2B5EF4-FFF2-40B4-BE49-F238E27FC236}">
                <a16:creationId xmlns:a16="http://schemas.microsoft.com/office/drawing/2014/main" id="{686141FC-FD39-6A06-EE05-645667F9C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65558" name="Text Box 26">
            <a:extLst>
              <a:ext uri="{FF2B5EF4-FFF2-40B4-BE49-F238E27FC236}">
                <a16:creationId xmlns:a16="http://schemas.microsoft.com/office/drawing/2014/main" id="{9470242E-EEA4-DB62-EC4B-6C6947051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65559" name="Text Box 27">
            <a:extLst>
              <a:ext uri="{FF2B5EF4-FFF2-40B4-BE49-F238E27FC236}">
                <a16:creationId xmlns:a16="http://schemas.microsoft.com/office/drawing/2014/main" id="{BF8D78BD-C332-4027-BDA3-248FA903B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65560" name="Text Box 28">
            <a:extLst>
              <a:ext uri="{FF2B5EF4-FFF2-40B4-BE49-F238E27FC236}">
                <a16:creationId xmlns:a16="http://schemas.microsoft.com/office/drawing/2014/main" id="{E31AF5DA-6C7A-B166-E986-57C25BE61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E</a:t>
            </a:r>
          </a:p>
        </p:txBody>
      </p:sp>
      <p:cxnSp>
        <p:nvCxnSpPr>
          <p:cNvPr id="65565" name="AutoShape 29">
            <a:extLst>
              <a:ext uri="{FF2B5EF4-FFF2-40B4-BE49-F238E27FC236}">
                <a16:creationId xmlns:a16="http://schemas.microsoft.com/office/drawing/2014/main" id="{90975EF1-BF0E-7C02-02FC-62803EA681E5}"/>
              </a:ext>
            </a:extLst>
          </p:cNvPr>
          <p:cNvCxnSpPr>
            <a:cxnSpLocks noChangeShapeType="1"/>
            <a:endCxn id="65541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66" name="AutoShape 30">
            <a:extLst>
              <a:ext uri="{FF2B5EF4-FFF2-40B4-BE49-F238E27FC236}">
                <a16:creationId xmlns:a16="http://schemas.microsoft.com/office/drawing/2014/main" id="{837B9595-80DA-1947-9E8C-6DE71A9FA36C}"/>
              </a:ext>
            </a:extLst>
          </p:cNvPr>
          <p:cNvCxnSpPr>
            <a:cxnSpLocks noChangeShapeType="1"/>
            <a:endCxn id="65541" idx="6"/>
          </p:cNvCxnSpPr>
          <p:nvPr/>
        </p:nvCxnSpPr>
        <p:spPr bwMode="auto">
          <a:xfrm flipH="1">
            <a:off x="3078163" y="3059113"/>
            <a:ext cx="1235075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5563" name="Text Box 31">
            <a:extLst>
              <a:ext uri="{FF2B5EF4-FFF2-40B4-BE49-F238E27FC236}">
                <a16:creationId xmlns:a16="http://schemas.microsoft.com/office/drawing/2014/main" id="{8EC6CF8A-0900-8030-9A85-22A6DCB2EC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65564" name="Text Box 32">
            <a:extLst>
              <a:ext uri="{FF2B5EF4-FFF2-40B4-BE49-F238E27FC236}">
                <a16:creationId xmlns:a16="http://schemas.microsoft.com/office/drawing/2014/main" id="{8D1550C6-4715-77A5-5AEA-F94291E3C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2" name="Text Box 33">
            <a:extLst>
              <a:ext uri="{FF2B5EF4-FFF2-40B4-BE49-F238E27FC236}">
                <a16:creationId xmlns:a16="http://schemas.microsoft.com/office/drawing/2014/main" id="{1D0299A6-FFB9-0F68-2B99-2CE7CA5BF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3" name="Text Box 34">
            <a:extLst>
              <a:ext uri="{FF2B5EF4-FFF2-40B4-BE49-F238E27FC236}">
                <a16:creationId xmlns:a16="http://schemas.microsoft.com/office/drawing/2014/main" id="{2CD1D95C-2276-4497-C22F-E5D8A4BB0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65567" name="Oval 35">
            <a:extLst>
              <a:ext uri="{FF2B5EF4-FFF2-40B4-BE49-F238E27FC236}">
                <a16:creationId xmlns:a16="http://schemas.microsoft.com/office/drawing/2014/main" id="{84298EBD-4561-D124-4DD5-23C0C0FCA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65568" name="Oval 36">
            <a:extLst>
              <a:ext uri="{FF2B5EF4-FFF2-40B4-BE49-F238E27FC236}">
                <a16:creationId xmlns:a16="http://schemas.microsoft.com/office/drawing/2014/main" id="{09E99667-23F7-60C3-F016-D63FBE704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65569" name="Oval 37">
            <a:extLst>
              <a:ext uri="{FF2B5EF4-FFF2-40B4-BE49-F238E27FC236}">
                <a16:creationId xmlns:a16="http://schemas.microsoft.com/office/drawing/2014/main" id="{13124851-C13D-812F-9580-1C8E56C08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65570" name="Oval 38">
            <a:extLst>
              <a:ext uri="{FF2B5EF4-FFF2-40B4-BE49-F238E27FC236}">
                <a16:creationId xmlns:a16="http://schemas.microsoft.com/office/drawing/2014/main" id="{2C07AAF4-A3B3-572E-14AD-70EED423A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5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503361F8-2475-78F3-0872-F2295F43A6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67587" name="Text Box 3">
            <a:extLst>
              <a:ext uri="{FF2B5EF4-FFF2-40B4-BE49-F238E27FC236}">
                <a16:creationId xmlns:a16="http://schemas.microsoft.com/office/drawing/2014/main" id="{0202A585-531D-80FE-5DA3-E5991BBFA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G </a:t>
            </a:r>
          </a:p>
        </p:txBody>
      </p:sp>
      <p:sp>
        <p:nvSpPr>
          <p:cNvPr id="67588" name="Text Box 4">
            <a:extLst>
              <a:ext uri="{FF2B5EF4-FFF2-40B4-BE49-F238E27FC236}">
                <a16:creationId xmlns:a16="http://schemas.microsoft.com/office/drawing/2014/main" id="{F2C9D8A4-CBE5-44CD-74DF-20F3FC76F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67589" name="AutoShape 9">
            <a:extLst>
              <a:ext uri="{FF2B5EF4-FFF2-40B4-BE49-F238E27FC236}">
                <a16:creationId xmlns:a16="http://schemas.microsoft.com/office/drawing/2014/main" id="{4CB8F6DD-37C9-8963-7AD3-0E4687FD9BA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590" name="AutoShape 10">
            <a:extLst>
              <a:ext uri="{FF2B5EF4-FFF2-40B4-BE49-F238E27FC236}">
                <a16:creationId xmlns:a16="http://schemas.microsoft.com/office/drawing/2014/main" id="{0C9E725A-4D17-9D69-EE1F-1CFE93F849A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591" name="AutoShape 11">
            <a:extLst>
              <a:ext uri="{FF2B5EF4-FFF2-40B4-BE49-F238E27FC236}">
                <a16:creationId xmlns:a16="http://schemas.microsoft.com/office/drawing/2014/main" id="{78DD2A6B-C450-4F12-6305-1BC79E8FE53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592" name="AutoShape 12">
            <a:extLst>
              <a:ext uri="{FF2B5EF4-FFF2-40B4-BE49-F238E27FC236}">
                <a16:creationId xmlns:a16="http://schemas.microsoft.com/office/drawing/2014/main" id="{5D5808B5-2012-E9B9-0657-FD99ABAF8DB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593" name="AutoShape 13">
            <a:extLst>
              <a:ext uri="{FF2B5EF4-FFF2-40B4-BE49-F238E27FC236}">
                <a16:creationId xmlns:a16="http://schemas.microsoft.com/office/drawing/2014/main" id="{00E5E4CC-F3FD-799C-062C-901BA616551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594" name="AutoShape 14">
            <a:extLst>
              <a:ext uri="{FF2B5EF4-FFF2-40B4-BE49-F238E27FC236}">
                <a16:creationId xmlns:a16="http://schemas.microsoft.com/office/drawing/2014/main" id="{1886A8EF-BBDE-F903-7497-B5C2F434992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7595" name="Oval 15">
            <a:extLst>
              <a:ext uri="{FF2B5EF4-FFF2-40B4-BE49-F238E27FC236}">
                <a16:creationId xmlns:a16="http://schemas.microsoft.com/office/drawing/2014/main" id="{0A387A2A-2E47-19AB-DBA6-C17C98058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67596" name="Oval 16">
            <a:extLst>
              <a:ext uri="{FF2B5EF4-FFF2-40B4-BE49-F238E27FC236}">
                <a16:creationId xmlns:a16="http://schemas.microsoft.com/office/drawing/2014/main" id="{3886B489-78EF-FA55-77E9-12A721375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67597" name="Oval 17">
            <a:extLst>
              <a:ext uri="{FF2B5EF4-FFF2-40B4-BE49-F238E27FC236}">
                <a16:creationId xmlns:a16="http://schemas.microsoft.com/office/drawing/2014/main" id="{677433E4-D6DE-593B-4D09-9018D2079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67598" name="Oval 18">
            <a:extLst>
              <a:ext uri="{FF2B5EF4-FFF2-40B4-BE49-F238E27FC236}">
                <a16:creationId xmlns:a16="http://schemas.microsoft.com/office/drawing/2014/main" id="{6AD7B71F-4C84-EA75-7EFE-83E15BB1D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G</a:t>
            </a:r>
          </a:p>
        </p:txBody>
      </p:sp>
      <p:cxnSp>
        <p:nvCxnSpPr>
          <p:cNvPr id="67599" name="AutoShape 19">
            <a:extLst>
              <a:ext uri="{FF2B5EF4-FFF2-40B4-BE49-F238E27FC236}">
                <a16:creationId xmlns:a16="http://schemas.microsoft.com/office/drawing/2014/main" id="{8101EFAF-A222-2F4D-AA9A-00FB9006C88D}"/>
              </a:ext>
            </a:extLst>
          </p:cNvPr>
          <p:cNvCxnSpPr>
            <a:cxnSpLocks noChangeShapeType="1"/>
            <a:stCxn id="67597" idx="5"/>
            <a:endCxn id="67595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600" name="AutoShape 20">
            <a:extLst>
              <a:ext uri="{FF2B5EF4-FFF2-40B4-BE49-F238E27FC236}">
                <a16:creationId xmlns:a16="http://schemas.microsoft.com/office/drawing/2014/main" id="{6BD0CEB4-E09F-2925-4008-5B842EA00917}"/>
              </a:ext>
            </a:extLst>
          </p:cNvPr>
          <p:cNvCxnSpPr>
            <a:cxnSpLocks noChangeShapeType="1"/>
            <a:stCxn id="67598" idx="6"/>
            <a:endCxn id="67595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601" name="AutoShape 21">
            <a:extLst>
              <a:ext uri="{FF2B5EF4-FFF2-40B4-BE49-F238E27FC236}">
                <a16:creationId xmlns:a16="http://schemas.microsoft.com/office/drawing/2014/main" id="{AF72997C-2DE1-B775-6D64-77BC34378370}"/>
              </a:ext>
            </a:extLst>
          </p:cNvPr>
          <p:cNvCxnSpPr>
            <a:cxnSpLocks noChangeShapeType="1"/>
            <a:stCxn id="67597" idx="4"/>
            <a:endCxn id="67598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602" name="AutoShape 22">
            <a:extLst>
              <a:ext uri="{FF2B5EF4-FFF2-40B4-BE49-F238E27FC236}">
                <a16:creationId xmlns:a16="http://schemas.microsoft.com/office/drawing/2014/main" id="{38B71A5E-35EE-484D-8D87-5E77F8278CAA}"/>
              </a:ext>
            </a:extLst>
          </p:cNvPr>
          <p:cNvCxnSpPr>
            <a:cxnSpLocks noChangeShapeType="1"/>
            <a:stCxn id="67597" idx="6"/>
            <a:endCxn id="67596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603" name="AutoShape 23">
            <a:extLst>
              <a:ext uri="{FF2B5EF4-FFF2-40B4-BE49-F238E27FC236}">
                <a16:creationId xmlns:a16="http://schemas.microsoft.com/office/drawing/2014/main" id="{9D146F5A-215A-CB26-8D03-C8F16EF1078D}"/>
              </a:ext>
            </a:extLst>
          </p:cNvPr>
          <p:cNvCxnSpPr>
            <a:cxnSpLocks noChangeShapeType="1"/>
            <a:endCxn id="67598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7604" name="Text Box 24">
            <a:extLst>
              <a:ext uri="{FF2B5EF4-FFF2-40B4-BE49-F238E27FC236}">
                <a16:creationId xmlns:a16="http://schemas.microsoft.com/office/drawing/2014/main" id="{9B115D99-9FE9-4C2D-0DB0-096307635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67605" name="Text Box 26">
            <a:extLst>
              <a:ext uri="{FF2B5EF4-FFF2-40B4-BE49-F238E27FC236}">
                <a16:creationId xmlns:a16="http://schemas.microsoft.com/office/drawing/2014/main" id="{15443ECE-2A1D-B289-D3E7-E3595140E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67606" name="Text Box 27">
            <a:extLst>
              <a:ext uri="{FF2B5EF4-FFF2-40B4-BE49-F238E27FC236}">
                <a16:creationId xmlns:a16="http://schemas.microsoft.com/office/drawing/2014/main" id="{F7E3FF7F-7054-A3F8-E629-74DDB117D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67607" name="Text Box 28">
            <a:extLst>
              <a:ext uri="{FF2B5EF4-FFF2-40B4-BE49-F238E27FC236}">
                <a16:creationId xmlns:a16="http://schemas.microsoft.com/office/drawing/2014/main" id="{7FC4DEF1-EEF5-C2B7-2E64-F27002D1B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E finished</a:t>
            </a:r>
          </a:p>
        </p:txBody>
      </p:sp>
      <p:sp>
        <p:nvSpPr>
          <p:cNvPr id="67608" name="Text Box 29">
            <a:extLst>
              <a:ext uri="{FF2B5EF4-FFF2-40B4-BE49-F238E27FC236}">
                <a16:creationId xmlns:a16="http://schemas.microsoft.com/office/drawing/2014/main" id="{F9AFEC8A-A644-4973-8ED4-9B1D245E2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67609" name="Text Box 30">
            <a:extLst>
              <a:ext uri="{FF2B5EF4-FFF2-40B4-BE49-F238E27FC236}">
                <a16:creationId xmlns:a16="http://schemas.microsoft.com/office/drawing/2014/main" id="{A1DBFDD6-7E2E-8D97-F779-7154C0DBE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67610" name="Text Box 31">
            <a:extLst>
              <a:ext uri="{FF2B5EF4-FFF2-40B4-BE49-F238E27FC236}">
                <a16:creationId xmlns:a16="http://schemas.microsoft.com/office/drawing/2014/main" id="{D42EC034-8CD0-0C8C-2376-5B06DB3EA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67611" name="Text Box 32">
            <a:extLst>
              <a:ext uri="{FF2B5EF4-FFF2-40B4-BE49-F238E27FC236}">
                <a16:creationId xmlns:a16="http://schemas.microsoft.com/office/drawing/2014/main" id="{C02C2E76-AE69-B01D-181C-BE4B8AAAD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67612" name="Oval 33">
            <a:extLst>
              <a:ext uri="{FF2B5EF4-FFF2-40B4-BE49-F238E27FC236}">
                <a16:creationId xmlns:a16="http://schemas.microsoft.com/office/drawing/2014/main" id="{24EBE1C5-A5E3-9B87-5F02-5BE2B4B89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67613" name="Oval 34">
            <a:extLst>
              <a:ext uri="{FF2B5EF4-FFF2-40B4-BE49-F238E27FC236}">
                <a16:creationId xmlns:a16="http://schemas.microsoft.com/office/drawing/2014/main" id="{1A47BF86-A5FA-718C-7F5D-CD390AD01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67614" name="Oval 35">
            <a:extLst>
              <a:ext uri="{FF2B5EF4-FFF2-40B4-BE49-F238E27FC236}">
                <a16:creationId xmlns:a16="http://schemas.microsoft.com/office/drawing/2014/main" id="{45154EE0-BE9B-F942-BC7E-FFB298D1D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67615" name="Oval 36">
            <a:extLst>
              <a:ext uri="{FF2B5EF4-FFF2-40B4-BE49-F238E27FC236}">
                <a16:creationId xmlns:a16="http://schemas.microsoft.com/office/drawing/2014/main" id="{386E822D-CFDC-657B-AF6A-F80422CD6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67616" name="Oval 37">
            <a:extLst>
              <a:ext uri="{FF2B5EF4-FFF2-40B4-BE49-F238E27FC236}">
                <a16:creationId xmlns:a16="http://schemas.microsoft.com/office/drawing/2014/main" id="{13C40D78-09AD-7017-880C-852908E85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E85C59B9-43D9-1362-9CD3-81E9A9554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69635" name="Text Box 3">
            <a:extLst>
              <a:ext uri="{FF2B5EF4-FFF2-40B4-BE49-F238E27FC236}">
                <a16:creationId xmlns:a16="http://schemas.microsoft.com/office/drawing/2014/main" id="{0907A40B-81B6-FFA1-D7D2-E492FBEF3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G </a:t>
            </a:r>
          </a:p>
        </p:txBody>
      </p:sp>
      <p:sp>
        <p:nvSpPr>
          <p:cNvPr id="69636" name="Text Box 4">
            <a:extLst>
              <a:ext uri="{FF2B5EF4-FFF2-40B4-BE49-F238E27FC236}">
                <a16:creationId xmlns:a16="http://schemas.microsoft.com/office/drawing/2014/main" id="{B1D2268B-916E-5201-AE48-768CBF7A4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69637" name="AutoShape 9">
            <a:extLst>
              <a:ext uri="{FF2B5EF4-FFF2-40B4-BE49-F238E27FC236}">
                <a16:creationId xmlns:a16="http://schemas.microsoft.com/office/drawing/2014/main" id="{3F9BADF4-FF35-F8A7-736D-720B762C497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38" name="AutoShape 10">
            <a:extLst>
              <a:ext uri="{FF2B5EF4-FFF2-40B4-BE49-F238E27FC236}">
                <a16:creationId xmlns:a16="http://schemas.microsoft.com/office/drawing/2014/main" id="{762C5B1B-89EB-087E-DEE6-D6E15677225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39" name="AutoShape 11">
            <a:extLst>
              <a:ext uri="{FF2B5EF4-FFF2-40B4-BE49-F238E27FC236}">
                <a16:creationId xmlns:a16="http://schemas.microsoft.com/office/drawing/2014/main" id="{D118C098-F40A-3ECE-60E6-4384D887EE9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40" name="AutoShape 12">
            <a:extLst>
              <a:ext uri="{FF2B5EF4-FFF2-40B4-BE49-F238E27FC236}">
                <a16:creationId xmlns:a16="http://schemas.microsoft.com/office/drawing/2014/main" id="{1AF6EF47-9A74-7E0A-ED46-7D7B2E239B8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41" name="AutoShape 13">
            <a:extLst>
              <a:ext uri="{FF2B5EF4-FFF2-40B4-BE49-F238E27FC236}">
                <a16:creationId xmlns:a16="http://schemas.microsoft.com/office/drawing/2014/main" id="{47BE6FED-5EA4-4575-F2E6-437485C3197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42" name="AutoShape 14">
            <a:extLst>
              <a:ext uri="{FF2B5EF4-FFF2-40B4-BE49-F238E27FC236}">
                <a16:creationId xmlns:a16="http://schemas.microsoft.com/office/drawing/2014/main" id="{D7FD54B9-2DB1-8BF3-0B9F-9CCFAA781CB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9643" name="Oval 15">
            <a:extLst>
              <a:ext uri="{FF2B5EF4-FFF2-40B4-BE49-F238E27FC236}">
                <a16:creationId xmlns:a16="http://schemas.microsoft.com/office/drawing/2014/main" id="{42653439-1F93-5311-F848-7A8750CA4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69644" name="Oval 16">
            <a:extLst>
              <a:ext uri="{FF2B5EF4-FFF2-40B4-BE49-F238E27FC236}">
                <a16:creationId xmlns:a16="http://schemas.microsoft.com/office/drawing/2014/main" id="{F5F5F771-EC8B-9B2C-ACBC-D0063E9FD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69645" name="Oval 17">
            <a:extLst>
              <a:ext uri="{FF2B5EF4-FFF2-40B4-BE49-F238E27FC236}">
                <a16:creationId xmlns:a16="http://schemas.microsoft.com/office/drawing/2014/main" id="{5033212A-5DEF-BCE1-DAEB-A00CAB12B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69646" name="Oval 18">
            <a:extLst>
              <a:ext uri="{FF2B5EF4-FFF2-40B4-BE49-F238E27FC236}">
                <a16:creationId xmlns:a16="http://schemas.microsoft.com/office/drawing/2014/main" id="{3256AEA5-0757-C6E9-AC6B-FF29C191C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G</a:t>
            </a:r>
          </a:p>
        </p:txBody>
      </p:sp>
      <p:cxnSp>
        <p:nvCxnSpPr>
          <p:cNvPr id="69647" name="AutoShape 19">
            <a:extLst>
              <a:ext uri="{FF2B5EF4-FFF2-40B4-BE49-F238E27FC236}">
                <a16:creationId xmlns:a16="http://schemas.microsoft.com/office/drawing/2014/main" id="{C979C2B6-7A0D-6ED1-03CB-5135FD5B8261}"/>
              </a:ext>
            </a:extLst>
          </p:cNvPr>
          <p:cNvCxnSpPr>
            <a:cxnSpLocks noChangeShapeType="1"/>
            <a:stCxn id="69645" idx="5"/>
            <a:endCxn id="69643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48" name="AutoShape 20">
            <a:extLst>
              <a:ext uri="{FF2B5EF4-FFF2-40B4-BE49-F238E27FC236}">
                <a16:creationId xmlns:a16="http://schemas.microsoft.com/office/drawing/2014/main" id="{BBE77110-4467-E112-40D5-98A7D7FA5651}"/>
              </a:ext>
            </a:extLst>
          </p:cNvPr>
          <p:cNvCxnSpPr>
            <a:cxnSpLocks noChangeShapeType="1"/>
            <a:stCxn id="69646" idx="6"/>
            <a:endCxn id="69643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49" name="AutoShape 21">
            <a:extLst>
              <a:ext uri="{FF2B5EF4-FFF2-40B4-BE49-F238E27FC236}">
                <a16:creationId xmlns:a16="http://schemas.microsoft.com/office/drawing/2014/main" id="{F6D579E4-B0A5-1412-1E69-1F297FC2E36B}"/>
              </a:ext>
            </a:extLst>
          </p:cNvPr>
          <p:cNvCxnSpPr>
            <a:cxnSpLocks noChangeShapeType="1"/>
            <a:stCxn id="69645" idx="4"/>
            <a:endCxn id="69646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50" name="AutoShape 22">
            <a:extLst>
              <a:ext uri="{FF2B5EF4-FFF2-40B4-BE49-F238E27FC236}">
                <a16:creationId xmlns:a16="http://schemas.microsoft.com/office/drawing/2014/main" id="{3F5B4F27-6E16-26B1-E56D-AAD4A7F0199F}"/>
              </a:ext>
            </a:extLst>
          </p:cNvPr>
          <p:cNvCxnSpPr>
            <a:cxnSpLocks noChangeShapeType="1"/>
            <a:stCxn id="69645" idx="6"/>
            <a:endCxn id="69644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51" name="AutoShape 23">
            <a:extLst>
              <a:ext uri="{FF2B5EF4-FFF2-40B4-BE49-F238E27FC236}">
                <a16:creationId xmlns:a16="http://schemas.microsoft.com/office/drawing/2014/main" id="{B6B5F479-C4D4-A32F-D2E4-38EB5FF72792}"/>
              </a:ext>
            </a:extLst>
          </p:cNvPr>
          <p:cNvCxnSpPr>
            <a:cxnSpLocks noChangeShapeType="1"/>
            <a:endCxn id="69646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9652" name="Text Box 24">
            <a:extLst>
              <a:ext uri="{FF2B5EF4-FFF2-40B4-BE49-F238E27FC236}">
                <a16:creationId xmlns:a16="http://schemas.microsoft.com/office/drawing/2014/main" id="{98FD5E13-FDBB-FA08-0017-AE4B06314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69653" name="Text Box 26">
            <a:extLst>
              <a:ext uri="{FF2B5EF4-FFF2-40B4-BE49-F238E27FC236}">
                <a16:creationId xmlns:a16="http://schemas.microsoft.com/office/drawing/2014/main" id="{0E444D4E-DC45-845D-29BA-FFD0B4439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69654" name="Text Box 27">
            <a:extLst>
              <a:ext uri="{FF2B5EF4-FFF2-40B4-BE49-F238E27FC236}">
                <a16:creationId xmlns:a16="http://schemas.microsoft.com/office/drawing/2014/main" id="{E0C3D23B-8614-DB0B-99C7-4247D32AE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69655" name="Text Box 28">
            <a:extLst>
              <a:ext uri="{FF2B5EF4-FFF2-40B4-BE49-F238E27FC236}">
                <a16:creationId xmlns:a16="http://schemas.microsoft.com/office/drawing/2014/main" id="{401C9465-350A-C098-C0D2-97AC141A2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dequeue next vertex</a:t>
            </a:r>
          </a:p>
        </p:txBody>
      </p:sp>
      <p:sp>
        <p:nvSpPr>
          <p:cNvPr id="69656" name="Text Box 29">
            <a:extLst>
              <a:ext uri="{FF2B5EF4-FFF2-40B4-BE49-F238E27FC236}">
                <a16:creationId xmlns:a16="http://schemas.microsoft.com/office/drawing/2014/main" id="{19018DFB-95E8-462C-1B12-8824BFE94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69657" name="Text Box 30">
            <a:extLst>
              <a:ext uri="{FF2B5EF4-FFF2-40B4-BE49-F238E27FC236}">
                <a16:creationId xmlns:a16="http://schemas.microsoft.com/office/drawing/2014/main" id="{50AB4F3C-6485-52F7-C29E-CE9D67C9B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69658" name="Text Box 31">
            <a:extLst>
              <a:ext uri="{FF2B5EF4-FFF2-40B4-BE49-F238E27FC236}">
                <a16:creationId xmlns:a16="http://schemas.microsoft.com/office/drawing/2014/main" id="{9C7682E1-3F35-F3D3-D2B4-11FBB3892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69659" name="Text Box 32">
            <a:extLst>
              <a:ext uri="{FF2B5EF4-FFF2-40B4-BE49-F238E27FC236}">
                <a16:creationId xmlns:a16="http://schemas.microsoft.com/office/drawing/2014/main" id="{2AE1C0AF-2A88-14CE-E9B3-000F030CE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69660" name="Oval 33">
            <a:extLst>
              <a:ext uri="{FF2B5EF4-FFF2-40B4-BE49-F238E27FC236}">
                <a16:creationId xmlns:a16="http://schemas.microsoft.com/office/drawing/2014/main" id="{FA092930-D0D2-FF1C-9192-6D83FDD3C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69661" name="Oval 34">
            <a:extLst>
              <a:ext uri="{FF2B5EF4-FFF2-40B4-BE49-F238E27FC236}">
                <a16:creationId xmlns:a16="http://schemas.microsoft.com/office/drawing/2014/main" id="{7C29720E-574C-1713-9D27-7EB8F90A0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69662" name="Oval 35">
            <a:extLst>
              <a:ext uri="{FF2B5EF4-FFF2-40B4-BE49-F238E27FC236}">
                <a16:creationId xmlns:a16="http://schemas.microsoft.com/office/drawing/2014/main" id="{6274790F-CF04-6842-A299-5BEED547C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69663" name="Oval 36">
            <a:extLst>
              <a:ext uri="{FF2B5EF4-FFF2-40B4-BE49-F238E27FC236}">
                <a16:creationId xmlns:a16="http://schemas.microsoft.com/office/drawing/2014/main" id="{E47490E1-5E34-1D4A-B6E3-8F2BB08D7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69664" name="Oval 37">
            <a:extLst>
              <a:ext uri="{FF2B5EF4-FFF2-40B4-BE49-F238E27FC236}">
                <a16:creationId xmlns:a16="http://schemas.microsoft.com/office/drawing/2014/main" id="{410982E5-56B6-AE04-BD0E-8735B7609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7F4C4556-336D-EAAC-B93D-3834F8944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71683" name="Text Box 3">
            <a:extLst>
              <a:ext uri="{FF2B5EF4-FFF2-40B4-BE49-F238E27FC236}">
                <a16:creationId xmlns:a16="http://schemas.microsoft.com/office/drawing/2014/main" id="{F9AB65DE-179B-9B7A-00AA-22916EC46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endParaRPr kumimoji="1" lang="en-US" altLang="en-US" sz="2000" b="1">
              <a:latin typeface="Courier New" panose="02070309020205020404" pitchFamily="49" charset="0"/>
            </a:endParaRPr>
          </a:p>
        </p:txBody>
      </p:sp>
      <p:sp>
        <p:nvSpPr>
          <p:cNvPr id="71684" name="Text Box 4">
            <a:extLst>
              <a:ext uri="{FF2B5EF4-FFF2-40B4-BE49-F238E27FC236}">
                <a16:creationId xmlns:a16="http://schemas.microsoft.com/office/drawing/2014/main" id="{174D33AB-0A3F-DCE2-C62B-A00D4C3D0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71685" name="AutoShape 9">
            <a:extLst>
              <a:ext uri="{FF2B5EF4-FFF2-40B4-BE49-F238E27FC236}">
                <a16:creationId xmlns:a16="http://schemas.microsoft.com/office/drawing/2014/main" id="{16385C96-257C-1C9F-19AF-321E362392A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86" name="AutoShape 10">
            <a:extLst>
              <a:ext uri="{FF2B5EF4-FFF2-40B4-BE49-F238E27FC236}">
                <a16:creationId xmlns:a16="http://schemas.microsoft.com/office/drawing/2014/main" id="{21DB926B-A1CA-86C4-E131-B9743823A7A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87" name="AutoShape 11">
            <a:extLst>
              <a:ext uri="{FF2B5EF4-FFF2-40B4-BE49-F238E27FC236}">
                <a16:creationId xmlns:a16="http://schemas.microsoft.com/office/drawing/2014/main" id="{CEFB4FAB-7F6E-499E-2448-875547223AB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88" name="AutoShape 12">
            <a:extLst>
              <a:ext uri="{FF2B5EF4-FFF2-40B4-BE49-F238E27FC236}">
                <a16:creationId xmlns:a16="http://schemas.microsoft.com/office/drawing/2014/main" id="{F50C8F8E-C516-C9AB-BF26-4E3EA70B737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89" name="AutoShape 13">
            <a:extLst>
              <a:ext uri="{FF2B5EF4-FFF2-40B4-BE49-F238E27FC236}">
                <a16:creationId xmlns:a16="http://schemas.microsoft.com/office/drawing/2014/main" id="{57A57208-7E4A-1584-8BAB-2DB6B718AC6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90" name="AutoShape 14">
            <a:extLst>
              <a:ext uri="{FF2B5EF4-FFF2-40B4-BE49-F238E27FC236}">
                <a16:creationId xmlns:a16="http://schemas.microsoft.com/office/drawing/2014/main" id="{8AAD23B4-8E5A-0045-E244-28190FBE226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1691" name="Oval 15">
            <a:extLst>
              <a:ext uri="{FF2B5EF4-FFF2-40B4-BE49-F238E27FC236}">
                <a16:creationId xmlns:a16="http://schemas.microsoft.com/office/drawing/2014/main" id="{B2BB41B2-F409-110C-D6F5-553E4CF00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71692" name="Oval 16">
            <a:extLst>
              <a:ext uri="{FF2B5EF4-FFF2-40B4-BE49-F238E27FC236}">
                <a16:creationId xmlns:a16="http://schemas.microsoft.com/office/drawing/2014/main" id="{FB9E1D53-BF60-3512-AEFA-8BA88B554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71693" name="Oval 17">
            <a:extLst>
              <a:ext uri="{FF2B5EF4-FFF2-40B4-BE49-F238E27FC236}">
                <a16:creationId xmlns:a16="http://schemas.microsoft.com/office/drawing/2014/main" id="{CD55A158-94E6-8FD6-F655-EB9AA4AA3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C</a:t>
            </a:r>
          </a:p>
        </p:txBody>
      </p:sp>
      <p:sp>
        <p:nvSpPr>
          <p:cNvPr id="71694" name="Oval 18">
            <a:extLst>
              <a:ext uri="{FF2B5EF4-FFF2-40B4-BE49-F238E27FC236}">
                <a16:creationId xmlns:a16="http://schemas.microsoft.com/office/drawing/2014/main" id="{8CD6BF09-0D3F-ECFA-CCE5-C5617219B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G</a:t>
            </a:r>
          </a:p>
        </p:txBody>
      </p:sp>
      <p:cxnSp>
        <p:nvCxnSpPr>
          <p:cNvPr id="71695" name="AutoShape 19">
            <a:extLst>
              <a:ext uri="{FF2B5EF4-FFF2-40B4-BE49-F238E27FC236}">
                <a16:creationId xmlns:a16="http://schemas.microsoft.com/office/drawing/2014/main" id="{2D9BA4DF-FF9D-14A7-F1FA-463BF650096A}"/>
              </a:ext>
            </a:extLst>
          </p:cNvPr>
          <p:cNvCxnSpPr>
            <a:cxnSpLocks noChangeShapeType="1"/>
            <a:stCxn id="71693" idx="5"/>
            <a:endCxn id="71691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96" name="AutoShape 20">
            <a:extLst>
              <a:ext uri="{FF2B5EF4-FFF2-40B4-BE49-F238E27FC236}">
                <a16:creationId xmlns:a16="http://schemas.microsoft.com/office/drawing/2014/main" id="{1F2EB628-2327-26C0-AE8A-3C9A0133D038}"/>
              </a:ext>
            </a:extLst>
          </p:cNvPr>
          <p:cNvCxnSpPr>
            <a:cxnSpLocks noChangeShapeType="1"/>
            <a:stCxn id="71694" idx="6"/>
            <a:endCxn id="71691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97" name="AutoShape 21">
            <a:extLst>
              <a:ext uri="{FF2B5EF4-FFF2-40B4-BE49-F238E27FC236}">
                <a16:creationId xmlns:a16="http://schemas.microsoft.com/office/drawing/2014/main" id="{63AB9479-D95A-72A0-A259-5CD740252A57}"/>
              </a:ext>
            </a:extLst>
          </p:cNvPr>
          <p:cNvCxnSpPr>
            <a:cxnSpLocks noChangeShapeType="1"/>
            <a:stCxn id="71693" idx="4"/>
            <a:endCxn id="71694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98" name="AutoShape 22">
            <a:extLst>
              <a:ext uri="{FF2B5EF4-FFF2-40B4-BE49-F238E27FC236}">
                <a16:creationId xmlns:a16="http://schemas.microsoft.com/office/drawing/2014/main" id="{7B210F1E-DEE6-53FE-8B16-C6A06D09BFB5}"/>
              </a:ext>
            </a:extLst>
          </p:cNvPr>
          <p:cNvCxnSpPr>
            <a:cxnSpLocks noChangeShapeType="1"/>
            <a:stCxn id="71693" idx="6"/>
            <a:endCxn id="71692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99" name="AutoShape 23">
            <a:extLst>
              <a:ext uri="{FF2B5EF4-FFF2-40B4-BE49-F238E27FC236}">
                <a16:creationId xmlns:a16="http://schemas.microsoft.com/office/drawing/2014/main" id="{A0E5E3E5-7586-8A0E-3E4B-49C3FBE7594A}"/>
              </a:ext>
            </a:extLst>
          </p:cNvPr>
          <p:cNvCxnSpPr>
            <a:cxnSpLocks noChangeShapeType="1"/>
            <a:endCxn id="71694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1700" name="Text Box 24">
            <a:extLst>
              <a:ext uri="{FF2B5EF4-FFF2-40B4-BE49-F238E27FC236}">
                <a16:creationId xmlns:a16="http://schemas.microsoft.com/office/drawing/2014/main" id="{70EDB93B-61B7-DC9B-4ACB-A75D67AE3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71701" name="Text Box 26">
            <a:extLst>
              <a:ext uri="{FF2B5EF4-FFF2-40B4-BE49-F238E27FC236}">
                <a16:creationId xmlns:a16="http://schemas.microsoft.com/office/drawing/2014/main" id="{56BED32A-FFC6-9F45-8E44-23DB62D92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1702" name="Text Box 27">
            <a:extLst>
              <a:ext uri="{FF2B5EF4-FFF2-40B4-BE49-F238E27FC236}">
                <a16:creationId xmlns:a16="http://schemas.microsoft.com/office/drawing/2014/main" id="{22A5B753-75AB-D693-FC13-AF74075F8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1703" name="Text Box 28">
            <a:extLst>
              <a:ext uri="{FF2B5EF4-FFF2-40B4-BE49-F238E27FC236}">
                <a16:creationId xmlns:a16="http://schemas.microsoft.com/office/drawing/2014/main" id="{D931AD85-43A8-5528-A51F-D76A30C01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G</a:t>
            </a:r>
          </a:p>
        </p:txBody>
      </p:sp>
      <p:sp>
        <p:nvSpPr>
          <p:cNvPr id="71704" name="Text Box 29">
            <a:extLst>
              <a:ext uri="{FF2B5EF4-FFF2-40B4-BE49-F238E27FC236}">
                <a16:creationId xmlns:a16="http://schemas.microsoft.com/office/drawing/2014/main" id="{0C98CBAD-F7D8-402E-BC76-9698FF859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71705" name="Text Box 30">
            <a:extLst>
              <a:ext uri="{FF2B5EF4-FFF2-40B4-BE49-F238E27FC236}">
                <a16:creationId xmlns:a16="http://schemas.microsoft.com/office/drawing/2014/main" id="{17FA8795-C3AB-23B6-843A-9610DF127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71706" name="Text Box 31">
            <a:extLst>
              <a:ext uri="{FF2B5EF4-FFF2-40B4-BE49-F238E27FC236}">
                <a16:creationId xmlns:a16="http://schemas.microsoft.com/office/drawing/2014/main" id="{5F5E88B1-0173-A0E2-58EB-8F09C8494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cxnSp>
        <p:nvCxnSpPr>
          <p:cNvPr id="71712" name="AutoShape 32">
            <a:extLst>
              <a:ext uri="{FF2B5EF4-FFF2-40B4-BE49-F238E27FC236}">
                <a16:creationId xmlns:a16="http://schemas.microsoft.com/office/drawing/2014/main" id="{712BF17F-0541-DD06-1ABB-913F6DA49A35}"/>
              </a:ext>
            </a:extLst>
          </p:cNvPr>
          <p:cNvCxnSpPr>
            <a:cxnSpLocks noChangeShapeType="1"/>
            <a:stCxn id="71694" idx="2"/>
          </p:cNvCxnSpPr>
          <p:nvPr/>
        </p:nvCxnSpPr>
        <p:spPr bwMode="auto">
          <a:xfrm flipH="1">
            <a:off x="4603750" y="3059113"/>
            <a:ext cx="1404938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713" name="AutoShape 33">
            <a:extLst>
              <a:ext uri="{FF2B5EF4-FFF2-40B4-BE49-F238E27FC236}">
                <a16:creationId xmlns:a16="http://schemas.microsoft.com/office/drawing/2014/main" id="{E429B2A2-D4D5-C792-90A3-BDDFABA1B4B5}"/>
              </a:ext>
            </a:extLst>
          </p:cNvPr>
          <p:cNvCxnSpPr>
            <a:cxnSpLocks noChangeShapeType="1"/>
            <a:stCxn id="71694" idx="0"/>
            <a:endCxn id="71693" idx="4"/>
          </p:cNvCxnSpPr>
          <p:nvPr/>
        </p:nvCxnSpPr>
        <p:spPr bwMode="auto">
          <a:xfrm flipV="1">
            <a:off x="6154738" y="1792288"/>
            <a:ext cx="1587" cy="1120775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1709" name="Text Box 34">
            <a:extLst>
              <a:ext uri="{FF2B5EF4-FFF2-40B4-BE49-F238E27FC236}">
                <a16:creationId xmlns:a16="http://schemas.microsoft.com/office/drawing/2014/main" id="{6A7D6F29-0C90-15D1-0B52-C8F49CE4C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71710" name="Oval 35">
            <a:extLst>
              <a:ext uri="{FF2B5EF4-FFF2-40B4-BE49-F238E27FC236}">
                <a16:creationId xmlns:a16="http://schemas.microsoft.com/office/drawing/2014/main" id="{52942248-330E-727F-AB6D-3B8AC4ED8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71711" name="Oval 36">
            <a:extLst>
              <a:ext uri="{FF2B5EF4-FFF2-40B4-BE49-F238E27FC236}">
                <a16:creationId xmlns:a16="http://schemas.microsoft.com/office/drawing/2014/main" id="{B75B299D-81B6-6B8C-7940-2278CAB92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2" name="Oval 37">
            <a:extLst>
              <a:ext uri="{FF2B5EF4-FFF2-40B4-BE49-F238E27FC236}">
                <a16:creationId xmlns:a16="http://schemas.microsoft.com/office/drawing/2014/main" id="{9E4FBC82-73F0-7B1F-B671-D69E1E2C0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3" name="Oval 38">
            <a:extLst>
              <a:ext uri="{FF2B5EF4-FFF2-40B4-BE49-F238E27FC236}">
                <a16:creationId xmlns:a16="http://schemas.microsoft.com/office/drawing/2014/main" id="{D5A24E9A-EA0B-6EB4-3254-735475B7A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71714" name="Oval 39">
            <a:extLst>
              <a:ext uri="{FF2B5EF4-FFF2-40B4-BE49-F238E27FC236}">
                <a16:creationId xmlns:a16="http://schemas.microsoft.com/office/drawing/2014/main" id="{C68E7108-E295-ABF3-0637-AA9CD25D2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1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84D62C24-FEBB-C12C-1B2C-93884E983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73731" name="Text Box 3">
            <a:extLst>
              <a:ext uri="{FF2B5EF4-FFF2-40B4-BE49-F238E27FC236}">
                <a16:creationId xmlns:a16="http://schemas.microsoft.com/office/drawing/2014/main" id="{A80C5BFE-7E0C-47F9-2550-6F21F0441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C</a:t>
            </a:r>
          </a:p>
        </p:txBody>
      </p:sp>
      <p:sp>
        <p:nvSpPr>
          <p:cNvPr id="73732" name="Text Box 4">
            <a:extLst>
              <a:ext uri="{FF2B5EF4-FFF2-40B4-BE49-F238E27FC236}">
                <a16:creationId xmlns:a16="http://schemas.microsoft.com/office/drawing/2014/main" id="{42F62A6C-AE78-309C-E0B0-A84A5B2D8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73733" name="AutoShape 9">
            <a:extLst>
              <a:ext uri="{FF2B5EF4-FFF2-40B4-BE49-F238E27FC236}">
                <a16:creationId xmlns:a16="http://schemas.microsoft.com/office/drawing/2014/main" id="{E8DFF79E-EEB4-2A0C-9C4D-DD2E5F9B952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3734" name="AutoShape 10">
            <a:extLst>
              <a:ext uri="{FF2B5EF4-FFF2-40B4-BE49-F238E27FC236}">
                <a16:creationId xmlns:a16="http://schemas.microsoft.com/office/drawing/2014/main" id="{E35932AA-658F-6E1F-9F65-A15F5B26140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3735" name="AutoShape 11">
            <a:extLst>
              <a:ext uri="{FF2B5EF4-FFF2-40B4-BE49-F238E27FC236}">
                <a16:creationId xmlns:a16="http://schemas.microsoft.com/office/drawing/2014/main" id="{64C04BCE-ED69-E1B5-9043-678C3F57710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3736" name="AutoShape 12">
            <a:extLst>
              <a:ext uri="{FF2B5EF4-FFF2-40B4-BE49-F238E27FC236}">
                <a16:creationId xmlns:a16="http://schemas.microsoft.com/office/drawing/2014/main" id="{22E59AFD-B2B2-C929-2A71-568AB49DA47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3737" name="AutoShape 13">
            <a:extLst>
              <a:ext uri="{FF2B5EF4-FFF2-40B4-BE49-F238E27FC236}">
                <a16:creationId xmlns:a16="http://schemas.microsoft.com/office/drawing/2014/main" id="{08EBFAEF-5F44-0771-96EB-DB0A051C907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3738" name="AutoShape 14">
            <a:extLst>
              <a:ext uri="{FF2B5EF4-FFF2-40B4-BE49-F238E27FC236}">
                <a16:creationId xmlns:a16="http://schemas.microsoft.com/office/drawing/2014/main" id="{756D2E40-DF08-D995-0576-248CC18B57B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3739" name="Oval 15">
            <a:extLst>
              <a:ext uri="{FF2B5EF4-FFF2-40B4-BE49-F238E27FC236}">
                <a16:creationId xmlns:a16="http://schemas.microsoft.com/office/drawing/2014/main" id="{41DBB64B-2277-0968-33A0-CB874ED5D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73740" name="Oval 16">
            <a:extLst>
              <a:ext uri="{FF2B5EF4-FFF2-40B4-BE49-F238E27FC236}">
                <a16:creationId xmlns:a16="http://schemas.microsoft.com/office/drawing/2014/main" id="{0CC81162-56BB-A3B9-C01A-B9CD9C9A4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73741" name="Oval 17">
            <a:extLst>
              <a:ext uri="{FF2B5EF4-FFF2-40B4-BE49-F238E27FC236}">
                <a16:creationId xmlns:a16="http://schemas.microsoft.com/office/drawing/2014/main" id="{9D56E342-D50B-33BD-DF6D-5C2C9648B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3742" name="Oval 18">
            <a:extLst>
              <a:ext uri="{FF2B5EF4-FFF2-40B4-BE49-F238E27FC236}">
                <a16:creationId xmlns:a16="http://schemas.microsoft.com/office/drawing/2014/main" id="{19985342-09AA-0F33-F49D-148696A3A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G</a:t>
            </a:r>
          </a:p>
        </p:txBody>
      </p:sp>
      <p:cxnSp>
        <p:nvCxnSpPr>
          <p:cNvPr id="73743" name="AutoShape 19">
            <a:extLst>
              <a:ext uri="{FF2B5EF4-FFF2-40B4-BE49-F238E27FC236}">
                <a16:creationId xmlns:a16="http://schemas.microsoft.com/office/drawing/2014/main" id="{998E2468-55C8-F4C4-1559-FCB77FA97CD8}"/>
              </a:ext>
            </a:extLst>
          </p:cNvPr>
          <p:cNvCxnSpPr>
            <a:cxnSpLocks noChangeShapeType="1"/>
            <a:stCxn id="73741" idx="5"/>
            <a:endCxn id="73739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3744" name="AutoShape 20">
            <a:extLst>
              <a:ext uri="{FF2B5EF4-FFF2-40B4-BE49-F238E27FC236}">
                <a16:creationId xmlns:a16="http://schemas.microsoft.com/office/drawing/2014/main" id="{915C86EF-9200-183F-7315-0180C41EE2D1}"/>
              </a:ext>
            </a:extLst>
          </p:cNvPr>
          <p:cNvCxnSpPr>
            <a:cxnSpLocks noChangeShapeType="1"/>
            <a:stCxn id="73742" idx="6"/>
            <a:endCxn id="73739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3745" name="AutoShape 21">
            <a:extLst>
              <a:ext uri="{FF2B5EF4-FFF2-40B4-BE49-F238E27FC236}">
                <a16:creationId xmlns:a16="http://schemas.microsoft.com/office/drawing/2014/main" id="{59012C80-7779-2783-0191-44562089174F}"/>
              </a:ext>
            </a:extLst>
          </p:cNvPr>
          <p:cNvCxnSpPr>
            <a:cxnSpLocks noChangeShapeType="1"/>
            <a:stCxn id="73741" idx="4"/>
            <a:endCxn id="73742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3746" name="AutoShape 22">
            <a:extLst>
              <a:ext uri="{FF2B5EF4-FFF2-40B4-BE49-F238E27FC236}">
                <a16:creationId xmlns:a16="http://schemas.microsoft.com/office/drawing/2014/main" id="{FEDE85CF-EE06-8151-2A33-3B126088B25C}"/>
              </a:ext>
            </a:extLst>
          </p:cNvPr>
          <p:cNvCxnSpPr>
            <a:cxnSpLocks noChangeShapeType="1"/>
            <a:stCxn id="73741" idx="6"/>
            <a:endCxn id="73740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3747" name="AutoShape 23">
            <a:extLst>
              <a:ext uri="{FF2B5EF4-FFF2-40B4-BE49-F238E27FC236}">
                <a16:creationId xmlns:a16="http://schemas.microsoft.com/office/drawing/2014/main" id="{AB9283C6-1EFE-EB8D-3BC7-D2DC0EE720DC}"/>
              </a:ext>
            </a:extLst>
          </p:cNvPr>
          <p:cNvCxnSpPr>
            <a:cxnSpLocks noChangeShapeType="1"/>
            <a:endCxn id="73742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3748" name="Text Box 24">
            <a:extLst>
              <a:ext uri="{FF2B5EF4-FFF2-40B4-BE49-F238E27FC236}">
                <a16:creationId xmlns:a16="http://schemas.microsoft.com/office/drawing/2014/main" id="{4B10DB77-A01B-54A6-BCA4-DAFE1E692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73749" name="Text Box 26">
            <a:extLst>
              <a:ext uri="{FF2B5EF4-FFF2-40B4-BE49-F238E27FC236}">
                <a16:creationId xmlns:a16="http://schemas.microsoft.com/office/drawing/2014/main" id="{5C5792B1-0EB5-2DEA-2D58-D5272CFE2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3750" name="Text Box 27">
            <a:extLst>
              <a:ext uri="{FF2B5EF4-FFF2-40B4-BE49-F238E27FC236}">
                <a16:creationId xmlns:a16="http://schemas.microsoft.com/office/drawing/2014/main" id="{E5F19C02-EECD-D0FD-8EE4-B0A8085C5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3751" name="Text Box 28">
            <a:extLst>
              <a:ext uri="{FF2B5EF4-FFF2-40B4-BE49-F238E27FC236}">
                <a16:creationId xmlns:a16="http://schemas.microsoft.com/office/drawing/2014/main" id="{DEEC0220-BDF3-9E09-1BFD-2C99EEEB9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C discovered</a:t>
            </a:r>
          </a:p>
        </p:txBody>
      </p:sp>
      <p:sp>
        <p:nvSpPr>
          <p:cNvPr id="73752" name="Text Box 29">
            <a:extLst>
              <a:ext uri="{FF2B5EF4-FFF2-40B4-BE49-F238E27FC236}">
                <a16:creationId xmlns:a16="http://schemas.microsoft.com/office/drawing/2014/main" id="{239CCB62-5DA3-ECC7-793D-3155C7F3A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73753" name="Text Box 30">
            <a:extLst>
              <a:ext uri="{FF2B5EF4-FFF2-40B4-BE49-F238E27FC236}">
                <a16:creationId xmlns:a16="http://schemas.microsoft.com/office/drawing/2014/main" id="{EB785992-BE01-4EA8-E46B-A468150A6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73754" name="Text Box 31">
            <a:extLst>
              <a:ext uri="{FF2B5EF4-FFF2-40B4-BE49-F238E27FC236}">
                <a16:creationId xmlns:a16="http://schemas.microsoft.com/office/drawing/2014/main" id="{BDA94934-D70E-0ED9-6567-14A9EED02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cxnSp>
        <p:nvCxnSpPr>
          <p:cNvPr id="73755" name="AutoShape 32">
            <a:extLst>
              <a:ext uri="{FF2B5EF4-FFF2-40B4-BE49-F238E27FC236}">
                <a16:creationId xmlns:a16="http://schemas.microsoft.com/office/drawing/2014/main" id="{3DAE6B02-1B9B-EEEE-4AE7-92C23BED4915}"/>
              </a:ext>
            </a:extLst>
          </p:cNvPr>
          <p:cNvCxnSpPr>
            <a:cxnSpLocks noChangeShapeType="1"/>
            <a:stCxn id="73742" idx="2"/>
          </p:cNvCxnSpPr>
          <p:nvPr/>
        </p:nvCxnSpPr>
        <p:spPr bwMode="auto">
          <a:xfrm flipH="1">
            <a:off x="4603750" y="3059113"/>
            <a:ext cx="1404938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3756" name="AutoShape 33">
            <a:extLst>
              <a:ext uri="{FF2B5EF4-FFF2-40B4-BE49-F238E27FC236}">
                <a16:creationId xmlns:a16="http://schemas.microsoft.com/office/drawing/2014/main" id="{9C928B40-49D9-7C88-63FE-948779483A8D}"/>
              </a:ext>
            </a:extLst>
          </p:cNvPr>
          <p:cNvCxnSpPr>
            <a:cxnSpLocks noChangeShapeType="1"/>
            <a:stCxn id="73742" idx="0"/>
            <a:endCxn id="73741" idx="4"/>
          </p:cNvCxnSpPr>
          <p:nvPr/>
        </p:nvCxnSpPr>
        <p:spPr bwMode="auto">
          <a:xfrm flipV="1">
            <a:off x="6154738" y="1792288"/>
            <a:ext cx="1587" cy="1120775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3757" name="Text Box 34">
            <a:extLst>
              <a:ext uri="{FF2B5EF4-FFF2-40B4-BE49-F238E27FC236}">
                <a16:creationId xmlns:a16="http://schemas.microsoft.com/office/drawing/2014/main" id="{0FA075FA-3108-FBA5-DEBE-63FDA326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73758" name="Text Box 35">
            <a:extLst>
              <a:ext uri="{FF2B5EF4-FFF2-40B4-BE49-F238E27FC236}">
                <a16:creationId xmlns:a16="http://schemas.microsoft.com/office/drawing/2014/main" id="{ABC72E94-65FB-3B0B-3E78-D0E4FD679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73759" name="Oval 36">
            <a:extLst>
              <a:ext uri="{FF2B5EF4-FFF2-40B4-BE49-F238E27FC236}">
                <a16:creationId xmlns:a16="http://schemas.microsoft.com/office/drawing/2014/main" id="{88C0963D-EE91-554A-19F7-5F3CC3E9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73760" name="Oval 37">
            <a:extLst>
              <a:ext uri="{FF2B5EF4-FFF2-40B4-BE49-F238E27FC236}">
                <a16:creationId xmlns:a16="http://schemas.microsoft.com/office/drawing/2014/main" id="{4E93144A-6875-16E0-089A-5AB915401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73761" name="Oval 38">
            <a:extLst>
              <a:ext uri="{FF2B5EF4-FFF2-40B4-BE49-F238E27FC236}">
                <a16:creationId xmlns:a16="http://schemas.microsoft.com/office/drawing/2014/main" id="{0721CE43-33A6-A734-C2FA-5E28982A4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73762" name="Oval 39">
            <a:extLst>
              <a:ext uri="{FF2B5EF4-FFF2-40B4-BE49-F238E27FC236}">
                <a16:creationId xmlns:a16="http://schemas.microsoft.com/office/drawing/2014/main" id="{316F7E62-4FBA-7065-6B8F-E5738EDD7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73763" name="Oval 40">
            <a:extLst>
              <a:ext uri="{FF2B5EF4-FFF2-40B4-BE49-F238E27FC236}">
                <a16:creationId xmlns:a16="http://schemas.microsoft.com/office/drawing/2014/main" id="{A7E3F38C-9522-8A0B-5988-53309BA00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B8C9E92B-9C07-C849-EFD8-FB6D396366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75779" name="Text Box 3">
            <a:extLst>
              <a:ext uri="{FF2B5EF4-FFF2-40B4-BE49-F238E27FC236}">
                <a16:creationId xmlns:a16="http://schemas.microsoft.com/office/drawing/2014/main" id="{11904E7F-6293-B74B-1A11-2A1EFA126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C</a:t>
            </a:r>
          </a:p>
        </p:txBody>
      </p:sp>
      <p:sp>
        <p:nvSpPr>
          <p:cNvPr id="75780" name="Text Box 4">
            <a:extLst>
              <a:ext uri="{FF2B5EF4-FFF2-40B4-BE49-F238E27FC236}">
                <a16:creationId xmlns:a16="http://schemas.microsoft.com/office/drawing/2014/main" id="{D9BF3D6C-23BB-4FB3-D9B7-E2300BC45C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75781" name="AutoShape 9">
            <a:extLst>
              <a:ext uri="{FF2B5EF4-FFF2-40B4-BE49-F238E27FC236}">
                <a16:creationId xmlns:a16="http://schemas.microsoft.com/office/drawing/2014/main" id="{02BA0684-9084-2B89-F087-929BB5DA1A3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5782" name="AutoShape 10">
            <a:extLst>
              <a:ext uri="{FF2B5EF4-FFF2-40B4-BE49-F238E27FC236}">
                <a16:creationId xmlns:a16="http://schemas.microsoft.com/office/drawing/2014/main" id="{EEA3BE1F-B6F7-7A13-FADE-DDB8EC2698D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5783" name="AutoShape 11">
            <a:extLst>
              <a:ext uri="{FF2B5EF4-FFF2-40B4-BE49-F238E27FC236}">
                <a16:creationId xmlns:a16="http://schemas.microsoft.com/office/drawing/2014/main" id="{6A191AD0-38D9-40CA-F524-F05CCCB0061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5784" name="AutoShape 12">
            <a:extLst>
              <a:ext uri="{FF2B5EF4-FFF2-40B4-BE49-F238E27FC236}">
                <a16:creationId xmlns:a16="http://schemas.microsoft.com/office/drawing/2014/main" id="{7F0812BE-EF2B-3088-20E7-06740C3BAE9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5785" name="AutoShape 13">
            <a:extLst>
              <a:ext uri="{FF2B5EF4-FFF2-40B4-BE49-F238E27FC236}">
                <a16:creationId xmlns:a16="http://schemas.microsoft.com/office/drawing/2014/main" id="{DC869D10-24EE-5C27-A122-F874CA92833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5786" name="AutoShape 14">
            <a:extLst>
              <a:ext uri="{FF2B5EF4-FFF2-40B4-BE49-F238E27FC236}">
                <a16:creationId xmlns:a16="http://schemas.microsoft.com/office/drawing/2014/main" id="{BF5AA465-9A4C-5707-F949-8744DC21576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5787" name="Oval 15">
            <a:extLst>
              <a:ext uri="{FF2B5EF4-FFF2-40B4-BE49-F238E27FC236}">
                <a16:creationId xmlns:a16="http://schemas.microsoft.com/office/drawing/2014/main" id="{D22DF6EE-B608-0A86-D90D-A7152054A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H</a:t>
            </a:r>
          </a:p>
        </p:txBody>
      </p:sp>
      <p:sp>
        <p:nvSpPr>
          <p:cNvPr id="75788" name="Oval 16">
            <a:extLst>
              <a:ext uri="{FF2B5EF4-FFF2-40B4-BE49-F238E27FC236}">
                <a16:creationId xmlns:a16="http://schemas.microsoft.com/office/drawing/2014/main" id="{AB304197-94C7-00A3-5895-C04ED1C18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75789" name="Oval 17">
            <a:extLst>
              <a:ext uri="{FF2B5EF4-FFF2-40B4-BE49-F238E27FC236}">
                <a16:creationId xmlns:a16="http://schemas.microsoft.com/office/drawing/2014/main" id="{BF083D66-3C01-BA02-5AD8-8147C2691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5790" name="Oval 18">
            <a:extLst>
              <a:ext uri="{FF2B5EF4-FFF2-40B4-BE49-F238E27FC236}">
                <a16:creationId xmlns:a16="http://schemas.microsoft.com/office/drawing/2014/main" id="{A0E8C55B-193B-4803-20BF-BD04893F8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G</a:t>
            </a:r>
          </a:p>
        </p:txBody>
      </p:sp>
      <p:cxnSp>
        <p:nvCxnSpPr>
          <p:cNvPr id="75791" name="AutoShape 19">
            <a:extLst>
              <a:ext uri="{FF2B5EF4-FFF2-40B4-BE49-F238E27FC236}">
                <a16:creationId xmlns:a16="http://schemas.microsoft.com/office/drawing/2014/main" id="{40C13A8A-F6F8-394B-D8DB-2BC814582951}"/>
              </a:ext>
            </a:extLst>
          </p:cNvPr>
          <p:cNvCxnSpPr>
            <a:cxnSpLocks noChangeShapeType="1"/>
            <a:stCxn id="75789" idx="5"/>
            <a:endCxn id="75787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5792" name="AutoShape 20">
            <a:extLst>
              <a:ext uri="{FF2B5EF4-FFF2-40B4-BE49-F238E27FC236}">
                <a16:creationId xmlns:a16="http://schemas.microsoft.com/office/drawing/2014/main" id="{0F9EC485-550F-7D6E-622D-2FA547198EAE}"/>
              </a:ext>
            </a:extLst>
          </p:cNvPr>
          <p:cNvCxnSpPr>
            <a:cxnSpLocks noChangeShapeType="1"/>
            <a:stCxn id="75790" idx="6"/>
            <a:endCxn id="75787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5793" name="AutoShape 21">
            <a:extLst>
              <a:ext uri="{FF2B5EF4-FFF2-40B4-BE49-F238E27FC236}">
                <a16:creationId xmlns:a16="http://schemas.microsoft.com/office/drawing/2014/main" id="{0C7E8171-5150-E662-6ACB-72EF20806F6A}"/>
              </a:ext>
            </a:extLst>
          </p:cNvPr>
          <p:cNvCxnSpPr>
            <a:cxnSpLocks noChangeShapeType="1"/>
            <a:stCxn id="75789" idx="4"/>
            <a:endCxn id="75790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5794" name="AutoShape 22">
            <a:extLst>
              <a:ext uri="{FF2B5EF4-FFF2-40B4-BE49-F238E27FC236}">
                <a16:creationId xmlns:a16="http://schemas.microsoft.com/office/drawing/2014/main" id="{946BD2B7-7A4A-5EE0-86CB-4A516875ED5B}"/>
              </a:ext>
            </a:extLst>
          </p:cNvPr>
          <p:cNvCxnSpPr>
            <a:cxnSpLocks noChangeShapeType="1"/>
            <a:stCxn id="75789" idx="6"/>
            <a:endCxn id="75788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5795" name="AutoShape 23">
            <a:extLst>
              <a:ext uri="{FF2B5EF4-FFF2-40B4-BE49-F238E27FC236}">
                <a16:creationId xmlns:a16="http://schemas.microsoft.com/office/drawing/2014/main" id="{11209284-5EDB-245A-AD82-D9FBF3385BE6}"/>
              </a:ext>
            </a:extLst>
          </p:cNvPr>
          <p:cNvCxnSpPr>
            <a:cxnSpLocks noChangeShapeType="1"/>
            <a:endCxn id="75790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5796" name="Text Box 24">
            <a:extLst>
              <a:ext uri="{FF2B5EF4-FFF2-40B4-BE49-F238E27FC236}">
                <a16:creationId xmlns:a16="http://schemas.microsoft.com/office/drawing/2014/main" id="{D23DD8D3-7815-5629-872C-3958952A6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75797" name="Text Box 26">
            <a:extLst>
              <a:ext uri="{FF2B5EF4-FFF2-40B4-BE49-F238E27FC236}">
                <a16:creationId xmlns:a16="http://schemas.microsoft.com/office/drawing/2014/main" id="{4902552C-AA0A-2BE0-55C5-4AC7AF43E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5798" name="Text Box 27">
            <a:extLst>
              <a:ext uri="{FF2B5EF4-FFF2-40B4-BE49-F238E27FC236}">
                <a16:creationId xmlns:a16="http://schemas.microsoft.com/office/drawing/2014/main" id="{4204F02B-21BF-DE2B-13F1-9535AF526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5799" name="Text Box 28">
            <a:extLst>
              <a:ext uri="{FF2B5EF4-FFF2-40B4-BE49-F238E27FC236}">
                <a16:creationId xmlns:a16="http://schemas.microsoft.com/office/drawing/2014/main" id="{E2DB4944-BF85-F013-975C-298D14638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G</a:t>
            </a:r>
          </a:p>
        </p:txBody>
      </p:sp>
      <p:sp>
        <p:nvSpPr>
          <p:cNvPr id="75800" name="Text Box 29">
            <a:extLst>
              <a:ext uri="{FF2B5EF4-FFF2-40B4-BE49-F238E27FC236}">
                <a16:creationId xmlns:a16="http://schemas.microsoft.com/office/drawing/2014/main" id="{857715C0-DE6A-D5A1-1DE0-10717C1C8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75801" name="Text Box 30">
            <a:extLst>
              <a:ext uri="{FF2B5EF4-FFF2-40B4-BE49-F238E27FC236}">
                <a16:creationId xmlns:a16="http://schemas.microsoft.com/office/drawing/2014/main" id="{AE74DCE1-F6BE-A6B4-D162-6F5E1E771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75802" name="Text Box 31">
            <a:extLst>
              <a:ext uri="{FF2B5EF4-FFF2-40B4-BE49-F238E27FC236}">
                <a16:creationId xmlns:a16="http://schemas.microsoft.com/office/drawing/2014/main" id="{E7E9DC33-DD30-9C0F-F20B-67BCBEF34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cxnSp>
        <p:nvCxnSpPr>
          <p:cNvPr id="75803" name="AutoShape 32">
            <a:extLst>
              <a:ext uri="{FF2B5EF4-FFF2-40B4-BE49-F238E27FC236}">
                <a16:creationId xmlns:a16="http://schemas.microsoft.com/office/drawing/2014/main" id="{318C4C84-A389-BE60-3DB1-7B067FABB69B}"/>
              </a:ext>
            </a:extLst>
          </p:cNvPr>
          <p:cNvCxnSpPr>
            <a:cxnSpLocks noChangeShapeType="1"/>
            <a:stCxn id="75790" idx="2"/>
          </p:cNvCxnSpPr>
          <p:nvPr/>
        </p:nvCxnSpPr>
        <p:spPr bwMode="auto">
          <a:xfrm flipH="1">
            <a:off x="4603750" y="3059113"/>
            <a:ext cx="1404938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5804" name="AutoShape 33">
            <a:extLst>
              <a:ext uri="{FF2B5EF4-FFF2-40B4-BE49-F238E27FC236}">
                <a16:creationId xmlns:a16="http://schemas.microsoft.com/office/drawing/2014/main" id="{FA9E4DAD-49EC-54A1-9CCF-2FDC9B990E5E}"/>
              </a:ext>
            </a:extLst>
          </p:cNvPr>
          <p:cNvCxnSpPr>
            <a:cxnSpLocks noChangeShapeType="1"/>
            <a:stCxn id="75790" idx="0"/>
            <a:endCxn id="75789" idx="4"/>
          </p:cNvCxnSpPr>
          <p:nvPr/>
        </p:nvCxnSpPr>
        <p:spPr bwMode="auto">
          <a:xfrm flipV="1">
            <a:off x="6154738" y="1792288"/>
            <a:ext cx="1587" cy="1120775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5805" name="Text Box 34">
            <a:extLst>
              <a:ext uri="{FF2B5EF4-FFF2-40B4-BE49-F238E27FC236}">
                <a16:creationId xmlns:a16="http://schemas.microsoft.com/office/drawing/2014/main" id="{4190D737-4C5E-296E-2915-654A16D4F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75811" name="AutoShape 35">
            <a:extLst>
              <a:ext uri="{FF2B5EF4-FFF2-40B4-BE49-F238E27FC236}">
                <a16:creationId xmlns:a16="http://schemas.microsoft.com/office/drawing/2014/main" id="{D4E9C0EF-F686-63B2-AD66-5A8D046A5E89}"/>
              </a:ext>
            </a:extLst>
          </p:cNvPr>
          <p:cNvCxnSpPr>
            <a:cxnSpLocks noChangeShapeType="1"/>
            <a:stCxn id="75790" idx="6"/>
            <a:endCxn id="75787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5807" name="Text Box 36">
            <a:extLst>
              <a:ext uri="{FF2B5EF4-FFF2-40B4-BE49-F238E27FC236}">
                <a16:creationId xmlns:a16="http://schemas.microsoft.com/office/drawing/2014/main" id="{A2DA7FDC-043A-1ACE-3E32-38BE8B6C2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75808" name="Oval 37">
            <a:extLst>
              <a:ext uri="{FF2B5EF4-FFF2-40B4-BE49-F238E27FC236}">
                <a16:creationId xmlns:a16="http://schemas.microsoft.com/office/drawing/2014/main" id="{54E05081-7D53-908C-DEE1-FA3241CC3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75809" name="Oval 38">
            <a:extLst>
              <a:ext uri="{FF2B5EF4-FFF2-40B4-BE49-F238E27FC236}">
                <a16:creationId xmlns:a16="http://schemas.microsoft.com/office/drawing/2014/main" id="{AFE35B54-957F-9684-FD72-CC2BC6C8A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75810" name="Oval 39">
            <a:extLst>
              <a:ext uri="{FF2B5EF4-FFF2-40B4-BE49-F238E27FC236}">
                <a16:creationId xmlns:a16="http://schemas.microsoft.com/office/drawing/2014/main" id="{1B7CC81D-A498-3A9A-C2E6-B965E1327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2" name="Oval 40">
            <a:extLst>
              <a:ext uri="{FF2B5EF4-FFF2-40B4-BE49-F238E27FC236}">
                <a16:creationId xmlns:a16="http://schemas.microsoft.com/office/drawing/2014/main" id="{3E123E73-9C46-3074-BF1C-413AF64A2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75812" name="Oval 41">
            <a:extLst>
              <a:ext uri="{FF2B5EF4-FFF2-40B4-BE49-F238E27FC236}">
                <a16:creationId xmlns:a16="http://schemas.microsoft.com/office/drawing/2014/main" id="{200D1BEB-FBC0-E3FA-1C55-FD1738697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690747CF-FF17-753C-1B9E-3CAC7EF49E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77827" name="Text Box 3">
            <a:extLst>
              <a:ext uri="{FF2B5EF4-FFF2-40B4-BE49-F238E27FC236}">
                <a16:creationId xmlns:a16="http://schemas.microsoft.com/office/drawing/2014/main" id="{89BEA6C4-1882-C146-4BD4-05D880FA5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C H</a:t>
            </a:r>
          </a:p>
        </p:txBody>
      </p:sp>
      <p:sp>
        <p:nvSpPr>
          <p:cNvPr id="77828" name="Text Box 4">
            <a:extLst>
              <a:ext uri="{FF2B5EF4-FFF2-40B4-BE49-F238E27FC236}">
                <a16:creationId xmlns:a16="http://schemas.microsoft.com/office/drawing/2014/main" id="{5DE199EA-1EF1-0203-9645-3AC804E3F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77829" name="AutoShape 9">
            <a:extLst>
              <a:ext uri="{FF2B5EF4-FFF2-40B4-BE49-F238E27FC236}">
                <a16:creationId xmlns:a16="http://schemas.microsoft.com/office/drawing/2014/main" id="{A13438C8-B6C6-5291-1D27-570F568593B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7830" name="AutoShape 10">
            <a:extLst>
              <a:ext uri="{FF2B5EF4-FFF2-40B4-BE49-F238E27FC236}">
                <a16:creationId xmlns:a16="http://schemas.microsoft.com/office/drawing/2014/main" id="{4C384CAC-654A-938F-AFBB-1FAA9A1423D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7831" name="AutoShape 11">
            <a:extLst>
              <a:ext uri="{FF2B5EF4-FFF2-40B4-BE49-F238E27FC236}">
                <a16:creationId xmlns:a16="http://schemas.microsoft.com/office/drawing/2014/main" id="{44A3626B-799F-BB72-DA51-F34FB378BCB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7832" name="AutoShape 12">
            <a:extLst>
              <a:ext uri="{FF2B5EF4-FFF2-40B4-BE49-F238E27FC236}">
                <a16:creationId xmlns:a16="http://schemas.microsoft.com/office/drawing/2014/main" id="{2B07F78F-F6C1-59E4-0C52-CD8F9202DFA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7833" name="AutoShape 13">
            <a:extLst>
              <a:ext uri="{FF2B5EF4-FFF2-40B4-BE49-F238E27FC236}">
                <a16:creationId xmlns:a16="http://schemas.microsoft.com/office/drawing/2014/main" id="{CFE58D3F-A30C-CB30-8787-ECB199ECD38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7834" name="AutoShape 14">
            <a:extLst>
              <a:ext uri="{FF2B5EF4-FFF2-40B4-BE49-F238E27FC236}">
                <a16:creationId xmlns:a16="http://schemas.microsoft.com/office/drawing/2014/main" id="{08FCDA8B-8E6C-BD70-D1BF-A866ADD9E3A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7835" name="Oval 15">
            <a:extLst>
              <a:ext uri="{FF2B5EF4-FFF2-40B4-BE49-F238E27FC236}">
                <a16:creationId xmlns:a16="http://schemas.microsoft.com/office/drawing/2014/main" id="{65624365-CF96-C053-0178-E63A3789E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77836" name="Oval 16">
            <a:extLst>
              <a:ext uri="{FF2B5EF4-FFF2-40B4-BE49-F238E27FC236}">
                <a16:creationId xmlns:a16="http://schemas.microsoft.com/office/drawing/2014/main" id="{382B1D09-9754-A8F4-0DC0-60C2339E3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77837" name="Oval 17">
            <a:extLst>
              <a:ext uri="{FF2B5EF4-FFF2-40B4-BE49-F238E27FC236}">
                <a16:creationId xmlns:a16="http://schemas.microsoft.com/office/drawing/2014/main" id="{A6AA123F-B5E6-5C6F-0766-940968755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7838" name="Oval 18">
            <a:extLst>
              <a:ext uri="{FF2B5EF4-FFF2-40B4-BE49-F238E27FC236}">
                <a16:creationId xmlns:a16="http://schemas.microsoft.com/office/drawing/2014/main" id="{C5C91BE3-F3C6-8C54-2B21-B9F6B15BA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G</a:t>
            </a:r>
          </a:p>
        </p:txBody>
      </p:sp>
      <p:cxnSp>
        <p:nvCxnSpPr>
          <p:cNvPr id="77839" name="AutoShape 19">
            <a:extLst>
              <a:ext uri="{FF2B5EF4-FFF2-40B4-BE49-F238E27FC236}">
                <a16:creationId xmlns:a16="http://schemas.microsoft.com/office/drawing/2014/main" id="{8901AA7C-5B82-7A57-C484-87176F905248}"/>
              </a:ext>
            </a:extLst>
          </p:cNvPr>
          <p:cNvCxnSpPr>
            <a:cxnSpLocks noChangeShapeType="1"/>
            <a:stCxn id="77837" idx="5"/>
            <a:endCxn id="77835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7840" name="AutoShape 20">
            <a:extLst>
              <a:ext uri="{FF2B5EF4-FFF2-40B4-BE49-F238E27FC236}">
                <a16:creationId xmlns:a16="http://schemas.microsoft.com/office/drawing/2014/main" id="{3D439E18-04C6-6C62-3376-888E340F89E5}"/>
              </a:ext>
            </a:extLst>
          </p:cNvPr>
          <p:cNvCxnSpPr>
            <a:cxnSpLocks noChangeShapeType="1"/>
            <a:stCxn id="77838" idx="6"/>
            <a:endCxn id="77835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7841" name="AutoShape 21">
            <a:extLst>
              <a:ext uri="{FF2B5EF4-FFF2-40B4-BE49-F238E27FC236}">
                <a16:creationId xmlns:a16="http://schemas.microsoft.com/office/drawing/2014/main" id="{C585194A-C980-454F-E903-574D7A8B6F75}"/>
              </a:ext>
            </a:extLst>
          </p:cNvPr>
          <p:cNvCxnSpPr>
            <a:cxnSpLocks noChangeShapeType="1"/>
            <a:stCxn id="77837" idx="4"/>
            <a:endCxn id="77838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7842" name="AutoShape 22">
            <a:extLst>
              <a:ext uri="{FF2B5EF4-FFF2-40B4-BE49-F238E27FC236}">
                <a16:creationId xmlns:a16="http://schemas.microsoft.com/office/drawing/2014/main" id="{2F558B24-705C-B276-6DFC-A182463F3051}"/>
              </a:ext>
            </a:extLst>
          </p:cNvPr>
          <p:cNvCxnSpPr>
            <a:cxnSpLocks noChangeShapeType="1"/>
            <a:stCxn id="77837" idx="6"/>
            <a:endCxn id="77836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7843" name="AutoShape 23">
            <a:extLst>
              <a:ext uri="{FF2B5EF4-FFF2-40B4-BE49-F238E27FC236}">
                <a16:creationId xmlns:a16="http://schemas.microsoft.com/office/drawing/2014/main" id="{B5B576AD-6503-389F-E792-DD8A2A74FAA9}"/>
              </a:ext>
            </a:extLst>
          </p:cNvPr>
          <p:cNvCxnSpPr>
            <a:cxnSpLocks noChangeShapeType="1"/>
            <a:endCxn id="77838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7844" name="Text Box 24">
            <a:extLst>
              <a:ext uri="{FF2B5EF4-FFF2-40B4-BE49-F238E27FC236}">
                <a16:creationId xmlns:a16="http://schemas.microsoft.com/office/drawing/2014/main" id="{F23D795A-C414-104A-9B6D-FBE719174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77845" name="Text Box 26">
            <a:extLst>
              <a:ext uri="{FF2B5EF4-FFF2-40B4-BE49-F238E27FC236}">
                <a16:creationId xmlns:a16="http://schemas.microsoft.com/office/drawing/2014/main" id="{91BCAEB1-380D-DF11-DD25-7F4006696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7846" name="Text Box 27">
            <a:extLst>
              <a:ext uri="{FF2B5EF4-FFF2-40B4-BE49-F238E27FC236}">
                <a16:creationId xmlns:a16="http://schemas.microsoft.com/office/drawing/2014/main" id="{14A39B38-8B43-4E94-C219-1552BD3BF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7847" name="Text Box 28">
            <a:extLst>
              <a:ext uri="{FF2B5EF4-FFF2-40B4-BE49-F238E27FC236}">
                <a16:creationId xmlns:a16="http://schemas.microsoft.com/office/drawing/2014/main" id="{5234BC73-84C7-D6A6-1BC4-0EFCC3272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H discovered</a:t>
            </a:r>
          </a:p>
        </p:txBody>
      </p:sp>
      <p:sp>
        <p:nvSpPr>
          <p:cNvPr id="77848" name="Text Box 29">
            <a:extLst>
              <a:ext uri="{FF2B5EF4-FFF2-40B4-BE49-F238E27FC236}">
                <a16:creationId xmlns:a16="http://schemas.microsoft.com/office/drawing/2014/main" id="{03293DD6-9C15-7500-E5A1-54D0F4194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77849" name="Text Box 30">
            <a:extLst>
              <a:ext uri="{FF2B5EF4-FFF2-40B4-BE49-F238E27FC236}">
                <a16:creationId xmlns:a16="http://schemas.microsoft.com/office/drawing/2014/main" id="{40B1C0C7-5BED-E377-1F1A-81560E982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77850" name="Text Box 31">
            <a:extLst>
              <a:ext uri="{FF2B5EF4-FFF2-40B4-BE49-F238E27FC236}">
                <a16:creationId xmlns:a16="http://schemas.microsoft.com/office/drawing/2014/main" id="{FEC18079-FDE7-D489-9E52-2CFA6B7B8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cxnSp>
        <p:nvCxnSpPr>
          <p:cNvPr id="77851" name="AutoShape 32">
            <a:extLst>
              <a:ext uri="{FF2B5EF4-FFF2-40B4-BE49-F238E27FC236}">
                <a16:creationId xmlns:a16="http://schemas.microsoft.com/office/drawing/2014/main" id="{57CAA02E-246D-43BC-8EA2-377DD96CB7AF}"/>
              </a:ext>
            </a:extLst>
          </p:cNvPr>
          <p:cNvCxnSpPr>
            <a:cxnSpLocks noChangeShapeType="1"/>
            <a:stCxn id="77838" idx="2"/>
          </p:cNvCxnSpPr>
          <p:nvPr/>
        </p:nvCxnSpPr>
        <p:spPr bwMode="auto">
          <a:xfrm flipH="1">
            <a:off x="4603750" y="3059113"/>
            <a:ext cx="1404938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7852" name="AutoShape 33">
            <a:extLst>
              <a:ext uri="{FF2B5EF4-FFF2-40B4-BE49-F238E27FC236}">
                <a16:creationId xmlns:a16="http://schemas.microsoft.com/office/drawing/2014/main" id="{2A3D0780-F920-C8A4-9924-6A470CEB5557}"/>
              </a:ext>
            </a:extLst>
          </p:cNvPr>
          <p:cNvCxnSpPr>
            <a:cxnSpLocks noChangeShapeType="1"/>
            <a:stCxn id="77838" idx="0"/>
            <a:endCxn id="77837" idx="4"/>
          </p:cNvCxnSpPr>
          <p:nvPr/>
        </p:nvCxnSpPr>
        <p:spPr bwMode="auto">
          <a:xfrm flipV="1">
            <a:off x="6154738" y="1792288"/>
            <a:ext cx="1587" cy="1120775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7853" name="Text Box 34">
            <a:extLst>
              <a:ext uri="{FF2B5EF4-FFF2-40B4-BE49-F238E27FC236}">
                <a16:creationId xmlns:a16="http://schemas.microsoft.com/office/drawing/2014/main" id="{6F99C2FE-699C-C47D-8565-974016992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77854" name="AutoShape 35">
            <a:extLst>
              <a:ext uri="{FF2B5EF4-FFF2-40B4-BE49-F238E27FC236}">
                <a16:creationId xmlns:a16="http://schemas.microsoft.com/office/drawing/2014/main" id="{D1494FF3-0EE6-016F-93B7-E73B746696F8}"/>
              </a:ext>
            </a:extLst>
          </p:cNvPr>
          <p:cNvCxnSpPr>
            <a:cxnSpLocks noChangeShapeType="1"/>
            <a:stCxn id="77838" idx="6"/>
            <a:endCxn id="77835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7855" name="Text Box 36">
            <a:extLst>
              <a:ext uri="{FF2B5EF4-FFF2-40B4-BE49-F238E27FC236}">
                <a16:creationId xmlns:a16="http://schemas.microsoft.com/office/drawing/2014/main" id="{8199AE6E-3F63-1090-D52B-F8DCD46A0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77856" name="Text Box 37">
            <a:extLst>
              <a:ext uri="{FF2B5EF4-FFF2-40B4-BE49-F238E27FC236}">
                <a16:creationId xmlns:a16="http://schemas.microsoft.com/office/drawing/2014/main" id="{892F1049-E334-51EA-3D2F-264648F7E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77857" name="Oval 38">
            <a:extLst>
              <a:ext uri="{FF2B5EF4-FFF2-40B4-BE49-F238E27FC236}">
                <a16:creationId xmlns:a16="http://schemas.microsoft.com/office/drawing/2014/main" id="{C4150AAA-42AF-AE3A-410C-2D7529277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77858" name="Oval 39">
            <a:extLst>
              <a:ext uri="{FF2B5EF4-FFF2-40B4-BE49-F238E27FC236}">
                <a16:creationId xmlns:a16="http://schemas.microsoft.com/office/drawing/2014/main" id="{FD13C2C4-8872-508F-FA44-E9DCF36D8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77859" name="Oval 40">
            <a:extLst>
              <a:ext uri="{FF2B5EF4-FFF2-40B4-BE49-F238E27FC236}">
                <a16:creationId xmlns:a16="http://schemas.microsoft.com/office/drawing/2014/main" id="{B0B07F49-AC8C-9A3C-A370-D3743D785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77860" name="Oval 41">
            <a:extLst>
              <a:ext uri="{FF2B5EF4-FFF2-40B4-BE49-F238E27FC236}">
                <a16:creationId xmlns:a16="http://schemas.microsoft.com/office/drawing/2014/main" id="{0E5203A3-3D0B-5C0F-B840-B70FF9EA4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77861" name="Oval 42">
            <a:extLst>
              <a:ext uri="{FF2B5EF4-FFF2-40B4-BE49-F238E27FC236}">
                <a16:creationId xmlns:a16="http://schemas.microsoft.com/office/drawing/2014/main" id="{DF3FD73F-2A84-31E0-15EB-31FE8A111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75B255DF-82BF-8AB5-712D-1693CC0015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79875" name="Text Box 3">
            <a:extLst>
              <a:ext uri="{FF2B5EF4-FFF2-40B4-BE49-F238E27FC236}">
                <a16:creationId xmlns:a16="http://schemas.microsoft.com/office/drawing/2014/main" id="{D6A881EE-BF9B-DB89-695E-7C6AD23D9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C H</a:t>
            </a:r>
          </a:p>
        </p:txBody>
      </p:sp>
      <p:sp>
        <p:nvSpPr>
          <p:cNvPr id="79876" name="Text Box 4">
            <a:extLst>
              <a:ext uri="{FF2B5EF4-FFF2-40B4-BE49-F238E27FC236}">
                <a16:creationId xmlns:a16="http://schemas.microsoft.com/office/drawing/2014/main" id="{4C14E880-CD5B-9B28-B1B2-09AEC63A4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79877" name="AutoShape 9">
            <a:extLst>
              <a:ext uri="{FF2B5EF4-FFF2-40B4-BE49-F238E27FC236}">
                <a16:creationId xmlns:a16="http://schemas.microsoft.com/office/drawing/2014/main" id="{83724FA7-73AE-E63F-6B98-3DDB074E4FF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9878" name="AutoShape 10">
            <a:extLst>
              <a:ext uri="{FF2B5EF4-FFF2-40B4-BE49-F238E27FC236}">
                <a16:creationId xmlns:a16="http://schemas.microsoft.com/office/drawing/2014/main" id="{B8CFB36D-7CAE-4BB1-18DC-E23A39D86F8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9879" name="AutoShape 11">
            <a:extLst>
              <a:ext uri="{FF2B5EF4-FFF2-40B4-BE49-F238E27FC236}">
                <a16:creationId xmlns:a16="http://schemas.microsoft.com/office/drawing/2014/main" id="{DE407A2F-7990-1C68-0EB6-86AD2B720AA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9880" name="AutoShape 12">
            <a:extLst>
              <a:ext uri="{FF2B5EF4-FFF2-40B4-BE49-F238E27FC236}">
                <a16:creationId xmlns:a16="http://schemas.microsoft.com/office/drawing/2014/main" id="{C313FF85-39BC-3743-83AE-7232B7266C8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9881" name="AutoShape 13">
            <a:extLst>
              <a:ext uri="{FF2B5EF4-FFF2-40B4-BE49-F238E27FC236}">
                <a16:creationId xmlns:a16="http://schemas.microsoft.com/office/drawing/2014/main" id="{5956D93F-F24A-1A4F-6DD6-4DD46D9A6F6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9882" name="AutoShape 14">
            <a:extLst>
              <a:ext uri="{FF2B5EF4-FFF2-40B4-BE49-F238E27FC236}">
                <a16:creationId xmlns:a16="http://schemas.microsoft.com/office/drawing/2014/main" id="{E0ECA169-D30B-BC39-0CAE-350185EFC09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9883" name="Oval 15">
            <a:extLst>
              <a:ext uri="{FF2B5EF4-FFF2-40B4-BE49-F238E27FC236}">
                <a16:creationId xmlns:a16="http://schemas.microsoft.com/office/drawing/2014/main" id="{C7867F6F-6631-CD74-1F24-331E7DD96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79884" name="Oval 16">
            <a:extLst>
              <a:ext uri="{FF2B5EF4-FFF2-40B4-BE49-F238E27FC236}">
                <a16:creationId xmlns:a16="http://schemas.microsoft.com/office/drawing/2014/main" id="{CFF504B7-4F7B-12D3-1EAF-098D7CF16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79885" name="Oval 17">
            <a:extLst>
              <a:ext uri="{FF2B5EF4-FFF2-40B4-BE49-F238E27FC236}">
                <a16:creationId xmlns:a16="http://schemas.microsoft.com/office/drawing/2014/main" id="{385ED6A3-B55E-9150-8714-D927B9E42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79886" name="Oval 18">
            <a:extLst>
              <a:ext uri="{FF2B5EF4-FFF2-40B4-BE49-F238E27FC236}">
                <a16:creationId xmlns:a16="http://schemas.microsoft.com/office/drawing/2014/main" id="{58199159-561F-3582-2283-ABEB1D0F6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  <p:cxnSp>
        <p:nvCxnSpPr>
          <p:cNvPr id="79887" name="AutoShape 19">
            <a:extLst>
              <a:ext uri="{FF2B5EF4-FFF2-40B4-BE49-F238E27FC236}">
                <a16:creationId xmlns:a16="http://schemas.microsoft.com/office/drawing/2014/main" id="{51A275E1-10B3-7E0C-140F-89B8620A6B96}"/>
              </a:ext>
            </a:extLst>
          </p:cNvPr>
          <p:cNvCxnSpPr>
            <a:cxnSpLocks noChangeShapeType="1"/>
            <a:stCxn id="79885" idx="5"/>
            <a:endCxn id="79883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9888" name="AutoShape 20">
            <a:extLst>
              <a:ext uri="{FF2B5EF4-FFF2-40B4-BE49-F238E27FC236}">
                <a16:creationId xmlns:a16="http://schemas.microsoft.com/office/drawing/2014/main" id="{861BD203-E622-465B-E834-7BCD55C49009}"/>
              </a:ext>
            </a:extLst>
          </p:cNvPr>
          <p:cNvCxnSpPr>
            <a:cxnSpLocks noChangeShapeType="1"/>
            <a:stCxn id="79886" idx="6"/>
            <a:endCxn id="79883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9889" name="AutoShape 21">
            <a:extLst>
              <a:ext uri="{FF2B5EF4-FFF2-40B4-BE49-F238E27FC236}">
                <a16:creationId xmlns:a16="http://schemas.microsoft.com/office/drawing/2014/main" id="{11F3B03B-D907-6E0B-8883-49646AEEA58B}"/>
              </a:ext>
            </a:extLst>
          </p:cNvPr>
          <p:cNvCxnSpPr>
            <a:cxnSpLocks noChangeShapeType="1"/>
            <a:stCxn id="79885" idx="4"/>
            <a:endCxn id="79886" idx="0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9890" name="AutoShape 22">
            <a:extLst>
              <a:ext uri="{FF2B5EF4-FFF2-40B4-BE49-F238E27FC236}">
                <a16:creationId xmlns:a16="http://schemas.microsoft.com/office/drawing/2014/main" id="{92FFA87F-6FA8-9345-20A6-8D173CC1D9FF}"/>
              </a:ext>
            </a:extLst>
          </p:cNvPr>
          <p:cNvCxnSpPr>
            <a:cxnSpLocks noChangeShapeType="1"/>
            <a:stCxn id="79885" idx="6"/>
            <a:endCxn id="79884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9891" name="AutoShape 23">
            <a:extLst>
              <a:ext uri="{FF2B5EF4-FFF2-40B4-BE49-F238E27FC236}">
                <a16:creationId xmlns:a16="http://schemas.microsoft.com/office/drawing/2014/main" id="{FE20519F-3BD2-9509-FC2D-BF67A45F06F5}"/>
              </a:ext>
            </a:extLst>
          </p:cNvPr>
          <p:cNvCxnSpPr>
            <a:cxnSpLocks noChangeShapeType="1"/>
            <a:endCxn id="79886" idx="2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9892" name="Text Box 24">
            <a:extLst>
              <a:ext uri="{FF2B5EF4-FFF2-40B4-BE49-F238E27FC236}">
                <a16:creationId xmlns:a16="http://schemas.microsoft.com/office/drawing/2014/main" id="{E1E34DDA-741F-EC42-3FB6-316FE6B30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79893" name="Text Box 26">
            <a:extLst>
              <a:ext uri="{FF2B5EF4-FFF2-40B4-BE49-F238E27FC236}">
                <a16:creationId xmlns:a16="http://schemas.microsoft.com/office/drawing/2014/main" id="{FB473683-2C03-589C-CFE8-98605B4AF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9894" name="Text Box 27">
            <a:extLst>
              <a:ext uri="{FF2B5EF4-FFF2-40B4-BE49-F238E27FC236}">
                <a16:creationId xmlns:a16="http://schemas.microsoft.com/office/drawing/2014/main" id="{2D9D38EF-3F65-AEE2-808A-AD99EB222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79895" name="Text Box 28">
            <a:extLst>
              <a:ext uri="{FF2B5EF4-FFF2-40B4-BE49-F238E27FC236}">
                <a16:creationId xmlns:a16="http://schemas.microsoft.com/office/drawing/2014/main" id="{ADC8A550-BA16-FB26-41EA-9A8AFBEAF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G finished</a:t>
            </a:r>
          </a:p>
        </p:txBody>
      </p:sp>
      <p:sp>
        <p:nvSpPr>
          <p:cNvPr id="79896" name="Text Box 29">
            <a:extLst>
              <a:ext uri="{FF2B5EF4-FFF2-40B4-BE49-F238E27FC236}">
                <a16:creationId xmlns:a16="http://schemas.microsoft.com/office/drawing/2014/main" id="{5D70EE35-1248-E672-50E8-F38DF2EB7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79897" name="Text Box 30">
            <a:extLst>
              <a:ext uri="{FF2B5EF4-FFF2-40B4-BE49-F238E27FC236}">
                <a16:creationId xmlns:a16="http://schemas.microsoft.com/office/drawing/2014/main" id="{31D687DB-FB05-34E3-F448-09B5E2C27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79898" name="Text Box 31">
            <a:extLst>
              <a:ext uri="{FF2B5EF4-FFF2-40B4-BE49-F238E27FC236}">
                <a16:creationId xmlns:a16="http://schemas.microsoft.com/office/drawing/2014/main" id="{3BF788FC-22A3-8980-BBD8-B32442C0B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79899" name="Text Box 32">
            <a:extLst>
              <a:ext uri="{FF2B5EF4-FFF2-40B4-BE49-F238E27FC236}">
                <a16:creationId xmlns:a16="http://schemas.microsoft.com/office/drawing/2014/main" id="{A55AC78E-AAEA-9230-CC19-2156E021E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79900" name="Text Box 33">
            <a:extLst>
              <a:ext uri="{FF2B5EF4-FFF2-40B4-BE49-F238E27FC236}">
                <a16:creationId xmlns:a16="http://schemas.microsoft.com/office/drawing/2014/main" id="{AE5D5CA9-F105-473F-EA18-BBF3BC201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79901" name="Text Box 34">
            <a:extLst>
              <a:ext uri="{FF2B5EF4-FFF2-40B4-BE49-F238E27FC236}">
                <a16:creationId xmlns:a16="http://schemas.microsoft.com/office/drawing/2014/main" id="{9F9A172F-3756-3E55-02FD-8C3459469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79902" name="Oval 35">
            <a:extLst>
              <a:ext uri="{FF2B5EF4-FFF2-40B4-BE49-F238E27FC236}">
                <a16:creationId xmlns:a16="http://schemas.microsoft.com/office/drawing/2014/main" id="{9078211A-EA54-E70B-01B0-90D32A10B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79903" name="Oval 36">
            <a:extLst>
              <a:ext uri="{FF2B5EF4-FFF2-40B4-BE49-F238E27FC236}">
                <a16:creationId xmlns:a16="http://schemas.microsoft.com/office/drawing/2014/main" id="{ED77E756-2402-1564-19AF-33DF3821E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79904" name="Oval 37">
            <a:extLst>
              <a:ext uri="{FF2B5EF4-FFF2-40B4-BE49-F238E27FC236}">
                <a16:creationId xmlns:a16="http://schemas.microsoft.com/office/drawing/2014/main" id="{667E00E2-A0DE-D1B4-BB99-A17937628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79905" name="Oval 38">
            <a:extLst>
              <a:ext uri="{FF2B5EF4-FFF2-40B4-BE49-F238E27FC236}">
                <a16:creationId xmlns:a16="http://schemas.microsoft.com/office/drawing/2014/main" id="{13640404-BDBD-5593-2475-17B395526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79906" name="Oval 39">
            <a:extLst>
              <a:ext uri="{FF2B5EF4-FFF2-40B4-BE49-F238E27FC236}">
                <a16:creationId xmlns:a16="http://schemas.microsoft.com/office/drawing/2014/main" id="{9675BC0E-28C8-5A87-1914-0E25F2AD7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A9D95300-01C5-BCDC-1C70-275E92C661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81923" name="Text Box 3">
            <a:extLst>
              <a:ext uri="{FF2B5EF4-FFF2-40B4-BE49-F238E27FC236}">
                <a16:creationId xmlns:a16="http://schemas.microsoft.com/office/drawing/2014/main" id="{F7FE4D3D-23A6-5FF5-D1F8-C3D76421C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C H</a:t>
            </a:r>
          </a:p>
        </p:txBody>
      </p:sp>
      <p:sp>
        <p:nvSpPr>
          <p:cNvPr id="81924" name="Text Box 4">
            <a:extLst>
              <a:ext uri="{FF2B5EF4-FFF2-40B4-BE49-F238E27FC236}">
                <a16:creationId xmlns:a16="http://schemas.microsoft.com/office/drawing/2014/main" id="{FCE09E8B-C6C0-F09D-C2F0-C19FFDEC2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81925" name="AutoShape 9">
            <a:extLst>
              <a:ext uri="{FF2B5EF4-FFF2-40B4-BE49-F238E27FC236}">
                <a16:creationId xmlns:a16="http://schemas.microsoft.com/office/drawing/2014/main" id="{AF889B6A-880F-C69C-C3A8-6002F53F7CC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926" name="AutoShape 10">
            <a:extLst>
              <a:ext uri="{FF2B5EF4-FFF2-40B4-BE49-F238E27FC236}">
                <a16:creationId xmlns:a16="http://schemas.microsoft.com/office/drawing/2014/main" id="{73D662EE-A58C-8692-4D47-78F8E916652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927" name="AutoShape 11">
            <a:extLst>
              <a:ext uri="{FF2B5EF4-FFF2-40B4-BE49-F238E27FC236}">
                <a16:creationId xmlns:a16="http://schemas.microsoft.com/office/drawing/2014/main" id="{7992217D-D450-8183-741F-8E1AC8514A2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928" name="AutoShape 12">
            <a:extLst>
              <a:ext uri="{FF2B5EF4-FFF2-40B4-BE49-F238E27FC236}">
                <a16:creationId xmlns:a16="http://schemas.microsoft.com/office/drawing/2014/main" id="{EA136315-94EF-F2BA-6374-8B8289A4AEC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929" name="AutoShape 13">
            <a:extLst>
              <a:ext uri="{FF2B5EF4-FFF2-40B4-BE49-F238E27FC236}">
                <a16:creationId xmlns:a16="http://schemas.microsoft.com/office/drawing/2014/main" id="{654C6271-39CB-3EE9-26F8-2BDC6ECF14C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930" name="AutoShape 14">
            <a:extLst>
              <a:ext uri="{FF2B5EF4-FFF2-40B4-BE49-F238E27FC236}">
                <a16:creationId xmlns:a16="http://schemas.microsoft.com/office/drawing/2014/main" id="{67D5AA80-414A-26F6-DFE9-E5BE464EB1E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1931" name="Oval 15">
            <a:extLst>
              <a:ext uri="{FF2B5EF4-FFF2-40B4-BE49-F238E27FC236}">
                <a16:creationId xmlns:a16="http://schemas.microsoft.com/office/drawing/2014/main" id="{57D2222D-D214-BFE4-1EC1-746C5B4E8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81932" name="Oval 16">
            <a:extLst>
              <a:ext uri="{FF2B5EF4-FFF2-40B4-BE49-F238E27FC236}">
                <a16:creationId xmlns:a16="http://schemas.microsoft.com/office/drawing/2014/main" id="{0F08CF17-5F62-4B9D-ECE0-1387591F9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81933" name="Oval 17">
            <a:extLst>
              <a:ext uri="{FF2B5EF4-FFF2-40B4-BE49-F238E27FC236}">
                <a16:creationId xmlns:a16="http://schemas.microsoft.com/office/drawing/2014/main" id="{82286BEE-1650-E2BE-4FBB-5330E7858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81934" name="AutoShape 19">
            <a:extLst>
              <a:ext uri="{FF2B5EF4-FFF2-40B4-BE49-F238E27FC236}">
                <a16:creationId xmlns:a16="http://schemas.microsoft.com/office/drawing/2014/main" id="{253FFE4F-1F31-5B4E-7F54-55D15674511A}"/>
              </a:ext>
            </a:extLst>
          </p:cNvPr>
          <p:cNvCxnSpPr>
            <a:cxnSpLocks noChangeShapeType="1"/>
            <a:stCxn id="81933" idx="5"/>
            <a:endCxn id="81931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935" name="AutoShape 20">
            <a:extLst>
              <a:ext uri="{FF2B5EF4-FFF2-40B4-BE49-F238E27FC236}">
                <a16:creationId xmlns:a16="http://schemas.microsoft.com/office/drawing/2014/main" id="{3F41204C-51CC-6FE5-1FB6-F0CA068EFA72}"/>
              </a:ext>
            </a:extLst>
          </p:cNvPr>
          <p:cNvCxnSpPr>
            <a:cxnSpLocks noChangeShapeType="1"/>
            <a:endCxn id="81931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936" name="AutoShape 21">
            <a:extLst>
              <a:ext uri="{FF2B5EF4-FFF2-40B4-BE49-F238E27FC236}">
                <a16:creationId xmlns:a16="http://schemas.microsoft.com/office/drawing/2014/main" id="{7F79B85F-1761-02C7-4902-44045AAD157B}"/>
              </a:ext>
            </a:extLst>
          </p:cNvPr>
          <p:cNvCxnSpPr>
            <a:cxnSpLocks noChangeShapeType="1"/>
            <a:stCxn id="81933" idx="4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937" name="AutoShape 22">
            <a:extLst>
              <a:ext uri="{FF2B5EF4-FFF2-40B4-BE49-F238E27FC236}">
                <a16:creationId xmlns:a16="http://schemas.microsoft.com/office/drawing/2014/main" id="{A65C9040-FB8F-D81F-82C6-D85C8DE74146}"/>
              </a:ext>
            </a:extLst>
          </p:cNvPr>
          <p:cNvCxnSpPr>
            <a:cxnSpLocks noChangeShapeType="1"/>
            <a:stCxn id="81933" idx="6"/>
            <a:endCxn id="81932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1938" name="AutoShape 23">
            <a:extLst>
              <a:ext uri="{FF2B5EF4-FFF2-40B4-BE49-F238E27FC236}">
                <a16:creationId xmlns:a16="http://schemas.microsoft.com/office/drawing/2014/main" id="{E4F02DBB-E187-2275-6A3F-96471DA9A7A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1939" name="Text Box 24">
            <a:extLst>
              <a:ext uri="{FF2B5EF4-FFF2-40B4-BE49-F238E27FC236}">
                <a16:creationId xmlns:a16="http://schemas.microsoft.com/office/drawing/2014/main" id="{562421A0-D7AF-6D1C-9D56-1AFAF0E9F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81940" name="Text Box 26">
            <a:extLst>
              <a:ext uri="{FF2B5EF4-FFF2-40B4-BE49-F238E27FC236}">
                <a16:creationId xmlns:a16="http://schemas.microsoft.com/office/drawing/2014/main" id="{4C13751A-1A3F-F258-B63D-43B088555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81941" name="Text Box 27">
            <a:extLst>
              <a:ext uri="{FF2B5EF4-FFF2-40B4-BE49-F238E27FC236}">
                <a16:creationId xmlns:a16="http://schemas.microsoft.com/office/drawing/2014/main" id="{5BF4B654-8262-C3E9-7DE4-F9584ED1C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81942" name="Text Box 28">
            <a:extLst>
              <a:ext uri="{FF2B5EF4-FFF2-40B4-BE49-F238E27FC236}">
                <a16:creationId xmlns:a16="http://schemas.microsoft.com/office/drawing/2014/main" id="{C2D4BD37-B131-C1D3-4B2F-C2CA2645C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dequeue next vertex</a:t>
            </a:r>
          </a:p>
        </p:txBody>
      </p:sp>
      <p:sp>
        <p:nvSpPr>
          <p:cNvPr id="81943" name="Text Box 29">
            <a:extLst>
              <a:ext uri="{FF2B5EF4-FFF2-40B4-BE49-F238E27FC236}">
                <a16:creationId xmlns:a16="http://schemas.microsoft.com/office/drawing/2014/main" id="{A81C2FFD-527D-A347-0680-E07C9746D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81944" name="Text Box 30">
            <a:extLst>
              <a:ext uri="{FF2B5EF4-FFF2-40B4-BE49-F238E27FC236}">
                <a16:creationId xmlns:a16="http://schemas.microsoft.com/office/drawing/2014/main" id="{A9BAC60F-1593-B51D-F42D-C663AD2B7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81945" name="Text Box 31">
            <a:extLst>
              <a:ext uri="{FF2B5EF4-FFF2-40B4-BE49-F238E27FC236}">
                <a16:creationId xmlns:a16="http://schemas.microsoft.com/office/drawing/2014/main" id="{CC8EF79E-64A2-82B1-88F2-623A9A207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81946" name="Text Box 32">
            <a:extLst>
              <a:ext uri="{FF2B5EF4-FFF2-40B4-BE49-F238E27FC236}">
                <a16:creationId xmlns:a16="http://schemas.microsoft.com/office/drawing/2014/main" id="{6C575CBC-E433-34B2-E571-394E58C48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81947" name="Text Box 33">
            <a:extLst>
              <a:ext uri="{FF2B5EF4-FFF2-40B4-BE49-F238E27FC236}">
                <a16:creationId xmlns:a16="http://schemas.microsoft.com/office/drawing/2014/main" id="{F0621EDE-659F-03BB-6E5D-3E897DAC8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81948" name="Text Box 34">
            <a:extLst>
              <a:ext uri="{FF2B5EF4-FFF2-40B4-BE49-F238E27FC236}">
                <a16:creationId xmlns:a16="http://schemas.microsoft.com/office/drawing/2014/main" id="{B53E7F64-85DF-E32E-B29A-F3536C4A2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81949" name="Oval 35">
            <a:extLst>
              <a:ext uri="{FF2B5EF4-FFF2-40B4-BE49-F238E27FC236}">
                <a16:creationId xmlns:a16="http://schemas.microsoft.com/office/drawing/2014/main" id="{DEE72814-F5C9-A69E-E832-DD6424F4D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81950" name="Oval 36">
            <a:extLst>
              <a:ext uri="{FF2B5EF4-FFF2-40B4-BE49-F238E27FC236}">
                <a16:creationId xmlns:a16="http://schemas.microsoft.com/office/drawing/2014/main" id="{4D905A46-DC35-5FFC-03B6-FF8C1F61E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81951" name="Oval 37">
            <a:extLst>
              <a:ext uri="{FF2B5EF4-FFF2-40B4-BE49-F238E27FC236}">
                <a16:creationId xmlns:a16="http://schemas.microsoft.com/office/drawing/2014/main" id="{8FCAD1D3-CD2B-21C7-1759-F1F79EB64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81952" name="Oval 38">
            <a:extLst>
              <a:ext uri="{FF2B5EF4-FFF2-40B4-BE49-F238E27FC236}">
                <a16:creationId xmlns:a16="http://schemas.microsoft.com/office/drawing/2014/main" id="{89DFCBDD-48C8-8816-648F-B09D28BC1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81953" name="Oval 39">
            <a:extLst>
              <a:ext uri="{FF2B5EF4-FFF2-40B4-BE49-F238E27FC236}">
                <a16:creationId xmlns:a16="http://schemas.microsoft.com/office/drawing/2014/main" id="{0FEC7788-1407-6679-B711-6B9691122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81954" name="Oval 40">
            <a:extLst>
              <a:ext uri="{FF2B5EF4-FFF2-40B4-BE49-F238E27FC236}">
                <a16:creationId xmlns:a16="http://schemas.microsoft.com/office/drawing/2014/main" id="{E1AE3B23-1256-B140-E7BF-9DC6C6B95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86F83887-38A4-1CC8-873F-8393C69167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83971" name="Text Box 3">
            <a:extLst>
              <a:ext uri="{FF2B5EF4-FFF2-40B4-BE49-F238E27FC236}">
                <a16:creationId xmlns:a16="http://schemas.microsoft.com/office/drawing/2014/main" id="{3850A01D-87D7-3A91-6D3A-E0054570D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H</a:t>
            </a:r>
          </a:p>
        </p:txBody>
      </p:sp>
      <p:sp>
        <p:nvSpPr>
          <p:cNvPr id="83972" name="Text Box 4">
            <a:extLst>
              <a:ext uri="{FF2B5EF4-FFF2-40B4-BE49-F238E27FC236}">
                <a16:creationId xmlns:a16="http://schemas.microsoft.com/office/drawing/2014/main" id="{016D223B-EBD2-F176-EBD3-53EBE6FD4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83973" name="AutoShape 9">
            <a:extLst>
              <a:ext uri="{FF2B5EF4-FFF2-40B4-BE49-F238E27FC236}">
                <a16:creationId xmlns:a16="http://schemas.microsoft.com/office/drawing/2014/main" id="{74C9E21E-623F-C7AE-E259-F253F41AEA5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3974" name="AutoShape 10">
            <a:extLst>
              <a:ext uri="{FF2B5EF4-FFF2-40B4-BE49-F238E27FC236}">
                <a16:creationId xmlns:a16="http://schemas.microsoft.com/office/drawing/2014/main" id="{DACEB012-EA22-0F9A-CEA8-17DB8AD3A8C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3975" name="AutoShape 11">
            <a:extLst>
              <a:ext uri="{FF2B5EF4-FFF2-40B4-BE49-F238E27FC236}">
                <a16:creationId xmlns:a16="http://schemas.microsoft.com/office/drawing/2014/main" id="{AA1F5E1D-CB4A-96A0-C0BD-794AB15571F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3976" name="AutoShape 12">
            <a:extLst>
              <a:ext uri="{FF2B5EF4-FFF2-40B4-BE49-F238E27FC236}">
                <a16:creationId xmlns:a16="http://schemas.microsoft.com/office/drawing/2014/main" id="{C18A3B82-A580-EB06-0C54-B0B69FA8FE9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3977" name="AutoShape 13">
            <a:extLst>
              <a:ext uri="{FF2B5EF4-FFF2-40B4-BE49-F238E27FC236}">
                <a16:creationId xmlns:a16="http://schemas.microsoft.com/office/drawing/2014/main" id="{69AC1E41-327A-A9DA-96B5-8F5383C53FA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3978" name="AutoShape 14">
            <a:extLst>
              <a:ext uri="{FF2B5EF4-FFF2-40B4-BE49-F238E27FC236}">
                <a16:creationId xmlns:a16="http://schemas.microsoft.com/office/drawing/2014/main" id="{223606D4-0643-F6DA-A971-D71F1A4E089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3979" name="Oval 15">
            <a:extLst>
              <a:ext uri="{FF2B5EF4-FFF2-40B4-BE49-F238E27FC236}">
                <a16:creationId xmlns:a16="http://schemas.microsoft.com/office/drawing/2014/main" id="{3A189C7B-0C22-97AA-2C9C-878254A0E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83980" name="Oval 16">
            <a:extLst>
              <a:ext uri="{FF2B5EF4-FFF2-40B4-BE49-F238E27FC236}">
                <a16:creationId xmlns:a16="http://schemas.microsoft.com/office/drawing/2014/main" id="{A0F89F78-2640-9FC9-6B5F-6E9F68663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/>
              <a:t>D</a:t>
            </a:r>
          </a:p>
        </p:txBody>
      </p:sp>
      <p:sp>
        <p:nvSpPr>
          <p:cNvPr id="83981" name="Oval 17">
            <a:extLst>
              <a:ext uri="{FF2B5EF4-FFF2-40B4-BE49-F238E27FC236}">
                <a16:creationId xmlns:a16="http://schemas.microsoft.com/office/drawing/2014/main" id="{2B77E42D-7D13-D686-E972-0824B891C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83982" name="AutoShape 19">
            <a:extLst>
              <a:ext uri="{FF2B5EF4-FFF2-40B4-BE49-F238E27FC236}">
                <a16:creationId xmlns:a16="http://schemas.microsoft.com/office/drawing/2014/main" id="{43F3FD43-C7C8-166E-8C77-9CCC08016816}"/>
              </a:ext>
            </a:extLst>
          </p:cNvPr>
          <p:cNvCxnSpPr>
            <a:cxnSpLocks noChangeShapeType="1"/>
            <a:stCxn id="83981" idx="5"/>
            <a:endCxn id="83979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3983" name="AutoShape 20">
            <a:extLst>
              <a:ext uri="{FF2B5EF4-FFF2-40B4-BE49-F238E27FC236}">
                <a16:creationId xmlns:a16="http://schemas.microsoft.com/office/drawing/2014/main" id="{3E4C034E-6156-C420-051E-0233F7F6F0E9}"/>
              </a:ext>
            </a:extLst>
          </p:cNvPr>
          <p:cNvCxnSpPr>
            <a:cxnSpLocks noChangeShapeType="1"/>
            <a:endCxn id="83979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3984" name="AutoShape 21">
            <a:extLst>
              <a:ext uri="{FF2B5EF4-FFF2-40B4-BE49-F238E27FC236}">
                <a16:creationId xmlns:a16="http://schemas.microsoft.com/office/drawing/2014/main" id="{3386B1CF-4303-A729-EC4E-E6C3B88EB338}"/>
              </a:ext>
            </a:extLst>
          </p:cNvPr>
          <p:cNvCxnSpPr>
            <a:cxnSpLocks noChangeShapeType="1"/>
            <a:stCxn id="83981" idx="4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3985" name="AutoShape 22">
            <a:extLst>
              <a:ext uri="{FF2B5EF4-FFF2-40B4-BE49-F238E27FC236}">
                <a16:creationId xmlns:a16="http://schemas.microsoft.com/office/drawing/2014/main" id="{A398EB61-8140-A26E-1FCA-6A634EEC6CD4}"/>
              </a:ext>
            </a:extLst>
          </p:cNvPr>
          <p:cNvCxnSpPr>
            <a:cxnSpLocks noChangeShapeType="1"/>
            <a:stCxn id="83981" idx="6"/>
            <a:endCxn id="83980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3986" name="AutoShape 23">
            <a:extLst>
              <a:ext uri="{FF2B5EF4-FFF2-40B4-BE49-F238E27FC236}">
                <a16:creationId xmlns:a16="http://schemas.microsoft.com/office/drawing/2014/main" id="{83D54090-E5D1-65A1-912E-FE8AF33A38F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3987" name="Text Box 24">
            <a:extLst>
              <a:ext uri="{FF2B5EF4-FFF2-40B4-BE49-F238E27FC236}">
                <a16:creationId xmlns:a16="http://schemas.microsoft.com/office/drawing/2014/main" id="{F6463C55-07C3-6117-42AA-AF999F463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83988" name="Text Box 26">
            <a:extLst>
              <a:ext uri="{FF2B5EF4-FFF2-40B4-BE49-F238E27FC236}">
                <a16:creationId xmlns:a16="http://schemas.microsoft.com/office/drawing/2014/main" id="{8774E060-2DA3-A5B1-9744-28412B02B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83989" name="Text Box 27">
            <a:extLst>
              <a:ext uri="{FF2B5EF4-FFF2-40B4-BE49-F238E27FC236}">
                <a16:creationId xmlns:a16="http://schemas.microsoft.com/office/drawing/2014/main" id="{07EDDE6C-5058-6118-FC9A-A618CABC8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83990" name="Text Box 28">
            <a:extLst>
              <a:ext uri="{FF2B5EF4-FFF2-40B4-BE49-F238E27FC236}">
                <a16:creationId xmlns:a16="http://schemas.microsoft.com/office/drawing/2014/main" id="{6872665C-88C6-AFDE-EED1-D71A68380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C</a:t>
            </a:r>
          </a:p>
        </p:txBody>
      </p:sp>
      <p:sp>
        <p:nvSpPr>
          <p:cNvPr id="83991" name="Text Box 29">
            <a:extLst>
              <a:ext uri="{FF2B5EF4-FFF2-40B4-BE49-F238E27FC236}">
                <a16:creationId xmlns:a16="http://schemas.microsoft.com/office/drawing/2014/main" id="{7DE3B6FE-FC69-C269-31CC-12F57EBCD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83992" name="Text Box 30">
            <a:extLst>
              <a:ext uri="{FF2B5EF4-FFF2-40B4-BE49-F238E27FC236}">
                <a16:creationId xmlns:a16="http://schemas.microsoft.com/office/drawing/2014/main" id="{2729666D-5ABA-D43D-A141-D076F7617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83993" name="Text Box 31">
            <a:extLst>
              <a:ext uri="{FF2B5EF4-FFF2-40B4-BE49-F238E27FC236}">
                <a16:creationId xmlns:a16="http://schemas.microsoft.com/office/drawing/2014/main" id="{02B0256F-F199-9ACD-F2CD-8A9F7C15A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83994" name="Text Box 32">
            <a:extLst>
              <a:ext uri="{FF2B5EF4-FFF2-40B4-BE49-F238E27FC236}">
                <a16:creationId xmlns:a16="http://schemas.microsoft.com/office/drawing/2014/main" id="{34396F65-8E5D-4530-7BE7-D4CD28EC2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83995" name="Text Box 33">
            <a:extLst>
              <a:ext uri="{FF2B5EF4-FFF2-40B4-BE49-F238E27FC236}">
                <a16:creationId xmlns:a16="http://schemas.microsoft.com/office/drawing/2014/main" id="{F18B7766-9041-54A7-74E2-F82A99ABA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84002" name="AutoShape 34">
            <a:extLst>
              <a:ext uri="{FF2B5EF4-FFF2-40B4-BE49-F238E27FC236}">
                <a16:creationId xmlns:a16="http://schemas.microsoft.com/office/drawing/2014/main" id="{A1F16569-2E22-62FD-40C3-DA6DA1A2C8DC}"/>
              </a:ext>
            </a:extLst>
          </p:cNvPr>
          <p:cNvCxnSpPr>
            <a:cxnSpLocks noChangeShapeType="1"/>
            <a:stCxn id="83981" idx="4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4003" name="AutoShape 35">
            <a:extLst>
              <a:ext uri="{FF2B5EF4-FFF2-40B4-BE49-F238E27FC236}">
                <a16:creationId xmlns:a16="http://schemas.microsoft.com/office/drawing/2014/main" id="{A3CEF2E4-477B-5683-ACEC-703E26556AFF}"/>
              </a:ext>
            </a:extLst>
          </p:cNvPr>
          <p:cNvCxnSpPr>
            <a:cxnSpLocks noChangeShapeType="1"/>
            <a:stCxn id="83981" idx="5"/>
            <a:endCxn id="83979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4004" name="AutoShape 36">
            <a:extLst>
              <a:ext uri="{FF2B5EF4-FFF2-40B4-BE49-F238E27FC236}">
                <a16:creationId xmlns:a16="http://schemas.microsoft.com/office/drawing/2014/main" id="{F778FCFE-E841-DC40-C8CD-CBDAB82885A5}"/>
              </a:ext>
            </a:extLst>
          </p:cNvPr>
          <p:cNvCxnSpPr>
            <a:cxnSpLocks noChangeShapeType="1"/>
            <a:stCxn id="83981" idx="6"/>
            <a:endCxn id="83980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3999" name="Text Box 37">
            <a:extLst>
              <a:ext uri="{FF2B5EF4-FFF2-40B4-BE49-F238E27FC236}">
                <a16:creationId xmlns:a16="http://schemas.microsoft.com/office/drawing/2014/main" id="{DD054D2D-D9D8-3704-AE8F-EB9256271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84000" name="Oval 38">
            <a:extLst>
              <a:ext uri="{FF2B5EF4-FFF2-40B4-BE49-F238E27FC236}">
                <a16:creationId xmlns:a16="http://schemas.microsoft.com/office/drawing/2014/main" id="{92CD853F-7EC5-BAF6-43B7-8357F54E2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84001" name="Oval 39">
            <a:extLst>
              <a:ext uri="{FF2B5EF4-FFF2-40B4-BE49-F238E27FC236}">
                <a16:creationId xmlns:a16="http://schemas.microsoft.com/office/drawing/2014/main" id="{704DBB94-42AC-4B1C-A5C7-A4A764361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2" name="Oval 40">
            <a:extLst>
              <a:ext uri="{FF2B5EF4-FFF2-40B4-BE49-F238E27FC236}">
                <a16:creationId xmlns:a16="http://schemas.microsoft.com/office/drawing/2014/main" id="{E5C74AA6-DB26-37F1-977B-E3F1CB3EE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3" name="Oval 41">
            <a:extLst>
              <a:ext uri="{FF2B5EF4-FFF2-40B4-BE49-F238E27FC236}">
                <a16:creationId xmlns:a16="http://schemas.microsoft.com/office/drawing/2014/main" id="{D9EA1E2B-1B4C-9052-4609-6C5794B5C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4" name="Oval 42">
            <a:extLst>
              <a:ext uri="{FF2B5EF4-FFF2-40B4-BE49-F238E27FC236}">
                <a16:creationId xmlns:a16="http://schemas.microsoft.com/office/drawing/2014/main" id="{982791E0-80CD-23F5-7998-738D5A60B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84005" name="Oval 43">
            <a:extLst>
              <a:ext uri="{FF2B5EF4-FFF2-40B4-BE49-F238E27FC236}">
                <a16:creationId xmlns:a16="http://schemas.microsoft.com/office/drawing/2014/main" id="{3F4F5472-C09A-FDCD-6183-E885BC972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0A92917A-2369-B087-DA8E-10F3F25E53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86019" name="Text Box 3">
            <a:extLst>
              <a:ext uri="{FF2B5EF4-FFF2-40B4-BE49-F238E27FC236}">
                <a16:creationId xmlns:a16="http://schemas.microsoft.com/office/drawing/2014/main" id="{1D5DC16F-687C-C46C-A02B-B7F0E98F3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H D</a:t>
            </a:r>
          </a:p>
        </p:txBody>
      </p:sp>
      <p:sp>
        <p:nvSpPr>
          <p:cNvPr id="86020" name="Text Box 4">
            <a:extLst>
              <a:ext uri="{FF2B5EF4-FFF2-40B4-BE49-F238E27FC236}">
                <a16:creationId xmlns:a16="http://schemas.microsoft.com/office/drawing/2014/main" id="{545E1DE6-4C22-40B0-E916-238668291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86021" name="AutoShape 9">
            <a:extLst>
              <a:ext uri="{FF2B5EF4-FFF2-40B4-BE49-F238E27FC236}">
                <a16:creationId xmlns:a16="http://schemas.microsoft.com/office/drawing/2014/main" id="{E5523C2B-2AA7-995A-7894-D5002B3E50F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022" name="AutoShape 10">
            <a:extLst>
              <a:ext uri="{FF2B5EF4-FFF2-40B4-BE49-F238E27FC236}">
                <a16:creationId xmlns:a16="http://schemas.microsoft.com/office/drawing/2014/main" id="{35F72DCA-7430-8533-C81E-1633CF1A39A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023" name="AutoShape 11">
            <a:extLst>
              <a:ext uri="{FF2B5EF4-FFF2-40B4-BE49-F238E27FC236}">
                <a16:creationId xmlns:a16="http://schemas.microsoft.com/office/drawing/2014/main" id="{FFD46A82-E06C-0CD9-5087-825B14A956B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024" name="AutoShape 12">
            <a:extLst>
              <a:ext uri="{FF2B5EF4-FFF2-40B4-BE49-F238E27FC236}">
                <a16:creationId xmlns:a16="http://schemas.microsoft.com/office/drawing/2014/main" id="{12D97DCA-8628-63F5-D161-31FD952A623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025" name="AutoShape 13">
            <a:extLst>
              <a:ext uri="{FF2B5EF4-FFF2-40B4-BE49-F238E27FC236}">
                <a16:creationId xmlns:a16="http://schemas.microsoft.com/office/drawing/2014/main" id="{AC91DB8D-C2D5-C8FD-D632-07BB0955F7F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026" name="AutoShape 14">
            <a:extLst>
              <a:ext uri="{FF2B5EF4-FFF2-40B4-BE49-F238E27FC236}">
                <a16:creationId xmlns:a16="http://schemas.microsoft.com/office/drawing/2014/main" id="{4A4C7C83-DBC3-AC2C-3199-B14F78633D7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6027" name="Oval 15">
            <a:extLst>
              <a:ext uri="{FF2B5EF4-FFF2-40B4-BE49-F238E27FC236}">
                <a16:creationId xmlns:a16="http://schemas.microsoft.com/office/drawing/2014/main" id="{F13C648E-3F0F-6F35-6FF2-93AF105B0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86028" name="Oval 16">
            <a:extLst>
              <a:ext uri="{FF2B5EF4-FFF2-40B4-BE49-F238E27FC236}">
                <a16:creationId xmlns:a16="http://schemas.microsoft.com/office/drawing/2014/main" id="{8776989D-F44A-EE50-3245-144ADDF5C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86029" name="Oval 17">
            <a:extLst>
              <a:ext uri="{FF2B5EF4-FFF2-40B4-BE49-F238E27FC236}">
                <a16:creationId xmlns:a16="http://schemas.microsoft.com/office/drawing/2014/main" id="{4DF872B2-77EE-32A0-E64C-6796CD7A7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C</a:t>
            </a:r>
          </a:p>
        </p:txBody>
      </p:sp>
      <p:cxnSp>
        <p:nvCxnSpPr>
          <p:cNvPr id="86030" name="AutoShape 19">
            <a:extLst>
              <a:ext uri="{FF2B5EF4-FFF2-40B4-BE49-F238E27FC236}">
                <a16:creationId xmlns:a16="http://schemas.microsoft.com/office/drawing/2014/main" id="{89DAE184-4575-11E8-D681-3B115DAA2C79}"/>
              </a:ext>
            </a:extLst>
          </p:cNvPr>
          <p:cNvCxnSpPr>
            <a:cxnSpLocks noChangeShapeType="1"/>
            <a:stCxn id="86029" idx="5"/>
            <a:endCxn id="86027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031" name="AutoShape 20">
            <a:extLst>
              <a:ext uri="{FF2B5EF4-FFF2-40B4-BE49-F238E27FC236}">
                <a16:creationId xmlns:a16="http://schemas.microsoft.com/office/drawing/2014/main" id="{2B84ABC6-3604-F4D1-AE69-5A49039D10D2}"/>
              </a:ext>
            </a:extLst>
          </p:cNvPr>
          <p:cNvCxnSpPr>
            <a:cxnSpLocks noChangeShapeType="1"/>
            <a:endCxn id="86027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032" name="AutoShape 21">
            <a:extLst>
              <a:ext uri="{FF2B5EF4-FFF2-40B4-BE49-F238E27FC236}">
                <a16:creationId xmlns:a16="http://schemas.microsoft.com/office/drawing/2014/main" id="{EEEAD48D-FBC6-1002-533A-FD56EB2FFB79}"/>
              </a:ext>
            </a:extLst>
          </p:cNvPr>
          <p:cNvCxnSpPr>
            <a:cxnSpLocks noChangeShapeType="1"/>
            <a:stCxn id="86029" idx="4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033" name="AutoShape 22">
            <a:extLst>
              <a:ext uri="{FF2B5EF4-FFF2-40B4-BE49-F238E27FC236}">
                <a16:creationId xmlns:a16="http://schemas.microsoft.com/office/drawing/2014/main" id="{33110F5A-F041-A208-E5FC-E1C8C4AE6EA7}"/>
              </a:ext>
            </a:extLst>
          </p:cNvPr>
          <p:cNvCxnSpPr>
            <a:cxnSpLocks noChangeShapeType="1"/>
            <a:stCxn id="86029" idx="6"/>
            <a:endCxn id="86028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034" name="AutoShape 23">
            <a:extLst>
              <a:ext uri="{FF2B5EF4-FFF2-40B4-BE49-F238E27FC236}">
                <a16:creationId xmlns:a16="http://schemas.microsoft.com/office/drawing/2014/main" id="{7FB94F42-D216-8631-C1B9-EAD35B624D4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6035" name="Text Box 24">
            <a:extLst>
              <a:ext uri="{FF2B5EF4-FFF2-40B4-BE49-F238E27FC236}">
                <a16:creationId xmlns:a16="http://schemas.microsoft.com/office/drawing/2014/main" id="{C5AF677D-C8CB-DA64-5753-EC055BFBD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86036" name="Text Box 26">
            <a:extLst>
              <a:ext uri="{FF2B5EF4-FFF2-40B4-BE49-F238E27FC236}">
                <a16:creationId xmlns:a16="http://schemas.microsoft.com/office/drawing/2014/main" id="{9A3980A5-A0DD-1BBF-0AE9-432F165E8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86037" name="Text Box 27">
            <a:extLst>
              <a:ext uri="{FF2B5EF4-FFF2-40B4-BE49-F238E27FC236}">
                <a16:creationId xmlns:a16="http://schemas.microsoft.com/office/drawing/2014/main" id="{183B299F-856C-A569-1B89-C73A82D72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86038" name="Text Box 28">
            <a:extLst>
              <a:ext uri="{FF2B5EF4-FFF2-40B4-BE49-F238E27FC236}">
                <a16:creationId xmlns:a16="http://schemas.microsoft.com/office/drawing/2014/main" id="{252C5224-B29B-98F7-54BF-F1CDB2B25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D discovered</a:t>
            </a:r>
          </a:p>
        </p:txBody>
      </p:sp>
      <p:sp>
        <p:nvSpPr>
          <p:cNvPr id="86039" name="Text Box 29">
            <a:extLst>
              <a:ext uri="{FF2B5EF4-FFF2-40B4-BE49-F238E27FC236}">
                <a16:creationId xmlns:a16="http://schemas.microsoft.com/office/drawing/2014/main" id="{DE4C2ACF-7406-7209-F4C2-D7D7427B2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86040" name="Text Box 30">
            <a:extLst>
              <a:ext uri="{FF2B5EF4-FFF2-40B4-BE49-F238E27FC236}">
                <a16:creationId xmlns:a16="http://schemas.microsoft.com/office/drawing/2014/main" id="{28769C15-528F-1DFC-3E81-296E3B6D6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86041" name="Text Box 31">
            <a:extLst>
              <a:ext uri="{FF2B5EF4-FFF2-40B4-BE49-F238E27FC236}">
                <a16:creationId xmlns:a16="http://schemas.microsoft.com/office/drawing/2014/main" id="{F4941130-56B3-F399-3AAB-705139A62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86042" name="Text Box 32">
            <a:extLst>
              <a:ext uri="{FF2B5EF4-FFF2-40B4-BE49-F238E27FC236}">
                <a16:creationId xmlns:a16="http://schemas.microsoft.com/office/drawing/2014/main" id="{CA84374F-A329-0D67-9EBF-DA272E086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86043" name="Text Box 33">
            <a:extLst>
              <a:ext uri="{FF2B5EF4-FFF2-40B4-BE49-F238E27FC236}">
                <a16:creationId xmlns:a16="http://schemas.microsoft.com/office/drawing/2014/main" id="{365DA8DE-7911-3D9A-316A-C29E0A451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cxnSp>
        <p:nvCxnSpPr>
          <p:cNvPr id="86044" name="AutoShape 34">
            <a:extLst>
              <a:ext uri="{FF2B5EF4-FFF2-40B4-BE49-F238E27FC236}">
                <a16:creationId xmlns:a16="http://schemas.microsoft.com/office/drawing/2014/main" id="{3D4BD293-D850-E495-A93A-7FBC9E334AF3}"/>
              </a:ext>
            </a:extLst>
          </p:cNvPr>
          <p:cNvCxnSpPr>
            <a:cxnSpLocks noChangeShapeType="1"/>
            <a:stCxn id="86029" idx="4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045" name="AutoShape 35">
            <a:extLst>
              <a:ext uri="{FF2B5EF4-FFF2-40B4-BE49-F238E27FC236}">
                <a16:creationId xmlns:a16="http://schemas.microsoft.com/office/drawing/2014/main" id="{FAB88492-7975-ED58-1B61-72078AACC4D3}"/>
              </a:ext>
            </a:extLst>
          </p:cNvPr>
          <p:cNvCxnSpPr>
            <a:cxnSpLocks noChangeShapeType="1"/>
            <a:stCxn id="86029" idx="5"/>
            <a:endCxn id="86027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6046" name="AutoShape 36">
            <a:extLst>
              <a:ext uri="{FF2B5EF4-FFF2-40B4-BE49-F238E27FC236}">
                <a16:creationId xmlns:a16="http://schemas.microsoft.com/office/drawing/2014/main" id="{800BB3DC-452A-6215-EB2B-D4D4E94611AA}"/>
              </a:ext>
            </a:extLst>
          </p:cNvPr>
          <p:cNvCxnSpPr>
            <a:cxnSpLocks noChangeShapeType="1"/>
            <a:stCxn id="86029" idx="6"/>
            <a:endCxn id="86028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6047" name="Text Box 37">
            <a:extLst>
              <a:ext uri="{FF2B5EF4-FFF2-40B4-BE49-F238E27FC236}">
                <a16:creationId xmlns:a16="http://schemas.microsoft.com/office/drawing/2014/main" id="{C1AEE4CA-88BE-D7CC-AE71-BF0526958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10620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86048" name="Text Box 38">
            <a:extLst>
              <a:ext uri="{FF2B5EF4-FFF2-40B4-BE49-F238E27FC236}">
                <a16:creationId xmlns:a16="http://schemas.microsoft.com/office/drawing/2014/main" id="{92002D4A-33C0-1AA4-8B72-D9DEA5FE0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86049" name="Oval 39">
            <a:extLst>
              <a:ext uri="{FF2B5EF4-FFF2-40B4-BE49-F238E27FC236}">
                <a16:creationId xmlns:a16="http://schemas.microsoft.com/office/drawing/2014/main" id="{06A15B78-12D7-04DA-51E1-571B43207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86050" name="Oval 40">
            <a:extLst>
              <a:ext uri="{FF2B5EF4-FFF2-40B4-BE49-F238E27FC236}">
                <a16:creationId xmlns:a16="http://schemas.microsoft.com/office/drawing/2014/main" id="{44C50921-E506-83DE-45AE-26D66C4F9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86051" name="Oval 41">
            <a:extLst>
              <a:ext uri="{FF2B5EF4-FFF2-40B4-BE49-F238E27FC236}">
                <a16:creationId xmlns:a16="http://schemas.microsoft.com/office/drawing/2014/main" id="{661DE5A7-5623-2879-BFC0-C82F8253D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86052" name="Oval 42">
            <a:extLst>
              <a:ext uri="{FF2B5EF4-FFF2-40B4-BE49-F238E27FC236}">
                <a16:creationId xmlns:a16="http://schemas.microsoft.com/office/drawing/2014/main" id="{129ACB07-AAEC-8CBA-20F4-7EA2B2DDE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86053" name="Oval 43">
            <a:extLst>
              <a:ext uri="{FF2B5EF4-FFF2-40B4-BE49-F238E27FC236}">
                <a16:creationId xmlns:a16="http://schemas.microsoft.com/office/drawing/2014/main" id="{6C8E6A16-38E9-1C57-4B6A-8DE9B5E40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86054" name="Oval 44">
            <a:extLst>
              <a:ext uri="{FF2B5EF4-FFF2-40B4-BE49-F238E27FC236}">
                <a16:creationId xmlns:a16="http://schemas.microsoft.com/office/drawing/2014/main" id="{A987EB4E-A25E-C518-4400-EFB246C6C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4D01AF44-BDAC-4121-ED94-0A2FC34CE2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88067" name="Text Box 3">
            <a:extLst>
              <a:ext uri="{FF2B5EF4-FFF2-40B4-BE49-F238E27FC236}">
                <a16:creationId xmlns:a16="http://schemas.microsoft.com/office/drawing/2014/main" id="{5A94A732-39B0-D345-A921-8275A2F91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H D</a:t>
            </a:r>
          </a:p>
        </p:txBody>
      </p:sp>
      <p:sp>
        <p:nvSpPr>
          <p:cNvPr id="88068" name="Text Box 4">
            <a:extLst>
              <a:ext uri="{FF2B5EF4-FFF2-40B4-BE49-F238E27FC236}">
                <a16:creationId xmlns:a16="http://schemas.microsoft.com/office/drawing/2014/main" id="{F46AF950-CB8F-A6C2-D9FA-A58B04516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88069" name="AutoShape 9">
            <a:extLst>
              <a:ext uri="{FF2B5EF4-FFF2-40B4-BE49-F238E27FC236}">
                <a16:creationId xmlns:a16="http://schemas.microsoft.com/office/drawing/2014/main" id="{953940D2-0C7D-F704-4BC9-D4678A67437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8070" name="AutoShape 10">
            <a:extLst>
              <a:ext uri="{FF2B5EF4-FFF2-40B4-BE49-F238E27FC236}">
                <a16:creationId xmlns:a16="http://schemas.microsoft.com/office/drawing/2014/main" id="{973EEDB8-94CF-DB20-1BFF-02BC24E42AD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8071" name="AutoShape 11">
            <a:extLst>
              <a:ext uri="{FF2B5EF4-FFF2-40B4-BE49-F238E27FC236}">
                <a16:creationId xmlns:a16="http://schemas.microsoft.com/office/drawing/2014/main" id="{741A9F56-8910-C7D6-A5BA-3B90AB96C0E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8072" name="AutoShape 12">
            <a:extLst>
              <a:ext uri="{FF2B5EF4-FFF2-40B4-BE49-F238E27FC236}">
                <a16:creationId xmlns:a16="http://schemas.microsoft.com/office/drawing/2014/main" id="{DFFC300D-50C6-C6D1-9E48-DAE10EF11DF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8073" name="AutoShape 13">
            <a:extLst>
              <a:ext uri="{FF2B5EF4-FFF2-40B4-BE49-F238E27FC236}">
                <a16:creationId xmlns:a16="http://schemas.microsoft.com/office/drawing/2014/main" id="{00A3364A-7B9F-BE97-7F60-75CF996F746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8074" name="AutoShape 14">
            <a:extLst>
              <a:ext uri="{FF2B5EF4-FFF2-40B4-BE49-F238E27FC236}">
                <a16:creationId xmlns:a16="http://schemas.microsoft.com/office/drawing/2014/main" id="{298F6867-6CC9-E326-ADBF-B0FAF3A2E84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8075" name="Oval 15">
            <a:extLst>
              <a:ext uri="{FF2B5EF4-FFF2-40B4-BE49-F238E27FC236}">
                <a16:creationId xmlns:a16="http://schemas.microsoft.com/office/drawing/2014/main" id="{7ADF11B3-4188-4080-6A60-56BFFF968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88076" name="Oval 16">
            <a:extLst>
              <a:ext uri="{FF2B5EF4-FFF2-40B4-BE49-F238E27FC236}">
                <a16:creationId xmlns:a16="http://schemas.microsoft.com/office/drawing/2014/main" id="{B6EBC8FE-5028-2D1D-476F-7B166BD67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88077" name="Oval 17">
            <a:extLst>
              <a:ext uri="{FF2B5EF4-FFF2-40B4-BE49-F238E27FC236}">
                <a16:creationId xmlns:a16="http://schemas.microsoft.com/office/drawing/2014/main" id="{293C5ACB-B997-5D5B-A242-CBA1FA8AF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C</a:t>
            </a:r>
          </a:p>
        </p:txBody>
      </p:sp>
      <p:cxnSp>
        <p:nvCxnSpPr>
          <p:cNvPr id="88078" name="AutoShape 19">
            <a:extLst>
              <a:ext uri="{FF2B5EF4-FFF2-40B4-BE49-F238E27FC236}">
                <a16:creationId xmlns:a16="http://schemas.microsoft.com/office/drawing/2014/main" id="{891FC0A8-77C8-9DEE-E2FB-756CEA1F8E1A}"/>
              </a:ext>
            </a:extLst>
          </p:cNvPr>
          <p:cNvCxnSpPr>
            <a:cxnSpLocks noChangeShapeType="1"/>
            <a:stCxn id="88077" idx="5"/>
            <a:endCxn id="88075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8079" name="AutoShape 20">
            <a:extLst>
              <a:ext uri="{FF2B5EF4-FFF2-40B4-BE49-F238E27FC236}">
                <a16:creationId xmlns:a16="http://schemas.microsoft.com/office/drawing/2014/main" id="{584C3830-DFFA-299C-3C3B-543816BF0315}"/>
              </a:ext>
            </a:extLst>
          </p:cNvPr>
          <p:cNvCxnSpPr>
            <a:cxnSpLocks noChangeShapeType="1"/>
            <a:endCxn id="88075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8080" name="AutoShape 21">
            <a:extLst>
              <a:ext uri="{FF2B5EF4-FFF2-40B4-BE49-F238E27FC236}">
                <a16:creationId xmlns:a16="http://schemas.microsoft.com/office/drawing/2014/main" id="{0B0FF8E5-67A3-7DAA-DA3F-B430173DBD9A}"/>
              </a:ext>
            </a:extLst>
          </p:cNvPr>
          <p:cNvCxnSpPr>
            <a:cxnSpLocks noChangeShapeType="1"/>
            <a:stCxn id="88077" idx="4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8081" name="AutoShape 22">
            <a:extLst>
              <a:ext uri="{FF2B5EF4-FFF2-40B4-BE49-F238E27FC236}">
                <a16:creationId xmlns:a16="http://schemas.microsoft.com/office/drawing/2014/main" id="{AFE448E8-3DC6-259F-A4B2-CA216777A513}"/>
              </a:ext>
            </a:extLst>
          </p:cNvPr>
          <p:cNvCxnSpPr>
            <a:cxnSpLocks noChangeShapeType="1"/>
            <a:stCxn id="88077" idx="6"/>
            <a:endCxn id="88076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8082" name="AutoShape 23">
            <a:extLst>
              <a:ext uri="{FF2B5EF4-FFF2-40B4-BE49-F238E27FC236}">
                <a16:creationId xmlns:a16="http://schemas.microsoft.com/office/drawing/2014/main" id="{F21A7942-32C1-6107-9BF3-E07D7BF15A2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8083" name="Text Box 24">
            <a:extLst>
              <a:ext uri="{FF2B5EF4-FFF2-40B4-BE49-F238E27FC236}">
                <a16:creationId xmlns:a16="http://schemas.microsoft.com/office/drawing/2014/main" id="{4EB01CE4-2498-915A-B5E1-F523322D5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88084" name="Text Box 26">
            <a:extLst>
              <a:ext uri="{FF2B5EF4-FFF2-40B4-BE49-F238E27FC236}">
                <a16:creationId xmlns:a16="http://schemas.microsoft.com/office/drawing/2014/main" id="{BDFEA86A-A8C1-5E6A-6448-106C9D8C2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88085" name="Text Box 27">
            <a:extLst>
              <a:ext uri="{FF2B5EF4-FFF2-40B4-BE49-F238E27FC236}">
                <a16:creationId xmlns:a16="http://schemas.microsoft.com/office/drawing/2014/main" id="{6532F0DB-68AD-65E3-C881-D2D5414AF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88086" name="Text Box 28">
            <a:extLst>
              <a:ext uri="{FF2B5EF4-FFF2-40B4-BE49-F238E27FC236}">
                <a16:creationId xmlns:a16="http://schemas.microsoft.com/office/drawing/2014/main" id="{2E1FA8B3-3563-4E85-4303-18458CF2F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C finished</a:t>
            </a:r>
          </a:p>
        </p:txBody>
      </p:sp>
      <p:sp>
        <p:nvSpPr>
          <p:cNvPr id="88087" name="Text Box 29">
            <a:extLst>
              <a:ext uri="{FF2B5EF4-FFF2-40B4-BE49-F238E27FC236}">
                <a16:creationId xmlns:a16="http://schemas.microsoft.com/office/drawing/2014/main" id="{74695812-AE2B-2F95-53F8-0AEF7FEA0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88088" name="Text Box 30">
            <a:extLst>
              <a:ext uri="{FF2B5EF4-FFF2-40B4-BE49-F238E27FC236}">
                <a16:creationId xmlns:a16="http://schemas.microsoft.com/office/drawing/2014/main" id="{CBB8B38C-F57A-4EA3-7EF1-44813DAB8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88089" name="Text Box 31">
            <a:extLst>
              <a:ext uri="{FF2B5EF4-FFF2-40B4-BE49-F238E27FC236}">
                <a16:creationId xmlns:a16="http://schemas.microsoft.com/office/drawing/2014/main" id="{4930A7CE-8FFF-9BC6-CBDB-962642E8C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88090" name="Text Box 32">
            <a:extLst>
              <a:ext uri="{FF2B5EF4-FFF2-40B4-BE49-F238E27FC236}">
                <a16:creationId xmlns:a16="http://schemas.microsoft.com/office/drawing/2014/main" id="{3A0EA2FE-FE65-2D25-A38A-7862D834E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88091" name="Text Box 33">
            <a:extLst>
              <a:ext uri="{FF2B5EF4-FFF2-40B4-BE49-F238E27FC236}">
                <a16:creationId xmlns:a16="http://schemas.microsoft.com/office/drawing/2014/main" id="{94E90986-599E-1B2A-973F-0D3565B08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88092" name="Text Box 34">
            <a:extLst>
              <a:ext uri="{FF2B5EF4-FFF2-40B4-BE49-F238E27FC236}">
                <a16:creationId xmlns:a16="http://schemas.microsoft.com/office/drawing/2014/main" id="{2A87953E-8932-091E-DA32-AD070ABE3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10620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88093" name="Text Box 35">
            <a:extLst>
              <a:ext uri="{FF2B5EF4-FFF2-40B4-BE49-F238E27FC236}">
                <a16:creationId xmlns:a16="http://schemas.microsoft.com/office/drawing/2014/main" id="{DBC1A6CE-B6DE-CAF2-8916-A4FE6E5AA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88094" name="Oval 36">
            <a:extLst>
              <a:ext uri="{FF2B5EF4-FFF2-40B4-BE49-F238E27FC236}">
                <a16:creationId xmlns:a16="http://schemas.microsoft.com/office/drawing/2014/main" id="{4189FA73-11BB-4BDE-C086-45994ABFD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88095" name="Oval 37">
            <a:extLst>
              <a:ext uri="{FF2B5EF4-FFF2-40B4-BE49-F238E27FC236}">
                <a16:creationId xmlns:a16="http://schemas.microsoft.com/office/drawing/2014/main" id="{0489A3E6-E42F-DCFA-A362-9B27D6BBE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88096" name="Oval 38">
            <a:extLst>
              <a:ext uri="{FF2B5EF4-FFF2-40B4-BE49-F238E27FC236}">
                <a16:creationId xmlns:a16="http://schemas.microsoft.com/office/drawing/2014/main" id="{6B15CE56-B6F1-D4D1-D321-56749E9F4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88097" name="Oval 39">
            <a:extLst>
              <a:ext uri="{FF2B5EF4-FFF2-40B4-BE49-F238E27FC236}">
                <a16:creationId xmlns:a16="http://schemas.microsoft.com/office/drawing/2014/main" id="{862B975B-1767-17D7-F665-8666BDE01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88098" name="Oval 40">
            <a:extLst>
              <a:ext uri="{FF2B5EF4-FFF2-40B4-BE49-F238E27FC236}">
                <a16:creationId xmlns:a16="http://schemas.microsoft.com/office/drawing/2014/main" id="{1C3534CC-1D79-19D6-4E16-9EF8EED02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88099" name="Oval 41">
            <a:extLst>
              <a:ext uri="{FF2B5EF4-FFF2-40B4-BE49-F238E27FC236}">
                <a16:creationId xmlns:a16="http://schemas.microsoft.com/office/drawing/2014/main" id="{09760FBC-2E42-E175-DE3C-337F04401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06FC430A-91C6-5C9E-D444-E700E80054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90115" name="Text Box 3">
            <a:extLst>
              <a:ext uri="{FF2B5EF4-FFF2-40B4-BE49-F238E27FC236}">
                <a16:creationId xmlns:a16="http://schemas.microsoft.com/office/drawing/2014/main" id="{C8AC5F6C-C2F6-4139-4E40-E58EA43E8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H D</a:t>
            </a:r>
          </a:p>
        </p:txBody>
      </p:sp>
      <p:sp>
        <p:nvSpPr>
          <p:cNvPr id="90116" name="Text Box 4">
            <a:extLst>
              <a:ext uri="{FF2B5EF4-FFF2-40B4-BE49-F238E27FC236}">
                <a16:creationId xmlns:a16="http://schemas.microsoft.com/office/drawing/2014/main" id="{CF0AEC70-5A75-3C0B-A05F-12B372460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90117" name="AutoShape 9">
            <a:extLst>
              <a:ext uri="{FF2B5EF4-FFF2-40B4-BE49-F238E27FC236}">
                <a16:creationId xmlns:a16="http://schemas.microsoft.com/office/drawing/2014/main" id="{F63FE097-6051-3E0C-2715-8D2923D606E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0118" name="AutoShape 10">
            <a:extLst>
              <a:ext uri="{FF2B5EF4-FFF2-40B4-BE49-F238E27FC236}">
                <a16:creationId xmlns:a16="http://schemas.microsoft.com/office/drawing/2014/main" id="{2C09478C-0833-1C7B-3B07-450799F43E4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0119" name="AutoShape 11">
            <a:extLst>
              <a:ext uri="{FF2B5EF4-FFF2-40B4-BE49-F238E27FC236}">
                <a16:creationId xmlns:a16="http://schemas.microsoft.com/office/drawing/2014/main" id="{801089D6-59B3-4AAC-0D90-06A7C6617B2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0120" name="AutoShape 12">
            <a:extLst>
              <a:ext uri="{FF2B5EF4-FFF2-40B4-BE49-F238E27FC236}">
                <a16:creationId xmlns:a16="http://schemas.microsoft.com/office/drawing/2014/main" id="{5E0FBB2E-72E3-EAA9-5AEB-59B0EA7A931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0121" name="AutoShape 13">
            <a:extLst>
              <a:ext uri="{FF2B5EF4-FFF2-40B4-BE49-F238E27FC236}">
                <a16:creationId xmlns:a16="http://schemas.microsoft.com/office/drawing/2014/main" id="{90D686BB-8367-A319-CC47-C2080503BD3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0122" name="AutoShape 14">
            <a:extLst>
              <a:ext uri="{FF2B5EF4-FFF2-40B4-BE49-F238E27FC236}">
                <a16:creationId xmlns:a16="http://schemas.microsoft.com/office/drawing/2014/main" id="{439132C4-1CED-5BCF-8C98-16FE6303B35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0123" name="Oval 15">
            <a:extLst>
              <a:ext uri="{FF2B5EF4-FFF2-40B4-BE49-F238E27FC236}">
                <a16:creationId xmlns:a16="http://schemas.microsoft.com/office/drawing/2014/main" id="{3B9A6F32-0B31-A119-B845-4500103F5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0124" name="Oval 16">
            <a:extLst>
              <a:ext uri="{FF2B5EF4-FFF2-40B4-BE49-F238E27FC236}">
                <a16:creationId xmlns:a16="http://schemas.microsoft.com/office/drawing/2014/main" id="{FBEB5D49-798B-E1B0-D1E6-4C654F7C1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90125" name="AutoShape 19">
            <a:extLst>
              <a:ext uri="{FF2B5EF4-FFF2-40B4-BE49-F238E27FC236}">
                <a16:creationId xmlns:a16="http://schemas.microsoft.com/office/drawing/2014/main" id="{976DD130-89C2-EBCA-7DE8-276652218BA7}"/>
              </a:ext>
            </a:extLst>
          </p:cNvPr>
          <p:cNvCxnSpPr>
            <a:cxnSpLocks noChangeShapeType="1"/>
            <a:endCxn id="90123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0126" name="AutoShape 20">
            <a:extLst>
              <a:ext uri="{FF2B5EF4-FFF2-40B4-BE49-F238E27FC236}">
                <a16:creationId xmlns:a16="http://schemas.microsoft.com/office/drawing/2014/main" id="{33E6740D-7D34-EC2A-BB34-7A61F2F2088C}"/>
              </a:ext>
            </a:extLst>
          </p:cNvPr>
          <p:cNvCxnSpPr>
            <a:cxnSpLocks noChangeShapeType="1"/>
            <a:endCxn id="90123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0127" name="AutoShape 21">
            <a:extLst>
              <a:ext uri="{FF2B5EF4-FFF2-40B4-BE49-F238E27FC236}">
                <a16:creationId xmlns:a16="http://schemas.microsoft.com/office/drawing/2014/main" id="{7ADAF7BA-4ED2-F729-DA52-2A005753E3A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0128" name="AutoShape 22">
            <a:extLst>
              <a:ext uri="{FF2B5EF4-FFF2-40B4-BE49-F238E27FC236}">
                <a16:creationId xmlns:a16="http://schemas.microsoft.com/office/drawing/2014/main" id="{1731CD2A-37AC-6D73-8EE6-822B1FF77E42}"/>
              </a:ext>
            </a:extLst>
          </p:cNvPr>
          <p:cNvCxnSpPr>
            <a:cxnSpLocks noChangeShapeType="1"/>
            <a:endCxn id="90124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0129" name="AutoShape 23">
            <a:extLst>
              <a:ext uri="{FF2B5EF4-FFF2-40B4-BE49-F238E27FC236}">
                <a16:creationId xmlns:a16="http://schemas.microsoft.com/office/drawing/2014/main" id="{74533502-B7D7-407C-8ADA-1CEC7D65689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0130" name="Text Box 24">
            <a:extLst>
              <a:ext uri="{FF2B5EF4-FFF2-40B4-BE49-F238E27FC236}">
                <a16:creationId xmlns:a16="http://schemas.microsoft.com/office/drawing/2014/main" id="{15223E7E-EACB-9FF7-8049-24C0DE1C1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90131" name="Text Box 26">
            <a:extLst>
              <a:ext uri="{FF2B5EF4-FFF2-40B4-BE49-F238E27FC236}">
                <a16:creationId xmlns:a16="http://schemas.microsoft.com/office/drawing/2014/main" id="{190FF959-8C7C-75F6-4727-63C8AB5E2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0132" name="Text Box 27">
            <a:extLst>
              <a:ext uri="{FF2B5EF4-FFF2-40B4-BE49-F238E27FC236}">
                <a16:creationId xmlns:a16="http://schemas.microsoft.com/office/drawing/2014/main" id="{6AEABDA0-9B7B-279D-D360-5A9B2C0F2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0133" name="Text Box 28">
            <a:extLst>
              <a:ext uri="{FF2B5EF4-FFF2-40B4-BE49-F238E27FC236}">
                <a16:creationId xmlns:a16="http://schemas.microsoft.com/office/drawing/2014/main" id="{A934832B-438E-AC9A-9DFF-43D6493AB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get next vertex</a:t>
            </a:r>
          </a:p>
        </p:txBody>
      </p:sp>
      <p:sp>
        <p:nvSpPr>
          <p:cNvPr id="90134" name="Text Box 29">
            <a:extLst>
              <a:ext uri="{FF2B5EF4-FFF2-40B4-BE49-F238E27FC236}">
                <a16:creationId xmlns:a16="http://schemas.microsoft.com/office/drawing/2014/main" id="{5BE61CC5-BCD9-1972-C44B-13654540A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90135" name="Text Box 30">
            <a:extLst>
              <a:ext uri="{FF2B5EF4-FFF2-40B4-BE49-F238E27FC236}">
                <a16:creationId xmlns:a16="http://schemas.microsoft.com/office/drawing/2014/main" id="{79BEB51E-A1B0-A66C-F4CD-8189760AB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90136" name="Text Box 31">
            <a:extLst>
              <a:ext uri="{FF2B5EF4-FFF2-40B4-BE49-F238E27FC236}">
                <a16:creationId xmlns:a16="http://schemas.microsoft.com/office/drawing/2014/main" id="{BDFDE263-A7A8-6802-48A0-C13D95E5F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90137" name="Text Box 32">
            <a:extLst>
              <a:ext uri="{FF2B5EF4-FFF2-40B4-BE49-F238E27FC236}">
                <a16:creationId xmlns:a16="http://schemas.microsoft.com/office/drawing/2014/main" id="{CDB89033-A5A8-32E9-DFA0-3E213DC32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90138" name="Text Box 33">
            <a:extLst>
              <a:ext uri="{FF2B5EF4-FFF2-40B4-BE49-F238E27FC236}">
                <a16:creationId xmlns:a16="http://schemas.microsoft.com/office/drawing/2014/main" id="{376755A2-D340-2FBC-731A-BCC202E96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90139" name="Text Box 34">
            <a:extLst>
              <a:ext uri="{FF2B5EF4-FFF2-40B4-BE49-F238E27FC236}">
                <a16:creationId xmlns:a16="http://schemas.microsoft.com/office/drawing/2014/main" id="{AB5D2813-D75A-BAE9-B590-7E0163A5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10620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90140" name="Text Box 35">
            <a:extLst>
              <a:ext uri="{FF2B5EF4-FFF2-40B4-BE49-F238E27FC236}">
                <a16:creationId xmlns:a16="http://schemas.microsoft.com/office/drawing/2014/main" id="{C49ED32B-03D9-E930-2689-DA4CEA1AF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90141" name="Oval 36">
            <a:extLst>
              <a:ext uri="{FF2B5EF4-FFF2-40B4-BE49-F238E27FC236}">
                <a16:creationId xmlns:a16="http://schemas.microsoft.com/office/drawing/2014/main" id="{980995E1-6D08-74C9-947A-F9AEE5E02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90142" name="Oval 37">
            <a:extLst>
              <a:ext uri="{FF2B5EF4-FFF2-40B4-BE49-F238E27FC236}">
                <a16:creationId xmlns:a16="http://schemas.microsoft.com/office/drawing/2014/main" id="{6994C1D9-324A-833E-8DD9-11EB8E919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90143" name="Oval 38">
            <a:extLst>
              <a:ext uri="{FF2B5EF4-FFF2-40B4-BE49-F238E27FC236}">
                <a16:creationId xmlns:a16="http://schemas.microsoft.com/office/drawing/2014/main" id="{AB1EE697-C3B1-0DEA-0CA2-312CDED8B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90144" name="Oval 39">
            <a:extLst>
              <a:ext uri="{FF2B5EF4-FFF2-40B4-BE49-F238E27FC236}">
                <a16:creationId xmlns:a16="http://schemas.microsoft.com/office/drawing/2014/main" id="{17582339-23F1-F4A1-81AE-1A071F5AD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90145" name="Oval 40">
            <a:extLst>
              <a:ext uri="{FF2B5EF4-FFF2-40B4-BE49-F238E27FC236}">
                <a16:creationId xmlns:a16="http://schemas.microsoft.com/office/drawing/2014/main" id="{828BA98C-BEF9-06EE-3850-5F1522B3F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90146" name="Oval 41">
            <a:extLst>
              <a:ext uri="{FF2B5EF4-FFF2-40B4-BE49-F238E27FC236}">
                <a16:creationId xmlns:a16="http://schemas.microsoft.com/office/drawing/2014/main" id="{768D2758-E41B-0297-C7EA-6165519A3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  <p:sp>
        <p:nvSpPr>
          <p:cNvPr id="90147" name="Oval 42">
            <a:extLst>
              <a:ext uri="{FF2B5EF4-FFF2-40B4-BE49-F238E27FC236}">
                <a16:creationId xmlns:a16="http://schemas.microsoft.com/office/drawing/2014/main" id="{FAE70EE3-53A7-7AAD-098B-24B3FB70C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B84E3A83-F218-7CA2-F1DC-4DEF64D791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92163" name="Text Box 3">
            <a:extLst>
              <a:ext uri="{FF2B5EF4-FFF2-40B4-BE49-F238E27FC236}">
                <a16:creationId xmlns:a16="http://schemas.microsoft.com/office/drawing/2014/main" id="{8E178116-7FA6-8209-2B57-A525D4A6D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D</a:t>
            </a:r>
          </a:p>
        </p:txBody>
      </p:sp>
      <p:sp>
        <p:nvSpPr>
          <p:cNvPr id="92164" name="Text Box 4">
            <a:extLst>
              <a:ext uri="{FF2B5EF4-FFF2-40B4-BE49-F238E27FC236}">
                <a16:creationId xmlns:a16="http://schemas.microsoft.com/office/drawing/2014/main" id="{339FF300-08E6-C485-1212-EE8B52215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92165" name="AutoShape 9">
            <a:extLst>
              <a:ext uri="{FF2B5EF4-FFF2-40B4-BE49-F238E27FC236}">
                <a16:creationId xmlns:a16="http://schemas.microsoft.com/office/drawing/2014/main" id="{8C455CEF-A20D-2848-DB08-F7CC409B5BD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166" name="AutoShape 10">
            <a:extLst>
              <a:ext uri="{FF2B5EF4-FFF2-40B4-BE49-F238E27FC236}">
                <a16:creationId xmlns:a16="http://schemas.microsoft.com/office/drawing/2014/main" id="{3A7DDB44-C6DE-FA7D-2EA5-16F82D8F746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167" name="AutoShape 11">
            <a:extLst>
              <a:ext uri="{FF2B5EF4-FFF2-40B4-BE49-F238E27FC236}">
                <a16:creationId xmlns:a16="http://schemas.microsoft.com/office/drawing/2014/main" id="{65CCFE53-25B6-CBBB-D23C-830C65CDE5F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168" name="AutoShape 12">
            <a:extLst>
              <a:ext uri="{FF2B5EF4-FFF2-40B4-BE49-F238E27FC236}">
                <a16:creationId xmlns:a16="http://schemas.microsoft.com/office/drawing/2014/main" id="{C77029C0-76CB-9859-0E9F-FB3C9C45E43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169" name="AutoShape 13">
            <a:extLst>
              <a:ext uri="{FF2B5EF4-FFF2-40B4-BE49-F238E27FC236}">
                <a16:creationId xmlns:a16="http://schemas.microsoft.com/office/drawing/2014/main" id="{2CC83CAA-4D25-F95C-5E98-B0EDDC10004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170" name="AutoShape 14">
            <a:extLst>
              <a:ext uri="{FF2B5EF4-FFF2-40B4-BE49-F238E27FC236}">
                <a16:creationId xmlns:a16="http://schemas.microsoft.com/office/drawing/2014/main" id="{3CFA5811-6E64-8C68-6DCA-41EA1E9FCDC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2171" name="Oval 15">
            <a:extLst>
              <a:ext uri="{FF2B5EF4-FFF2-40B4-BE49-F238E27FC236}">
                <a16:creationId xmlns:a16="http://schemas.microsoft.com/office/drawing/2014/main" id="{ADC5EF79-F23D-DAE1-BAA1-5848EC1ED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H</a:t>
            </a:r>
          </a:p>
        </p:txBody>
      </p:sp>
      <p:sp>
        <p:nvSpPr>
          <p:cNvPr id="92172" name="Oval 16">
            <a:extLst>
              <a:ext uri="{FF2B5EF4-FFF2-40B4-BE49-F238E27FC236}">
                <a16:creationId xmlns:a16="http://schemas.microsoft.com/office/drawing/2014/main" id="{400D0795-B7EB-3E3D-F382-015A08302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92173" name="AutoShape 19">
            <a:extLst>
              <a:ext uri="{FF2B5EF4-FFF2-40B4-BE49-F238E27FC236}">
                <a16:creationId xmlns:a16="http://schemas.microsoft.com/office/drawing/2014/main" id="{34A835A6-B26A-5A95-C741-8CD343C52D38}"/>
              </a:ext>
            </a:extLst>
          </p:cNvPr>
          <p:cNvCxnSpPr>
            <a:cxnSpLocks noChangeShapeType="1"/>
            <a:endCxn id="92171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174" name="AutoShape 20">
            <a:extLst>
              <a:ext uri="{FF2B5EF4-FFF2-40B4-BE49-F238E27FC236}">
                <a16:creationId xmlns:a16="http://schemas.microsoft.com/office/drawing/2014/main" id="{ACAE9A3C-A18B-8C39-6544-62FD3231412B}"/>
              </a:ext>
            </a:extLst>
          </p:cNvPr>
          <p:cNvCxnSpPr>
            <a:cxnSpLocks noChangeShapeType="1"/>
            <a:endCxn id="92171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175" name="AutoShape 21">
            <a:extLst>
              <a:ext uri="{FF2B5EF4-FFF2-40B4-BE49-F238E27FC236}">
                <a16:creationId xmlns:a16="http://schemas.microsoft.com/office/drawing/2014/main" id="{F345D178-B3BC-F05F-9AD5-ED8641A681B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176" name="AutoShape 22">
            <a:extLst>
              <a:ext uri="{FF2B5EF4-FFF2-40B4-BE49-F238E27FC236}">
                <a16:creationId xmlns:a16="http://schemas.microsoft.com/office/drawing/2014/main" id="{CB78FFCE-D0F4-83F9-C3EA-5D03BB9B5C0F}"/>
              </a:ext>
            </a:extLst>
          </p:cNvPr>
          <p:cNvCxnSpPr>
            <a:cxnSpLocks noChangeShapeType="1"/>
            <a:endCxn id="92172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177" name="AutoShape 23">
            <a:extLst>
              <a:ext uri="{FF2B5EF4-FFF2-40B4-BE49-F238E27FC236}">
                <a16:creationId xmlns:a16="http://schemas.microsoft.com/office/drawing/2014/main" id="{F0F8B8DD-BA99-53F6-222E-D339DFA1C80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2178" name="Text Box 24">
            <a:extLst>
              <a:ext uri="{FF2B5EF4-FFF2-40B4-BE49-F238E27FC236}">
                <a16:creationId xmlns:a16="http://schemas.microsoft.com/office/drawing/2014/main" id="{FD83B981-CAB1-E829-786C-627719A29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92179" name="Text Box 26">
            <a:extLst>
              <a:ext uri="{FF2B5EF4-FFF2-40B4-BE49-F238E27FC236}">
                <a16:creationId xmlns:a16="http://schemas.microsoft.com/office/drawing/2014/main" id="{02E7CEC5-6786-1D6F-0972-B753C36E5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2180" name="Text Box 27">
            <a:extLst>
              <a:ext uri="{FF2B5EF4-FFF2-40B4-BE49-F238E27FC236}">
                <a16:creationId xmlns:a16="http://schemas.microsoft.com/office/drawing/2014/main" id="{E92B4492-73EE-52E6-459D-28501B7FF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2181" name="Text Box 28">
            <a:extLst>
              <a:ext uri="{FF2B5EF4-FFF2-40B4-BE49-F238E27FC236}">
                <a16:creationId xmlns:a16="http://schemas.microsoft.com/office/drawing/2014/main" id="{9ACE425C-AF11-FBE0-B890-87302197F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H</a:t>
            </a:r>
          </a:p>
        </p:txBody>
      </p:sp>
      <p:sp>
        <p:nvSpPr>
          <p:cNvPr id="92182" name="Text Box 29">
            <a:extLst>
              <a:ext uri="{FF2B5EF4-FFF2-40B4-BE49-F238E27FC236}">
                <a16:creationId xmlns:a16="http://schemas.microsoft.com/office/drawing/2014/main" id="{495C4B3F-EAF3-B3D2-BEA2-A77715D6F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92183" name="Text Box 30">
            <a:extLst>
              <a:ext uri="{FF2B5EF4-FFF2-40B4-BE49-F238E27FC236}">
                <a16:creationId xmlns:a16="http://schemas.microsoft.com/office/drawing/2014/main" id="{4A582CB4-42FA-CEB1-C7DD-E55239374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92184" name="Text Box 31">
            <a:extLst>
              <a:ext uri="{FF2B5EF4-FFF2-40B4-BE49-F238E27FC236}">
                <a16:creationId xmlns:a16="http://schemas.microsoft.com/office/drawing/2014/main" id="{FA7E7253-5DA1-D4AC-C174-5E1761FC8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92185" name="Text Box 32">
            <a:extLst>
              <a:ext uri="{FF2B5EF4-FFF2-40B4-BE49-F238E27FC236}">
                <a16:creationId xmlns:a16="http://schemas.microsoft.com/office/drawing/2014/main" id="{11903503-4302-135D-43BC-EAA70D276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92186" name="Text Box 33">
            <a:extLst>
              <a:ext uri="{FF2B5EF4-FFF2-40B4-BE49-F238E27FC236}">
                <a16:creationId xmlns:a16="http://schemas.microsoft.com/office/drawing/2014/main" id="{5297B9B9-3906-5BD2-8DB0-33EBAE96A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92187" name="Text Box 34">
            <a:extLst>
              <a:ext uri="{FF2B5EF4-FFF2-40B4-BE49-F238E27FC236}">
                <a16:creationId xmlns:a16="http://schemas.microsoft.com/office/drawing/2014/main" id="{18EAD61C-5710-F203-7CFF-1FEBEBABC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10620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92195" name="AutoShape 35">
            <a:extLst>
              <a:ext uri="{FF2B5EF4-FFF2-40B4-BE49-F238E27FC236}">
                <a16:creationId xmlns:a16="http://schemas.microsoft.com/office/drawing/2014/main" id="{29708707-D194-7EA0-2750-0A517E6F919C}"/>
              </a:ext>
            </a:extLst>
          </p:cNvPr>
          <p:cNvCxnSpPr>
            <a:cxnSpLocks noChangeShapeType="1"/>
            <a:endCxn id="92171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2196" name="AutoShape 36">
            <a:extLst>
              <a:ext uri="{FF2B5EF4-FFF2-40B4-BE49-F238E27FC236}">
                <a16:creationId xmlns:a16="http://schemas.microsoft.com/office/drawing/2014/main" id="{383E6C0C-051D-0E6F-1108-A4D88EBE4EAB}"/>
              </a:ext>
            </a:extLst>
          </p:cNvPr>
          <p:cNvCxnSpPr>
            <a:cxnSpLocks noChangeShapeType="1"/>
            <a:endCxn id="92171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2190" name="Text Box 37">
            <a:extLst>
              <a:ext uri="{FF2B5EF4-FFF2-40B4-BE49-F238E27FC236}">
                <a16:creationId xmlns:a16="http://schemas.microsoft.com/office/drawing/2014/main" id="{BFF5BBBB-BF67-679D-4ED1-7FD87115E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92191" name="Oval 38">
            <a:extLst>
              <a:ext uri="{FF2B5EF4-FFF2-40B4-BE49-F238E27FC236}">
                <a16:creationId xmlns:a16="http://schemas.microsoft.com/office/drawing/2014/main" id="{7199FC08-1D14-0805-44AD-56342C9C7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92192" name="Oval 39">
            <a:extLst>
              <a:ext uri="{FF2B5EF4-FFF2-40B4-BE49-F238E27FC236}">
                <a16:creationId xmlns:a16="http://schemas.microsoft.com/office/drawing/2014/main" id="{A95AC49E-33F6-DC29-2FAE-325A6B09D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92193" name="Oval 40">
            <a:extLst>
              <a:ext uri="{FF2B5EF4-FFF2-40B4-BE49-F238E27FC236}">
                <a16:creationId xmlns:a16="http://schemas.microsoft.com/office/drawing/2014/main" id="{F98C40FC-A7A1-7B61-E399-B16A95766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92194" name="Oval 41">
            <a:extLst>
              <a:ext uri="{FF2B5EF4-FFF2-40B4-BE49-F238E27FC236}">
                <a16:creationId xmlns:a16="http://schemas.microsoft.com/office/drawing/2014/main" id="{7B4B4417-CD8C-A119-0974-0AC38A1A4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2" name="Oval 42">
            <a:extLst>
              <a:ext uri="{FF2B5EF4-FFF2-40B4-BE49-F238E27FC236}">
                <a16:creationId xmlns:a16="http://schemas.microsoft.com/office/drawing/2014/main" id="{D6385F02-0ACF-DFD8-02D2-0D0DEC986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3" name="Oval 43">
            <a:extLst>
              <a:ext uri="{FF2B5EF4-FFF2-40B4-BE49-F238E27FC236}">
                <a16:creationId xmlns:a16="http://schemas.microsoft.com/office/drawing/2014/main" id="{445569F5-043A-4237-828F-BF0C957D6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  <p:sp>
        <p:nvSpPr>
          <p:cNvPr id="92197" name="Oval 44">
            <a:extLst>
              <a:ext uri="{FF2B5EF4-FFF2-40B4-BE49-F238E27FC236}">
                <a16:creationId xmlns:a16="http://schemas.microsoft.com/office/drawing/2014/main" id="{419AB009-2CFC-AB26-8250-07EB4FE0E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2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2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CB314A86-0ECB-D94E-F259-487389B7D5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94211" name="Text Box 3">
            <a:extLst>
              <a:ext uri="{FF2B5EF4-FFF2-40B4-BE49-F238E27FC236}">
                <a16:creationId xmlns:a16="http://schemas.microsoft.com/office/drawing/2014/main" id="{3131C62B-CD96-B848-E78D-452C29CAC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D</a:t>
            </a:r>
          </a:p>
        </p:txBody>
      </p:sp>
      <p:sp>
        <p:nvSpPr>
          <p:cNvPr id="94212" name="Text Box 4">
            <a:extLst>
              <a:ext uri="{FF2B5EF4-FFF2-40B4-BE49-F238E27FC236}">
                <a16:creationId xmlns:a16="http://schemas.microsoft.com/office/drawing/2014/main" id="{7FD4474F-EF49-C924-C3D8-880D00A54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94213" name="AutoShape 9">
            <a:extLst>
              <a:ext uri="{FF2B5EF4-FFF2-40B4-BE49-F238E27FC236}">
                <a16:creationId xmlns:a16="http://schemas.microsoft.com/office/drawing/2014/main" id="{07334FAA-E1B9-5CE2-EE2B-10D61E8122E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4214" name="AutoShape 10">
            <a:extLst>
              <a:ext uri="{FF2B5EF4-FFF2-40B4-BE49-F238E27FC236}">
                <a16:creationId xmlns:a16="http://schemas.microsoft.com/office/drawing/2014/main" id="{2428B3AB-99FB-96FF-5422-ADB53A975D4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4215" name="AutoShape 11">
            <a:extLst>
              <a:ext uri="{FF2B5EF4-FFF2-40B4-BE49-F238E27FC236}">
                <a16:creationId xmlns:a16="http://schemas.microsoft.com/office/drawing/2014/main" id="{3BB91115-1B34-3AD4-B12C-741F6A137A3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4216" name="AutoShape 12">
            <a:extLst>
              <a:ext uri="{FF2B5EF4-FFF2-40B4-BE49-F238E27FC236}">
                <a16:creationId xmlns:a16="http://schemas.microsoft.com/office/drawing/2014/main" id="{3A4D75A4-B09C-CACE-02E4-00401B7181D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4217" name="AutoShape 13">
            <a:extLst>
              <a:ext uri="{FF2B5EF4-FFF2-40B4-BE49-F238E27FC236}">
                <a16:creationId xmlns:a16="http://schemas.microsoft.com/office/drawing/2014/main" id="{AF3CED9D-C295-4EB3-E168-B301B4FE107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4218" name="AutoShape 14">
            <a:extLst>
              <a:ext uri="{FF2B5EF4-FFF2-40B4-BE49-F238E27FC236}">
                <a16:creationId xmlns:a16="http://schemas.microsoft.com/office/drawing/2014/main" id="{E87D1E7C-C849-010A-4723-8CB77EB7356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4219" name="Oval 16">
            <a:extLst>
              <a:ext uri="{FF2B5EF4-FFF2-40B4-BE49-F238E27FC236}">
                <a16:creationId xmlns:a16="http://schemas.microsoft.com/office/drawing/2014/main" id="{70930B33-C412-A71C-B715-0DDE88B92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94220" name="AutoShape 19">
            <a:extLst>
              <a:ext uri="{FF2B5EF4-FFF2-40B4-BE49-F238E27FC236}">
                <a16:creationId xmlns:a16="http://schemas.microsoft.com/office/drawing/2014/main" id="{06222A45-F594-9101-5795-DD3057E2C715}"/>
              </a:ext>
            </a:extLst>
          </p:cNvPr>
          <p:cNvCxnSpPr>
            <a:cxnSpLocks noChangeShapeType="1"/>
            <a:stCxn id="94243" idx="5"/>
          </p:cNvCxnSpPr>
          <p:nvPr/>
        </p:nvCxnSpPr>
        <p:spPr bwMode="auto">
          <a:xfrm>
            <a:off x="6253163" y="1752600"/>
            <a:ext cx="1489075" cy="1214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4221" name="AutoShape 20">
            <a:extLst>
              <a:ext uri="{FF2B5EF4-FFF2-40B4-BE49-F238E27FC236}">
                <a16:creationId xmlns:a16="http://schemas.microsoft.com/office/drawing/2014/main" id="{2D45C276-0CFA-F336-AFA8-3AEA38C4BA5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4222" name="AutoShape 21">
            <a:extLst>
              <a:ext uri="{FF2B5EF4-FFF2-40B4-BE49-F238E27FC236}">
                <a16:creationId xmlns:a16="http://schemas.microsoft.com/office/drawing/2014/main" id="{6FCDD43B-A9C8-C23D-3780-0663DDED7DFF}"/>
              </a:ext>
            </a:extLst>
          </p:cNvPr>
          <p:cNvCxnSpPr>
            <a:cxnSpLocks noChangeShapeType="1"/>
            <a:stCxn id="94243" idx="4"/>
          </p:cNvCxnSpPr>
          <p:nvPr/>
        </p:nvCxnSpPr>
        <p:spPr bwMode="auto">
          <a:xfrm>
            <a:off x="6156325" y="1792288"/>
            <a:ext cx="0" cy="11350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4223" name="AutoShape 22">
            <a:extLst>
              <a:ext uri="{FF2B5EF4-FFF2-40B4-BE49-F238E27FC236}">
                <a16:creationId xmlns:a16="http://schemas.microsoft.com/office/drawing/2014/main" id="{368465F0-716F-8977-60FA-765A5BC749F8}"/>
              </a:ext>
            </a:extLst>
          </p:cNvPr>
          <p:cNvCxnSpPr>
            <a:cxnSpLocks noChangeShapeType="1"/>
            <a:stCxn id="94243" idx="6"/>
            <a:endCxn id="94219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4224" name="AutoShape 23">
            <a:extLst>
              <a:ext uri="{FF2B5EF4-FFF2-40B4-BE49-F238E27FC236}">
                <a16:creationId xmlns:a16="http://schemas.microsoft.com/office/drawing/2014/main" id="{092E9E06-E28F-C7BF-670E-C3D91667C61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4225" name="Text Box 24">
            <a:extLst>
              <a:ext uri="{FF2B5EF4-FFF2-40B4-BE49-F238E27FC236}">
                <a16:creationId xmlns:a16="http://schemas.microsoft.com/office/drawing/2014/main" id="{0C6B081D-5C84-0946-C124-6C54AC06B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94226" name="Text Box 26">
            <a:extLst>
              <a:ext uri="{FF2B5EF4-FFF2-40B4-BE49-F238E27FC236}">
                <a16:creationId xmlns:a16="http://schemas.microsoft.com/office/drawing/2014/main" id="{8ECC21A4-A581-4C46-F5FC-2C38EDE9B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4227" name="Text Box 27">
            <a:extLst>
              <a:ext uri="{FF2B5EF4-FFF2-40B4-BE49-F238E27FC236}">
                <a16:creationId xmlns:a16="http://schemas.microsoft.com/office/drawing/2014/main" id="{469B9352-5F4F-C3AA-A119-6AC80C2EB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4228" name="Text Box 28">
            <a:extLst>
              <a:ext uri="{FF2B5EF4-FFF2-40B4-BE49-F238E27FC236}">
                <a16:creationId xmlns:a16="http://schemas.microsoft.com/office/drawing/2014/main" id="{47F4B586-FD8E-1741-3BBA-0EA45571E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finished H</a:t>
            </a:r>
          </a:p>
        </p:txBody>
      </p:sp>
      <p:sp>
        <p:nvSpPr>
          <p:cNvPr id="94229" name="Text Box 29">
            <a:extLst>
              <a:ext uri="{FF2B5EF4-FFF2-40B4-BE49-F238E27FC236}">
                <a16:creationId xmlns:a16="http://schemas.microsoft.com/office/drawing/2014/main" id="{127DAE1E-48F9-F767-E9D2-6FBFFC745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94230" name="Text Box 30">
            <a:extLst>
              <a:ext uri="{FF2B5EF4-FFF2-40B4-BE49-F238E27FC236}">
                <a16:creationId xmlns:a16="http://schemas.microsoft.com/office/drawing/2014/main" id="{F9000241-5927-B980-F5F3-984A2D937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94231" name="Text Box 31">
            <a:extLst>
              <a:ext uri="{FF2B5EF4-FFF2-40B4-BE49-F238E27FC236}">
                <a16:creationId xmlns:a16="http://schemas.microsoft.com/office/drawing/2014/main" id="{85374F9A-B43A-FF87-7705-F1C22EDFD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94232" name="Text Box 32">
            <a:extLst>
              <a:ext uri="{FF2B5EF4-FFF2-40B4-BE49-F238E27FC236}">
                <a16:creationId xmlns:a16="http://schemas.microsoft.com/office/drawing/2014/main" id="{2350D42E-F7C4-A5AA-4A0D-4E6596296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94233" name="Text Box 33">
            <a:extLst>
              <a:ext uri="{FF2B5EF4-FFF2-40B4-BE49-F238E27FC236}">
                <a16:creationId xmlns:a16="http://schemas.microsoft.com/office/drawing/2014/main" id="{E036FFB9-EC19-866B-25C2-A0AACD2F9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94234" name="Text Box 34">
            <a:extLst>
              <a:ext uri="{FF2B5EF4-FFF2-40B4-BE49-F238E27FC236}">
                <a16:creationId xmlns:a16="http://schemas.microsoft.com/office/drawing/2014/main" id="{863D57C9-2809-F1D5-6BB7-F7AD372CB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10620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94235" name="Text Box 35">
            <a:extLst>
              <a:ext uri="{FF2B5EF4-FFF2-40B4-BE49-F238E27FC236}">
                <a16:creationId xmlns:a16="http://schemas.microsoft.com/office/drawing/2014/main" id="{E8715A1B-8243-41F0-BB7C-8A23A9251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94236" name="Oval 36">
            <a:extLst>
              <a:ext uri="{FF2B5EF4-FFF2-40B4-BE49-F238E27FC236}">
                <a16:creationId xmlns:a16="http://schemas.microsoft.com/office/drawing/2014/main" id="{A0411CBA-A3D7-9EA1-D991-71D5B65DF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94237" name="Oval 37">
            <a:extLst>
              <a:ext uri="{FF2B5EF4-FFF2-40B4-BE49-F238E27FC236}">
                <a16:creationId xmlns:a16="http://schemas.microsoft.com/office/drawing/2014/main" id="{F3FF97AB-7C0B-B5BE-644E-3C66FFAC0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94238" name="Oval 38">
            <a:extLst>
              <a:ext uri="{FF2B5EF4-FFF2-40B4-BE49-F238E27FC236}">
                <a16:creationId xmlns:a16="http://schemas.microsoft.com/office/drawing/2014/main" id="{D38BED9C-DA86-A862-0E51-5CA24A4DF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94239" name="Oval 39">
            <a:extLst>
              <a:ext uri="{FF2B5EF4-FFF2-40B4-BE49-F238E27FC236}">
                <a16:creationId xmlns:a16="http://schemas.microsoft.com/office/drawing/2014/main" id="{9A1CFAD6-A164-9DE3-6C55-576ED52CA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94240" name="Oval 40">
            <a:extLst>
              <a:ext uri="{FF2B5EF4-FFF2-40B4-BE49-F238E27FC236}">
                <a16:creationId xmlns:a16="http://schemas.microsoft.com/office/drawing/2014/main" id="{996DAAD0-119A-FE9B-3D1D-7460E3BF9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94241" name="Oval 41">
            <a:extLst>
              <a:ext uri="{FF2B5EF4-FFF2-40B4-BE49-F238E27FC236}">
                <a16:creationId xmlns:a16="http://schemas.microsoft.com/office/drawing/2014/main" id="{5DDBABBC-6EB4-76FB-346F-E3B6A3B39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  <p:sp>
        <p:nvSpPr>
          <p:cNvPr id="94242" name="Oval 42">
            <a:extLst>
              <a:ext uri="{FF2B5EF4-FFF2-40B4-BE49-F238E27FC236}">
                <a16:creationId xmlns:a16="http://schemas.microsoft.com/office/drawing/2014/main" id="{6CA9F455-FA4E-95A7-BDF2-6B23EF725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H</a:t>
            </a:r>
          </a:p>
        </p:txBody>
      </p:sp>
      <p:sp>
        <p:nvSpPr>
          <p:cNvPr id="94243" name="Oval 44">
            <a:extLst>
              <a:ext uri="{FF2B5EF4-FFF2-40B4-BE49-F238E27FC236}">
                <a16:creationId xmlns:a16="http://schemas.microsoft.com/office/drawing/2014/main" id="{676F53A9-0EBD-D749-87AC-04E758CEC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F448A35F-BB19-8ED2-33C3-B86120BDFA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96259" name="Text Box 3">
            <a:extLst>
              <a:ext uri="{FF2B5EF4-FFF2-40B4-BE49-F238E27FC236}">
                <a16:creationId xmlns:a16="http://schemas.microsoft.com/office/drawing/2014/main" id="{2462A59B-4F9E-11AD-249E-E472EAE4F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D</a:t>
            </a:r>
          </a:p>
        </p:txBody>
      </p:sp>
      <p:sp>
        <p:nvSpPr>
          <p:cNvPr id="96260" name="Text Box 4">
            <a:extLst>
              <a:ext uri="{FF2B5EF4-FFF2-40B4-BE49-F238E27FC236}">
                <a16:creationId xmlns:a16="http://schemas.microsoft.com/office/drawing/2014/main" id="{4CE58A73-FC65-3FDE-1078-7DBCF5D48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96261" name="AutoShape 9">
            <a:extLst>
              <a:ext uri="{FF2B5EF4-FFF2-40B4-BE49-F238E27FC236}">
                <a16:creationId xmlns:a16="http://schemas.microsoft.com/office/drawing/2014/main" id="{775275DF-52B2-BFBD-71E1-A2B4E79104D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6262" name="AutoShape 10">
            <a:extLst>
              <a:ext uri="{FF2B5EF4-FFF2-40B4-BE49-F238E27FC236}">
                <a16:creationId xmlns:a16="http://schemas.microsoft.com/office/drawing/2014/main" id="{341D430E-717F-D4F0-BCB2-8EB1AB190B1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6263" name="AutoShape 11">
            <a:extLst>
              <a:ext uri="{FF2B5EF4-FFF2-40B4-BE49-F238E27FC236}">
                <a16:creationId xmlns:a16="http://schemas.microsoft.com/office/drawing/2014/main" id="{0523C6A4-D415-68B0-EE32-0AB513A6D96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6264" name="AutoShape 12">
            <a:extLst>
              <a:ext uri="{FF2B5EF4-FFF2-40B4-BE49-F238E27FC236}">
                <a16:creationId xmlns:a16="http://schemas.microsoft.com/office/drawing/2014/main" id="{1DC4C1D6-0688-9E7B-6600-DC7B1132E9C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6265" name="AutoShape 13">
            <a:extLst>
              <a:ext uri="{FF2B5EF4-FFF2-40B4-BE49-F238E27FC236}">
                <a16:creationId xmlns:a16="http://schemas.microsoft.com/office/drawing/2014/main" id="{DE03FA80-4928-317F-391A-D5FF9749BDE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6266" name="AutoShape 14">
            <a:extLst>
              <a:ext uri="{FF2B5EF4-FFF2-40B4-BE49-F238E27FC236}">
                <a16:creationId xmlns:a16="http://schemas.microsoft.com/office/drawing/2014/main" id="{C4F5BF8D-D03E-DDC4-CF75-DE4BF7D4E2C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6267" name="Oval 16">
            <a:extLst>
              <a:ext uri="{FF2B5EF4-FFF2-40B4-BE49-F238E27FC236}">
                <a16:creationId xmlns:a16="http://schemas.microsoft.com/office/drawing/2014/main" id="{76E8D058-6F35-ECF9-BB9D-6DCDDAC4A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96268" name="AutoShape 19">
            <a:extLst>
              <a:ext uri="{FF2B5EF4-FFF2-40B4-BE49-F238E27FC236}">
                <a16:creationId xmlns:a16="http://schemas.microsoft.com/office/drawing/2014/main" id="{CB4221EA-AB0A-5B17-0E7F-2775F5F8CB6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6269" name="AutoShape 20">
            <a:extLst>
              <a:ext uri="{FF2B5EF4-FFF2-40B4-BE49-F238E27FC236}">
                <a16:creationId xmlns:a16="http://schemas.microsoft.com/office/drawing/2014/main" id="{BBB4696B-7D20-5D40-20FE-1B41D9C3903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6270" name="AutoShape 21">
            <a:extLst>
              <a:ext uri="{FF2B5EF4-FFF2-40B4-BE49-F238E27FC236}">
                <a16:creationId xmlns:a16="http://schemas.microsoft.com/office/drawing/2014/main" id="{FB4103D5-416C-8D82-422E-5123F77198D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6271" name="AutoShape 22">
            <a:extLst>
              <a:ext uri="{FF2B5EF4-FFF2-40B4-BE49-F238E27FC236}">
                <a16:creationId xmlns:a16="http://schemas.microsoft.com/office/drawing/2014/main" id="{3FEC06C2-0FCF-7F20-F4A8-5A698DCEDA56}"/>
              </a:ext>
            </a:extLst>
          </p:cNvPr>
          <p:cNvCxnSpPr>
            <a:cxnSpLocks noChangeShapeType="1"/>
            <a:endCxn id="96267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6272" name="AutoShape 23">
            <a:extLst>
              <a:ext uri="{FF2B5EF4-FFF2-40B4-BE49-F238E27FC236}">
                <a16:creationId xmlns:a16="http://schemas.microsoft.com/office/drawing/2014/main" id="{52A453F8-33B0-EB9D-579E-E2FEFB251EC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6273" name="Text Box 24">
            <a:extLst>
              <a:ext uri="{FF2B5EF4-FFF2-40B4-BE49-F238E27FC236}">
                <a16:creationId xmlns:a16="http://schemas.microsoft.com/office/drawing/2014/main" id="{0CB9B6F1-5AE1-668B-9EF1-9F1A58D63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96274" name="Text Box 26">
            <a:extLst>
              <a:ext uri="{FF2B5EF4-FFF2-40B4-BE49-F238E27FC236}">
                <a16:creationId xmlns:a16="http://schemas.microsoft.com/office/drawing/2014/main" id="{FC8DC9CA-2781-1280-83BB-169D1241F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6275" name="Text Box 27">
            <a:extLst>
              <a:ext uri="{FF2B5EF4-FFF2-40B4-BE49-F238E27FC236}">
                <a16:creationId xmlns:a16="http://schemas.microsoft.com/office/drawing/2014/main" id="{F38A1E48-0B3D-7137-DB3B-44B3A4498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6276" name="Text Box 28">
            <a:extLst>
              <a:ext uri="{FF2B5EF4-FFF2-40B4-BE49-F238E27FC236}">
                <a16:creationId xmlns:a16="http://schemas.microsoft.com/office/drawing/2014/main" id="{28AE0D34-08D1-88D5-A740-90D39ADF2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dequeue next vertex</a:t>
            </a:r>
          </a:p>
        </p:txBody>
      </p:sp>
      <p:sp>
        <p:nvSpPr>
          <p:cNvPr id="96277" name="Text Box 29">
            <a:extLst>
              <a:ext uri="{FF2B5EF4-FFF2-40B4-BE49-F238E27FC236}">
                <a16:creationId xmlns:a16="http://schemas.microsoft.com/office/drawing/2014/main" id="{D0958EDC-D0D7-2957-13A0-BE113E97B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96278" name="Text Box 30">
            <a:extLst>
              <a:ext uri="{FF2B5EF4-FFF2-40B4-BE49-F238E27FC236}">
                <a16:creationId xmlns:a16="http://schemas.microsoft.com/office/drawing/2014/main" id="{0942D6C7-4CD7-8DFE-5628-C648B34BF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96279" name="Text Box 31">
            <a:extLst>
              <a:ext uri="{FF2B5EF4-FFF2-40B4-BE49-F238E27FC236}">
                <a16:creationId xmlns:a16="http://schemas.microsoft.com/office/drawing/2014/main" id="{06A7254C-930F-907B-BCE4-836F34C0A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96280" name="Text Box 32">
            <a:extLst>
              <a:ext uri="{FF2B5EF4-FFF2-40B4-BE49-F238E27FC236}">
                <a16:creationId xmlns:a16="http://schemas.microsoft.com/office/drawing/2014/main" id="{3832C622-3C7B-FF1D-E773-8E131D8DD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96281" name="Text Box 33">
            <a:extLst>
              <a:ext uri="{FF2B5EF4-FFF2-40B4-BE49-F238E27FC236}">
                <a16:creationId xmlns:a16="http://schemas.microsoft.com/office/drawing/2014/main" id="{DF0AA47B-8735-3553-7CE3-C69D983B6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96282" name="Text Box 34">
            <a:extLst>
              <a:ext uri="{FF2B5EF4-FFF2-40B4-BE49-F238E27FC236}">
                <a16:creationId xmlns:a16="http://schemas.microsoft.com/office/drawing/2014/main" id="{BEF26FF3-200D-9176-2100-A641DA4792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10620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96283" name="Text Box 35">
            <a:extLst>
              <a:ext uri="{FF2B5EF4-FFF2-40B4-BE49-F238E27FC236}">
                <a16:creationId xmlns:a16="http://schemas.microsoft.com/office/drawing/2014/main" id="{7A8B9CF1-1555-C601-A5BD-24E40008C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96284" name="Oval 36">
            <a:extLst>
              <a:ext uri="{FF2B5EF4-FFF2-40B4-BE49-F238E27FC236}">
                <a16:creationId xmlns:a16="http://schemas.microsoft.com/office/drawing/2014/main" id="{D79E8584-1BC2-3E14-194A-BA616E5C8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96285" name="Oval 37">
            <a:extLst>
              <a:ext uri="{FF2B5EF4-FFF2-40B4-BE49-F238E27FC236}">
                <a16:creationId xmlns:a16="http://schemas.microsoft.com/office/drawing/2014/main" id="{61EEA642-B446-ED55-7B0C-2FB2A6D13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96286" name="Oval 38">
            <a:extLst>
              <a:ext uri="{FF2B5EF4-FFF2-40B4-BE49-F238E27FC236}">
                <a16:creationId xmlns:a16="http://schemas.microsoft.com/office/drawing/2014/main" id="{0BDD2464-28DA-10D6-049F-600A172E6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96287" name="Oval 39">
            <a:extLst>
              <a:ext uri="{FF2B5EF4-FFF2-40B4-BE49-F238E27FC236}">
                <a16:creationId xmlns:a16="http://schemas.microsoft.com/office/drawing/2014/main" id="{34046EBD-C53A-D1EF-FB67-C3C755ED4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96288" name="Oval 40">
            <a:extLst>
              <a:ext uri="{FF2B5EF4-FFF2-40B4-BE49-F238E27FC236}">
                <a16:creationId xmlns:a16="http://schemas.microsoft.com/office/drawing/2014/main" id="{BE5ECC8D-6CAC-6698-95F1-7E88B12BA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96289" name="Oval 41">
            <a:extLst>
              <a:ext uri="{FF2B5EF4-FFF2-40B4-BE49-F238E27FC236}">
                <a16:creationId xmlns:a16="http://schemas.microsoft.com/office/drawing/2014/main" id="{91CC92FF-2F3E-6A13-D762-306C3B977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  <p:sp>
        <p:nvSpPr>
          <p:cNvPr id="96290" name="Oval 42">
            <a:extLst>
              <a:ext uri="{FF2B5EF4-FFF2-40B4-BE49-F238E27FC236}">
                <a16:creationId xmlns:a16="http://schemas.microsoft.com/office/drawing/2014/main" id="{652E73B1-6A43-DACB-34DA-DFB240767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H</a:t>
            </a:r>
          </a:p>
        </p:txBody>
      </p:sp>
      <p:sp>
        <p:nvSpPr>
          <p:cNvPr id="96291" name="Oval 43">
            <a:extLst>
              <a:ext uri="{FF2B5EF4-FFF2-40B4-BE49-F238E27FC236}">
                <a16:creationId xmlns:a16="http://schemas.microsoft.com/office/drawing/2014/main" id="{1D9346DF-0799-B897-F984-84AC3A27C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4726D7E9-489E-5389-858B-291CC4E105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98307" name="Text Box 3">
            <a:extLst>
              <a:ext uri="{FF2B5EF4-FFF2-40B4-BE49-F238E27FC236}">
                <a16:creationId xmlns:a16="http://schemas.microsoft.com/office/drawing/2014/main" id="{6587496E-593F-BA24-33A2-E76173DA1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98308" name="Text Box 4">
            <a:extLst>
              <a:ext uri="{FF2B5EF4-FFF2-40B4-BE49-F238E27FC236}">
                <a16:creationId xmlns:a16="http://schemas.microsoft.com/office/drawing/2014/main" id="{7DD67D53-23CF-3B2D-5647-0A71DFC6D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98309" name="AutoShape 9">
            <a:extLst>
              <a:ext uri="{FF2B5EF4-FFF2-40B4-BE49-F238E27FC236}">
                <a16:creationId xmlns:a16="http://schemas.microsoft.com/office/drawing/2014/main" id="{8B2140D3-F887-C630-9665-C45C80F0443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8310" name="AutoShape 10">
            <a:extLst>
              <a:ext uri="{FF2B5EF4-FFF2-40B4-BE49-F238E27FC236}">
                <a16:creationId xmlns:a16="http://schemas.microsoft.com/office/drawing/2014/main" id="{422862FB-4568-B467-B369-433C073BF92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8311" name="AutoShape 11">
            <a:extLst>
              <a:ext uri="{FF2B5EF4-FFF2-40B4-BE49-F238E27FC236}">
                <a16:creationId xmlns:a16="http://schemas.microsoft.com/office/drawing/2014/main" id="{C7F86C5D-833A-51FA-6005-9221C2C029F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8312" name="AutoShape 12">
            <a:extLst>
              <a:ext uri="{FF2B5EF4-FFF2-40B4-BE49-F238E27FC236}">
                <a16:creationId xmlns:a16="http://schemas.microsoft.com/office/drawing/2014/main" id="{AE0E65EC-B291-98BD-C1D6-E6020AB578C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8313" name="AutoShape 13">
            <a:extLst>
              <a:ext uri="{FF2B5EF4-FFF2-40B4-BE49-F238E27FC236}">
                <a16:creationId xmlns:a16="http://schemas.microsoft.com/office/drawing/2014/main" id="{7D820396-6D9F-5B2B-9A14-7B98AECF60A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8314" name="AutoShape 14">
            <a:extLst>
              <a:ext uri="{FF2B5EF4-FFF2-40B4-BE49-F238E27FC236}">
                <a16:creationId xmlns:a16="http://schemas.microsoft.com/office/drawing/2014/main" id="{4B9DC114-1387-8CBF-F0C7-4F0D031F927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8315" name="Oval 16">
            <a:extLst>
              <a:ext uri="{FF2B5EF4-FFF2-40B4-BE49-F238E27FC236}">
                <a16:creationId xmlns:a16="http://schemas.microsoft.com/office/drawing/2014/main" id="{885394E2-EC4B-18DB-8350-7C462B966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rgbClr val="003399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bg1"/>
                </a:solidFill>
              </a:rPr>
              <a:t>D</a:t>
            </a:r>
          </a:p>
        </p:txBody>
      </p:sp>
      <p:cxnSp>
        <p:nvCxnSpPr>
          <p:cNvPr id="98316" name="AutoShape 19">
            <a:extLst>
              <a:ext uri="{FF2B5EF4-FFF2-40B4-BE49-F238E27FC236}">
                <a16:creationId xmlns:a16="http://schemas.microsoft.com/office/drawing/2014/main" id="{C1CB2C9C-3377-8D3E-51A0-3EE89817097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8317" name="AutoShape 20">
            <a:extLst>
              <a:ext uri="{FF2B5EF4-FFF2-40B4-BE49-F238E27FC236}">
                <a16:creationId xmlns:a16="http://schemas.microsoft.com/office/drawing/2014/main" id="{DB259277-4355-F16D-9A50-72F7DAD384F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8318" name="AutoShape 21">
            <a:extLst>
              <a:ext uri="{FF2B5EF4-FFF2-40B4-BE49-F238E27FC236}">
                <a16:creationId xmlns:a16="http://schemas.microsoft.com/office/drawing/2014/main" id="{496C2FA9-7B14-67B4-5B38-0CC8D27AB84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8319" name="AutoShape 22">
            <a:extLst>
              <a:ext uri="{FF2B5EF4-FFF2-40B4-BE49-F238E27FC236}">
                <a16:creationId xmlns:a16="http://schemas.microsoft.com/office/drawing/2014/main" id="{39007BE3-8F2D-DA74-CFD2-1B8C361933A5}"/>
              </a:ext>
            </a:extLst>
          </p:cNvPr>
          <p:cNvCxnSpPr>
            <a:cxnSpLocks noChangeShapeType="1"/>
            <a:endCxn id="98315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8320" name="AutoShape 23">
            <a:extLst>
              <a:ext uri="{FF2B5EF4-FFF2-40B4-BE49-F238E27FC236}">
                <a16:creationId xmlns:a16="http://schemas.microsoft.com/office/drawing/2014/main" id="{BBD6A6CD-80FE-20EF-FEBE-9E43491EA3F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8321" name="Text Box 24">
            <a:extLst>
              <a:ext uri="{FF2B5EF4-FFF2-40B4-BE49-F238E27FC236}">
                <a16:creationId xmlns:a16="http://schemas.microsoft.com/office/drawing/2014/main" id="{B799095C-6A4E-8C31-EDCD-2A6DC6CBA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98322" name="Text Box 26">
            <a:extLst>
              <a:ext uri="{FF2B5EF4-FFF2-40B4-BE49-F238E27FC236}">
                <a16:creationId xmlns:a16="http://schemas.microsoft.com/office/drawing/2014/main" id="{147FA5FD-4A92-B0FA-14FE-8C468AAF6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8323" name="Text Box 27">
            <a:extLst>
              <a:ext uri="{FF2B5EF4-FFF2-40B4-BE49-F238E27FC236}">
                <a16:creationId xmlns:a16="http://schemas.microsoft.com/office/drawing/2014/main" id="{9C89B775-8E20-1DAA-A39E-B9E82950D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98324" name="Text Box 28">
            <a:extLst>
              <a:ext uri="{FF2B5EF4-FFF2-40B4-BE49-F238E27FC236}">
                <a16:creationId xmlns:a16="http://schemas.microsoft.com/office/drawing/2014/main" id="{46E7778B-942D-2521-BF05-745E2E238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visit neighbors of D</a:t>
            </a:r>
          </a:p>
        </p:txBody>
      </p:sp>
      <p:sp>
        <p:nvSpPr>
          <p:cNvPr id="98325" name="Text Box 29">
            <a:extLst>
              <a:ext uri="{FF2B5EF4-FFF2-40B4-BE49-F238E27FC236}">
                <a16:creationId xmlns:a16="http://schemas.microsoft.com/office/drawing/2014/main" id="{51FA86F7-F520-781E-F710-2E325CF17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98326" name="Text Box 30">
            <a:extLst>
              <a:ext uri="{FF2B5EF4-FFF2-40B4-BE49-F238E27FC236}">
                <a16:creationId xmlns:a16="http://schemas.microsoft.com/office/drawing/2014/main" id="{5521CFFF-1998-1501-5B65-6BEAE4055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98327" name="Text Box 31">
            <a:extLst>
              <a:ext uri="{FF2B5EF4-FFF2-40B4-BE49-F238E27FC236}">
                <a16:creationId xmlns:a16="http://schemas.microsoft.com/office/drawing/2014/main" id="{BCCFA8D3-BB6A-552F-AB4C-C5A51E657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98328" name="Text Box 32">
            <a:extLst>
              <a:ext uri="{FF2B5EF4-FFF2-40B4-BE49-F238E27FC236}">
                <a16:creationId xmlns:a16="http://schemas.microsoft.com/office/drawing/2014/main" id="{1581DBFA-E99B-35CB-9BBD-521A2897C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98329" name="Text Box 33">
            <a:extLst>
              <a:ext uri="{FF2B5EF4-FFF2-40B4-BE49-F238E27FC236}">
                <a16:creationId xmlns:a16="http://schemas.microsoft.com/office/drawing/2014/main" id="{7B5D2080-355A-F2CB-6B8E-B749ADF4C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98330" name="Text Box 34">
            <a:extLst>
              <a:ext uri="{FF2B5EF4-FFF2-40B4-BE49-F238E27FC236}">
                <a16:creationId xmlns:a16="http://schemas.microsoft.com/office/drawing/2014/main" id="{02879387-C180-EE91-A1EE-9703AAFCE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10620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C</a:t>
            </a:r>
          </a:p>
        </p:txBody>
      </p:sp>
      <p:cxnSp>
        <p:nvCxnSpPr>
          <p:cNvPr id="98339" name="AutoShape 35">
            <a:extLst>
              <a:ext uri="{FF2B5EF4-FFF2-40B4-BE49-F238E27FC236}">
                <a16:creationId xmlns:a16="http://schemas.microsoft.com/office/drawing/2014/main" id="{94C15D62-B684-C49C-D133-0D4C6B67C480}"/>
              </a:ext>
            </a:extLst>
          </p:cNvPr>
          <p:cNvCxnSpPr>
            <a:cxnSpLocks noChangeShapeType="1"/>
            <a:endCxn id="98315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8332" name="Text Box 36">
            <a:extLst>
              <a:ext uri="{FF2B5EF4-FFF2-40B4-BE49-F238E27FC236}">
                <a16:creationId xmlns:a16="http://schemas.microsoft.com/office/drawing/2014/main" id="{E51F7910-0302-AA42-1E8F-11078E830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98333" name="Oval 37">
            <a:extLst>
              <a:ext uri="{FF2B5EF4-FFF2-40B4-BE49-F238E27FC236}">
                <a16:creationId xmlns:a16="http://schemas.microsoft.com/office/drawing/2014/main" id="{90C8F6B1-9A2A-D18B-DB1F-59086C736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98334" name="Oval 38">
            <a:extLst>
              <a:ext uri="{FF2B5EF4-FFF2-40B4-BE49-F238E27FC236}">
                <a16:creationId xmlns:a16="http://schemas.microsoft.com/office/drawing/2014/main" id="{3B3E53EB-0029-E904-44A6-5870A2E7F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98335" name="Oval 39">
            <a:extLst>
              <a:ext uri="{FF2B5EF4-FFF2-40B4-BE49-F238E27FC236}">
                <a16:creationId xmlns:a16="http://schemas.microsoft.com/office/drawing/2014/main" id="{2BED9CF7-BCC4-5F59-F350-8F93E8B32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98336" name="Oval 40">
            <a:extLst>
              <a:ext uri="{FF2B5EF4-FFF2-40B4-BE49-F238E27FC236}">
                <a16:creationId xmlns:a16="http://schemas.microsoft.com/office/drawing/2014/main" id="{ECDD5B10-C403-B040-F4E4-B17C0A486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98337" name="Oval 41">
            <a:extLst>
              <a:ext uri="{FF2B5EF4-FFF2-40B4-BE49-F238E27FC236}">
                <a16:creationId xmlns:a16="http://schemas.microsoft.com/office/drawing/2014/main" id="{DF0D012C-9702-DBB6-2E0E-B8FB5872C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98338" name="Oval 42">
            <a:extLst>
              <a:ext uri="{FF2B5EF4-FFF2-40B4-BE49-F238E27FC236}">
                <a16:creationId xmlns:a16="http://schemas.microsoft.com/office/drawing/2014/main" id="{AEE26546-5705-F5CC-BE3F-363A7B099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  <p:sp>
        <p:nvSpPr>
          <p:cNvPr id="2" name="Oval 43">
            <a:extLst>
              <a:ext uri="{FF2B5EF4-FFF2-40B4-BE49-F238E27FC236}">
                <a16:creationId xmlns:a16="http://schemas.microsoft.com/office/drawing/2014/main" id="{120F350D-0AF1-D7B1-9F5C-64D6A64C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H</a:t>
            </a:r>
          </a:p>
        </p:txBody>
      </p:sp>
      <p:sp>
        <p:nvSpPr>
          <p:cNvPr id="98340" name="Oval 44">
            <a:extLst>
              <a:ext uri="{FF2B5EF4-FFF2-40B4-BE49-F238E27FC236}">
                <a16:creationId xmlns:a16="http://schemas.microsoft.com/office/drawing/2014/main" id="{EDCA1B31-1782-F4A9-3B47-F7A858F09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8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3198C3B8-2833-1715-D249-B0C01A8701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100355" name="Text Box 3">
            <a:extLst>
              <a:ext uri="{FF2B5EF4-FFF2-40B4-BE49-F238E27FC236}">
                <a16:creationId xmlns:a16="http://schemas.microsoft.com/office/drawing/2014/main" id="{FE780FE5-745E-AFF0-3A2B-AC0199CE4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100356" name="Text Box 4">
            <a:extLst>
              <a:ext uri="{FF2B5EF4-FFF2-40B4-BE49-F238E27FC236}">
                <a16:creationId xmlns:a16="http://schemas.microsoft.com/office/drawing/2014/main" id="{64CE01B6-DDD1-DD20-C48C-2E4144E1A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100357" name="AutoShape 9">
            <a:extLst>
              <a:ext uri="{FF2B5EF4-FFF2-40B4-BE49-F238E27FC236}">
                <a16:creationId xmlns:a16="http://schemas.microsoft.com/office/drawing/2014/main" id="{61E8E091-AFC8-1802-F18F-FDDBF1DA101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0358" name="AutoShape 10">
            <a:extLst>
              <a:ext uri="{FF2B5EF4-FFF2-40B4-BE49-F238E27FC236}">
                <a16:creationId xmlns:a16="http://schemas.microsoft.com/office/drawing/2014/main" id="{20019F07-811D-1513-92D5-A7907A6FD9D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0359" name="AutoShape 11">
            <a:extLst>
              <a:ext uri="{FF2B5EF4-FFF2-40B4-BE49-F238E27FC236}">
                <a16:creationId xmlns:a16="http://schemas.microsoft.com/office/drawing/2014/main" id="{512B4A22-054A-6C06-16B1-58A388CC615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0360" name="AutoShape 12">
            <a:extLst>
              <a:ext uri="{FF2B5EF4-FFF2-40B4-BE49-F238E27FC236}">
                <a16:creationId xmlns:a16="http://schemas.microsoft.com/office/drawing/2014/main" id="{CB6016BE-529E-3194-BC70-369D107B081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0361" name="AutoShape 13">
            <a:extLst>
              <a:ext uri="{FF2B5EF4-FFF2-40B4-BE49-F238E27FC236}">
                <a16:creationId xmlns:a16="http://schemas.microsoft.com/office/drawing/2014/main" id="{BD9E6F26-7A44-6D2D-D210-4AEE9939AB8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0362" name="AutoShape 14">
            <a:extLst>
              <a:ext uri="{FF2B5EF4-FFF2-40B4-BE49-F238E27FC236}">
                <a16:creationId xmlns:a16="http://schemas.microsoft.com/office/drawing/2014/main" id="{A9C71E4F-212E-2BA1-1E2B-44578F417E8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0363" name="AutoShape 19">
            <a:extLst>
              <a:ext uri="{FF2B5EF4-FFF2-40B4-BE49-F238E27FC236}">
                <a16:creationId xmlns:a16="http://schemas.microsoft.com/office/drawing/2014/main" id="{DF489F96-7613-AE65-F04E-D66718A2205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0364" name="AutoShape 20">
            <a:extLst>
              <a:ext uri="{FF2B5EF4-FFF2-40B4-BE49-F238E27FC236}">
                <a16:creationId xmlns:a16="http://schemas.microsoft.com/office/drawing/2014/main" id="{CA0EA52E-A90E-3EE3-F2C8-10C01BF47FA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0365" name="AutoShape 21">
            <a:extLst>
              <a:ext uri="{FF2B5EF4-FFF2-40B4-BE49-F238E27FC236}">
                <a16:creationId xmlns:a16="http://schemas.microsoft.com/office/drawing/2014/main" id="{C2065F38-B541-5D30-684B-51B830684FB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0366" name="AutoShape 22">
            <a:extLst>
              <a:ext uri="{FF2B5EF4-FFF2-40B4-BE49-F238E27FC236}">
                <a16:creationId xmlns:a16="http://schemas.microsoft.com/office/drawing/2014/main" id="{90F61097-2EBF-0651-4A4B-CD1EE24B5E7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0367" name="AutoShape 23">
            <a:extLst>
              <a:ext uri="{FF2B5EF4-FFF2-40B4-BE49-F238E27FC236}">
                <a16:creationId xmlns:a16="http://schemas.microsoft.com/office/drawing/2014/main" id="{9386CAA0-F942-4A05-9EA3-5ABE07B7C28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00368" name="Text Box 24">
            <a:extLst>
              <a:ext uri="{FF2B5EF4-FFF2-40B4-BE49-F238E27FC236}">
                <a16:creationId xmlns:a16="http://schemas.microsoft.com/office/drawing/2014/main" id="{283DCB12-58DE-5690-EA54-90A8E34D9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100369" name="Text Box 26">
            <a:extLst>
              <a:ext uri="{FF2B5EF4-FFF2-40B4-BE49-F238E27FC236}">
                <a16:creationId xmlns:a16="http://schemas.microsoft.com/office/drawing/2014/main" id="{89D62DEF-A7EE-1D4F-C4A9-32A3F23D4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00370" name="Text Box 27">
            <a:extLst>
              <a:ext uri="{FF2B5EF4-FFF2-40B4-BE49-F238E27FC236}">
                <a16:creationId xmlns:a16="http://schemas.microsoft.com/office/drawing/2014/main" id="{60C5D48A-6717-85ED-A52A-1C6BB256A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00371" name="Text Box 28">
            <a:extLst>
              <a:ext uri="{FF2B5EF4-FFF2-40B4-BE49-F238E27FC236}">
                <a16:creationId xmlns:a16="http://schemas.microsoft.com/office/drawing/2014/main" id="{89847075-72FD-B96A-E7F8-7A2576051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D finished</a:t>
            </a:r>
          </a:p>
        </p:txBody>
      </p:sp>
      <p:sp>
        <p:nvSpPr>
          <p:cNvPr id="100372" name="Text Box 29">
            <a:extLst>
              <a:ext uri="{FF2B5EF4-FFF2-40B4-BE49-F238E27FC236}">
                <a16:creationId xmlns:a16="http://schemas.microsoft.com/office/drawing/2014/main" id="{4C16D130-5750-8FA4-550D-4377CEBDE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100373" name="Text Box 30">
            <a:extLst>
              <a:ext uri="{FF2B5EF4-FFF2-40B4-BE49-F238E27FC236}">
                <a16:creationId xmlns:a16="http://schemas.microsoft.com/office/drawing/2014/main" id="{75CAFF03-DE40-911A-D26C-1EBED008A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100374" name="Text Box 31">
            <a:extLst>
              <a:ext uri="{FF2B5EF4-FFF2-40B4-BE49-F238E27FC236}">
                <a16:creationId xmlns:a16="http://schemas.microsoft.com/office/drawing/2014/main" id="{EDECD4CE-C658-E862-EB2F-93AD4280D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100375" name="Text Box 32">
            <a:extLst>
              <a:ext uri="{FF2B5EF4-FFF2-40B4-BE49-F238E27FC236}">
                <a16:creationId xmlns:a16="http://schemas.microsoft.com/office/drawing/2014/main" id="{07DE2E2C-5ED6-DD18-337C-D311106A3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100376" name="Text Box 33">
            <a:extLst>
              <a:ext uri="{FF2B5EF4-FFF2-40B4-BE49-F238E27FC236}">
                <a16:creationId xmlns:a16="http://schemas.microsoft.com/office/drawing/2014/main" id="{CA25A27D-CE6A-3EE5-1FD3-9E1705E71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100377" name="Text Box 34">
            <a:extLst>
              <a:ext uri="{FF2B5EF4-FFF2-40B4-BE49-F238E27FC236}">
                <a16:creationId xmlns:a16="http://schemas.microsoft.com/office/drawing/2014/main" id="{46A55089-F583-3D71-B79E-54482570C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10620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100378" name="Text Box 35">
            <a:extLst>
              <a:ext uri="{FF2B5EF4-FFF2-40B4-BE49-F238E27FC236}">
                <a16:creationId xmlns:a16="http://schemas.microsoft.com/office/drawing/2014/main" id="{192CD7BE-2AD4-2DDB-0088-F5824D8E6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100379" name="Oval 36">
            <a:extLst>
              <a:ext uri="{FF2B5EF4-FFF2-40B4-BE49-F238E27FC236}">
                <a16:creationId xmlns:a16="http://schemas.microsoft.com/office/drawing/2014/main" id="{478F71F1-B80E-AFE1-2A94-911417555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100380" name="Oval 37">
            <a:extLst>
              <a:ext uri="{FF2B5EF4-FFF2-40B4-BE49-F238E27FC236}">
                <a16:creationId xmlns:a16="http://schemas.microsoft.com/office/drawing/2014/main" id="{7EB435EF-C54E-B387-8CF8-344E622E2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100381" name="Oval 38">
            <a:extLst>
              <a:ext uri="{FF2B5EF4-FFF2-40B4-BE49-F238E27FC236}">
                <a16:creationId xmlns:a16="http://schemas.microsoft.com/office/drawing/2014/main" id="{0D553D50-8689-25CF-D9FC-FAA6C28EC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100382" name="Oval 39">
            <a:extLst>
              <a:ext uri="{FF2B5EF4-FFF2-40B4-BE49-F238E27FC236}">
                <a16:creationId xmlns:a16="http://schemas.microsoft.com/office/drawing/2014/main" id="{B66DBF07-9C6A-C724-8C87-0C1D7AC63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100383" name="Oval 40">
            <a:extLst>
              <a:ext uri="{FF2B5EF4-FFF2-40B4-BE49-F238E27FC236}">
                <a16:creationId xmlns:a16="http://schemas.microsoft.com/office/drawing/2014/main" id="{BACFDA1A-9C5A-91AF-B733-32209C334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100384" name="Oval 41">
            <a:extLst>
              <a:ext uri="{FF2B5EF4-FFF2-40B4-BE49-F238E27FC236}">
                <a16:creationId xmlns:a16="http://schemas.microsoft.com/office/drawing/2014/main" id="{6A444BA2-F28B-2871-ABC7-AD2335845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  <p:sp>
        <p:nvSpPr>
          <p:cNvPr id="100385" name="Oval 42">
            <a:extLst>
              <a:ext uri="{FF2B5EF4-FFF2-40B4-BE49-F238E27FC236}">
                <a16:creationId xmlns:a16="http://schemas.microsoft.com/office/drawing/2014/main" id="{9D8248BF-E01E-099E-646C-98363BAE3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H</a:t>
            </a:r>
          </a:p>
        </p:txBody>
      </p:sp>
      <p:sp>
        <p:nvSpPr>
          <p:cNvPr id="100386" name="Oval 43">
            <a:extLst>
              <a:ext uri="{FF2B5EF4-FFF2-40B4-BE49-F238E27FC236}">
                <a16:creationId xmlns:a16="http://schemas.microsoft.com/office/drawing/2014/main" id="{A4974CC9-C6DD-19FE-3E03-3586C91A4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C</a:t>
            </a:r>
          </a:p>
        </p:txBody>
      </p:sp>
      <p:sp>
        <p:nvSpPr>
          <p:cNvPr id="100387" name="Oval 44">
            <a:extLst>
              <a:ext uri="{FF2B5EF4-FFF2-40B4-BE49-F238E27FC236}">
                <a16:creationId xmlns:a16="http://schemas.microsoft.com/office/drawing/2014/main" id="{80D24F6D-1036-7778-7C6B-6D736B949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6EC3C642-421F-AC98-1064-9BA33A8103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102403" name="Text Box 3">
            <a:extLst>
              <a:ext uri="{FF2B5EF4-FFF2-40B4-BE49-F238E27FC236}">
                <a16:creationId xmlns:a16="http://schemas.microsoft.com/office/drawing/2014/main" id="{957F95DD-C7F7-BFF7-DDF0-1988E1302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102404" name="Text Box 4">
            <a:extLst>
              <a:ext uri="{FF2B5EF4-FFF2-40B4-BE49-F238E27FC236}">
                <a16:creationId xmlns:a16="http://schemas.microsoft.com/office/drawing/2014/main" id="{3F05E42A-5777-3007-F8F8-B00E0C353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cxnSp>
        <p:nvCxnSpPr>
          <p:cNvPr id="102405" name="AutoShape 9">
            <a:extLst>
              <a:ext uri="{FF2B5EF4-FFF2-40B4-BE49-F238E27FC236}">
                <a16:creationId xmlns:a16="http://schemas.microsoft.com/office/drawing/2014/main" id="{A4778895-71C8-158D-7E5E-B0F54DDAC8C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406" name="AutoShape 10">
            <a:extLst>
              <a:ext uri="{FF2B5EF4-FFF2-40B4-BE49-F238E27FC236}">
                <a16:creationId xmlns:a16="http://schemas.microsoft.com/office/drawing/2014/main" id="{AED52EC9-349D-D583-8C58-D16139611D7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407" name="AutoShape 11">
            <a:extLst>
              <a:ext uri="{FF2B5EF4-FFF2-40B4-BE49-F238E27FC236}">
                <a16:creationId xmlns:a16="http://schemas.microsoft.com/office/drawing/2014/main" id="{A21BB807-616D-16D4-F79F-191846F967B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408" name="AutoShape 12">
            <a:extLst>
              <a:ext uri="{FF2B5EF4-FFF2-40B4-BE49-F238E27FC236}">
                <a16:creationId xmlns:a16="http://schemas.microsoft.com/office/drawing/2014/main" id="{76ED2F1E-6C0A-BB95-D86E-A8302AF8FF3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409" name="AutoShape 13">
            <a:extLst>
              <a:ext uri="{FF2B5EF4-FFF2-40B4-BE49-F238E27FC236}">
                <a16:creationId xmlns:a16="http://schemas.microsoft.com/office/drawing/2014/main" id="{D231F331-D4D7-22B7-0F01-442FCE310A3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410" name="AutoShape 14">
            <a:extLst>
              <a:ext uri="{FF2B5EF4-FFF2-40B4-BE49-F238E27FC236}">
                <a16:creationId xmlns:a16="http://schemas.microsoft.com/office/drawing/2014/main" id="{0E10F568-269D-CFB7-A86E-8F48FA9755E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411" name="AutoShape 19">
            <a:extLst>
              <a:ext uri="{FF2B5EF4-FFF2-40B4-BE49-F238E27FC236}">
                <a16:creationId xmlns:a16="http://schemas.microsoft.com/office/drawing/2014/main" id="{7A141973-725D-D9BC-5138-9DC95237B59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412" name="AutoShape 20">
            <a:extLst>
              <a:ext uri="{FF2B5EF4-FFF2-40B4-BE49-F238E27FC236}">
                <a16:creationId xmlns:a16="http://schemas.microsoft.com/office/drawing/2014/main" id="{90C24AE7-7683-22A1-56F6-24B7E95E227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413" name="AutoShape 21">
            <a:extLst>
              <a:ext uri="{FF2B5EF4-FFF2-40B4-BE49-F238E27FC236}">
                <a16:creationId xmlns:a16="http://schemas.microsoft.com/office/drawing/2014/main" id="{BEA51AF8-BBB3-F509-CEF2-B94F5300FE6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414" name="AutoShape 22">
            <a:extLst>
              <a:ext uri="{FF2B5EF4-FFF2-40B4-BE49-F238E27FC236}">
                <a16:creationId xmlns:a16="http://schemas.microsoft.com/office/drawing/2014/main" id="{70AB2592-3741-B033-5155-708FF9C05E7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2415" name="AutoShape 23">
            <a:extLst>
              <a:ext uri="{FF2B5EF4-FFF2-40B4-BE49-F238E27FC236}">
                <a16:creationId xmlns:a16="http://schemas.microsoft.com/office/drawing/2014/main" id="{6E77613A-0936-B2D3-F2E6-6A56B5B4005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02416" name="Text Box 24">
            <a:extLst>
              <a:ext uri="{FF2B5EF4-FFF2-40B4-BE49-F238E27FC236}">
                <a16:creationId xmlns:a16="http://schemas.microsoft.com/office/drawing/2014/main" id="{04F2E5CB-8A52-3013-84BB-1FE3EFE3D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102417" name="Text Box 26">
            <a:extLst>
              <a:ext uri="{FF2B5EF4-FFF2-40B4-BE49-F238E27FC236}">
                <a16:creationId xmlns:a16="http://schemas.microsoft.com/office/drawing/2014/main" id="{304824B7-D2A4-7312-2785-5054FCB1B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02418" name="Text Box 27">
            <a:extLst>
              <a:ext uri="{FF2B5EF4-FFF2-40B4-BE49-F238E27FC236}">
                <a16:creationId xmlns:a16="http://schemas.microsoft.com/office/drawing/2014/main" id="{ADED1A9A-58F9-C75B-E811-4E1D71F77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02419" name="Text Box 28">
            <a:extLst>
              <a:ext uri="{FF2B5EF4-FFF2-40B4-BE49-F238E27FC236}">
                <a16:creationId xmlns:a16="http://schemas.microsoft.com/office/drawing/2014/main" id="{220F65BD-28F8-B3C0-FB91-2CEB71A3B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dequeue next vertex</a:t>
            </a:r>
          </a:p>
        </p:txBody>
      </p:sp>
      <p:sp>
        <p:nvSpPr>
          <p:cNvPr id="102420" name="Text Box 29">
            <a:extLst>
              <a:ext uri="{FF2B5EF4-FFF2-40B4-BE49-F238E27FC236}">
                <a16:creationId xmlns:a16="http://schemas.microsoft.com/office/drawing/2014/main" id="{FD22FED9-AA9F-DD86-059F-6DAB043F0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102421" name="Text Box 30">
            <a:extLst>
              <a:ext uri="{FF2B5EF4-FFF2-40B4-BE49-F238E27FC236}">
                <a16:creationId xmlns:a16="http://schemas.microsoft.com/office/drawing/2014/main" id="{8097C46C-CB51-BDE7-53D5-F2F11D301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102422" name="Text Box 31">
            <a:extLst>
              <a:ext uri="{FF2B5EF4-FFF2-40B4-BE49-F238E27FC236}">
                <a16:creationId xmlns:a16="http://schemas.microsoft.com/office/drawing/2014/main" id="{EABE1B2E-E598-05CD-2C9F-7DBD319CD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102423" name="Text Box 32">
            <a:extLst>
              <a:ext uri="{FF2B5EF4-FFF2-40B4-BE49-F238E27FC236}">
                <a16:creationId xmlns:a16="http://schemas.microsoft.com/office/drawing/2014/main" id="{808E5BB2-0156-85F7-1A2F-12EBB634A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102424" name="Text Box 33">
            <a:extLst>
              <a:ext uri="{FF2B5EF4-FFF2-40B4-BE49-F238E27FC236}">
                <a16:creationId xmlns:a16="http://schemas.microsoft.com/office/drawing/2014/main" id="{068B7725-80A9-A065-24B2-E74438450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102425" name="Text Box 34">
            <a:extLst>
              <a:ext uri="{FF2B5EF4-FFF2-40B4-BE49-F238E27FC236}">
                <a16:creationId xmlns:a16="http://schemas.microsoft.com/office/drawing/2014/main" id="{3366CFAB-A07C-FED7-746F-1142ABFD1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10620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102426" name="Text Box 35">
            <a:extLst>
              <a:ext uri="{FF2B5EF4-FFF2-40B4-BE49-F238E27FC236}">
                <a16:creationId xmlns:a16="http://schemas.microsoft.com/office/drawing/2014/main" id="{D0069D38-ADA7-FCA4-B816-9C31A576B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102427" name="Oval 36">
            <a:extLst>
              <a:ext uri="{FF2B5EF4-FFF2-40B4-BE49-F238E27FC236}">
                <a16:creationId xmlns:a16="http://schemas.microsoft.com/office/drawing/2014/main" id="{F50D2B3F-36B0-F109-AF2B-D351FD1B0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102428" name="Oval 37">
            <a:extLst>
              <a:ext uri="{FF2B5EF4-FFF2-40B4-BE49-F238E27FC236}">
                <a16:creationId xmlns:a16="http://schemas.microsoft.com/office/drawing/2014/main" id="{1BBC5B0C-3A90-DD8F-FB64-A04C0EBC8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102429" name="Oval 40">
            <a:extLst>
              <a:ext uri="{FF2B5EF4-FFF2-40B4-BE49-F238E27FC236}">
                <a16:creationId xmlns:a16="http://schemas.microsoft.com/office/drawing/2014/main" id="{FED7F5D1-A4C1-029C-6D10-263B25917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102430" name="Oval 41">
            <a:extLst>
              <a:ext uri="{FF2B5EF4-FFF2-40B4-BE49-F238E27FC236}">
                <a16:creationId xmlns:a16="http://schemas.microsoft.com/office/drawing/2014/main" id="{ABF1D735-D5C6-DB4F-3067-A7E41D56E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102431" name="Oval 42">
            <a:extLst>
              <a:ext uri="{FF2B5EF4-FFF2-40B4-BE49-F238E27FC236}">
                <a16:creationId xmlns:a16="http://schemas.microsoft.com/office/drawing/2014/main" id="{B9ED40D2-16E8-2703-D435-43FD127BC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sp>
        <p:nvSpPr>
          <p:cNvPr id="102432" name="Oval 43">
            <a:extLst>
              <a:ext uri="{FF2B5EF4-FFF2-40B4-BE49-F238E27FC236}">
                <a16:creationId xmlns:a16="http://schemas.microsoft.com/office/drawing/2014/main" id="{535ACDF0-F05C-9509-B178-F0DB97298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  <p:sp>
        <p:nvSpPr>
          <p:cNvPr id="102433" name="Oval 44">
            <a:extLst>
              <a:ext uri="{FF2B5EF4-FFF2-40B4-BE49-F238E27FC236}">
                <a16:creationId xmlns:a16="http://schemas.microsoft.com/office/drawing/2014/main" id="{12C134F7-4678-CDCA-D897-11DC3713F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H</a:t>
            </a:r>
          </a:p>
        </p:txBody>
      </p:sp>
      <p:sp>
        <p:nvSpPr>
          <p:cNvPr id="102434" name="Oval 45">
            <a:extLst>
              <a:ext uri="{FF2B5EF4-FFF2-40B4-BE49-F238E27FC236}">
                <a16:creationId xmlns:a16="http://schemas.microsoft.com/office/drawing/2014/main" id="{A7897322-FC4B-B8E1-B173-5E257A66F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C</a:t>
            </a:r>
          </a:p>
        </p:txBody>
      </p:sp>
      <p:sp>
        <p:nvSpPr>
          <p:cNvPr id="102435" name="Oval 46">
            <a:extLst>
              <a:ext uri="{FF2B5EF4-FFF2-40B4-BE49-F238E27FC236}">
                <a16:creationId xmlns:a16="http://schemas.microsoft.com/office/drawing/2014/main" id="{786ED79D-4762-C00E-12BA-53B1ED537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F80CB638-39AB-5C40-1773-938F1D23B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/>
              <a:t>Breadth First Search</a:t>
            </a:r>
          </a:p>
        </p:txBody>
      </p:sp>
      <p:sp>
        <p:nvSpPr>
          <p:cNvPr id="104451" name="Text Box 3">
            <a:extLst>
              <a:ext uri="{FF2B5EF4-FFF2-40B4-BE49-F238E27FC236}">
                <a16:creationId xmlns:a16="http://schemas.microsoft.com/office/drawing/2014/main" id="{E9A46834-1EE2-EB67-8783-1F8B291B2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372100"/>
            <a:ext cx="3860800" cy="444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2000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104452" name="Text Box 4">
            <a:extLst>
              <a:ext uri="{FF2B5EF4-FFF2-40B4-BE49-F238E27FC236}">
                <a16:creationId xmlns:a16="http://schemas.microsoft.com/office/drawing/2014/main" id="{56A23D76-996F-FDEA-0D89-BA8144746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454650"/>
            <a:ext cx="7461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400"/>
              <a:t>front</a:t>
            </a:r>
          </a:p>
        </p:txBody>
      </p:sp>
      <p:sp>
        <p:nvSpPr>
          <p:cNvPr id="104453" name="Text Box 5">
            <a:extLst>
              <a:ext uri="{FF2B5EF4-FFF2-40B4-BE49-F238E27FC236}">
                <a16:creationId xmlns:a16="http://schemas.microsoft.com/office/drawing/2014/main" id="{5F28B268-FC27-BEDD-BE48-4C1935840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5372100"/>
            <a:ext cx="2260600" cy="3683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STOP</a:t>
            </a:r>
          </a:p>
        </p:txBody>
      </p:sp>
      <p:sp>
        <p:nvSpPr>
          <p:cNvPr id="104454" name="Oval 10">
            <a:extLst>
              <a:ext uri="{FF2B5EF4-FFF2-40B4-BE49-F238E27FC236}">
                <a16:creationId xmlns:a16="http://schemas.microsoft.com/office/drawing/2014/main" id="{6F6E9E52-0962-04EA-0E18-A0899FF4A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E</a:t>
            </a:r>
          </a:p>
        </p:txBody>
      </p:sp>
      <p:cxnSp>
        <p:nvCxnSpPr>
          <p:cNvPr id="104455" name="AutoShape 11">
            <a:extLst>
              <a:ext uri="{FF2B5EF4-FFF2-40B4-BE49-F238E27FC236}">
                <a16:creationId xmlns:a16="http://schemas.microsoft.com/office/drawing/2014/main" id="{0CC08E49-5F9A-B37D-844C-78A92E5A06B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49413" y="1803400"/>
            <a:ext cx="1587" cy="22272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4456" name="AutoShape 12">
            <a:extLst>
              <a:ext uri="{FF2B5EF4-FFF2-40B4-BE49-F238E27FC236}">
                <a16:creationId xmlns:a16="http://schemas.microsoft.com/office/drawing/2014/main" id="{1AE90961-87BB-F025-F069-AA98BB7B62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59288" y="1803400"/>
            <a:ext cx="0" cy="11096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4457" name="AutoShape 13">
            <a:extLst>
              <a:ext uri="{FF2B5EF4-FFF2-40B4-BE49-F238E27FC236}">
                <a16:creationId xmlns:a16="http://schemas.microsoft.com/office/drawing/2014/main" id="{B9D2215D-49B3-C30A-EA40-8CF3B39A166A}"/>
              </a:ext>
            </a:extLst>
          </p:cNvPr>
          <p:cNvCxnSpPr>
            <a:cxnSpLocks noChangeShapeType="1"/>
            <a:stCxn id="104454" idx="6"/>
          </p:cNvCxnSpPr>
          <p:nvPr/>
        </p:nvCxnSpPr>
        <p:spPr bwMode="auto">
          <a:xfrm>
            <a:off x="3078163" y="3059113"/>
            <a:ext cx="123507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4458" name="AutoShape 14">
            <a:extLst>
              <a:ext uri="{FF2B5EF4-FFF2-40B4-BE49-F238E27FC236}">
                <a16:creationId xmlns:a16="http://schemas.microsoft.com/office/drawing/2014/main" id="{0C98FDB5-0958-D0D4-E078-6BBAC5F09BE5}"/>
              </a:ext>
            </a:extLst>
          </p:cNvPr>
          <p:cNvCxnSpPr>
            <a:cxnSpLocks noChangeShapeType="1"/>
            <a:endCxn id="104454" idx="3"/>
          </p:cNvCxnSpPr>
          <p:nvPr/>
        </p:nvCxnSpPr>
        <p:spPr bwMode="auto">
          <a:xfrm flipV="1">
            <a:off x="1747838" y="3163888"/>
            <a:ext cx="1087437" cy="9064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4459" name="AutoShape 15">
            <a:extLst>
              <a:ext uri="{FF2B5EF4-FFF2-40B4-BE49-F238E27FC236}">
                <a16:creationId xmlns:a16="http://schemas.microsoft.com/office/drawing/2014/main" id="{8F02CAB7-7478-CD10-9FD8-28B33F91AF6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93875" y="1658938"/>
            <a:ext cx="251936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4460" name="AutoShape 16">
            <a:extLst>
              <a:ext uri="{FF2B5EF4-FFF2-40B4-BE49-F238E27FC236}">
                <a16:creationId xmlns:a16="http://schemas.microsoft.com/office/drawing/2014/main" id="{B0C7DACE-C3F4-CF46-DC72-9D1669C0AC4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47838" y="3163888"/>
            <a:ext cx="2613025" cy="1117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04461" name="Oval 17">
            <a:extLst>
              <a:ext uri="{FF2B5EF4-FFF2-40B4-BE49-F238E27FC236}">
                <a16:creationId xmlns:a16="http://schemas.microsoft.com/office/drawing/2014/main" id="{0422430A-FF49-44F3-B986-D7B7F6B19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29210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H</a:t>
            </a:r>
          </a:p>
        </p:txBody>
      </p:sp>
      <p:sp>
        <p:nvSpPr>
          <p:cNvPr id="104462" name="Oval 18">
            <a:extLst>
              <a:ext uri="{FF2B5EF4-FFF2-40B4-BE49-F238E27FC236}">
                <a16:creationId xmlns:a16="http://schemas.microsoft.com/office/drawing/2014/main" id="{E8915F78-376E-9787-4F04-C2AB286D1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D</a:t>
            </a:r>
          </a:p>
        </p:txBody>
      </p:sp>
      <p:cxnSp>
        <p:nvCxnSpPr>
          <p:cNvPr id="104463" name="AutoShape 21">
            <a:extLst>
              <a:ext uri="{FF2B5EF4-FFF2-40B4-BE49-F238E27FC236}">
                <a16:creationId xmlns:a16="http://schemas.microsoft.com/office/drawing/2014/main" id="{47F7C6A8-3A6F-837B-DC90-0B65E0DB7BBB}"/>
              </a:ext>
            </a:extLst>
          </p:cNvPr>
          <p:cNvCxnSpPr>
            <a:cxnSpLocks noChangeShapeType="1"/>
            <a:endCxn id="104461" idx="1"/>
          </p:cNvCxnSpPr>
          <p:nvPr/>
        </p:nvCxnSpPr>
        <p:spPr bwMode="auto">
          <a:xfrm>
            <a:off x="6253163" y="1752600"/>
            <a:ext cx="1487487" cy="1200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4464" name="AutoShape 22">
            <a:extLst>
              <a:ext uri="{FF2B5EF4-FFF2-40B4-BE49-F238E27FC236}">
                <a16:creationId xmlns:a16="http://schemas.microsoft.com/office/drawing/2014/main" id="{1EB17E3C-6E96-E7E2-8559-7F2E976A4006}"/>
              </a:ext>
            </a:extLst>
          </p:cNvPr>
          <p:cNvCxnSpPr>
            <a:cxnSpLocks noChangeShapeType="1"/>
            <a:endCxn id="104461" idx="2"/>
          </p:cNvCxnSpPr>
          <p:nvPr/>
        </p:nvCxnSpPr>
        <p:spPr bwMode="auto">
          <a:xfrm>
            <a:off x="6299200" y="3059113"/>
            <a:ext cx="13938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4465" name="AutoShape 23">
            <a:extLst>
              <a:ext uri="{FF2B5EF4-FFF2-40B4-BE49-F238E27FC236}">
                <a16:creationId xmlns:a16="http://schemas.microsoft.com/office/drawing/2014/main" id="{7E79FDE6-2DAC-BCAA-FE77-0F47BEDBC3E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154738" y="1792288"/>
            <a:ext cx="1587" cy="1120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4466" name="AutoShape 24">
            <a:extLst>
              <a:ext uri="{FF2B5EF4-FFF2-40B4-BE49-F238E27FC236}">
                <a16:creationId xmlns:a16="http://schemas.microsoft.com/office/drawing/2014/main" id="{06D11F5E-ECAE-0FC8-8BA0-7D6E25BFB77C}"/>
              </a:ext>
            </a:extLst>
          </p:cNvPr>
          <p:cNvCxnSpPr>
            <a:cxnSpLocks noChangeShapeType="1"/>
            <a:endCxn id="104462" idx="2"/>
          </p:cNvCxnSpPr>
          <p:nvPr/>
        </p:nvCxnSpPr>
        <p:spPr bwMode="auto">
          <a:xfrm>
            <a:off x="6300788" y="1647825"/>
            <a:ext cx="1398587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4467" name="AutoShape 25">
            <a:extLst>
              <a:ext uri="{FF2B5EF4-FFF2-40B4-BE49-F238E27FC236}">
                <a16:creationId xmlns:a16="http://schemas.microsoft.com/office/drawing/2014/main" id="{D799DE32-05B2-101A-0450-2696CBD32A1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03750" y="3059113"/>
            <a:ext cx="1404938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04468" name="Text Box 26">
            <a:extLst>
              <a:ext uri="{FF2B5EF4-FFF2-40B4-BE49-F238E27FC236}">
                <a16:creationId xmlns:a16="http://schemas.microsoft.com/office/drawing/2014/main" id="{85FAB30E-FFE4-810B-99F0-401D8AE0F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10604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-</a:t>
            </a:r>
          </a:p>
        </p:txBody>
      </p:sp>
      <p:sp>
        <p:nvSpPr>
          <p:cNvPr id="104469" name="Text Box 28">
            <a:extLst>
              <a:ext uri="{FF2B5EF4-FFF2-40B4-BE49-F238E27FC236}">
                <a16:creationId xmlns:a16="http://schemas.microsoft.com/office/drawing/2014/main" id="{C7FF0413-D7D3-7326-47CE-AF987C37E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063" y="1057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04470" name="Text Box 29">
            <a:extLst>
              <a:ext uri="{FF2B5EF4-FFF2-40B4-BE49-F238E27FC236}">
                <a16:creationId xmlns:a16="http://schemas.microsoft.com/office/drawing/2014/main" id="{56F4899D-EB41-6856-89D4-5DD678989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43815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104471" name="Text Box 30">
            <a:extLst>
              <a:ext uri="{FF2B5EF4-FFF2-40B4-BE49-F238E27FC236}">
                <a16:creationId xmlns:a16="http://schemas.microsoft.com/office/drawing/2014/main" id="{6A741E8B-8750-10AE-AED3-3BF090790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888" y="32083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104472" name="Text Box 31">
            <a:extLst>
              <a:ext uri="{FF2B5EF4-FFF2-40B4-BE49-F238E27FC236}">
                <a16:creationId xmlns:a16="http://schemas.microsoft.com/office/drawing/2014/main" id="{66A9EAAE-8CE9-FCCE-7FA4-6E9773044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320675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I</a:t>
            </a:r>
          </a:p>
        </p:txBody>
      </p:sp>
      <p:sp>
        <p:nvSpPr>
          <p:cNvPr id="104473" name="Text Box 32">
            <a:extLst>
              <a:ext uri="{FF2B5EF4-FFF2-40B4-BE49-F238E27FC236}">
                <a16:creationId xmlns:a16="http://schemas.microsoft.com/office/drawing/2014/main" id="{2DBAB4A1-ED82-BB06-D6A6-E6BABA165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16275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104474" name="Text Box 33">
            <a:extLst>
              <a:ext uri="{FF2B5EF4-FFF2-40B4-BE49-F238E27FC236}">
                <a16:creationId xmlns:a16="http://schemas.microsoft.com/office/drawing/2014/main" id="{807453A4-C50B-C711-94B4-B1B162554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8" y="1054100"/>
            <a:ext cx="33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104475" name="Text Box 34">
            <a:extLst>
              <a:ext uri="{FF2B5EF4-FFF2-40B4-BE49-F238E27FC236}">
                <a16:creationId xmlns:a16="http://schemas.microsoft.com/office/drawing/2014/main" id="{6339095A-4C78-A2C9-3CC9-51DBB8D3F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9850" y="3224213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104476" name="Text Box 35">
            <a:extLst>
              <a:ext uri="{FF2B5EF4-FFF2-40B4-BE49-F238E27FC236}">
                <a16:creationId xmlns:a16="http://schemas.microsoft.com/office/drawing/2014/main" id="{A3571C6A-9DC7-E8F9-201B-BA0C20D28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1062038"/>
            <a:ext cx="339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800" b="1">
                <a:solidFill>
                  <a:srgbClr val="006600"/>
                </a:solidFill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104477" name="Text Box 36">
            <a:extLst>
              <a:ext uri="{FF2B5EF4-FFF2-40B4-BE49-F238E27FC236}">
                <a16:creationId xmlns:a16="http://schemas.microsoft.com/office/drawing/2014/main" id="{0CA685E7-46DD-4C72-924E-F0F02C9D8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5886450"/>
            <a:ext cx="3819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en-US" sz="1600"/>
              <a:t>FIFO Queue</a:t>
            </a:r>
          </a:p>
        </p:txBody>
      </p:sp>
      <p:sp>
        <p:nvSpPr>
          <p:cNvPr id="104478" name="Oval 37">
            <a:extLst>
              <a:ext uri="{FF2B5EF4-FFF2-40B4-BE49-F238E27FC236}">
                <a16:creationId xmlns:a16="http://schemas.microsoft.com/office/drawing/2014/main" id="{B7A78845-DA17-FB9C-9CEA-2670D1354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4038600"/>
            <a:ext cx="274637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I</a:t>
            </a:r>
          </a:p>
        </p:txBody>
      </p:sp>
      <p:sp>
        <p:nvSpPr>
          <p:cNvPr id="104479" name="Oval 38">
            <a:extLst>
              <a:ext uri="{FF2B5EF4-FFF2-40B4-BE49-F238E27FC236}">
                <a16:creationId xmlns:a16="http://schemas.microsoft.com/office/drawing/2014/main" id="{20889CF0-B0DD-6F09-4EA1-843294B73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F</a:t>
            </a:r>
          </a:p>
        </p:txBody>
      </p:sp>
      <p:sp>
        <p:nvSpPr>
          <p:cNvPr id="104480" name="Oval 39">
            <a:extLst>
              <a:ext uri="{FF2B5EF4-FFF2-40B4-BE49-F238E27FC236}">
                <a16:creationId xmlns:a16="http://schemas.microsoft.com/office/drawing/2014/main" id="{BEFA49B8-D265-2051-EB62-84D53C7F0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B</a:t>
            </a:r>
          </a:p>
        </p:txBody>
      </p:sp>
      <p:sp>
        <p:nvSpPr>
          <p:cNvPr id="104481" name="Oval 40">
            <a:extLst>
              <a:ext uri="{FF2B5EF4-FFF2-40B4-BE49-F238E27FC236}">
                <a16:creationId xmlns:a16="http://schemas.microsoft.com/office/drawing/2014/main" id="{6F5792F5-F486-1634-6179-D36D3A761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1520825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104482" name="Oval 41">
            <a:extLst>
              <a:ext uri="{FF2B5EF4-FFF2-40B4-BE49-F238E27FC236}">
                <a16:creationId xmlns:a16="http://schemas.microsoft.com/office/drawing/2014/main" id="{BAAD80A8-2D36-A08C-8568-44478C8B3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921000"/>
            <a:ext cx="274638" cy="274638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G</a:t>
            </a:r>
          </a:p>
        </p:txBody>
      </p:sp>
      <p:sp>
        <p:nvSpPr>
          <p:cNvPr id="104483" name="Oval 42">
            <a:extLst>
              <a:ext uri="{FF2B5EF4-FFF2-40B4-BE49-F238E27FC236}">
                <a16:creationId xmlns:a16="http://schemas.microsoft.com/office/drawing/2014/main" id="{42496E86-1049-59C9-2DD7-101DF80BE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1509713"/>
            <a:ext cx="274637" cy="274637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200">
                <a:solidFill>
                  <a:schemeClr val="accent2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62357-A0B8-3E4F-7BAE-6874324BECEF}"/>
              </a:ext>
            </a:extLst>
          </p:cNvPr>
          <p:cNvSpPr>
            <a:spLocks noGrp="1"/>
          </p:cNvSpPr>
          <p:nvPr>
            <p:ph type="ctrTitle" sz="quarter"/>
          </p:nvPr>
        </p:nvSpPr>
        <p:spPr>
          <a:xfrm>
            <a:off x="0" y="0"/>
            <a:ext cx="9144000" cy="812800"/>
          </a:xfrm>
        </p:spPr>
        <p:txBody>
          <a:bodyPr/>
          <a:lstStyle/>
          <a:p>
            <a:r>
              <a:rPr lang="en-US" dirty="0"/>
              <a:t>BFS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0CCD37-C5FC-CA5F-5BF2-00D188ED0D4D}"/>
              </a:ext>
            </a:extLst>
          </p:cNvPr>
          <p:cNvSpPr/>
          <p:nvPr/>
        </p:nvSpPr>
        <p:spPr bwMode="auto">
          <a:xfrm>
            <a:off x="1447800" y="6629400"/>
            <a:ext cx="6248400" cy="228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C43417-CD26-A559-AA5D-0B997145A96B}"/>
              </a:ext>
            </a:extLst>
          </p:cNvPr>
          <p:cNvSpPr/>
          <p:nvPr/>
        </p:nvSpPr>
        <p:spPr bwMode="auto">
          <a:xfrm>
            <a:off x="0" y="1524000"/>
            <a:ext cx="9144000" cy="228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ＭＳ Ｐゴシック" panose="020B0600070205080204" pitchFamily="34" charset="-128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F870B23-CCE0-1584-39B5-6E5A4523D5EC}"/>
              </a:ext>
            </a:extLst>
          </p:cNvPr>
          <p:cNvSpPr txBox="1">
            <a:spLocks/>
          </p:cNvSpPr>
          <p:nvPr/>
        </p:nvSpPr>
        <p:spPr bwMode="auto">
          <a:xfrm>
            <a:off x="284018" y="1066800"/>
            <a:ext cx="8575964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l" defTabSz="915988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>
                <a:srgbClr val="003399"/>
              </a:buClr>
              <a:buSzPct val="50000"/>
              <a:buFont typeface="Monotype Sorts" pitchFamily="-110" charset="2"/>
              <a:defRPr kumimoji="1" sz="16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46075" indent="-231775" algn="l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35000"/>
              <a:buFont typeface="Monotype Sorts" pitchFamily="-110" charset="2"/>
              <a:buChar char="n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7063" indent="-166688" algn="l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7763" indent="-404813" algn="l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!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39875" indent="-169863" algn="l" rtl="0" eaLnBrk="0" fontAlgn="base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</a:pPr>
            <a: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  <a:t>procedure BFS-iterative(start):</a:t>
            </a:r>
            <a:b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</a:br>
            <a: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  <a:t>   make a queue</a:t>
            </a:r>
            <a:b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</a:br>
            <a: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  <a:t>   make a way to keep track of the visited</a:t>
            </a:r>
            <a:b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</a:br>
            <a: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  <a:t>   enqueue start</a:t>
            </a:r>
            <a:b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</a:br>
            <a: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  <a:t>   while queue is not empty do</a:t>
            </a:r>
            <a:b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</a:br>
            <a: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  <a:t>      deque head node</a:t>
            </a:r>
            <a:b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</a:br>
            <a: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  <a:t>      print node</a:t>
            </a:r>
            <a:b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</a:br>
            <a: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  <a:t>      loop thru list of neighbors</a:t>
            </a:r>
            <a:b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</a:br>
            <a: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  <a:t>         if neighbor is not labeled as discovered:</a:t>
            </a:r>
            <a:b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</a:br>
            <a: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  <a:t>            label neighbor as discovered</a:t>
            </a:r>
            <a:b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</a:br>
            <a:r>
              <a:rPr lang="en-US" sz="2800" b="1" dirty="0">
                <a:solidFill>
                  <a:srgbClr val="002060"/>
                </a:solidFill>
                <a:latin typeface="+mj-lt"/>
                <a:cs typeface="Cavolini" panose="03000502040302020204" pitchFamily="66" charset="0"/>
              </a:rPr>
              <a:t>            enqueue each neighbor</a:t>
            </a:r>
          </a:p>
        </p:txBody>
      </p:sp>
    </p:spTree>
    <p:extLst>
      <p:ext uri="{BB962C8B-B14F-4D97-AF65-F5344CB8AC3E}">
        <p14:creationId xmlns:p14="http://schemas.microsoft.com/office/powerpoint/2010/main" val="1285924908"/>
      </p:ext>
    </p:extLst>
  </p:cSld>
  <p:clrMapOvr>
    <a:masterClrMapping/>
  </p:clrMapOvr>
</p:sld>
</file>

<file path=ppt/theme/theme1.xml><?xml version="1.0" encoding="utf-8"?>
<a:theme xmlns:a="http://schemas.openxmlformats.org/drawingml/2006/main" name="introalgsds">
  <a:themeElements>
    <a:clrScheme name="">
      <a:dk1>
        <a:srgbClr val="000000"/>
      </a:dk1>
      <a:lt1>
        <a:srgbClr val="FFFFFF"/>
      </a:lt1>
      <a:dk2>
        <a:srgbClr val="C0C0C0"/>
      </a:dk2>
      <a:lt2>
        <a:srgbClr val="010000"/>
      </a:lt2>
      <a:accent1>
        <a:srgbClr val="CC0000"/>
      </a:accent1>
      <a:accent2>
        <a:srgbClr val="777777"/>
      </a:accent2>
      <a:accent3>
        <a:srgbClr val="FFFFFF"/>
      </a:accent3>
      <a:accent4>
        <a:srgbClr val="000000"/>
      </a:accent4>
      <a:accent5>
        <a:srgbClr val="E2AAAA"/>
      </a:accent5>
      <a:accent6>
        <a:srgbClr val="6B6B6B"/>
      </a:accent6>
      <a:hlink>
        <a:srgbClr val="4D4D4D"/>
      </a:hlink>
      <a:folHlink>
        <a:srgbClr val="003399"/>
      </a:folHlink>
    </a:clrScheme>
    <a:fontScheme name="introalgs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ＭＳ Ｐゴシック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ＭＳ Ｐゴシック" panose="020B0600070205080204" pitchFamily="34" charset="-128"/>
          </a:defRPr>
        </a:defPPr>
      </a:lstStyle>
    </a:lnDef>
  </a:objectDefaults>
  <a:extraClrSchemeLst>
    <a:extraClrScheme>
      <a:clrScheme name="introalgsds 1">
        <a:dk1>
          <a:srgbClr val="009999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8282"/>
        </a:accent4>
        <a:accent5>
          <a:srgbClr val="E2F4FF"/>
        </a:accent5>
        <a:accent6>
          <a:srgbClr val="E7E7B9"/>
        </a:accent6>
        <a:hlink>
          <a:srgbClr val="FF9966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2">
        <a:dk1>
          <a:srgbClr val="800000"/>
        </a:dk1>
        <a:lt1>
          <a:srgbClr val="FFFFFF"/>
        </a:lt1>
        <a:dk2>
          <a:srgbClr val="000000"/>
        </a:dk2>
        <a:lt2>
          <a:srgbClr val="FFFFCC"/>
        </a:lt2>
        <a:accent1>
          <a:srgbClr val="000000"/>
        </a:accent1>
        <a:accent2>
          <a:srgbClr val="000099"/>
        </a:accent2>
        <a:accent3>
          <a:srgbClr val="AAAAAA"/>
        </a:accent3>
        <a:accent4>
          <a:srgbClr val="DADADA"/>
        </a:accent4>
        <a:accent5>
          <a:srgbClr val="AAAAAA"/>
        </a:accent5>
        <a:accent6>
          <a:srgbClr val="00008A"/>
        </a:accent6>
        <a:hlink>
          <a:srgbClr val="800000"/>
        </a:hlink>
        <a:folHlink>
          <a:srgbClr val="00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algsds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4">
        <a:dk1>
          <a:srgbClr val="000000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B9"/>
        </a:accent6>
        <a:hlink>
          <a:srgbClr val="FF66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5">
        <a:dk1>
          <a:srgbClr val="000000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B9"/>
        </a:accent6>
        <a:hlink>
          <a:srgbClr val="FF6600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6">
        <a:dk1>
          <a:srgbClr val="000000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B9"/>
        </a:accent6>
        <a:hlink>
          <a:srgbClr val="FF66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algsds 7">
        <a:dk1>
          <a:srgbClr val="000000"/>
        </a:dk1>
        <a:lt1>
          <a:srgbClr val="FFFFFF"/>
        </a:lt1>
        <a:dk2>
          <a:srgbClr val="C0C0C0"/>
        </a:dk2>
        <a:lt2>
          <a:srgbClr val="010000"/>
        </a:lt2>
        <a:accent1>
          <a:srgbClr val="CC0000"/>
        </a:accent1>
        <a:accent2>
          <a:srgbClr val="777777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6B6B6B"/>
        </a:accent6>
        <a:hlink>
          <a:srgbClr val="4D4D4D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HD:Users:wayne:Documents:cos226-f05:introalgsds.pot</Template>
  <TotalTime>41</TotalTime>
  <Words>1399</Words>
  <Application>Microsoft Office PowerPoint</Application>
  <PresentationFormat>On-screen Show (4:3)</PresentationFormat>
  <Paragraphs>1017</Paragraphs>
  <Slides>51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</vt:lpstr>
      <vt:lpstr>Comic Sans MS</vt:lpstr>
      <vt:lpstr>Courier New</vt:lpstr>
      <vt:lpstr>Monotype Sorts</vt:lpstr>
      <vt:lpstr>Wingdings</vt:lpstr>
      <vt:lpstr>introalgsds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Breadth First Search</vt:lpstr>
      <vt:lpstr>BFS Algorithm</vt:lpstr>
    </vt:vector>
  </TitlesOfParts>
  <Company>Princeton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Breadth First Search</dc:title>
  <dc:creator>Kevin Wayne</dc:creator>
  <cp:lastModifiedBy>Weldon Jasik</cp:lastModifiedBy>
  <cp:revision>6</cp:revision>
  <dcterms:created xsi:type="dcterms:W3CDTF">2005-11-21T15:33:47Z</dcterms:created>
  <dcterms:modified xsi:type="dcterms:W3CDTF">2024-03-19T16:11:30Z</dcterms:modified>
</cp:coreProperties>
</file>