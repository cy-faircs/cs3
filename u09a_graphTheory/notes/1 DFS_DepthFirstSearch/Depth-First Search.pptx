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8" r:id="rId1"/>
  </p:sldMasterIdLst>
  <p:notesMasterIdLst>
    <p:notesMasterId r:id="rId20"/>
  </p:notesMasterIdLst>
  <p:handoutMasterIdLst>
    <p:handoutMasterId r:id="rId21"/>
  </p:handoutMasterIdLst>
  <p:sldIdLst>
    <p:sldId id="286" r:id="rId2"/>
    <p:sldId id="347" r:id="rId3"/>
    <p:sldId id="348" r:id="rId4"/>
    <p:sldId id="349" r:id="rId5"/>
    <p:sldId id="350" r:id="rId6"/>
    <p:sldId id="351" r:id="rId7"/>
    <p:sldId id="352" r:id="rId8"/>
    <p:sldId id="353" r:id="rId9"/>
    <p:sldId id="354" r:id="rId10"/>
    <p:sldId id="355" r:id="rId11"/>
    <p:sldId id="356" r:id="rId12"/>
    <p:sldId id="357" r:id="rId13"/>
    <p:sldId id="358" r:id="rId14"/>
    <p:sldId id="359" r:id="rId15"/>
    <p:sldId id="360" r:id="rId16"/>
    <p:sldId id="361" r:id="rId17"/>
    <p:sldId id="362" r:id="rId18"/>
    <p:sldId id="363" r:id="rId19"/>
  </p:sldIdLst>
  <p:sldSz cx="9144000" cy="6858000" type="screen4x3"/>
  <p:notesSz cx="9269413" cy="701992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11">
          <p15:clr>
            <a:srgbClr val="A4A3A4"/>
          </p15:clr>
        </p15:guide>
        <p15:guide id="2" pos="291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00"/>
    <a:srgbClr val="990033"/>
    <a:srgbClr val="CC0000"/>
    <a:srgbClr val="003399"/>
    <a:srgbClr val="336699"/>
    <a:srgbClr val="008080"/>
    <a:srgbClr val="009999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 snapToGrid="0">
      <p:cViewPr varScale="1">
        <p:scale>
          <a:sx n="110" d="100"/>
          <a:sy n="110" d="100"/>
        </p:scale>
        <p:origin x="1541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-1818" y="-90"/>
      </p:cViewPr>
      <p:guideLst>
        <p:guide orient="horz" pos="2211"/>
        <p:guide pos="291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F04A6D8-0116-BCE5-2ECC-8A86A19FCA2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16375" cy="350838"/>
          </a:xfrm>
          <a:prstGeom prst="rect">
            <a:avLst/>
          </a:prstGeom>
          <a:noFill/>
          <a:ln>
            <a:noFill/>
          </a:ln>
        </p:spPr>
        <p:txBody>
          <a:bodyPr vert="horz" wrap="square" lIns="93077" tIns="46538" rIns="93077" bIns="46538" numCol="1" anchor="t" anchorCtr="0" compatLnSpc="1">
            <a:prstTxWarp prst="textNoShape">
              <a:avLst/>
            </a:prstTxWarp>
          </a:bodyPr>
          <a:lstStyle>
            <a:lvl1pPr algn="l" defTabSz="930275">
              <a:defRPr kumimoji="0"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CDD217D3-99FB-A6EE-BA12-4F2DEF9744B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53038" y="0"/>
            <a:ext cx="4016375" cy="350838"/>
          </a:xfrm>
          <a:prstGeom prst="rect">
            <a:avLst/>
          </a:prstGeom>
          <a:noFill/>
          <a:ln>
            <a:noFill/>
          </a:ln>
        </p:spPr>
        <p:txBody>
          <a:bodyPr vert="horz" wrap="square" lIns="93077" tIns="46538" rIns="93077" bIns="46538" numCol="1" anchor="t" anchorCtr="0" compatLnSpc="1">
            <a:prstTxWarp prst="textNoShape">
              <a:avLst/>
            </a:prstTxWarp>
          </a:bodyPr>
          <a:lstStyle>
            <a:lvl1pPr algn="r" defTabSz="930275">
              <a:defRPr kumimoji="0" sz="1200" smtClean="0"/>
            </a:lvl1pPr>
          </a:lstStyle>
          <a:p>
            <a:pPr>
              <a:defRPr/>
            </a:pPr>
            <a:fld id="{5E1DADD5-A10E-49F5-985A-54A94E3EE724}" type="datetime1">
              <a:rPr lang="en-US" altLang="en-US"/>
              <a:pPr>
                <a:defRPr/>
              </a:pPr>
              <a:t>3/5/2024</a:t>
            </a:fld>
            <a:endParaRPr lang="en-US" altLang="en-US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F568B05F-A9EE-95C2-1377-351C028A747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69088"/>
            <a:ext cx="4016375" cy="350837"/>
          </a:xfrm>
          <a:prstGeom prst="rect">
            <a:avLst/>
          </a:prstGeom>
          <a:noFill/>
          <a:ln>
            <a:noFill/>
          </a:ln>
        </p:spPr>
        <p:txBody>
          <a:bodyPr vert="horz" wrap="square" lIns="93077" tIns="46538" rIns="93077" bIns="46538" numCol="1" anchor="b" anchorCtr="0" compatLnSpc="1">
            <a:prstTxWarp prst="textNoShape">
              <a:avLst/>
            </a:prstTxWarp>
          </a:bodyPr>
          <a:lstStyle>
            <a:lvl1pPr algn="l" defTabSz="930275">
              <a:defRPr kumimoji="0" sz="1200"/>
            </a:lvl1pPr>
          </a:lstStyle>
          <a:p>
            <a:pPr>
              <a:defRPr/>
            </a:pPr>
            <a:r>
              <a:rPr lang="en-US" altLang="en-US"/>
              <a:t>Copyright 2000, Kevin Wayne</a:t>
            </a:r>
          </a:p>
        </p:txBody>
      </p:sp>
      <p:sp>
        <p:nvSpPr>
          <p:cNvPr id="14341" name="Rectangle 5">
            <a:extLst>
              <a:ext uri="{FF2B5EF4-FFF2-40B4-BE49-F238E27FC236}">
                <a16:creationId xmlns:a16="http://schemas.microsoft.com/office/drawing/2014/main" id="{68D35B44-28D1-2EEB-31ED-B557A2CE6B2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53038" y="6669088"/>
            <a:ext cx="4016375" cy="350837"/>
          </a:xfrm>
          <a:prstGeom prst="rect">
            <a:avLst/>
          </a:prstGeom>
          <a:noFill/>
          <a:ln>
            <a:noFill/>
          </a:ln>
        </p:spPr>
        <p:txBody>
          <a:bodyPr vert="horz" wrap="square" lIns="93077" tIns="46538" rIns="93077" bIns="46538" numCol="1" anchor="b" anchorCtr="0" compatLnSpc="1">
            <a:prstTxWarp prst="textNoShape">
              <a:avLst/>
            </a:prstTxWarp>
          </a:bodyPr>
          <a:lstStyle>
            <a:lvl1pPr algn="r" defTabSz="930275">
              <a:defRPr kumimoji="0" sz="1200" smtClean="0"/>
            </a:lvl1pPr>
          </a:lstStyle>
          <a:p>
            <a:pPr>
              <a:defRPr/>
            </a:pPr>
            <a:fld id="{ACCC993E-CDA8-47F9-92B3-D90C136F07D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8">
            <a:extLst>
              <a:ext uri="{FF2B5EF4-FFF2-40B4-BE49-F238E27FC236}">
                <a16:creationId xmlns:a16="http://schemas.microsoft.com/office/drawing/2014/main" id="{C633EE0B-C8CF-0845-E72E-D2F6D8CB89C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16375" cy="350838"/>
          </a:xfrm>
          <a:prstGeom prst="rect">
            <a:avLst/>
          </a:prstGeom>
          <a:noFill/>
          <a:ln>
            <a:noFill/>
          </a:ln>
        </p:spPr>
        <p:txBody>
          <a:bodyPr vert="horz" wrap="square" lIns="93077" tIns="46538" rIns="93077" bIns="46538" numCol="1" anchor="t" anchorCtr="0" compatLnSpc="1">
            <a:prstTxWarp prst="textNoShape">
              <a:avLst/>
            </a:prstTxWarp>
          </a:bodyPr>
          <a:lstStyle>
            <a:lvl1pPr algn="l" defTabSz="930275">
              <a:defRPr kumimoji="0"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9">
            <a:extLst>
              <a:ext uri="{FF2B5EF4-FFF2-40B4-BE49-F238E27FC236}">
                <a16:creationId xmlns:a16="http://schemas.microsoft.com/office/drawing/2014/main" id="{FC1BDC5C-8523-DB36-82DB-DA59761E6160}"/>
              </a:ext>
            </a:extLst>
          </p:cNvPr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2879725" y="527050"/>
            <a:ext cx="3509963" cy="26320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8" name="Rectangle 10">
            <a:extLst>
              <a:ext uri="{FF2B5EF4-FFF2-40B4-BE49-F238E27FC236}">
                <a16:creationId xmlns:a16="http://schemas.microsoft.com/office/drawing/2014/main" id="{501E85C0-3CB7-DCAE-4A3C-B792F0A7F07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38250" y="3335338"/>
            <a:ext cx="6792913" cy="3157537"/>
          </a:xfrm>
          <a:prstGeom prst="rect">
            <a:avLst/>
          </a:prstGeom>
          <a:noFill/>
          <a:ln>
            <a:noFill/>
          </a:ln>
        </p:spPr>
        <p:txBody>
          <a:bodyPr vert="horz" wrap="square" lIns="93077" tIns="46538" rIns="93077" bIns="465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2059" name="Rectangle 11">
            <a:extLst>
              <a:ext uri="{FF2B5EF4-FFF2-40B4-BE49-F238E27FC236}">
                <a16:creationId xmlns:a16="http://schemas.microsoft.com/office/drawing/2014/main" id="{CE1531EC-8104-BD67-8E0E-33B680E9208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253038" y="0"/>
            <a:ext cx="4016375" cy="350838"/>
          </a:xfrm>
          <a:prstGeom prst="rect">
            <a:avLst/>
          </a:prstGeom>
          <a:noFill/>
          <a:ln>
            <a:noFill/>
          </a:ln>
        </p:spPr>
        <p:txBody>
          <a:bodyPr vert="horz" wrap="square" lIns="93077" tIns="46538" rIns="93077" bIns="46538" numCol="1" anchor="t" anchorCtr="0" compatLnSpc="1">
            <a:prstTxWarp prst="textNoShape">
              <a:avLst/>
            </a:prstTxWarp>
          </a:bodyPr>
          <a:lstStyle>
            <a:lvl1pPr algn="r" defTabSz="930275">
              <a:defRPr kumimoji="0" sz="1200" smtClean="0"/>
            </a:lvl1pPr>
          </a:lstStyle>
          <a:p>
            <a:pPr>
              <a:defRPr/>
            </a:pPr>
            <a:fld id="{89EF5CD6-A282-4F20-9F46-9D6FE618BE51}" type="datetime1">
              <a:rPr lang="en-US" altLang="en-US"/>
              <a:pPr>
                <a:defRPr/>
              </a:pPr>
              <a:t>3/5/2024</a:t>
            </a:fld>
            <a:endParaRPr lang="en-US" altLang="en-US"/>
          </a:p>
        </p:txBody>
      </p:sp>
      <p:sp>
        <p:nvSpPr>
          <p:cNvPr id="2060" name="Rectangle 12">
            <a:extLst>
              <a:ext uri="{FF2B5EF4-FFF2-40B4-BE49-F238E27FC236}">
                <a16:creationId xmlns:a16="http://schemas.microsoft.com/office/drawing/2014/main" id="{B9513DA2-994A-3A34-9E8B-BFDC1F389E3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669088"/>
            <a:ext cx="4016375" cy="350837"/>
          </a:xfrm>
          <a:prstGeom prst="rect">
            <a:avLst/>
          </a:prstGeom>
          <a:noFill/>
          <a:ln>
            <a:noFill/>
          </a:ln>
        </p:spPr>
        <p:txBody>
          <a:bodyPr vert="horz" wrap="square" lIns="93077" tIns="46538" rIns="93077" bIns="46538" numCol="1" anchor="b" anchorCtr="0" compatLnSpc="1">
            <a:prstTxWarp prst="textNoShape">
              <a:avLst/>
            </a:prstTxWarp>
          </a:bodyPr>
          <a:lstStyle>
            <a:lvl1pPr algn="l" defTabSz="930275">
              <a:defRPr kumimoji="0" sz="1200"/>
            </a:lvl1pPr>
          </a:lstStyle>
          <a:p>
            <a:pPr>
              <a:defRPr/>
            </a:pPr>
            <a:r>
              <a:rPr lang="en-US" altLang="en-US"/>
              <a:t>Copyright 2000, Kevin Wayne</a:t>
            </a:r>
          </a:p>
        </p:txBody>
      </p:sp>
      <p:sp>
        <p:nvSpPr>
          <p:cNvPr id="2061" name="Rectangle 13">
            <a:extLst>
              <a:ext uri="{FF2B5EF4-FFF2-40B4-BE49-F238E27FC236}">
                <a16:creationId xmlns:a16="http://schemas.microsoft.com/office/drawing/2014/main" id="{E69FE263-697D-FF03-551A-E9FFE45E9B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53038" y="6669088"/>
            <a:ext cx="4016375" cy="350837"/>
          </a:xfrm>
          <a:prstGeom prst="rect">
            <a:avLst/>
          </a:prstGeom>
          <a:noFill/>
          <a:ln>
            <a:noFill/>
          </a:ln>
        </p:spPr>
        <p:txBody>
          <a:bodyPr vert="horz" wrap="square" lIns="93077" tIns="46538" rIns="93077" bIns="46538" numCol="1" anchor="b" anchorCtr="0" compatLnSpc="1">
            <a:prstTxWarp prst="textNoShape">
              <a:avLst/>
            </a:prstTxWarp>
          </a:bodyPr>
          <a:lstStyle>
            <a:lvl1pPr algn="r" defTabSz="930275">
              <a:defRPr kumimoji="0" sz="1200" smtClean="0"/>
            </a:lvl1pPr>
          </a:lstStyle>
          <a:p>
            <a:pPr>
              <a:defRPr/>
            </a:pPr>
            <a:fld id="{47B066B7-4EB4-4FA6-82FB-6623AA232BB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5B8F9-F34E-B203-363E-C5F5075C8C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5D8F0E4-0A31-68A6-CA5D-AD1B2AA0E5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2315578-03C1-B509-9D7E-B6E1173F47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5019BF8E-6430-CE52-ED03-3F63B0BBFE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6A91B04-79A5-1B97-E4BC-08DBF67EF6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28C1323E-6B04-5AC6-C499-12EAF369A2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3D633393-7ADC-B83D-5203-C7D480E1F6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DEBF5C9F-2BDE-79D6-E950-F931417420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2DF0DFC9-4C4A-A70F-134C-37C1846A34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CA670D4C-2E95-6280-63EF-4A7D83569B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9819AF67-3F39-CE5C-8AC9-445A967FB5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C44AD53B-9A78-1CC6-6271-3CFBFE3A04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E5E6C7B9-1236-EBD0-CC18-ABDEE2B885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4EF32BBB-B72F-769D-6AFB-42E13977E6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76E82BB3-ED52-2C50-2994-E32EEA2A61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E0BC6E31-418C-752F-755A-9A343C6909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0B3DCF5D-9509-9903-3041-78C82485A6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20411E8D-73E0-9AFF-A8FF-5672A56C78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59AB27AB-5FCA-92FF-D04E-B9C775A794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AB227365-CCFD-BC01-71D2-2D27D59876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D2362850-B2D1-FDCB-DB25-3C44ED5862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B870D6E4-A03D-05D3-AB80-6A870C02EB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A78176BA-7F8C-26E5-B721-F9431C0385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571F2130-62F1-265B-5F96-48B90B6F2F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D8DE95A0-A8C2-129A-BD4D-6004496EFD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5B4B568B-8E9F-724A-6B31-F17E71A5C9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89D189E5-1A84-F85D-C8BE-EFD630845F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949E3604-B6A6-3F49-44EF-87D03B37FD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29610D5D-33CF-B05C-4A0B-1722F70C52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332CDB0A-5467-9B6B-3A59-6C788A7DD3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196A2A68-7F64-6185-06A8-9EC0C35931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FA8CEBDC-7815-4155-8C25-2F43E6A06A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024CD30B-C667-FAA5-B1D3-4210060B6A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86B8CB04-B314-7448-A2C9-EE1519384C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2A6AE8D4-AE93-6259-BF81-835DEEAB64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726ED0C2-8B84-CDBB-A8DD-C76A5F2153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>
            <a:extLst>
              <a:ext uri="{FF2B5EF4-FFF2-40B4-BE49-F238E27FC236}">
                <a16:creationId xmlns:a16="http://schemas.microsoft.com/office/drawing/2014/main" id="{514A7F97-8A9D-3C5B-BAE7-0D6511117BEA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708150"/>
            <a:ext cx="9147175" cy="0"/>
          </a:xfrm>
          <a:prstGeom prst="line">
            <a:avLst/>
          </a:prstGeom>
          <a:noFill/>
          <a:ln w="12700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D16E0990-514B-A1DE-AC4E-4C1A58F85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9144000" cy="26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000"/>
              <a:t>Robert Sedgewick and Kevin Wayne   •   Copyright © 2005   •   http://www.Princeton.EDU/~cos226</a:t>
            </a:r>
          </a:p>
        </p:txBody>
      </p:sp>
      <p:sp>
        <p:nvSpPr>
          <p:cNvPr id="503811" name="Rectangle 3"/>
          <p:cNvSpPr>
            <a:spLocks noGrp="1" noChangeArrowheads="1"/>
          </p:cNvSpPr>
          <p:nvPr>
            <p:ph type="ctrTitle" sz="quarter"/>
          </p:nvPr>
        </p:nvSpPr>
        <p:spPr>
          <a:xfrm>
            <a:off x="0" y="0"/>
            <a:ext cx="9144000" cy="1524000"/>
          </a:xfrm>
        </p:spPr>
        <p:txBody>
          <a:bodyPr anchor="b"/>
          <a:lstStyle>
            <a:lvl1pPr>
              <a:lnSpc>
                <a:spcPct val="80000"/>
              </a:lnSpc>
              <a:defRPr sz="3200">
                <a:solidFill>
                  <a:schemeClr val="folHlink"/>
                </a:solidFill>
              </a:defRPr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503813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220788" y="2671763"/>
            <a:ext cx="7162800" cy="3094037"/>
          </a:xfrm>
        </p:spPr>
        <p:txBody>
          <a:bodyPr/>
          <a:lstStyle>
            <a:lvl1pPr defTabSz="915988">
              <a:defRPr sz="16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0330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EA7FE60-5FE9-3B32-D66E-F75394C7E29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5F592D-2C2D-400E-AA7A-3CB5730D3B85}" type="slidenum">
              <a:rPr lang="en-US" altLang="en-US"/>
              <a:pPr>
                <a:defRPr/>
              </a:pPr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3932964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059E133-1848-2346-20A0-3EE5D04E076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4C4FBF-303F-43CE-A7D8-2A08FE862291}" type="slidenum">
              <a:rPr lang="en-US" altLang="en-US"/>
              <a:pPr>
                <a:defRPr/>
              </a:pPr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1615795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914400"/>
            <a:ext cx="38481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914400"/>
            <a:ext cx="38481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796248-A6EA-C069-030F-47AF5AA9271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3B86DC-0B0C-4A41-880A-600DAEF10B48}" type="slidenum">
              <a:rPr lang="en-US" altLang="en-US"/>
              <a:pPr>
                <a:defRPr/>
              </a:pPr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2506335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287C9ED-3A86-02AB-BDC0-934AEBE2254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8F42AC-C532-4BD8-8C4A-5CA8BE268D7C}" type="slidenum">
              <a:rPr lang="en-US" altLang="en-US"/>
              <a:pPr>
                <a:defRPr/>
              </a:pPr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3095014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A876D1D-C67F-F182-77E3-F25DC5C03DF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FCD3C3-5400-44AD-898D-B72CAA67EF2F}" type="slidenum">
              <a:rPr lang="en-US" altLang="en-US"/>
              <a:pPr>
                <a:defRPr/>
              </a:pPr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2880947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0AAC8FD-E110-1EEC-4E83-BA7D2BF5C27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EE4028-A562-4E31-AD03-8D2C3A7DB7F0}" type="slidenum">
              <a:rPr lang="en-US" altLang="en-US"/>
              <a:pPr>
                <a:defRPr/>
              </a:pPr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781042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39C3F1-774F-BC0B-625B-F72A5B54634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D0D9C8-5F37-4E22-A9E8-E0ECB4F0536D}" type="slidenum">
              <a:rPr lang="en-US" altLang="en-US"/>
              <a:pPr>
                <a:defRPr/>
              </a:pPr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1549424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226D58-4150-8ECA-4B63-983F748B01D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5946B1-F12B-49B2-BFAA-A234492045E0}" type="slidenum">
              <a:rPr lang="en-US" altLang="en-US"/>
              <a:pPr>
                <a:defRPr/>
              </a:pPr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2853108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7D14CE9-1E90-457B-C656-60714DAF2AC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72E64-D55C-4769-B5AB-5655625D4387}" type="slidenum">
              <a:rPr lang="en-US" altLang="en-US"/>
              <a:pPr>
                <a:defRPr/>
              </a:pPr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577163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152400"/>
            <a:ext cx="22860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152400"/>
            <a:ext cx="67056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9801A57-8C1A-F9EB-559F-2EE02C836F3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F2A8DE-8A31-40EA-BE9F-39EB266B0849}" type="slidenum">
              <a:rPr lang="en-US" altLang="en-US"/>
              <a:pPr>
                <a:defRPr/>
              </a:pPr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1883956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504F5A0-05EA-5992-2C3A-A72BC67F27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E5FA76A-4AA8-0033-D839-D098B39FDB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914400"/>
            <a:ext cx="7848600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02788" name="Rectangle 4">
            <a:extLst>
              <a:ext uri="{FF2B5EF4-FFF2-40B4-BE49-F238E27FC236}">
                <a16:creationId xmlns:a16="http://schemas.microsoft.com/office/drawing/2014/main" id="{549D98A2-A83D-5179-181B-0A1B0862F5B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629400"/>
            <a:ext cx="19050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800" smtClean="0"/>
            </a:lvl1pPr>
          </a:lstStyle>
          <a:p>
            <a:pPr>
              <a:defRPr/>
            </a:pPr>
            <a:fld id="{4603D8EA-7CAD-43C4-BA07-FC0F6BDC1D9A}" type="slidenum">
              <a:rPr lang="en-US" altLang="en-US"/>
              <a:pPr>
                <a:defRPr/>
              </a:pPr>
              <a:t>‹#›</a:t>
            </a:fld>
            <a:endParaRPr lang="en-US" altLang="en-US" sz="1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 ftr="0" dt="0"/>
  <p:txStyles>
    <p:titleStyle>
      <a:lvl1pPr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 kern="1200">
          <a:solidFill>
            <a:schemeClr val="hlink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hlink"/>
          </a:solidFill>
          <a:latin typeface="Comic Sans MS" panose="030F0702030302020204" pitchFamily="66" charset="0"/>
        </a:defRPr>
      </a:lvl2pPr>
      <a:lvl3pPr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hlink"/>
          </a:solidFill>
          <a:latin typeface="Comic Sans MS" panose="030F0702030302020204" pitchFamily="66" charset="0"/>
        </a:defRPr>
      </a:lvl3pPr>
      <a:lvl4pPr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hlink"/>
          </a:solidFill>
          <a:latin typeface="Comic Sans MS" panose="030F0702030302020204" pitchFamily="66" charset="0"/>
        </a:defRPr>
      </a:lvl4pPr>
      <a:lvl5pPr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hlink"/>
          </a:solidFill>
          <a:latin typeface="Comic Sans MS" panose="030F0702030302020204" pitchFamily="66" charset="0"/>
        </a:defRPr>
      </a:lvl5pPr>
      <a:lvl6pPr marL="457200"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hlink"/>
          </a:solidFill>
          <a:latin typeface="Comic Sans MS" panose="030F0702030302020204" pitchFamily="66" charset="0"/>
        </a:defRPr>
      </a:lvl6pPr>
      <a:lvl7pPr marL="914400"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hlink"/>
          </a:solidFill>
          <a:latin typeface="Comic Sans MS" panose="030F0702030302020204" pitchFamily="66" charset="0"/>
        </a:defRPr>
      </a:lvl7pPr>
      <a:lvl8pPr marL="1371600"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hlink"/>
          </a:solidFill>
          <a:latin typeface="Comic Sans MS" panose="030F0702030302020204" pitchFamily="66" charset="0"/>
        </a:defRPr>
      </a:lvl8pPr>
      <a:lvl9pPr marL="1828800"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hlink"/>
          </a:solidFill>
          <a:latin typeface="Comic Sans MS" panose="030F0702030302020204" pitchFamily="66" charset="0"/>
        </a:defRPr>
      </a:lvl9pPr>
    </p:titleStyle>
    <p:bodyStyle>
      <a:lvl1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buClr>
          <a:srgbClr val="003399"/>
        </a:buClr>
        <a:buSzPct val="50000"/>
        <a:buFont typeface="Monotype Sorts" pitchFamily="-110" charset="2"/>
        <a:defRPr kumimoji="1" kern="1200">
          <a:solidFill>
            <a:srgbClr val="003399"/>
          </a:solidFill>
          <a:latin typeface="+mn-lt"/>
          <a:ea typeface="+mn-ea"/>
          <a:cs typeface="+mn-cs"/>
        </a:defRPr>
      </a:lvl1pPr>
      <a:lvl2pPr marL="346075" indent="-231775"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buClr>
          <a:schemeClr val="tx1"/>
        </a:buClr>
        <a:buSzPct val="35000"/>
        <a:buFont typeface="Monotype Sorts" pitchFamily="-110" charset="2"/>
        <a:buChar char="n"/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627063" indent="-166688"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buClr>
          <a:schemeClr val="tx1"/>
        </a:buClr>
        <a:buSzPct val="80000"/>
        <a:buChar char="–"/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147763" indent="-404813"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!"/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539875" indent="-169863"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buClr>
          <a:schemeClr val="tx1"/>
        </a:buClr>
        <a:buSzPct val="100000"/>
        <a:buChar char="–"/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2">
            <a:extLst>
              <a:ext uri="{FF2B5EF4-FFF2-40B4-BE49-F238E27FC236}">
                <a16:creationId xmlns:a16="http://schemas.microsoft.com/office/drawing/2014/main" id="{D1301E60-2549-31A4-8001-34C865B15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fld id="{17E63C71-DEFF-4A47-882F-B2DE0089A5CC}" type="slidenum">
              <a:rPr lang="en-US" altLang="en-US"/>
              <a:pPr algn="r"/>
              <a:t>1</a:t>
            </a:fld>
            <a:endParaRPr lang="en-US" altLang="en-US" sz="14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A4AF486E-08D3-772E-71D0-B1E6A89209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Directed Depth First Search</a:t>
            </a:r>
          </a:p>
        </p:txBody>
      </p:sp>
      <p:sp>
        <p:nvSpPr>
          <p:cNvPr id="5124" name="Text Box 44">
            <a:extLst>
              <a:ext uri="{FF2B5EF4-FFF2-40B4-BE49-F238E27FC236}">
                <a16:creationId xmlns:a16="http://schemas.microsoft.com/office/drawing/2014/main" id="{B70EA605-982F-FA23-EECE-ADBE631CA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1608138"/>
            <a:ext cx="1882775" cy="2976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99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kumimoji="0" lang="en-US" altLang="en-US" u="sng"/>
              <a:t>Adjacency Lists</a:t>
            </a:r>
          </a:p>
          <a:p>
            <a:pPr algn="l">
              <a:spcBef>
                <a:spcPct val="50000"/>
              </a:spcBef>
            </a:pPr>
            <a:r>
              <a:rPr kumimoji="0" lang="en-US" altLang="en-US" b="1">
                <a:latin typeface="Courier New" panose="02070309020205020404" pitchFamily="49" charset="0"/>
              </a:rPr>
              <a:t>A:  F G</a:t>
            </a:r>
            <a:br>
              <a:rPr kumimoji="0" lang="en-US" altLang="en-US" b="1">
                <a:latin typeface="Courier New" panose="02070309020205020404" pitchFamily="49" charset="0"/>
              </a:rPr>
            </a:br>
            <a:r>
              <a:rPr kumimoji="0" lang="en-US" altLang="en-US" b="1">
                <a:latin typeface="Courier New" panose="02070309020205020404" pitchFamily="49" charset="0"/>
              </a:rPr>
              <a:t>B:  A I</a:t>
            </a:r>
            <a:br>
              <a:rPr kumimoji="0" lang="en-US" altLang="en-US" b="1">
                <a:latin typeface="Courier New" panose="02070309020205020404" pitchFamily="49" charset="0"/>
              </a:rPr>
            </a:br>
            <a:r>
              <a:rPr kumimoji="0" lang="en-US" altLang="en-US" b="1">
                <a:latin typeface="Courier New" panose="02070309020205020404" pitchFamily="49" charset="0"/>
              </a:rPr>
              <a:t>C:  A D</a:t>
            </a:r>
            <a:br>
              <a:rPr kumimoji="0" lang="en-US" altLang="en-US" b="1">
                <a:latin typeface="Courier New" panose="02070309020205020404" pitchFamily="49" charset="0"/>
              </a:rPr>
            </a:br>
            <a:r>
              <a:rPr kumimoji="0" lang="en-US" altLang="en-US" b="1">
                <a:latin typeface="Courier New" panose="02070309020205020404" pitchFamily="49" charset="0"/>
              </a:rPr>
              <a:t>D:  C F</a:t>
            </a:r>
            <a:br>
              <a:rPr kumimoji="0" lang="en-US" altLang="en-US" b="1">
                <a:latin typeface="Courier New" panose="02070309020205020404" pitchFamily="49" charset="0"/>
              </a:rPr>
            </a:br>
            <a:r>
              <a:rPr kumimoji="0" lang="en-US" altLang="en-US" b="1">
                <a:latin typeface="Courier New" panose="02070309020205020404" pitchFamily="49" charset="0"/>
              </a:rPr>
              <a:t>E:  C D G</a:t>
            </a:r>
            <a:br>
              <a:rPr kumimoji="0" lang="en-US" altLang="en-US" b="1">
                <a:latin typeface="Courier New" panose="02070309020205020404" pitchFamily="49" charset="0"/>
              </a:rPr>
            </a:br>
            <a:r>
              <a:rPr kumimoji="0" lang="en-US" altLang="en-US" b="1">
                <a:latin typeface="Courier New" panose="02070309020205020404" pitchFamily="49" charset="0"/>
              </a:rPr>
              <a:t>F:  E</a:t>
            </a:r>
            <a:r>
              <a:rPr kumimoji="0" lang="en-US" altLang="en-US" b="1">
                <a:solidFill>
                  <a:schemeClr val="bg1"/>
                </a:solidFill>
                <a:latin typeface="Courier New" panose="02070309020205020404" pitchFamily="49" charset="0"/>
              </a:rPr>
              <a:t>:</a:t>
            </a:r>
            <a:br>
              <a:rPr kumimoji="0" lang="en-US" altLang="en-US" b="1">
                <a:solidFill>
                  <a:schemeClr val="bg1"/>
                </a:solidFill>
                <a:latin typeface="Courier New" panose="02070309020205020404" pitchFamily="49" charset="0"/>
              </a:rPr>
            </a:br>
            <a:r>
              <a:rPr kumimoji="0" lang="en-US" altLang="en-US" b="1">
                <a:latin typeface="Courier New" panose="02070309020205020404" pitchFamily="49" charset="0"/>
              </a:rPr>
              <a:t>G:  </a:t>
            </a:r>
            <a:r>
              <a:rPr kumimoji="0" lang="en-US" altLang="en-US" b="1">
                <a:solidFill>
                  <a:schemeClr val="bg1"/>
                </a:solidFill>
                <a:latin typeface="Courier New" panose="02070309020205020404" pitchFamily="49" charset="0"/>
              </a:rPr>
              <a:t>:</a:t>
            </a:r>
            <a:br>
              <a:rPr kumimoji="0" lang="en-US" altLang="en-US" b="1">
                <a:solidFill>
                  <a:schemeClr val="bg1"/>
                </a:solidFill>
                <a:latin typeface="Courier New" panose="02070309020205020404" pitchFamily="49" charset="0"/>
              </a:rPr>
            </a:br>
            <a:r>
              <a:rPr kumimoji="0" lang="en-US" altLang="en-US" b="1">
                <a:latin typeface="Courier New" panose="02070309020205020404" pitchFamily="49" charset="0"/>
              </a:rPr>
              <a:t>H:  B</a:t>
            </a:r>
            <a:r>
              <a:rPr kumimoji="0" lang="en-US" altLang="en-US" b="1">
                <a:solidFill>
                  <a:schemeClr val="bg1"/>
                </a:solidFill>
                <a:latin typeface="Courier New" panose="02070309020205020404" pitchFamily="49" charset="0"/>
              </a:rPr>
              <a:t>:</a:t>
            </a:r>
            <a:br>
              <a:rPr kumimoji="0" lang="en-US" altLang="en-US" b="1">
                <a:solidFill>
                  <a:schemeClr val="bg1"/>
                </a:solidFill>
                <a:latin typeface="Courier New" panose="02070309020205020404" pitchFamily="49" charset="0"/>
              </a:rPr>
            </a:br>
            <a:r>
              <a:rPr kumimoji="0" lang="en-US" altLang="en-US" b="1">
                <a:latin typeface="Courier New" panose="02070309020205020404" pitchFamily="49" charset="0"/>
              </a:rPr>
              <a:t>I:  H</a:t>
            </a:r>
            <a:r>
              <a:rPr kumimoji="0" lang="en-US" altLang="en-US" b="1">
                <a:solidFill>
                  <a:schemeClr val="bg1"/>
                </a:solidFill>
                <a:latin typeface="Courier New" panose="02070309020205020404" pitchFamily="49" charset="0"/>
              </a:rPr>
              <a:t>:</a:t>
            </a:r>
          </a:p>
        </p:txBody>
      </p:sp>
      <p:sp>
        <p:nvSpPr>
          <p:cNvPr id="5125" name="Oval 106">
            <a:extLst>
              <a:ext uri="{FF2B5EF4-FFF2-40B4-BE49-F238E27FC236}">
                <a16:creationId xmlns:a16="http://schemas.microsoft.com/office/drawing/2014/main" id="{DC058688-4B3F-DF79-3242-D630DD4EDB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200" y="44577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5126" name="Oval 107">
            <a:extLst>
              <a:ext uri="{FF2B5EF4-FFF2-40B4-BE49-F238E27FC236}">
                <a16:creationId xmlns:a16="http://schemas.microsoft.com/office/drawing/2014/main" id="{5B2D2D38-2B59-D52C-F861-B9518780BD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1066800"/>
            <a:ext cx="304800" cy="30638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5127" name="Oval 108">
            <a:extLst>
              <a:ext uri="{FF2B5EF4-FFF2-40B4-BE49-F238E27FC236}">
                <a16:creationId xmlns:a16="http://schemas.microsoft.com/office/drawing/2014/main" id="{066D42BB-5422-3233-2187-8D2A64EA83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5128" name="AutoShape 109">
            <a:extLst>
              <a:ext uri="{FF2B5EF4-FFF2-40B4-BE49-F238E27FC236}">
                <a16:creationId xmlns:a16="http://schemas.microsoft.com/office/drawing/2014/main" id="{91CC4091-FBA3-36FF-2E21-DD09171FB900}"/>
              </a:ext>
            </a:extLst>
          </p:cNvPr>
          <p:cNvCxnSpPr>
            <a:cxnSpLocks noChangeShapeType="1"/>
            <a:stCxn id="5125" idx="0"/>
            <a:endCxn id="5126" idx="3"/>
          </p:cNvCxnSpPr>
          <p:nvPr/>
        </p:nvCxnSpPr>
        <p:spPr bwMode="auto">
          <a:xfrm flipV="1">
            <a:off x="736600" y="1328738"/>
            <a:ext cx="958850" cy="31289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129" name="Oval 110">
            <a:extLst>
              <a:ext uri="{FF2B5EF4-FFF2-40B4-BE49-F238E27FC236}">
                <a16:creationId xmlns:a16="http://schemas.microsoft.com/office/drawing/2014/main" id="{088F3838-23A0-7DE9-8DF0-8728181FD3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24161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C</a:t>
            </a:r>
          </a:p>
        </p:txBody>
      </p:sp>
      <p:cxnSp>
        <p:nvCxnSpPr>
          <p:cNvPr id="5130" name="AutoShape 111">
            <a:extLst>
              <a:ext uri="{FF2B5EF4-FFF2-40B4-BE49-F238E27FC236}">
                <a16:creationId xmlns:a16="http://schemas.microsoft.com/office/drawing/2014/main" id="{C5436941-F2ED-8559-5237-54B7C06F8E7B}"/>
              </a:ext>
            </a:extLst>
          </p:cNvPr>
          <p:cNvCxnSpPr>
            <a:cxnSpLocks noChangeShapeType="1"/>
            <a:stCxn id="5126" idx="5"/>
            <a:endCxn id="5129" idx="1"/>
          </p:cNvCxnSpPr>
          <p:nvPr/>
        </p:nvCxnSpPr>
        <p:spPr bwMode="auto">
          <a:xfrm>
            <a:off x="1911350" y="1328738"/>
            <a:ext cx="1828800" cy="1131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131" name="Oval 112">
            <a:extLst>
              <a:ext uri="{FF2B5EF4-FFF2-40B4-BE49-F238E27FC236}">
                <a16:creationId xmlns:a16="http://schemas.microsoft.com/office/drawing/2014/main" id="{58B4291E-BEBA-BC00-34C6-F37FE3C91D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40300" y="24288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5132" name="AutoShape 113">
            <a:extLst>
              <a:ext uri="{FF2B5EF4-FFF2-40B4-BE49-F238E27FC236}">
                <a16:creationId xmlns:a16="http://schemas.microsoft.com/office/drawing/2014/main" id="{AFCDAE03-015C-82F8-9940-AEF0466902E1}"/>
              </a:ext>
            </a:extLst>
          </p:cNvPr>
          <p:cNvCxnSpPr>
            <a:cxnSpLocks noChangeShapeType="1"/>
            <a:stCxn id="5126" idx="6"/>
            <a:endCxn id="5131" idx="1"/>
          </p:cNvCxnSpPr>
          <p:nvPr/>
        </p:nvCxnSpPr>
        <p:spPr bwMode="auto">
          <a:xfrm>
            <a:off x="1955800" y="1220788"/>
            <a:ext cx="3028950" cy="12525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133" name="Oval 114">
            <a:extLst>
              <a:ext uri="{FF2B5EF4-FFF2-40B4-BE49-F238E27FC236}">
                <a16:creationId xmlns:a16="http://schemas.microsoft.com/office/drawing/2014/main" id="{DE96A4AB-BD97-D9F5-2F29-53E23077EF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00300" y="35433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5134" name="Oval 115">
            <a:extLst>
              <a:ext uri="{FF2B5EF4-FFF2-40B4-BE49-F238E27FC236}">
                <a16:creationId xmlns:a16="http://schemas.microsoft.com/office/drawing/2014/main" id="{0892C863-511B-1394-8ADA-6DB21A79A9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43434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5135" name="AutoShape 116">
            <a:extLst>
              <a:ext uri="{FF2B5EF4-FFF2-40B4-BE49-F238E27FC236}">
                <a16:creationId xmlns:a16="http://schemas.microsoft.com/office/drawing/2014/main" id="{EB23CF8F-BCC0-9C2C-0AAF-7C5EAB182C4F}"/>
              </a:ext>
            </a:extLst>
          </p:cNvPr>
          <p:cNvCxnSpPr>
            <a:cxnSpLocks noChangeShapeType="1"/>
            <a:stCxn id="5134" idx="2"/>
            <a:endCxn id="5133" idx="5"/>
          </p:cNvCxnSpPr>
          <p:nvPr/>
        </p:nvCxnSpPr>
        <p:spPr bwMode="auto">
          <a:xfrm flipH="1" flipV="1">
            <a:off x="2660650" y="3803650"/>
            <a:ext cx="1035050" cy="692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136" name="AutoShape 117">
            <a:extLst>
              <a:ext uri="{FF2B5EF4-FFF2-40B4-BE49-F238E27FC236}">
                <a16:creationId xmlns:a16="http://schemas.microsoft.com/office/drawing/2014/main" id="{491ED5C7-2BB7-7A52-0BAA-6CA04DA7384D}"/>
              </a:ext>
            </a:extLst>
          </p:cNvPr>
          <p:cNvCxnSpPr>
            <a:cxnSpLocks noChangeShapeType="1"/>
            <a:stCxn id="5134" idx="3"/>
            <a:endCxn id="5125" idx="6"/>
          </p:cNvCxnSpPr>
          <p:nvPr/>
        </p:nvCxnSpPr>
        <p:spPr bwMode="auto">
          <a:xfrm flipH="1">
            <a:off x="889000" y="4603750"/>
            <a:ext cx="2851150" cy="6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137" name="AutoShape 118">
            <a:extLst>
              <a:ext uri="{FF2B5EF4-FFF2-40B4-BE49-F238E27FC236}">
                <a16:creationId xmlns:a16="http://schemas.microsoft.com/office/drawing/2014/main" id="{6EC5EDA5-461D-67C0-9966-68E384038F54}"/>
              </a:ext>
            </a:extLst>
          </p:cNvPr>
          <p:cNvCxnSpPr>
            <a:cxnSpLocks noChangeShapeType="1"/>
            <a:stCxn id="5125" idx="7"/>
            <a:endCxn id="5133" idx="3"/>
          </p:cNvCxnSpPr>
          <p:nvPr/>
        </p:nvCxnSpPr>
        <p:spPr bwMode="auto">
          <a:xfrm flipV="1">
            <a:off x="844550" y="3803650"/>
            <a:ext cx="1600200" cy="698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138" name="AutoShape 119">
            <a:extLst>
              <a:ext uri="{FF2B5EF4-FFF2-40B4-BE49-F238E27FC236}">
                <a16:creationId xmlns:a16="http://schemas.microsoft.com/office/drawing/2014/main" id="{A3B30DB5-EEFE-121B-4132-010FA998A6AE}"/>
              </a:ext>
            </a:extLst>
          </p:cNvPr>
          <p:cNvCxnSpPr>
            <a:cxnSpLocks noChangeShapeType="1"/>
            <a:stCxn id="5134" idx="7"/>
            <a:endCxn id="5131" idx="3"/>
          </p:cNvCxnSpPr>
          <p:nvPr/>
        </p:nvCxnSpPr>
        <p:spPr bwMode="auto">
          <a:xfrm flipV="1">
            <a:off x="3956050" y="2689225"/>
            <a:ext cx="1028700" cy="1698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139" name="AutoShape 120">
            <a:extLst>
              <a:ext uri="{FF2B5EF4-FFF2-40B4-BE49-F238E27FC236}">
                <a16:creationId xmlns:a16="http://schemas.microsoft.com/office/drawing/2014/main" id="{0ADF65C7-6535-4458-CAE6-06486163A77B}"/>
              </a:ext>
            </a:extLst>
          </p:cNvPr>
          <p:cNvCxnSpPr>
            <a:cxnSpLocks noChangeShapeType="1"/>
            <a:stCxn id="5134" idx="0"/>
            <a:endCxn id="5129" idx="4"/>
          </p:cNvCxnSpPr>
          <p:nvPr/>
        </p:nvCxnSpPr>
        <p:spPr bwMode="auto">
          <a:xfrm flipV="1">
            <a:off x="3848100" y="2720975"/>
            <a:ext cx="0" cy="162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140" name="AutoShape 121">
            <a:extLst>
              <a:ext uri="{FF2B5EF4-FFF2-40B4-BE49-F238E27FC236}">
                <a16:creationId xmlns:a16="http://schemas.microsoft.com/office/drawing/2014/main" id="{3380C0B8-79A8-B8D9-B070-8DD2AD4021EB}"/>
              </a:ext>
            </a:extLst>
          </p:cNvPr>
          <p:cNvCxnSpPr>
            <a:cxnSpLocks noChangeShapeType="1"/>
            <a:stCxn id="5129" idx="3"/>
            <a:endCxn id="5133" idx="7"/>
          </p:cNvCxnSpPr>
          <p:nvPr/>
        </p:nvCxnSpPr>
        <p:spPr bwMode="auto">
          <a:xfrm flipH="1">
            <a:off x="2660650" y="2676525"/>
            <a:ext cx="1079500" cy="911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141" name="AutoShape 122">
            <a:extLst>
              <a:ext uri="{FF2B5EF4-FFF2-40B4-BE49-F238E27FC236}">
                <a16:creationId xmlns:a16="http://schemas.microsoft.com/office/drawing/2014/main" id="{11B58C08-F3A3-F80F-0BB4-8765A71AAF6A}"/>
              </a:ext>
            </a:extLst>
          </p:cNvPr>
          <p:cNvCxnSpPr>
            <a:cxnSpLocks noChangeShapeType="1"/>
            <a:stCxn id="5133" idx="0"/>
            <a:endCxn id="5129" idx="2"/>
          </p:cNvCxnSpPr>
          <p:nvPr/>
        </p:nvCxnSpPr>
        <p:spPr bwMode="auto">
          <a:xfrm flipV="1">
            <a:off x="2552700" y="2568575"/>
            <a:ext cx="1143000" cy="974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142" name="AutoShape 123">
            <a:extLst>
              <a:ext uri="{FF2B5EF4-FFF2-40B4-BE49-F238E27FC236}">
                <a16:creationId xmlns:a16="http://schemas.microsoft.com/office/drawing/2014/main" id="{6058242A-13BA-253D-780F-422BB2520C31}"/>
              </a:ext>
            </a:extLst>
          </p:cNvPr>
          <p:cNvCxnSpPr>
            <a:cxnSpLocks noChangeShapeType="1"/>
            <a:stCxn id="5126" idx="4"/>
            <a:endCxn id="5127" idx="0"/>
          </p:cNvCxnSpPr>
          <p:nvPr/>
        </p:nvCxnSpPr>
        <p:spPr bwMode="auto">
          <a:xfrm>
            <a:off x="1803400" y="1373188"/>
            <a:ext cx="0" cy="9921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143" name="Oval 124">
            <a:extLst>
              <a:ext uri="{FF2B5EF4-FFF2-40B4-BE49-F238E27FC236}">
                <a16:creationId xmlns:a16="http://schemas.microsoft.com/office/drawing/2014/main" id="{4A1A5323-EA14-1F84-456E-849B29092F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68575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5144" name="AutoShape 125">
            <a:extLst>
              <a:ext uri="{FF2B5EF4-FFF2-40B4-BE49-F238E27FC236}">
                <a16:creationId xmlns:a16="http://schemas.microsoft.com/office/drawing/2014/main" id="{8D3E355C-03F1-AC47-BD80-C244AE46C431}"/>
              </a:ext>
            </a:extLst>
          </p:cNvPr>
          <p:cNvCxnSpPr>
            <a:cxnSpLocks noChangeShapeType="1"/>
            <a:stCxn id="5127" idx="6"/>
            <a:endCxn id="5143" idx="2"/>
          </p:cNvCxnSpPr>
          <p:nvPr/>
        </p:nvCxnSpPr>
        <p:spPr bwMode="auto">
          <a:xfrm>
            <a:off x="1955800" y="2517775"/>
            <a:ext cx="612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145" name="AutoShape 126">
            <a:extLst>
              <a:ext uri="{FF2B5EF4-FFF2-40B4-BE49-F238E27FC236}">
                <a16:creationId xmlns:a16="http://schemas.microsoft.com/office/drawing/2014/main" id="{61C3D91F-AE33-068F-2FA2-BDD54EF2B0AD}"/>
              </a:ext>
            </a:extLst>
          </p:cNvPr>
          <p:cNvCxnSpPr>
            <a:cxnSpLocks noChangeShapeType="1"/>
            <a:stCxn id="5146" idx="7"/>
            <a:endCxn id="5143" idx="3"/>
          </p:cNvCxnSpPr>
          <p:nvPr/>
        </p:nvCxnSpPr>
        <p:spPr bwMode="auto">
          <a:xfrm flipV="1">
            <a:off x="1914525" y="2625725"/>
            <a:ext cx="698500" cy="549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146" name="Oval 127">
            <a:extLst>
              <a:ext uri="{FF2B5EF4-FFF2-40B4-BE49-F238E27FC236}">
                <a16:creationId xmlns:a16="http://schemas.microsoft.com/office/drawing/2014/main" id="{5A6BAD4D-C115-12C6-37D1-2B1A7F3447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4175" y="313055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I</a:t>
            </a:r>
          </a:p>
        </p:txBody>
      </p:sp>
      <p:cxnSp>
        <p:nvCxnSpPr>
          <p:cNvPr id="5147" name="AutoShape 128">
            <a:extLst>
              <a:ext uri="{FF2B5EF4-FFF2-40B4-BE49-F238E27FC236}">
                <a16:creationId xmlns:a16="http://schemas.microsoft.com/office/drawing/2014/main" id="{8FCC6A36-2EA8-0B47-F605-E6F0E838C1D2}"/>
              </a:ext>
            </a:extLst>
          </p:cNvPr>
          <p:cNvCxnSpPr>
            <a:cxnSpLocks noChangeShapeType="1"/>
            <a:stCxn id="5146" idx="0"/>
            <a:endCxn id="5127" idx="4"/>
          </p:cNvCxnSpPr>
          <p:nvPr/>
        </p:nvCxnSpPr>
        <p:spPr bwMode="auto">
          <a:xfrm flipH="1" flipV="1">
            <a:off x="1803400" y="2670175"/>
            <a:ext cx="3175" cy="460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2">
            <a:extLst>
              <a:ext uri="{FF2B5EF4-FFF2-40B4-BE49-F238E27FC236}">
                <a16:creationId xmlns:a16="http://schemas.microsoft.com/office/drawing/2014/main" id="{6C156120-2E6F-80D0-35F8-4DE29BB469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fld id="{E43C9E06-60F6-4293-92CD-BA7D9A13A438}" type="slidenum">
              <a:rPr lang="en-US" altLang="en-US"/>
              <a:pPr algn="r"/>
              <a:t>2</a:t>
            </a:fld>
            <a:endParaRPr lang="en-US" altLang="en-US" sz="14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554F8335-4EEF-4016-13D3-DCA22D324C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Directed Depth First Search</a:t>
            </a:r>
          </a:p>
        </p:txBody>
      </p:sp>
      <p:sp>
        <p:nvSpPr>
          <p:cNvPr id="7172" name="Oval 4">
            <a:extLst>
              <a:ext uri="{FF2B5EF4-FFF2-40B4-BE49-F238E27FC236}">
                <a16:creationId xmlns:a16="http://schemas.microsoft.com/office/drawing/2014/main" id="{4638D6E5-AF81-7287-8AB7-B50F597085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200" y="44577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7173" name="Oval 5">
            <a:extLst>
              <a:ext uri="{FF2B5EF4-FFF2-40B4-BE49-F238E27FC236}">
                <a16:creationId xmlns:a16="http://schemas.microsoft.com/office/drawing/2014/main" id="{D18D19CC-E3E0-2EE2-80D7-982B311FA2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1066800"/>
            <a:ext cx="304800" cy="306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7174" name="Oval 6">
            <a:extLst>
              <a:ext uri="{FF2B5EF4-FFF2-40B4-BE49-F238E27FC236}">
                <a16:creationId xmlns:a16="http://schemas.microsoft.com/office/drawing/2014/main" id="{B89179E3-DCBB-AB2B-532F-62F6AA3CFF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7175" name="AutoShape 7">
            <a:extLst>
              <a:ext uri="{FF2B5EF4-FFF2-40B4-BE49-F238E27FC236}">
                <a16:creationId xmlns:a16="http://schemas.microsoft.com/office/drawing/2014/main" id="{BCBCC604-404B-B387-9F2A-FBE4CEB4CEBE}"/>
              </a:ext>
            </a:extLst>
          </p:cNvPr>
          <p:cNvCxnSpPr>
            <a:cxnSpLocks noChangeShapeType="1"/>
            <a:stCxn id="7172" idx="0"/>
            <a:endCxn id="7173" idx="3"/>
          </p:cNvCxnSpPr>
          <p:nvPr/>
        </p:nvCxnSpPr>
        <p:spPr bwMode="auto">
          <a:xfrm flipV="1">
            <a:off x="736600" y="1328738"/>
            <a:ext cx="958850" cy="31289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176" name="Oval 8">
            <a:extLst>
              <a:ext uri="{FF2B5EF4-FFF2-40B4-BE49-F238E27FC236}">
                <a16:creationId xmlns:a16="http://schemas.microsoft.com/office/drawing/2014/main" id="{125996BD-3271-7974-13CE-100BD659A2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24161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C</a:t>
            </a:r>
          </a:p>
        </p:txBody>
      </p:sp>
      <p:cxnSp>
        <p:nvCxnSpPr>
          <p:cNvPr id="7177" name="AutoShape 9">
            <a:extLst>
              <a:ext uri="{FF2B5EF4-FFF2-40B4-BE49-F238E27FC236}">
                <a16:creationId xmlns:a16="http://schemas.microsoft.com/office/drawing/2014/main" id="{FB4EBE26-7236-E400-4016-19BA45115790}"/>
              </a:ext>
            </a:extLst>
          </p:cNvPr>
          <p:cNvCxnSpPr>
            <a:cxnSpLocks noChangeShapeType="1"/>
            <a:stCxn id="7173" idx="5"/>
            <a:endCxn id="7176" idx="1"/>
          </p:cNvCxnSpPr>
          <p:nvPr/>
        </p:nvCxnSpPr>
        <p:spPr bwMode="auto">
          <a:xfrm>
            <a:off x="1911350" y="1328738"/>
            <a:ext cx="1828800" cy="1131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178" name="Oval 10">
            <a:extLst>
              <a:ext uri="{FF2B5EF4-FFF2-40B4-BE49-F238E27FC236}">
                <a16:creationId xmlns:a16="http://schemas.microsoft.com/office/drawing/2014/main" id="{6981D4AA-EEF6-54C5-8BF9-772E5ED252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40300" y="24288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7179" name="AutoShape 11">
            <a:extLst>
              <a:ext uri="{FF2B5EF4-FFF2-40B4-BE49-F238E27FC236}">
                <a16:creationId xmlns:a16="http://schemas.microsoft.com/office/drawing/2014/main" id="{09A3E743-AEF3-9B95-F2C1-70F52056CAA1}"/>
              </a:ext>
            </a:extLst>
          </p:cNvPr>
          <p:cNvCxnSpPr>
            <a:cxnSpLocks noChangeShapeType="1"/>
            <a:stCxn id="7173" idx="6"/>
            <a:endCxn id="7178" idx="1"/>
          </p:cNvCxnSpPr>
          <p:nvPr/>
        </p:nvCxnSpPr>
        <p:spPr bwMode="auto">
          <a:xfrm>
            <a:off x="1955800" y="1220788"/>
            <a:ext cx="3028950" cy="12525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180" name="Oval 12">
            <a:extLst>
              <a:ext uri="{FF2B5EF4-FFF2-40B4-BE49-F238E27FC236}">
                <a16:creationId xmlns:a16="http://schemas.microsoft.com/office/drawing/2014/main" id="{39F720FA-A1B2-F678-9762-9E18942190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00300" y="35433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7181" name="Oval 13">
            <a:extLst>
              <a:ext uri="{FF2B5EF4-FFF2-40B4-BE49-F238E27FC236}">
                <a16:creationId xmlns:a16="http://schemas.microsoft.com/office/drawing/2014/main" id="{44736F1B-C762-FDE9-89BF-D63F9D17BA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43434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7182" name="AutoShape 14">
            <a:extLst>
              <a:ext uri="{FF2B5EF4-FFF2-40B4-BE49-F238E27FC236}">
                <a16:creationId xmlns:a16="http://schemas.microsoft.com/office/drawing/2014/main" id="{2DB5DEA8-7051-378F-BFC5-6EB436095353}"/>
              </a:ext>
            </a:extLst>
          </p:cNvPr>
          <p:cNvCxnSpPr>
            <a:cxnSpLocks noChangeShapeType="1"/>
            <a:stCxn id="7181" idx="2"/>
            <a:endCxn id="7180" idx="5"/>
          </p:cNvCxnSpPr>
          <p:nvPr/>
        </p:nvCxnSpPr>
        <p:spPr bwMode="auto">
          <a:xfrm flipH="1" flipV="1">
            <a:off x="2660650" y="3803650"/>
            <a:ext cx="1035050" cy="692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183" name="AutoShape 15">
            <a:extLst>
              <a:ext uri="{FF2B5EF4-FFF2-40B4-BE49-F238E27FC236}">
                <a16:creationId xmlns:a16="http://schemas.microsoft.com/office/drawing/2014/main" id="{B3831FCC-F8D5-C666-693B-810F5CB70810}"/>
              </a:ext>
            </a:extLst>
          </p:cNvPr>
          <p:cNvCxnSpPr>
            <a:cxnSpLocks noChangeShapeType="1"/>
            <a:stCxn id="7181" idx="3"/>
            <a:endCxn id="7172" idx="6"/>
          </p:cNvCxnSpPr>
          <p:nvPr/>
        </p:nvCxnSpPr>
        <p:spPr bwMode="auto">
          <a:xfrm flipH="1">
            <a:off x="889000" y="4603750"/>
            <a:ext cx="2851150" cy="6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184" name="AutoShape 16">
            <a:extLst>
              <a:ext uri="{FF2B5EF4-FFF2-40B4-BE49-F238E27FC236}">
                <a16:creationId xmlns:a16="http://schemas.microsoft.com/office/drawing/2014/main" id="{CCC66EE1-0205-DB9A-EFBF-150A00A6ACB1}"/>
              </a:ext>
            </a:extLst>
          </p:cNvPr>
          <p:cNvCxnSpPr>
            <a:cxnSpLocks noChangeShapeType="1"/>
            <a:stCxn id="7172" idx="7"/>
            <a:endCxn id="7180" idx="3"/>
          </p:cNvCxnSpPr>
          <p:nvPr/>
        </p:nvCxnSpPr>
        <p:spPr bwMode="auto">
          <a:xfrm flipV="1">
            <a:off x="844550" y="3803650"/>
            <a:ext cx="1600200" cy="698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185" name="AutoShape 17">
            <a:extLst>
              <a:ext uri="{FF2B5EF4-FFF2-40B4-BE49-F238E27FC236}">
                <a16:creationId xmlns:a16="http://schemas.microsoft.com/office/drawing/2014/main" id="{C5D009C3-656E-AB97-DD02-39DFBDD737ED}"/>
              </a:ext>
            </a:extLst>
          </p:cNvPr>
          <p:cNvCxnSpPr>
            <a:cxnSpLocks noChangeShapeType="1"/>
            <a:stCxn id="7181" idx="7"/>
            <a:endCxn id="7178" idx="3"/>
          </p:cNvCxnSpPr>
          <p:nvPr/>
        </p:nvCxnSpPr>
        <p:spPr bwMode="auto">
          <a:xfrm flipV="1">
            <a:off x="3956050" y="2689225"/>
            <a:ext cx="1028700" cy="1698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186" name="AutoShape 18">
            <a:extLst>
              <a:ext uri="{FF2B5EF4-FFF2-40B4-BE49-F238E27FC236}">
                <a16:creationId xmlns:a16="http://schemas.microsoft.com/office/drawing/2014/main" id="{55154CBA-07EA-53D7-22CD-78A6D919D50C}"/>
              </a:ext>
            </a:extLst>
          </p:cNvPr>
          <p:cNvCxnSpPr>
            <a:cxnSpLocks noChangeShapeType="1"/>
            <a:stCxn id="7181" idx="0"/>
            <a:endCxn id="7176" idx="4"/>
          </p:cNvCxnSpPr>
          <p:nvPr/>
        </p:nvCxnSpPr>
        <p:spPr bwMode="auto">
          <a:xfrm flipV="1">
            <a:off x="3848100" y="2720975"/>
            <a:ext cx="0" cy="162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187" name="AutoShape 19">
            <a:extLst>
              <a:ext uri="{FF2B5EF4-FFF2-40B4-BE49-F238E27FC236}">
                <a16:creationId xmlns:a16="http://schemas.microsoft.com/office/drawing/2014/main" id="{26FE57F4-3748-11C5-2DA5-E28BCA10A6DB}"/>
              </a:ext>
            </a:extLst>
          </p:cNvPr>
          <p:cNvCxnSpPr>
            <a:cxnSpLocks noChangeShapeType="1"/>
            <a:stCxn id="7176" idx="3"/>
            <a:endCxn id="7180" idx="7"/>
          </p:cNvCxnSpPr>
          <p:nvPr/>
        </p:nvCxnSpPr>
        <p:spPr bwMode="auto">
          <a:xfrm flipH="1">
            <a:off x="2660650" y="2676525"/>
            <a:ext cx="1079500" cy="911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188" name="AutoShape 20">
            <a:extLst>
              <a:ext uri="{FF2B5EF4-FFF2-40B4-BE49-F238E27FC236}">
                <a16:creationId xmlns:a16="http://schemas.microsoft.com/office/drawing/2014/main" id="{76488CAE-9159-AF5F-3F95-F0AB6DCE98B9}"/>
              </a:ext>
            </a:extLst>
          </p:cNvPr>
          <p:cNvCxnSpPr>
            <a:cxnSpLocks noChangeShapeType="1"/>
            <a:stCxn id="7180" idx="0"/>
            <a:endCxn id="7176" idx="2"/>
          </p:cNvCxnSpPr>
          <p:nvPr/>
        </p:nvCxnSpPr>
        <p:spPr bwMode="auto">
          <a:xfrm flipV="1">
            <a:off x="2552700" y="2568575"/>
            <a:ext cx="1143000" cy="974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189" name="AutoShape 21">
            <a:extLst>
              <a:ext uri="{FF2B5EF4-FFF2-40B4-BE49-F238E27FC236}">
                <a16:creationId xmlns:a16="http://schemas.microsoft.com/office/drawing/2014/main" id="{6AD2C9CF-9A7F-DADC-316A-170199493DCC}"/>
              </a:ext>
            </a:extLst>
          </p:cNvPr>
          <p:cNvCxnSpPr>
            <a:cxnSpLocks noChangeShapeType="1"/>
            <a:stCxn id="7173" idx="4"/>
            <a:endCxn id="7174" idx="0"/>
          </p:cNvCxnSpPr>
          <p:nvPr/>
        </p:nvCxnSpPr>
        <p:spPr bwMode="auto">
          <a:xfrm>
            <a:off x="1803400" y="1373188"/>
            <a:ext cx="0" cy="9921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190" name="Oval 22">
            <a:extLst>
              <a:ext uri="{FF2B5EF4-FFF2-40B4-BE49-F238E27FC236}">
                <a16:creationId xmlns:a16="http://schemas.microsoft.com/office/drawing/2014/main" id="{6EF2BACA-CAAD-0E13-6BB2-9905877B73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68575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7191" name="AutoShape 23">
            <a:extLst>
              <a:ext uri="{FF2B5EF4-FFF2-40B4-BE49-F238E27FC236}">
                <a16:creationId xmlns:a16="http://schemas.microsoft.com/office/drawing/2014/main" id="{31BF0697-E0F5-C4C9-63AD-1A6970A3426E}"/>
              </a:ext>
            </a:extLst>
          </p:cNvPr>
          <p:cNvCxnSpPr>
            <a:cxnSpLocks noChangeShapeType="1"/>
            <a:stCxn id="7174" idx="6"/>
            <a:endCxn id="7190" idx="2"/>
          </p:cNvCxnSpPr>
          <p:nvPr/>
        </p:nvCxnSpPr>
        <p:spPr bwMode="auto">
          <a:xfrm>
            <a:off x="1955800" y="2517775"/>
            <a:ext cx="612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192" name="AutoShape 24">
            <a:extLst>
              <a:ext uri="{FF2B5EF4-FFF2-40B4-BE49-F238E27FC236}">
                <a16:creationId xmlns:a16="http://schemas.microsoft.com/office/drawing/2014/main" id="{F9718679-710D-2124-290A-6FC443B83EE7}"/>
              </a:ext>
            </a:extLst>
          </p:cNvPr>
          <p:cNvCxnSpPr>
            <a:cxnSpLocks noChangeShapeType="1"/>
            <a:stCxn id="7193" idx="7"/>
            <a:endCxn id="7190" idx="3"/>
          </p:cNvCxnSpPr>
          <p:nvPr/>
        </p:nvCxnSpPr>
        <p:spPr bwMode="auto">
          <a:xfrm flipV="1">
            <a:off x="1914525" y="2625725"/>
            <a:ext cx="698500" cy="549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193" name="Oval 25">
            <a:extLst>
              <a:ext uri="{FF2B5EF4-FFF2-40B4-BE49-F238E27FC236}">
                <a16:creationId xmlns:a16="http://schemas.microsoft.com/office/drawing/2014/main" id="{3E4EE2E0-D625-2BF3-DEA5-BF55690D0F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4175" y="313055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I</a:t>
            </a:r>
          </a:p>
        </p:txBody>
      </p:sp>
      <p:cxnSp>
        <p:nvCxnSpPr>
          <p:cNvPr id="7194" name="AutoShape 26">
            <a:extLst>
              <a:ext uri="{FF2B5EF4-FFF2-40B4-BE49-F238E27FC236}">
                <a16:creationId xmlns:a16="http://schemas.microsoft.com/office/drawing/2014/main" id="{0B88674D-62BC-7A83-4211-E21BF675588F}"/>
              </a:ext>
            </a:extLst>
          </p:cNvPr>
          <p:cNvCxnSpPr>
            <a:cxnSpLocks noChangeShapeType="1"/>
            <a:stCxn id="7193" idx="0"/>
            <a:endCxn id="7174" idx="4"/>
          </p:cNvCxnSpPr>
          <p:nvPr/>
        </p:nvCxnSpPr>
        <p:spPr bwMode="auto">
          <a:xfrm flipH="1" flipV="1">
            <a:off x="1803400" y="2670175"/>
            <a:ext cx="3175" cy="460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195" name="Text Box 27">
            <a:extLst>
              <a:ext uri="{FF2B5EF4-FFF2-40B4-BE49-F238E27FC236}">
                <a16:creationId xmlns:a16="http://schemas.microsoft.com/office/drawing/2014/main" id="{ED9BF86E-A7E1-A3BD-55FA-7871C773AB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0213" y="4843463"/>
            <a:ext cx="3187700" cy="1909762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A-F  A-G</a:t>
            </a: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7196" name="Text Box 32">
            <a:extLst>
              <a:ext uri="{FF2B5EF4-FFF2-40B4-BE49-F238E27FC236}">
                <a16:creationId xmlns:a16="http://schemas.microsoft.com/office/drawing/2014/main" id="{15EE4572-624B-AD2F-7254-8C90A3CFDD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6316663"/>
            <a:ext cx="23034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en-US"/>
              <a:t>Function call stack:</a:t>
            </a:r>
          </a:p>
        </p:txBody>
      </p:sp>
      <p:sp>
        <p:nvSpPr>
          <p:cNvPr id="7197" name="AutoShape 33">
            <a:extLst>
              <a:ext uri="{FF2B5EF4-FFF2-40B4-BE49-F238E27FC236}">
                <a16:creationId xmlns:a16="http://schemas.microsoft.com/office/drawing/2014/main" id="{AD6427AE-CEBD-0B78-76B3-7A5267C8F7F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07188" y="6169025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464930" name="AutoShape 34">
            <a:extLst>
              <a:ext uri="{FF2B5EF4-FFF2-40B4-BE49-F238E27FC236}">
                <a16:creationId xmlns:a16="http://schemas.microsoft.com/office/drawing/2014/main" id="{ED06DB0D-A782-9089-F905-C7638CDCC981}"/>
              </a:ext>
            </a:extLst>
          </p:cNvPr>
          <p:cNvCxnSpPr>
            <a:cxnSpLocks noChangeShapeType="1"/>
            <a:stCxn id="7172" idx="0"/>
            <a:endCxn id="7173" idx="3"/>
          </p:cNvCxnSpPr>
          <p:nvPr/>
        </p:nvCxnSpPr>
        <p:spPr bwMode="auto">
          <a:xfrm flipV="1">
            <a:off x="736600" y="1328738"/>
            <a:ext cx="958850" cy="3128962"/>
          </a:xfrm>
          <a:prstGeom prst="straightConnector1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64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2">
            <a:extLst>
              <a:ext uri="{FF2B5EF4-FFF2-40B4-BE49-F238E27FC236}">
                <a16:creationId xmlns:a16="http://schemas.microsoft.com/office/drawing/2014/main" id="{3964EAFC-E03A-B5C2-200F-58EF09C399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fld id="{93216F07-AF2F-45E7-955C-913D0C0BF83C}" type="slidenum">
              <a:rPr lang="en-US" altLang="en-US"/>
              <a:pPr algn="r"/>
              <a:t>3</a:t>
            </a:fld>
            <a:endParaRPr lang="en-US" altLang="en-US" sz="14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002BD94D-9FEA-64AD-800A-5845C6E2FA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Directed Depth First Search</a:t>
            </a:r>
          </a:p>
        </p:txBody>
      </p:sp>
      <p:sp>
        <p:nvSpPr>
          <p:cNvPr id="9220" name="Oval 3">
            <a:extLst>
              <a:ext uri="{FF2B5EF4-FFF2-40B4-BE49-F238E27FC236}">
                <a16:creationId xmlns:a16="http://schemas.microsoft.com/office/drawing/2014/main" id="{8CC68861-403B-A399-3509-81F80435B5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200" y="44577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9221" name="Oval 4">
            <a:extLst>
              <a:ext uri="{FF2B5EF4-FFF2-40B4-BE49-F238E27FC236}">
                <a16:creationId xmlns:a16="http://schemas.microsoft.com/office/drawing/2014/main" id="{DB306EE4-677F-C6AD-3608-CFF56E4A06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1066800"/>
            <a:ext cx="304800" cy="306388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9222" name="Oval 5">
            <a:extLst>
              <a:ext uri="{FF2B5EF4-FFF2-40B4-BE49-F238E27FC236}">
                <a16:creationId xmlns:a16="http://schemas.microsoft.com/office/drawing/2014/main" id="{F0324690-255C-AD42-8E68-BB49B52EE2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9223" name="AutoShape 6">
            <a:extLst>
              <a:ext uri="{FF2B5EF4-FFF2-40B4-BE49-F238E27FC236}">
                <a16:creationId xmlns:a16="http://schemas.microsoft.com/office/drawing/2014/main" id="{A7698F5B-D8E9-39F6-05C1-535AF4639045}"/>
              </a:ext>
            </a:extLst>
          </p:cNvPr>
          <p:cNvCxnSpPr>
            <a:cxnSpLocks noChangeShapeType="1"/>
            <a:stCxn id="9220" idx="0"/>
            <a:endCxn id="9221" idx="3"/>
          </p:cNvCxnSpPr>
          <p:nvPr/>
        </p:nvCxnSpPr>
        <p:spPr bwMode="auto">
          <a:xfrm flipV="1">
            <a:off x="736600" y="1328738"/>
            <a:ext cx="958850" cy="31289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224" name="Oval 7">
            <a:extLst>
              <a:ext uri="{FF2B5EF4-FFF2-40B4-BE49-F238E27FC236}">
                <a16:creationId xmlns:a16="http://schemas.microsoft.com/office/drawing/2014/main" id="{B1BBE068-B403-416B-9F06-E6F51E2C65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24161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C</a:t>
            </a:r>
          </a:p>
        </p:txBody>
      </p:sp>
      <p:cxnSp>
        <p:nvCxnSpPr>
          <p:cNvPr id="9225" name="AutoShape 8">
            <a:extLst>
              <a:ext uri="{FF2B5EF4-FFF2-40B4-BE49-F238E27FC236}">
                <a16:creationId xmlns:a16="http://schemas.microsoft.com/office/drawing/2014/main" id="{2A8C0D02-1881-94E1-2BE3-F9EF661BA094}"/>
              </a:ext>
            </a:extLst>
          </p:cNvPr>
          <p:cNvCxnSpPr>
            <a:cxnSpLocks noChangeShapeType="1"/>
            <a:stCxn id="9221" idx="5"/>
            <a:endCxn id="9224" idx="1"/>
          </p:cNvCxnSpPr>
          <p:nvPr/>
        </p:nvCxnSpPr>
        <p:spPr bwMode="auto">
          <a:xfrm>
            <a:off x="1911350" y="1328738"/>
            <a:ext cx="1828800" cy="1131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226" name="Oval 9">
            <a:extLst>
              <a:ext uri="{FF2B5EF4-FFF2-40B4-BE49-F238E27FC236}">
                <a16:creationId xmlns:a16="http://schemas.microsoft.com/office/drawing/2014/main" id="{06E245AA-3203-70EA-EBC2-25CFBEBD6A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40300" y="24288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9227" name="AutoShape 10">
            <a:extLst>
              <a:ext uri="{FF2B5EF4-FFF2-40B4-BE49-F238E27FC236}">
                <a16:creationId xmlns:a16="http://schemas.microsoft.com/office/drawing/2014/main" id="{3742227A-24B9-E0FA-C10B-F2E9D04FDBDB}"/>
              </a:ext>
            </a:extLst>
          </p:cNvPr>
          <p:cNvCxnSpPr>
            <a:cxnSpLocks noChangeShapeType="1"/>
            <a:stCxn id="9221" idx="6"/>
            <a:endCxn id="9226" idx="1"/>
          </p:cNvCxnSpPr>
          <p:nvPr/>
        </p:nvCxnSpPr>
        <p:spPr bwMode="auto">
          <a:xfrm>
            <a:off x="1955800" y="1220788"/>
            <a:ext cx="3028950" cy="12525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228" name="Oval 11">
            <a:extLst>
              <a:ext uri="{FF2B5EF4-FFF2-40B4-BE49-F238E27FC236}">
                <a16:creationId xmlns:a16="http://schemas.microsoft.com/office/drawing/2014/main" id="{9A350312-5D53-2EE8-02F8-8F796C5E62F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00300" y="35433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9229" name="Oval 12">
            <a:extLst>
              <a:ext uri="{FF2B5EF4-FFF2-40B4-BE49-F238E27FC236}">
                <a16:creationId xmlns:a16="http://schemas.microsoft.com/office/drawing/2014/main" id="{44AAD132-07DA-8607-D2E9-12E3493362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43434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9230" name="AutoShape 13">
            <a:extLst>
              <a:ext uri="{FF2B5EF4-FFF2-40B4-BE49-F238E27FC236}">
                <a16:creationId xmlns:a16="http://schemas.microsoft.com/office/drawing/2014/main" id="{0C2BCD42-9063-1BB8-60B9-2BDE231D6009}"/>
              </a:ext>
            </a:extLst>
          </p:cNvPr>
          <p:cNvCxnSpPr>
            <a:cxnSpLocks noChangeShapeType="1"/>
            <a:stCxn id="9229" idx="2"/>
            <a:endCxn id="9228" idx="5"/>
          </p:cNvCxnSpPr>
          <p:nvPr/>
        </p:nvCxnSpPr>
        <p:spPr bwMode="auto">
          <a:xfrm flipH="1" flipV="1">
            <a:off x="2660650" y="3803650"/>
            <a:ext cx="1035050" cy="692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231" name="AutoShape 14">
            <a:extLst>
              <a:ext uri="{FF2B5EF4-FFF2-40B4-BE49-F238E27FC236}">
                <a16:creationId xmlns:a16="http://schemas.microsoft.com/office/drawing/2014/main" id="{8896712F-F2FC-2F35-D79D-C719DCCBD29B}"/>
              </a:ext>
            </a:extLst>
          </p:cNvPr>
          <p:cNvCxnSpPr>
            <a:cxnSpLocks noChangeShapeType="1"/>
            <a:stCxn id="9229" idx="3"/>
            <a:endCxn id="9220" idx="6"/>
          </p:cNvCxnSpPr>
          <p:nvPr/>
        </p:nvCxnSpPr>
        <p:spPr bwMode="auto">
          <a:xfrm flipH="1">
            <a:off x="889000" y="4603750"/>
            <a:ext cx="2851150" cy="6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232" name="AutoShape 15">
            <a:extLst>
              <a:ext uri="{FF2B5EF4-FFF2-40B4-BE49-F238E27FC236}">
                <a16:creationId xmlns:a16="http://schemas.microsoft.com/office/drawing/2014/main" id="{417154E9-4B41-7026-3814-F67A0F7876AB}"/>
              </a:ext>
            </a:extLst>
          </p:cNvPr>
          <p:cNvCxnSpPr>
            <a:cxnSpLocks noChangeShapeType="1"/>
            <a:stCxn id="9220" idx="7"/>
            <a:endCxn id="9228" idx="3"/>
          </p:cNvCxnSpPr>
          <p:nvPr/>
        </p:nvCxnSpPr>
        <p:spPr bwMode="auto">
          <a:xfrm flipV="1">
            <a:off x="844550" y="3803650"/>
            <a:ext cx="1600200" cy="698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233" name="AutoShape 16">
            <a:extLst>
              <a:ext uri="{FF2B5EF4-FFF2-40B4-BE49-F238E27FC236}">
                <a16:creationId xmlns:a16="http://schemas.microsoft.com/office/drawing/2014/main" id="{85546CF8-3BFB-400B-D647-5D1231F9F3A1}"/>
              </a:ext>
            </a:extLst>
          </p:cNvPr>
          <p:cNvCxnSpPr>
            <a:cxnSpLocks noChangeShapeType="1"/>
            <a:stCxn id="9229" idx="7"/>
            <a:endCxn id="9226" idx="3"/>
          </p:cNvCxnSpPr>
          <p:nvPr/>
        </p:nvCxnSpPr>
        <p:spPr bwMode="auto">
          <a:xfrm flipV="1">
            <a:off x="3956050" y="2689225"/>
            <a:ext cx="1028700" cy="1698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234" name="AutoShape 17">
            <a:extLst>
              <a:ext uri="{FF2B5EF4-FFF2-40B4-BE49-F238E27FC236}">
                <a16:creationId xmlns:a16="http://schemas.microsoft.com/office/drawing/2014/main" id="{07031DA1-5E36-FE20-682E-4E5967392C96}"/>
              </a:ext>
            </a:extLst>
          </p:cNvPr>
          <p:cNvCxnSpPr>
            <a:cxnSpLocks noChangeShapeType="1"/>
            <a:stCxn id="9229" idx="0"/>
            <a:endCxn id="9224" idx="4"/>
          </p:cNvCxnSpPr>
          <p:nvPr/>
        </p:nvCxnSpPr>
        <p:spPr bwMode="auto">
          <a:xfrm flipV="1">
            <a:off x="3848100" y="2720975"/>
            <a:ext cx="0" cy="162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235" name="AutoShape 18">
            <a:extLst>
              <a:ext uri="{FF2B5EF4-FFF2-40B4-BE49-F238E27FC236}">
                <a16:creationId xmlns:a16="http://schemas.microsoft.com/office/drawing/2014/main" id="{36FD982E-AFFD-DFAC-696A-75F51116729F}"/>
              </a:ext>
            </a:extLst>
          </p:cNvPr>
          <p:cNvCxnSpPr>
            <a:cxnSpLocks noChangeShapeType="1"/>
            <a:stCxn id="9224" idx="3"/>
            <a:endCxn id="9228" idx="7"/>
          </p:cNvCxnSpPr>
          <p:nvPr/>
        </p:nvCxnSpPr>
        <p:spPr bwMode="auto">
          <a:xfrm flipH="1">
            <a:off x="2660650" y="2676525"/>
            <a:ext cx="1079500" cy="911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236" name="AutoShape 19">
            <a:extLst>
              <a:ext uri="{FF2B5EF4-FFF2-40B4-BE49-F238E27FC236}">
                <a16:creationId xmlns:a16="http://schemas.microsoft.com/office/drawing/2014/main" id="{1D933B75-6483-1B22-E8B8-2B20A0741F51}"/>
              </a:ext>
            </a:extLst>
          </p:cNvPr>
          <p:cNvCxnSpPr>
            <a:cxnSpLocks noChangeShapeType="1"/>
            <a:stCxn id="9228" idx="0"/>
            <a:endCxn id="9224" idx="2"/>
          </p:cNvCxnSpPr>
          <p:nvPr/>
        </p:nvCxnSpPr>
        <p:spPr bwMode="auto">
          <a:xfrm flipV="1">
            <a:off x="2552700" y="2568575"/>
            <a:ext cx="1143000" cy="974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237" name="AutoShape 20">
            <a:extLst>
              <a:ext uri="{FF2B5EF4-FFF2-40B4-BE49-F238E27FC236}">
                <a16:creationId xmlns:a16="http://schemas.microsoft.com/office/drawing/2014/main" id="{A7DAEA82-F3A2-80B8-464E-F253D5CECC3B}"/>
              </a:ext>
            </a:extLst>
          </p:cNvPr>
          <p:cNvCxnSpPr>
            <a:cxnSpLocks noChangeShapeType="1"/>
            <a:stCxn id="9221" idx="4"/>
            <a:endCxn id="9222" idx="0"/>
          </p:cNvCxnSpPr>
          <p:nvPr/>
        </p:nvCxnSpPr>
        <p:spPr bwMode="auto">
          <a:xfrm>
            <a:off x="1803400" y="1373188"/>
            <a:ext cx="0" cy="9921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238" name="Oval 21">
            <a:extLst>
              <a:ext uri="{FF2B5EF4-FFF2-40B4-BE49-F238E27FC236}">
                <a16:creationId xmlns:a16="http://schemas.microsoft.com/office/drawing/2014/main" id="{07DE4C78-0F4D-B375-43D8-531866157DD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68575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9239" name="AutoShape 22">
            <a:extLst>
              <a:ext uri="{FF2B5EF4-FFF2-40B4-BE49-F238E27FC236}">
                <a16:creationId xmlns:a16="http://schemas.microsoft.com/office/drawing/2014/main" id="{BF2915B6-0EC2-1D68-A6FE-95C7BB43F841}"/>
              </a:ext>
            </a:extLst>
          </p:cNvPr>
          <p:cNvCxnSpPr>
            <a:cxnSpLocks noChangeShapeType="1"/>
            <a:stCxn id="9222" idx="6"/>
            <a:endCxn id="9238" idx="2"/>
          </p:cNvCxnSpPr>
          <p:nvPr/>
        </p:nvCxnSpPr>
        <p:spPr bwMode="auto">
          <a:xfrm>
            <a:off x="1955800" y="2517775"/>
            <a:ext cx="612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240" name="AutoShape 23">
            <a:extLst>
              <a:ext uri="{FF2B5EF4-FFF2-40B4-BE49-F238E27FC236}">
                <a16:creationId xmlns:a16="http://schemas.microsoft.com/office/drawing/2014/main" id="{AD46BA00-ECFF-313F-D5FC-1A5CF54A8E47}"/>
              </a:ext>
            </a:extLst>
          </p:cNvPr>
          <p:cNvCxnSpPr>
            <a:cxnSpLocks noChangeShapeType="1"/>
            <a:stCxn id="9241" idx="7"/>
            <a:endCxn id="9238" idx="3"/>
          </p:cNvCxnSpPr>
          <p:nvPr/>
        </p:nvCxnSpPr>
        <p:spPr bwMode="auto">
          <a:xfrm flipV="1">
            <a:off x="1914525" y="2625725"/>
            <a:ext cx="698500" cy="549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241" name="Oval 24">
            <a:extLst>
              <a:ext uri="{FF2B5EF4-FFF2-40B4-BE49-F238E27FC236}">
                <a16:creationId xmlns:a16="http://schemas.microsoft.com/office/drawing/2014/main" id="{59036A0A-0678-A0C5-9673-1CA2911AF8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4175" y="313055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I</a:t>
            </a:r>
          </a:p>
        </p:txBody>
      </p:sp>
      <p:cxnSp>
        <p:nvCxnSpPr>
          <p:cNvPr id="9242" name="AutoShape 25">
            <a:extLst>
              <a:ext uri="{FF2B5EF4-FFF2-40B4-BE49-F238E27FC236}">
                <a16:creationId xmlns:a16="http://schemas.microsoft.com/office/drawing/2014/main" id="{E9AC6B9E-C627-A5ED-C2E6-82FEBE4255DB}"/>
              </a:ext>
            </a:extLst>
          </p:cNvPr>
          <p:cNvCxnSpPr>
            <a:cxnSpLocks noChangeShapeType="1"/>
            <a:stCxn id="9241" idx="0"/>
            <a:endCxn id="9222" idx="4"/>
          </p:cNvCxnSpPr>
          <p:nvPr/>
        </p:nvCxnSpPr>
        <p:spPr bwMode="auto">
          <a:xfrm flipH="1" flipV="1">
            <a:off x="1803400" y="2670175"/>
            <a:ext cx="3175" cy="460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243" name="Text Box 26">
            <a:extLst>
              <a:ext uri="{FF2B5EF4-FFF2-40B4-BE49-F238E27FC236}">
                <a16:creationId xmlns:a16="http://schemas.microsoft.com/office/drawing/2014/main" id="{9338F485-FCDC-7DD2-152C-EA6DB56A95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0213" y="4843463"/>
            <a:ext cx="3187700" cy="1909762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A-F  A-G</a:t>
            </a: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9244" name="Text Box 31">
            <a:extLst>
              <a:ext uri="{FF2B5EF4-FFF2-40B4-BE49-F238E27FC236}">
                <a16:creationId xmlns:a16="http://schemas.microsoft.com/office/drawing/2014/main" id="{3393006E-47B7-51C9-0148-91EB3983DB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6316663"/>
            <a:ext cx="23034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en-US"/>
              <a:t>Function call stack:</a:t>
            </a:r>
          </a:p>
        </p:txBody>
      </p:sp>
      <p:sp>
        <p:nvSpPr>
          <p:cNvPr id="9245" name="AutoShape 32">
            <a:extLst>
              <a:ext uri="{FF2B5EF4-FFF2-40B4-BE49-F238E27FC236}">
                <a16:creationId xmlns:a16="http://schemas.microsoft.com/office/drawing/2014/main" id="{5EB40F89-B35A-8CF7-0B89-457000FF09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07188" y="6169025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468001" name="AutoShape 33">
            <a:extLst>
              <a:ext uri="{FF2B5EF4-FFF2-40B4-BE49-F238E27FC236}">
                <a16:creationId xmlns:a16="http://schemas.microsoft.com/office/drawing/2014/main" id="{F5C11A4C-13B5-0313-9AFA-2E150390D308}"/>
              </a:ext>
            </a:extLst>
          </p:cNvPr>
          <p:cNvCxnSpPr>
            <a:cxnSpLocks noChangeShapeType="1"/>
            <a:stCxn id="9229" idx="3"/>
            <a:endCxn id="9220" idx="6"/>
          </p:cNvCxnSpPr>
          <p:nvPr/>
        </p:nvCxnSpPr>
        <p:spPr bwMode="auto">
          <a:xfrm flipH="1">
            <a:off x="889000" y="4603750"/>
            <a:ext cx="2851150" cy="6350"/>
          </a:xfrm>
          <a:prstGeom prst="straightConnector1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247" name="Text Box 34">
            <a:extLst>
              <a:ext uri="{FF2B5EF4-FFF2-40B4-BE49-F238E27FC236}">
                <a16:creationId xmlns:a16="http://schemas.microsoft.com/office/drawing/2014/main" id="{643F00C6-43C1-B1BD-BA4C-5F3890251B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949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b="1" dirty="0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 dirty="0">
                <a:solidFill>
                  <a:schemeClr val="accent1"/>
                </a:solidFill>
              </a:rPr>
            </a:br>
            <a:r>
              <a:rPr kumimoji="0" lang="en-US" altLang="en-US" dirty="0" err="1">
                <a:solidFill>
                  <a:schemeClr val="accent1"/>
                </a:solidFill>
              </a:rPr>
              <a:t>dfs</a:t>
            </a:r>
            <a:r>
              <a:rPr kumimoji="0" lang="en-US" altLang="en-US" dirty="0">
                <a:solidFill>
                  <a:schemeClr val="accent1"/>
                </a:solidFill>
              </a:rPr>
              <a:t>(F)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 dirty="0">
                <a:solidFill>
                  <a:schemeClr val="bg2"/>
                </a:solidFill>
              </a:rPr>
              <a:t>F-E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 dirty="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dirty="0">
              <a:solidFill>
                <a:schemeClr val="bg2"/>
              </a:solidFill>
            </a:endParaRPr>
          </a:p>
        </p:txBody>
      </p:sp>
      <p:sp>
        <p:nvSpPr>
          <p:cNvPr id="9248" name="AutoShape 35">
            <a:extLst>
              <a:ext uri="{FF2B5EF4-FFF2-40B4-BE49-F238E27FC236}">
                <a16:creationId xmlns:a16="http://schemas.microsoft.com/office/drawing/2014/main" id="{DE20269E-5AF3-EC3B-87FA-5E4218283C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08813" y="5281613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8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2">
            <a:extLst>
              <a:ext uri="{FF2B5EF4-FFF2-40B4-BE49-F238E27FC236}">
                <a16:creationId xmlns:a16="http://schemas.microsoft.com/office/drawing/2014/main" id="{DCA5994C-4CC0-9A78-D4DB-0ED216E255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fld id="{C7A1763E-EA29-494C-A08C-DF4F0A48E860}" type="slidenum">
              <a:rPr lang="en-US" altLang="en-US"/>
              <a:pPr algn="r"/>
              <a:t>4</a:t>
            </a:fld>
            <a:endParaRPr lang="en-US" altLang="en-US" sz="140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433636A2-0C2B-F709-4498-1FA959D7C4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Directed Depth First Search</a:t>
            </a:r>
          </a:p>
        </p:txBody>
      </p:sp>
      <p:sp>
        <p:nvSpPr>
          <p:cNvPr id="11268" name="Oval 3">
            <a:extLst>
              <a:ext uri="{FF2B5EF4-FFF2-40B4-BE49-F238E27FC236}">
                <a16:creationId xmlns:a16="http://schemas.microsoft.com/office/drawing/2014/main" id="{D625DB91-66BE-15F6-4991-3D5A65AB7D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200" y="4457700"/>
            <a:ext cx="304800" cy="304800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11269" name="Oval 4">
            <a:extLst>
              <a:ext uri="{FF2B5EF4-FFF2-40B4-BE49-F238E27FC236}">
                <a16:creationId xmlns:a16="http://schemas.microsoft.com/office/drawing/2014/main" id="{2AAF24C4-CDDC-C9D5-9C2D-D7F1B924B5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1066800"/>
            <a:ext cx="304800" cy="306388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11270" name="Oval 5">
            <a:extLst>
              <a:ext uri="{FF2B5EF4-FFF2-40B4-BE49-F238E27FC236}">
                <a16:creationId xmlns:a16="http://schemas.microsoft.com/office/drawing/2014/main" id="{14C0EC18-0FCA-BDA4-1693-02B67082EE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11271" name="AutoShape 6">
            <a:extLst>
              <a:ext uri="{FF2B5EF4-FFF2-40B4-BE49-F238E27FC236}">
                <a16:creationId xmlns:a16="http://schemas.microsoft.com/office/drawing/2014/main" id="{A5BB944E-9B5B-A763-3140-3C7262F96924}"/>
              </a:ext>
            </a:extLst>
          </p:cNvPr>
          <p:cNvCxnSpPr>
            <a:cxnSpLocks noChangeShapeType="1"/>
            <a:stCxn id="11268" idx="0"/>
            <a:endCxn id="11269" idx="3"/>
          </p:cNvCxnSpPr>
          <p:nvPr/>
        </p:nvCxnSpPr>
        <p:spPr bwMode="auto">
          <a:xfrm flipV="1">
            <a:off x="736600" y="1328738"/>
            <a:ext cx="958850" cy="31289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1272" name="Oval 7">
            <a:extLst>
              <a:ext uri="{FF2B5EF4-FFF2-40B4-BE49-F238E27FC236}">
                <a16:creationId xmlns:a16="http://schemas.microsoft.com/office/drawing/2014/main" id="{7A021BB8-D45A-7F9B-8551-5B70B23BA3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24161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C</a:t>
            </a:r>
          </a:p>
        </p:txBody>
      </p:sp>
      <p:cxnSp>
        <p:nvCxnSpPr>
          <p:cNvPr id="11273" name="AutoShape 8">
            <a:extLst>
              <a:ext uri="{FF2B5EF4-FFF2-40B4-BE49-F238E27FC236}">
                <a16:creationId xmlns:a16="http://schemas.microsoft.com/office/drawing/2014/main" id="{F65AF353-9E07-7A95-6724-CD21664AC403}"/>
              </a:ext>
            </a:extLst>
          </p:cNvPr>
          <p:cNvCxnSpPr>
            <a:cxnSpLocks noChangeShapeType="1"/>
            <a:stCxn id="11269" idx="5"/>
            <a:endCxn id="11272" idx="1"/>
          </p:cNvCxnSpPr>
          <p:nvPr/>
        </p:nvCxnSpPr>
        <p:spPr bwMode="auto">
          <a:xfrm>
            <a:off x="1911350" y="1328738"/>
            <a:ext cx="1828800" cy="1131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1274" name="Oval 9">
            <a:extLst>
              <a:ext uri="{FF2B5EF4-FFF2-40B4-BE49-F238E27FC236}">
                <a16:creationId xmlns:a16="http://schemas.microsoft.com/office/drawing/2014/main" id="{C1CE49A2-4696-8837-6A22-453A8723D8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40300" y="24288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11275" name="AutoShape 10">
            <a:extLst>
              <a:ext uri="{FF2B5EF4-FFF2-40B4-BE49-F238E27FC236}">
                <a16:creationId xmlns:a16="http://schemas.microsoft.com/office/drawing/2014/main" id="{6F704AB1-624E-2160-57FE-153407A193D0}"/>
              </a:ext>
            </a:extLst>
          </p:cNvPr>
          <p:cNvCxnSpPr>
            <a:cxnSpLocks noChangeShapeType="1"/>
            <a:stCxn id="11269" idx="6"/>
            <a:endCxn id="11274" idx="1"/>
          </p:cNvCxnSpPr>
          <p:nvPr/>
        </p:nvCxnSpPr>
        <p:spPr bwMode="auto">
          <a:xfrm>
            <a:off x="1955800" y="1220788"/>
            <a:ext cx="3028950" cy="12525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1276" name="Oval 11">
            <a:extLst>
              <a:ext uri="{FF2B5EF4-FFF2-40B4-BE49-F238E27FC236}">
                <a16:creationId xmlns:a16="http://schemas.microsoft.com/office/drawing/2014/main" id="{35F48DD8-2171-1BE2-9EAE-0BCAB4B05C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00300" y="35433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11277" name="Oval 12">
            <a:extLst>
              <a:ext uri="{FF2B5EF4-FFF2-40B4-BE49-F238E27FC236}">
                <a16:creationId xmlns:a16="http://schemas.microsoft.com/office/drawing/2014/main" id="{A641D1F3-CB40-FDB5-7EB0-84560CB565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4343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11278" name="AutoShape 13">
            <a:extLst>
              <a:ext uri="{FF2B5EF4-FFF2-40B4-BE49-F238E27FC236}">
                <a16:creationId xmlns:a16="http://schemas.microsoft.com/office/drawing/2014/main" id="{B720482E-10AA-1AEF-4D48-17C6FFEDE82C}"/>
              </a:ext>
            </a:extLst>
          </p:cNvPr>
          <p:cNvCxnSpPr>
            <a:cxnSpLocks noChangeShapeType="1"/>
            <a:stCxn id="11277" idx="2"/>
            <a:endCxn id="11276" idx="5"/>
          </p:cNvCxnSpPr>
          <p:nvPr/>
        </p:nvCxnSpPr>
        <p:spPr bwMode="auto">
          <a:xfrm flipH="1" flipV="1">
            <a:off x="2660650" y="3803650"/>
            <a:ext cx="1035050" cy="692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1279" name="AutoShape 14">
            <a:extLst>
              <a:ext uri="{FF2B5EF4-FFF2-40B4-BE49-F238E27FC236}">
                <a16:creationId xmlns:a16="http://schemas.microsoft.com/office/drawing/2014/main" id="{1AA8AB6A-A8E0-08A2-8B13-82786B53B2ED}"/>
              </a:ext>
            </a:extLst>
          </p:cNvPr>
          <p:cNvCxnSpPr>
            <a:cxnSpLocks noChangeShapeType="1"/>
            <a:stCxn id="11277" idx="3"/>
            <a:endCxn id="11268" idx="6"/>
          </p:cNvCxnSpPr>
          <p:nvPr/>
        </p:nvCxnSpPr>
        <p:spPr bwMode="auto">
          <a:xfrm flipH="1">
            <a:off x="889000" y="4603750"/>
            <a:ext cx="2851150" cy="6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1280" name="AutoShape 15">
            <a:extLst>
              <a:ext uri="{FF2B5EF4-FFF2-40B4-BE49-F238E27FC236}">
                <a16:creationId xmlns:a16="http://schemas.microsoft.com/office/drawing/2014/main" id="{F6DC2269-ECA7-ED68-37C6-54671E39A920}"/>
              </a:ext>
            </a:extLst>
          </p:cNvPr>
          <p:cNvCxnSpPr>
            <a:cxnSpLocks noChangeShapeType="1"/>
            <a:stCxn id="11268" idx="7"/>
            <a:endCxn id="11276" idx="3"/>
          </p:cNvCxnSpPr>
          <p:nvPr/>
        </p:nvCxnSpPr>
        <p:spPr bwMode="auto">
          <a:xfrm flipV="1">
            <a:off x="844550" y="3803650"/>
            <a:ext cx="1600200" cy="698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1281" name="AutoShape 16">
            <a:extLst>
              <a:ext uri="{FF2B5EF4-FFF2-40B4-BE49-F238E27FC236}">
                <a16:creationId xmlns:a16="http://schemas.microsoft.com/office/drawing/2014/main" id="{DB0F313A-3471-3089-3439-946E99CEEE2C}"/>
              </a:ext>
            </a:extLst>
          </p:cNvPr>
          <p:cNvCxnSpPr>
            <a:cxnSpLocks noChangeShapeType="1"/>
            <a:stCxn id="11277" idx="7"/>
            <a:endCxn id="11274" idx="3"/>
          </p:cNvCxnSpPr>
          <p:nvPr/>
        </p:nvCxnSpPr>
        <p:spPr bwMode="auto">
          <a:xfrm flipV="1">
            <a:off x="3956050" y="2689225"/>
            <a:ext cx="1028700" cy="1698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1282" name="AutoShape 17">
            <a:extLst>
              <a:ext uri="{FF2B5EF4-FFF2-40B4-BE49-F238E27FC236}">
                <a16:creationId xmlns:a16="http://schemas.microsoft.com/office/drawing/2014/main" id="{5E7A9226-091B-4388-8379-D5202E000BD8}"/>
              </a:ext>
            </a:extLst>
          </p:cNvPr>
          <p:cNvCxnSpPr>
            <a:cxnSpLocks noChangeShapeType="1"/>
            <a:stCxn id="11277" idx="0"/>
            <a:endCxn id="11272" idx="4"/>
          </p:cNvCxnSpPr>
          <p:nvPr/>
        </p:nvCxnSpPr>
        <p:spPr bwMode="auto">
          <a:xfrm flipV="1">
            <a:off x="3848100" y="2720975"/>
            <a:ext cx="0" cy="162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1283" name="AutoShape 18">
            <a:extLst>
              <a:ext uri="{FF2B5EF4-FFF2-40B4-BE49-F238E27FC236}">
                <a16:creationId xmlns:a16="http://schemas.microsoft.com/office/drawing/2014/main" id="{630764E5-E383-1160-A5CC-52963FC8D796}"/>
              </a:ext>
            </a:extLst>
          </p:cNvPr>
          <p:cNvCxnSpPr>
            <a:cxnSpLocks noChangeShapeType="1"/>
            <a:stCxn id="11272" idx="3"/>
            <a:endCxn id="11276" idx="7"/>
          </p:cNvCxnSpPr>
          <p:nvPr/>
        </p:nvCxnSpPr>
        <p:spPr bwMode="auto">
          <a:xfrm flipH="1">
            <a:off x="2660650" y="2676525"/>
            <a:ext cx="1079500" cy="911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1284" name="AutoShape 19">
            <a:extLst>
              <a:ext uri="{FF2B5EF4-FFF2-40B4-BE49-F238E27FC236}">
                <a16:creationId xmlns:a16="http://schemas.microsoft.com/office/drawing/2014/main" id="{7D0EC570-EADF-9312-5A80-A61BD5CBD0A2}"/>
              </a:ext>
            </a:extLst>
          </p:cNvPr>
          <p:cNvCxnSpPr>
            <a:cxnSpLocks noChangeShapeType="1"/>
            <a:stCxn id="11276" idx="0"/>
            <a:endCxn id="11272" idx="2"/>
          </p:cNvCxnSpPr>
          <p:nvPr/>
        </p:nvCxnSpPr>
        <p:spPr bwMode="auto">
          <a:xfrm flipV="1">
            <a:off x="2552700" y="2568575"/>
            <a:ext cx="1143000" cy="974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1285" name="AutoShape 20">
            <a:extLst>
              <a:ext uri="{FF2B5EF4-FFF2-40B4-BE49-F238E27FC236}">
                <a16:creationId xmlns:a16="http://schemas.microsoft.com/office/drawing/2014/main" id="{2C7584DD-FCF4-7539-0D6E-A649C3D90709}"/>
              </a:ext>
            </a:extLst>
          </p:cNvPr>
          <p:cNvCxnSpPr>
            <a:cxnSpLocks noChangeShapeType="1"/>
            <a:stCxn id="11269" idx="4"/>
            <a:endCxn id="11270" idx="0"/>
          </p:cNvCxnSpPr>
          <p:nvPr/>
        </p:nvCxnSpPr>
        <p:spPr bwMode="auto">
          <a:xfrm>
            <a:off x="1803400" y="1373188"/>
            <a:ext cx="0" cy="9921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1286" name="Oval 21">
            <a:extLst>
              <a:ext uri="{FF2B5EF4-FFF2-40B4-BE49-F238E27FC236}">
                <a16:creationId xmlns:a16="http://schemas.microsoft.com/office/drawing/2014/main" id="{32695CDB-8B52-5BBE-CF8D-71EEC47326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68575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11287" name="AutoShape 22">
            <a:extLst>
              <a:ext uri="{FF2B5EF4-FFF2-40B4-BE49-F238E27FC236}">
                <a16:creationId xmlns:a16="http://schemas.microsoft.com/office/drawing/2014/main" id="{97CE3378-F5C7-46DF-54E0-3D98EE76C787}"/>
              </a:ext>
            </a:extLst>
          </p:cNvPr>
          <p:cNvCxnSpPr>
            <a:cxnSpLocks noChangeShapeType="1"/>
            <a:stCxn id="11270" idx="6"/>
            <a:endCxn id="11286" idx="2"/>
          </p:cNvCxnSpPr>
          <p:nvPr/>
        </p:nvCxnSpPr>
        <p:spPr bwMode="auto">
          <a:xfrm>
            <a:off x="1955800" y="2517775"/>
            <a:ext cx="612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1288" name="AutoShape 23">
            <a:extLst>
              <a:ext uri="{FF2B5EF4-FFF2-40B4-BE49-F238E27FC236}">
                <a16:creationId xmlns:a16="http://schemas.microsoft.com/office/drawing/2014/main" id="{BF60DD47-C777-3F0B-25B9-A09AE1B789A1}"/>
              </a:ext>
            </a:extLst>
          </p:cNvPr>
          <p:cNvCxnSpPr>
            <a:cxnSpLocks noChangeShapeType="1"/>
            <a:stCxn id="11289" idx="7"/>
            <a:endCxn id="11286" idx="3"/>
          </p:cNvCxnSpPr>
          <p:nvPr/>
        </p:nvCxnSpPr>
        <p:spPr bwMode="auto">
          <a:xfrm flipV="1">
            <a:off x="1914525" y="2625725"/>
            <a:ext cx="698500" cy="549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1289" name="Oval 24">
            <a:extLst>
              <a:ext uri="{FF2B5EF4-FFF2-40B4-BE49-F238E27FC236}">
                <a16:creationId xmlns:a16="http://schemas.microsoft.com/office/drawing/2014/main" id="{1CC569CC-F7AA-868A-EDCB-B7DBB4E416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4175" y="313055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I</a:t>
            </a:r>
          </a:p>
        </p:txBody>
      </p:sp>
      <p:cxnSp>
        <p:nvCxnSpPr>
          <p:cNvPr id="11290" name="AutoShape 25">
            <a:extLst>
              <a:ext uri="{FF2B5EF4-FFF2-40B4-BE49-F238E27FC236}">
                <a16:creationId xmlns:a16="http://schemas.microsoft.com/office/drawing/2014/main" id="{CAC4EEAF-1508-6BD6-27EA-197B63ED2169}"/>
              </a:ext>
            </a:extLst>
          </p:cNvPr>
          <p:cNvCxnSpPr>
            <a:cxnSpLocks noChangeShapeType="1"/>
            <a:stCxn id="11289" idx="0"/>
            <a:endCxn id="11270" idx="4"/>
          </p:cNvCxnSpPr>
          <p:nvPr/>
        </p:nvCxnSpPr>
        <p:spPr bwMode="auto">
          <a:xfrm flipH="1" flipV="1">
            <a:off x="1803400" y="2670175"/>
            <a:ext cx="3175" cy="460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1291" name="Text Box 26">
            <a:extLst>
              <a:ext uri="{FF2B5EF4-FFF2-40B4-BE49-F238E27FC236}">
                <a16:creationId xmlns:a16="http://schemas.microsoft.com/office/drawing/2014/main" id="{639C477C-F2AD-832D-98D7-55E59AA489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0213" y="4843463"/>
            <a:ext cx="3187700" cy="1909762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A-F  A-G</a:t>
            </a: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11292" name="Text Box 31">
            <a:extLst>
              <a:ext uri="{FF2B5EF4-FFF2-40B4-BE49-F238E27FC236}">
                <a16:creationId xmlns:a16="http://schemas.microsoft.com/office/drawing/2014/main" id="{D56BA766-ECB1-BB2A-C9D7-019DD9A827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6316663"/>
            <a:ext cx="23034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en-US"/>
              <a:t>Function call stack:</a:t>
            </a:r>
          </a:p>
        </p:txBody>
      </p:sp>
      <p:sp>
        <p:nvSpPr>
          <p:cNvPr id="11293" name="AutoShape 32">
            <a:extLst>
              <a:ext uri="{FF2B5EF4-FFF2-40B4-BE49-F238E27FC236}">
                <a16:creationId xmlns:a16="http://schemas.microsoft.com/office/drawing/2014/main" id="{58D92A82-0619-EF84-9A2A-67A0EBCF991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07188" y="6169025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469025" name="AutoShape 33">
            <a:extLst>
              <a:ext uri="{FF2B5EF4-FFF2-40B4-BE49-F238E27FC236}">
                <a16:creationId xmlns:a16="http://schemas.microsoft.com/office/drawing/2014/main" id="{6DE1C98E-14D3-6368-DCE4-6053283E3CA3}"/>
              </a:ext>
            </a:extLst>
          </p:cNvPr>
          <p:cNvCxnSpPr>
            <a:cxnSpLocks noChangeShapeType="1"/>
            <a:stCxn id="11272" idx="4"/>
            <a:endCxn id="11277" idx="0"/>
          </p:cNvCxnSpPr>
          <p:nvPr/>
        </p:nvCxnSpPr>
        <p:spPr bwMode="auto">
          <a:xfrm>
            <a:off x="3848100" y="2720975"/>
            <a:ext cx="0" cy="1622425"/>
          </a:xfrm>
          <a:prstGeom prst="straightConnector1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1295" name="Text Box 34">
            <a:extLst>
              <a:ext uri="{FF2B5EF4-FFF2-40B4-BE49-F238E27FC236}">
                <a16:creationId xmlns:a16="http://schemas.microsoft.com/office/drawing/2014/main" id="{030DF6C3-96F2-363E-1448-5A810B91A5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949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b="1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dfs(F)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F-E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11296" name="AutoShape 35">
            <a:extLst>
              <a:ext uri="{FF2B5EF4-FFF2-40B4-BE49-F238E27FC236}">
                <a16:creationId xmlns:a16="http://schemas.microsoft.com/office/drawing/2014/main" id="{8D2F8B99-70F1-83EA-F3DA-22CF1EEB6B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08813" y="5281613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1297" name="Text Box 36">
            <a:extLst>
              <a:ext uri="{FF2B5EF4-FFF2-40B4-BE49-F238E27FC236}">
                <a16:creationId xmlns:a16="http://schemas.microsoft.com/office/drawing/2014/main" id="{B65BF25D-70BA-095F-6C75-8FA05BF46F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9100" y="3060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dfs(E)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E-C  E-D  E-G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11298" name="AutoShape 37">
            <a:extLst>
              <a:ext uri="{FF2B5EF4-FFF2-40B4-BE49-F238E27FC236}">
                <a16:creationId xmlns:a16="http://schemas.microsoft.com/office/drawing/2014/main" id="{D8753580-EE7F-26D5-3CE2-7B0D217816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35725" y="4381500"/>
            <a:ext cx="274638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69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2">
            <a:extLst>
              <a:ext uri="{FF2B5EF4-FFF2-40B4-BE49-F238E27FC236}">
                <a16:creationId xmlns:a16="http://schemas.microsoft.com/office/drawing/2014/main" id="{0ACE8469-03D8-AF85-543E-2B77A4E4D0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fld id="{DACA5AE3-F245-4450-8BCB-6711BB656983}" type="slidenum">
              <a:rPr lang="en-US" altLang="en-US"/>
              <a:pPr algn="r"/>
              <a:t>5</a:t>
            </a:fld>
            <a:endParaRPr lang="en-US" altLang="en-US" sz="140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C17604D4-AB2A-7570-857F-C7D09F9175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Directed Depth First Search</a:t>
            </a:r>
          </a:p>
        </p:txBody>
      </p:sp>
      <p:sp>
        <p:nvSpPr>
          <p:cNvPr id="13316" name="Oval 3">
            <a:extLst>
              <a:ext uri="{FF2B5EF4-FFF2-40B4-BE49-F238E27FC236}">
                <a16:creationId xmlns:a16="http://schemas.microsoft.com/office/drawing/2014/main" id="{B435D1B8-2F45-291E-E285-772FA1C340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200" y="4457700"/>
            <a:ext cx="304800" cy="304800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13317" name="Oval 4">
            <a:extLst>
              <a:ext uri="{FF2B5EF4-FFF2-40B4-BE49-F238E27FC236}">
                <a16:creationId xmlns:a16="http://schemas.microsoft.com/office/drawing/2014/main" id="{02EF629D-5311-F93B-B46A-B3A35F5148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1066800"/>
            <a:ext cx="304800" cy="306388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13318" name="Oval 5">
            <a:extLst>
              <a:ext uri="{FF2B5EF4-FFF2-40B4-BE49-F238E27FC236}">
                <a16:creationId xmlns:a16="http://schemas.microsoft.com/office/drawing/2014/main" id="{317CC0CD-E8BC-9BF4-8F45-4BABFF6DB0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13319" name="AutoShape 6">
            <a:extLst>
              <a:ext uri="{FF2B5EF4-FFF2-40B4-BE49-F238E27FC236}">
                <a16:creationId xmlns:a16="http://schemas.microsoft.com/office/drawing/2014/main" id="{B99B6A47-A3D3-769B-7697-09DA5BEF8ECB}"/>
              </a:ext>
            </a:extLst>
          </p:cNvPr>
          <p:cNvCxnSpPr>
            <a:cxnSpLocks noChangeShapeType="1"/>
            <a:stCxn id="13316" idx="0"/>
            <a:endCxn id="13317" idx="3"/>
          </p:cNvCxnSpPr>
          <p:nvPr/>
        </p:nvCxnSpPr>
        <p:spPr bwMode="auto">
          <a:xfrm flipV="1">
            <a:off x="736600" y="1328738"/>
            <a:ext cx="958850" cy="31289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3320" name="Oval 7">
            <a:extLst>
              <a:ext uri="{FF2B5EF4-FFF2-40B4-BE49-F238E27FC236}">
                <a16:creationId xmlns:a16="http://schemas.microsoft.com/office/drawing/2014/main" id="{9A43E533-214F-192B-1FFE-C560E7E199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2416175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C</a:t>
            </a:r>
          </a:p>
        </p:txBody>
      </p:sp>
      <p:cxnSp>
        <p:nvCxnSpPr>
          <p:cNvPr id="13321" name="AutoShape 8">
            <a:extLst>
              <a:ext uri="{FF2B5EF4-FFF2-40B4-BE49-F238E27FC236}">
                <a16:creationId xmlns:a16="http://schemas.microsoft.com/office/drawing/2014/main" id="{815FE4BB-C4F8-5355-85C7-74F273AAD31D}"/>
              </a:ext>
            </a:extLst>
          </p:cNvPr>
          <p:cNvCxnSpPr>
            <a:cxnSpLocks noChangeShapeType="1"/>
            <a:stCxn id="13317" idx="5"/>
            <a:endCxn id="13320" idx="1"/>
          </p:cNvCxnSpPr>
          <p:nvPr/>
        </p:nvCxnSpPr>
        <p:spPr bwMode="auto">
          <a:xfrm>
            <a:off x="1911350" y="1328738"/>
            <a:ext cx="1828800" cy="1131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3322" name="Oval 9">
            <a:extLst>
              <a:ext uri="{FF2B5EF4-FFF2-40B4-BE49-F238E27FC236}">
                <a16:creationId xmlns:a16="http://schemas.microsoft.com/office/drawing/2014/main" id="{2D5B8F83-6384-6157-DC2D-EA0E6BC589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40300" y="24288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13323" name="AutoShape 10">
            <a:extLst>
              <a:ext uri="{FF2B5EF4-FFF2-40B4-BE49-F238E27FC236}">
                <a16:creationId xmlns:a16="http://schemas.microsoft.com/office/drawing/2014/main" id="{91BB1443-1D79-BFD1-E73A-E00A9C8A263D}"/>
              </a:ext>
            </a:extLst>
          </p:cNvPr>
          <p:cNvCxnSpPr>
            <a:cxnSpLocks noChangeShapeType="1"/>
            <a:stCxn id="13317" idx="6"/>
            <a:endCxn id="13322" idx="1"/>
          </p:cNvCxnSpPr>
          <p:nvPr/>
        </p:nvCxnSpPr>
        <p:spPr bwMode="auto">
          <a:xfrm>
            <a:off x="1955800" y="1220788"/>
            <a:ext cx="3028950" cy="12525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3324" name="Oval 11">
            <a:extLst>
              <a:ext uri="{FF2B5EF4-FFF2-40B4-BE49-F238E27FC236}">
                <a16:creationId xmlns:a16="http://schemas.microsoft.com/office/drawing/2014/main" id="{142C0E75-B54C-2762-BEF7-0D9BF6F66B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00300" y="35433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13325" name="Oval 12">
            <a:extLst>
              <a:ext uri="{FF2B5EF4-FFF2-40B4-BE49-F238E27FC236}">
                <a16:creationId xmlns:a16="http://schemas.microsoft.com/office/drawing/2014/main" id="{C8B7C861-9940-F2F4-95D9-C3C94FC84C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4343400"/>
            <a:ext cx="304800" cy="304800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13326" name="AutoShape 13">
            <a:extLst>
              <a:ext uri="{FF2B5EF4-FFF2-40B4-BE49-F238E27FC236}">
                <a16:creationId xmlns:a16="http://schemas.microsoft.com/office/drawing/2014/main" id="{49AEE99B-1EC9-BD7B-60C2-2FBC27052DB9}"/>
              </a:ext>
            </a:extLst>
          </p:cNvPr>
          <p:cNvCxnSpPr>
            <a:cxnSpLocks noChangeShapeType="1"/>
            <a:stCxn id="13325" idx="2"/>
            <a:endCxn id="13324" idx="5"/>
          </p:cNvCxnSpPr>
          <p:nvPr/>
        </p:nvCxnSpPr>
        <p:spPr bwMode="auto">
          <a:xfrm flipH="1" flipV="1">
            <a:off x="2660650" y="3803650"/>
            <a:ext cx="1035050" cy="692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3327" name="AutoShape 14">
            <a:extLst>
              <a:ext uri="{FF2B5EF4-FFF2-40B4-BE49-F238E27FC236}">
                <a16:creationId xmlns:a16="http://schemas.microsoft.com/office/drawing/2014/main" id="{79159215-488E-A34F-0FD9-FC58A2AFAB16}"/>
              </a:ext>
            </a:extLst>
          </p:cNvPr>
          <p:cNvCxnSpPr>
            <a:cxnSpLocks noChangeShapeType="1"/>
            <a:stCxn id="13325" idx="3"/>
            <a:endCxn id="13316" idx="6"/>
          </p:cNvCxnSpPr>
          <p:nvPr/>
        </p:nvCxnSpPr>
        <p:spPr bwMode="auto">
          <a:xfrm flipH="1">
            <a:off x="889000" y="4603750"/>
            <a:ext cx="2851150" cy="6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3328" name="AutoShape 15">
            <a:extLst>
              <a:ext uri="{FF2B5EF4-FFF2-40B4-BE49-F238E27FC236}">
                <a16:creationId xmlns:a16="http://schemas.microsoft.com/office/drawing/2014/main" id="{EEB9EF9B-3D9F-A6B7-A167-12D905E74174}"/>
              </a:ext>
            </a:extLst>
          </p:cNvPr>
          <p:cNvCxnSpPr>
            <a:cxnSpLocks noChangeShapeType="1"/>
            <a:stCxn id="13316" idx="7"/>
            <a:endCxn id="13324" idx="3"/>
          </p:cNvCxnSpPr>
          <p:nvPr/>
        </p:nvCxnSpPr>
        <p:spPr bwMode="auto">
          <a:xfrm flipV="1">
            <a:off x="844550" y="3803650"/>
            <a:ext cx="1600200" cy="698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3329" name="AutoShape 16">
            <a:extLst>
              <a:ext uri="{FF2B5EF4-FFF2-40B4-BE49-F238E27FC236}">
                <a16:creationId xmlns:a16="http://schemas.microsoft.com/office/drawing/2014/main" id="{CBAB03D6-12B2-D7A3-2989-467526C5730E}"/>
              </a:ext>
            </a:extLst>
          </p:cNvPr>
          <p:cNvCxnSpPr>
            <a:cxnSpLocks noChangeShapeType="1"/>
            <a:stCxn id="13325" idx="7"/>
            <a:endCxn id="13322" idx="3"/>
          </p:cNvCxnSpPr>
          <p:nvPr/>
        </p:nvCxnSpPr>
        <p:spPr bwMode="auto">
          <a:xfrm flipV="1">
            <a:off x="3956050" y="2689225"/>
            <a:ext cx="1028700" cy="1698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3330" name="AutoShape 17">
            <a:extLst>
              <a:ext uri="{FF2B5EF4-FFF2-40B4-BE49-F238E27FC236}">
                <a16:creationId xmlns:a16="http://schemas.microsoft.com/office/drawing/2014/main" id="{C7B5A772-BCC1-ACD6-FBBA-5974CE2963D6}"/>
              </a:ext>
            </a:extLst>
          </p:cNvPr>
          <p:cNvCxnSpPr>
            <a:cxnSpLocks noChangeShapeType="1"/>
            <a:stCxn id="13325" idx="0"/>
            <a:endCxn id="13320" idx="4"/>
          </p:cNvCxnSpPr>
          <p:nvPr/>
        </p:nvCxnSpPr>
        <p:spPr bwMode="auto">
          <a:xfrm flipV="1">
            <a:off x="3848100" y="2720975"/>
            <a:ext cx="0" cy="162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3331" name="AutoShape 18">
            <a:extLst>
              <a:ext uri="{FF2B5EF4-FFF2-40B4-BE49-F238E27FC236}">
                <a16:creationId xmlns:a16="http://schemas.microsoft.com/office/drawing/2014/main" id="{523DCC35-9EE2-A1E5-E6D5-51F53449C73A}"/>
              </a:ext>
            </a:extLst>
          </p:cNvPr>
          <p:cNvCxnSpPr>
            <a:cxnSpLocks noChangeShapeType="1"/>
            <a:stCxn id="13320" idx="3"/>
            <a:endCxn id="13324" idx="7"/>
          </p:cNvCxnSpPr>
          <p:nvPr/>
        </p:nvCxnSpPr>
        <p:spPr bwMode="auto">
          <a:xfrm flipH="1">
            <a:off x="2660650" y="2676525"/>
            <a:ext cx="1079500" cy="911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3332" name="AutoShape 19">
            <a:extLst>
              <a:ext uri="{FF2B5EF4-FFF2-40B4-BE49-F238E27FC236}">
                <a16:creationId xmlns:a16="http://schemas.microsoft.com/office/drawing/2014/main" id="{11FA9832-CE94-A135-74F4-795AF408CAB2}"/>
              </a:ext>
            </a:extLst>
          </p:cNvPr>
          <p:cNvCxnSpPr>
            <a:cxnSpLocks noChangeShapeType="1"/>
            <a:stCxn id="13324" idx="0"/>
            <a:endCxn id="13320" idx="2"/>
          </p:cNvCxnSpPr>
          <p:nvPr/>
        </p:nvCxnSpPr>
        <p:spPr bwMode="auto">
          <a:xfrm flipV="1">
            <a:off x="2552700" y="2568575"/>
            <a:ext cx="1143000" cy="974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3333" name="AutoShape 20">
            <a:extLst>
              <a:ext uri="{FF2B5EF4-FFF2-40B4-BE49-F238E27FC236}">
                <a16:creationId xmlns:a16="http://schemas.microsoft.com/office/drawing/2014/main" id="{28B0BB52-6C06-4C26-A5E9-074395EB2EF3}"/>
              </a:ext>
            </a:extLst>
          </p:cNvPr>
          <p:cNvCxnSpPr>
            <a:cxnSpLocks noChangeShapeType="1"/>
            <a:stCxn id="13317" idx="4"/>
            <a:endCxn id="13318" idx="0"/>
          </p:cNvCxnSpPr>
          <p:nvPr/>
        </p:nvCxnSpPr>
        <p:spPr bwMode="auto">
          <a:xfrm>
            <a:off x="1803400" y="1373188"/>
            <a:ext cx="0" cy="9921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3334" name="Oval 21">
            <a:extLst>
              <a:ext uri="{FF2B5EF4-FFF2-40B4-BE49-F238E27FC236}">
                <a16:creationId xmlns:a16="http://schemas.microsoft.com/office/drawing/2014/main" id="{94D2A48A-ADC7-C765-9861-10C8B9C0AC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68575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13335" name="AutoShape 22">
            <a:extLst>
              <a:ext uri="{FF2B5EF4-FFF2-40B4-BE49-F238E27FC236}">
                <a16:creationId xmlns:a16="http://schemas.microsoft.com/office/drawing/2014/main" id="{5574AC7A-4766-45C0-5730-701715C6EA7F}"/>
              </a:ext>
            </a:extLst>
          </p:cNvPr>
          <p:cNvCxnSpPr>
            <a:cxnSpLocks noChangeShapeType="1"/>
            <a:stCxn id="13318" idx="6"/>
            <a:endCxn id="13334" idx="2"/>
          </p:cNvCxnSpPr>
          <p:nvPr/>
        </p:nvCxnSpPr>
        <p:spPr bwMode="auto">
          <a:xfrm>
            <a:off x="1955800" y="2517775"/>
            <a:ext cx="612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3336" name="AutoShape 23">
            <a:extLst>
              <a:ext uri="{FF2B5EF4-FFF2-40B4-BE49-F238E27FC236}">
                <a16:creationId xmlns:a16="http://schemas.microsoft.com/office/drawing/2014/main" id="{893E177D-D088-2A84-C9A4-D5348CF77D5D}"/>
              </a:ext>
            </a:extLst>
          </p:cNvPr>
          <p:cNvCxnSpPr>
            <a:cxnSpLocks noChangeShapeType="1"/>
            <a:stCxn id="13337" idx="7"/>
            <a:endCxn id="13334" idx="3"/>
          </p:cNvCxnSpPr>
          <p:nvPr/>
        </p:nvCxnSpPr>
        <p:spPr bwMode="auto">
          <a:xfrm flipV="1">
            <a:off x="1914525" y="2625725"/>
            <a:ext cx="698500" cy="549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3337" name="Oval 24">
            <a:extLst>
              <a:ext uri="{FF2B5EF4-FFF2-40B4-BE49-F238E27FC236}">
                <a16:creationId xmlns:a16="http://schemas.microsoft.com/office/drawing/2014/main" id="{88628747-7551-03F1-67AD-B447406B82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4175" y="313055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I</a:t>
            </a:r>
          </a:p>
        </p:txBody>
      </p:sp>
      <p:cxnSp>
        <p:nvCxnSpPr>
          <p:cNvPr id="13338" name="AutoShape 25">
            <a:extLst>
              <a:ext uri="{FF2B5EF4-FFF2-40B4-BE49-F238E27FC236}">
                <a16:creationId xmlns:a16="http://schemas.microsoft.com/office/drawing/2014/main" id="{BF93887F-F0C2-3191-C1AF-2834F03B5185}"/>
              </a:ext>
            </a:extLst>
          </p:cNvPr>
          <p:cNvCxnSpPr>
            <a:cxnSpLocks noChangeShapeType="1"/>
            <a:stCxn id="13337" idx="0"/>
            <a:endCxn id="13318" idx="4"/>
          </p:cNvCxnSpPr>
          <p:nvPr/>
        </p:nvCxnSpPr>
        <p:spPr bwMode="auto">
          <a:xfrm flipH="1" flipV="1">
            <a:off x="1803400" y="2670175"/>
            <a:ext cx="3175" cy="460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3339" name="Text Box 26">
            <a:extLst>
              <a:ext uri="{FF2B5EF4-FFF2-40B4-BE49-F238E27FC236}">
                <a16:creationId xmlns:a16="http://schemas.microsoft.com/office/drawing/2014/main" id="{ACCF7C61-001C-A85F-1D02-BA1B3D8CF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0213" y="4843463"/>
            <a:ext cx="3187700" cy="1909762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A-F  A-G</a:t>
            </a: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13340" name="Text Box 31">
            <a:extLst>
              <a:ext uri="{FF2B5EF4-FFF2-40B4-BE49-F238E27FC236}">
                <a16:creationId xmlns:a16="http://schemas.microsoft.com/office/drawing/2014/main" id="{B5FFC940-AED0-DC5B-2326-1C38B3EB54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6316663"/>
            <a:ext cx="23034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en-US"/>
              <a:t>Function call stack:</a:t>
            </a:r>
          </a:p>
        </p:txBody>
      </p:sp>
      <p:sp>
        <p:nvSpPr>
          <p:cNvPr id="13341" name="AutoShape 32">
            <a:extLst>
              <a:ext uri="{FF2B5EF4-FFF2-40B4-BE49-F238E27FC236}">
                <a16:creationId xmlns:a16="http://schemas.microsoft.com/office/drawing/2014/main" id="{66444A02-5C6D-8496-8704-9B1A74802B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07188" y="6169025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470049" name="AutoShape 33">
            <a:extLst>
              <a:ext uri="{FF2B5EF4-FFF2-40B4-BE49-F238E27FC236}">
                <a16:creationId xmlns:a16="http://schemas.microsoft.com/office/drawing/2014/main" id="{1D779434-55BF-5F5C-571C-14BABE9C9DD0}"/>
              </a:ext>
            </a:extLst>
          </p:cNvPr>
          <p:cNvCxnSpPr>
            <a:cxnSpLocks noChangeShapeType="1"/>
            <a:stCxn id="13317" idx="5"/>
            <a:endCxn id="13320" idx="1"/>
          </p:cNvCxnSpPr>
          <p:nvPr/>
        </p:nvCxnSpPr>
        <p:spPr bwMode="auto">
          <a:xfrm>
            <a:off x="1911350" y="1328738"/>
            <a:ext cx="1828800" cy="1131887"/>
          </a:xfrm>
          <a:prstGeom prst="straightConnector1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3343" name="Text Box 34">
            <a:extLst>
              <a:ext uri="{FF2B5EF4-FFF2-40B4-BE49-F238E27FC236}">
                <a16:creationId xmlns:a16="http://schemas.microsoft.com/office/drawing/2014/main" id="{BC2A7FFE-D540-37A0-660B-E45F1B1120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949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b="1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dfs(F)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F-E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13344" name="AutoShape 35">
            <a:extLst>
              <a:ext uri="{FF2B5EF4-FFF2-40B4-BE49-F238E27FC236}">
                <a16:creationId xmlns:a16="http://schemas.microsoft.com/office/drawing/2014/main" id="{79D6CAE0-24B5-BA89-F19C-2FF75129C3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08813" y="5281613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3345" name="Text Box 36">
            <a:extLst>
              <a:ext uri="{FF2B5EF4-FFF2-40B4-BE49-F238E27FC236}">
                <a16:creationId xmlns:a16="http://schemas.microsoft.com/office/drawing/2014/main" id="{2061077E-F269-2E20-6533-360853A667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9100" y="3060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dfs(E)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E-C  E-D  E-G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13346" name="AutoShape 37">
            <a:extLst>
              <a:ext uri="{FF2B5EF4-FFF2-40B4-BE49-F238E27FC236}">
                <a16:creationId xmlns:a16="http://schemas.microsoft.com/office/drawing/2014/main" id="{1A4655DD-6A8E-2099-70E6-ACADCC0641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35725" y="4381500"/>
            <a:ext cx="274638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3347" name="Text Box 38">
            <a:extLst>
              <a:ext uri="{FF2B5EF4-FFF2-40B4-BE49-F238E27FC236}">
                <a16:creationId xmlns:a16="http://schemas.microsoft.com/office/drawing/2014/main" id="{5BB06ED8-4160-435E-A6F0-ED4DBE57F1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21336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dfs(C)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C-A  C-D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13348" name="AutoShape 39">
            <a:extLst>
              <a:ext uri="{FF2B5EF4-FFF2-40B4-BE49-F238E27FC236}">
                <a16:creationId xmlns:a16="http://schemas.microsoft.com/office/drawing/2014/main" id="{36A24A71-F2DF-6BA3-87EF-98B7251E02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64338" y="3455988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70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2">
            <a:extLst>
              <a:ext uri="{FF2B5EF4-FFF2-40B4-BE49-F238E27FC236}">
                <a16:creationId xmlns:a16="http://schemas.microsoft.com/office/drawing/2014/main" id="{9717ECA9-88DE-9C86-4F5A-2584A219FC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fld id="{F631961B-4FF3-42A2-A476-C0CADCCC75E2}" type="slidenum">
              <a:rPr lang="en-US" altLang="en-US"/>
              <a:pPr algn="r"/>
              <a:t>6</a:t>
            </a:fld>
            <a:endParaRPr lang="en-US" altLang="en-US" sz="14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7D9EC10B-C543-BD88-D5DA-0E8F29784A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Directed Depth First Search</a:t>
            </a:r>
          </a:p>
        </p:txBody>
      </p:sp>
      <p:sp>
        <p:nvSpPr>
          <p:cNvPr id="15364" name="Oval 3">
            <a:extLst>
              <a:ext uri="{FF2B5EF4-FFF2-40B4-BE49-F238E27FC236}">
                <a16:creationId xmlns:a16="http://schemas.microsoft.com/office/drawing/2014/main" id="{B27D27B5-DF7D-D199-C1AD-0F126B866F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200" y="4457700"/>
            <a:ext cx="304800" cy="304800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15365" name="Oval 4">
            <a:extLst>
              <a:ext uri="{FF2B5EF4-FFF2-40B4-BE49-F238E27FC236}">
                <a16:creationId xmlns:a16="http://schemas.microsoft.com/office/drawing/2014/main" id="{C3F24978-59DF-C881-92ED-EBA7395C1D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1066800"/>
            <a:ext cx="304800" cy="306388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15366" name="Oval 5">
            <a:extLst>
              <a:ext uri="{FF2B5EF4-FFF2-40B4-BE49-F238E27FC236}">
                <a16:creationId xmlns:a16="http://schemas.microsoft.com/office/drawing/2014/main" id="{AC6D9C33-B0A0-B1D5-7B19-2DDC176D85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15367" name="AutoShape 6">
            <a:extLst>
              <a:ext uri="{FF2B5EF4-FFF2-40B4-BE49-F238E27FC236}">
                <a16:creationId xmlns:a16="http://schemas.microsoft.com/office/drawing/2014/main" id="{8E165082-6B4C-4604-ADBB-94A549AFBC10}"/>
              </a:ext>
            </a:extLst>
          </p:cNvPr>
          <p:cNvCxnSpPr>
            <a:cxnSpLocks noChangeShapeType="1"/>
            <a:stCxn id="15364" idx="0"/>
            <a:endCxn id="15365" idx="3"/>
          </p:cNvCxnSpPr>
          <p:nvPr/>
        </p:nvCxnSpPr>
        <p:spPr bwMode="auto">
          <a:xfrm flipV="1">
            <a:off x="736600" y="1328738"/>
            <a:ext cx="958850" cy="31289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5368" name="Oval 7">
            <a:extLst>
              <a:ext uri="{FF2B5EF4-FFF2-40B4-BE49-F238E27FC236}">
                <a16:creationId xmlns:a16="http://schemas.microsoft.com/office/drawing/2014/main" id="{3D873B06-9DEC-892D-F895-50FDCC87F3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2416175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C</a:t>
            </a:r>
          </a:p>
        </p:txBody>
      </p:sp>
      <p:cxnSp>
        <p:nvCxnSpPr>
          <p:cNvPr id="15369" name="AutoShape 8">
            <a:extLst>
              <a:ext uri="{FF2B5EF4-FFF2-40B4-BE49-F238E27FC236}">
                <a16:creationId xmlns:a16="http://schemas.microsoft.com/office/drawing/2014/main" id="{EE97A15D-3B0D-DFEB-11A7-48A83238D7A7}"/>
              </a:ext>
            </a:extLst>
          </p:cNvPr>
          <p:cNvCxnSpPr>
            <a:cxnSpLocks noChangeShapeType="1"/>
            <a:stCxn id="15365" idx="5"/>
            <a:endCxn id="15368" idx="1"/>
          </p:cNvCxnSpPr>
          <p:nvPr/>
        </p:nvCxnSpPr>
        <p:spPr bwMode="auto">
          <a:xfrm>
            <a:off x="1911350" y="1328738"/>
            <a:ext cx="1828800" cy="1131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5370" name="Oval 9">
            <a:extLst>
              <a:ext uri="{FF2B5EF4-FFF2-40B4-BE49-F238E27FC236}">
                <a16:creationId xmlns:a16="http://schemas.microsoft.com/office/drawing/2014/main" id="{A956C7AF-A228-AE08-C4FD-01C31044CF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40300" y="24288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15371" name="AutoShape 10">
            <a:extLst>
              <a:ext uri="{FF2B5EF4-FFF2-40B4-BE49-F238E27FC236}">
                <a16:creationId xmlns:a16="http://schemas.microsoft.com/office/drawing/2014/main" id="{C424324B-0E0A-69F5-617C-B022575529BE}"/>
              </a:ext>
            </a:extLst>
          </p:cNvPr>
          <p:cNvCxnSpPr>
            <a:cxnSpLocks noChangeShapeType="1"/>
            <a:stCxn id="15365" idx="6"/>
            <a:endCxn id="15370" idx="1"/>
          </p:cNvCxnSpPr>
          <p:nvPr/>
        </p:nvCxnSpPr>
        <p:spPr bwMode="auto">
          <a:xfrm>
            <a:off x="1955800" y="1220788"/>
            <a:ext cx="3028950" cy="12525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5372" name="Oval 11">
            <a:extLst>
              <a:ext uri="{FF2B5EF4-FFF2-40B4-BE49-F238E27FC236}">
                <a16:creationId xmlns:a16="http://schemas.microsoft.com/office/drawing/2014/main" id="{B42FCB54-D027-AFBE-4508-AC1E697599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00300" y="35433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15373" name="Oval 12">
            <a:extLst>
              <a:ext uri="{FF2B5EF4-FFF2-40B4-BE49-F238E27FC236}">
                <a16:creationId xmlns:a16="http://schemas.microsoft.com/office/drawing/2014/main" id="{0003F37E-2AE0-E9CF-36FB-B355B2B494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4343400"/>
            <a:ext cx="304800" cy="304800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15374" name="AutoShape 13">
            <a:extLst>
              <a:ext uri="{FF2B5EF4-FFF2-40B4-BE49-F238E27FC236}">
                <a16:creationId xmlns:a16="http://schemas.microsoft.com/office/drawing/2014/main" id="{CAFB9F16-A26F-A063-604C-4EAA47E2000D}"/>
              </a:ext>
            </a:extLst>
          </p:cNvPr>
          <p:cNvCxnSpPr>
            <a:cxnSpLocks noChangeShapeType="1"/>
            <a:stCxn id="15373" idx="2"/>
            <a:endCxn id="15372" idx="5"/>
          </p:cNvCxnSpPr>
          <p:nvPr/>
        </p:nvCxnSpPr>
        <p:spPr bwMode="auto">
          <a:xfrm flipH="1" flipV="1">
            <a:off x="2660650" y="3803650"/>
            <a:ext cx="1035050" cy="692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5375" name="AutoShape 14">
            <a:extLst>
              <a:ext uri="{FF2B5EF4-FFF2-40B4-BE49-F238E27FC236}">
                <a16:creationId xmlns:a16="http://schemas.microsoft.com/office/drawing/2014/main" id="{DDB3D2EE-75AC-CEBD-ADC2-440A8BFE8AA6}"/>
              </a:ext>
            </a:extLst>
          </p:cNvPr>
          <p:cNvCxnSpPr>
            <a:cxnSpLocks noChangeShapeType="1"/>
            <a:stCxn id="15373" idx="3"/>
            <a:endCxn id="15364" idx="6"/>
          </p:cNvCxnSpPr>
          <p:nvPr/>
        </p:nvCxnSpPr>
        <p:spPr bwMode="auto">
          <a:xfrm flipH="1">
            <a:off x="889000" y="4603750"/>
            <a:ext cx="2851150" cy="6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5376" name="AutoShape 15">
            <a:extLst>
              <a:ext uri="{FF2B5EF4-FFF2-40B4-BE49-F238E27FC236}">
                <a16:creationId xmlns:a16="http://schemas.microsoft.com/office/drawing/2014/main" id="{08695F8B-C9DE-9444-6742-CAB0983CC433}"/>
              </a:ext>
            </a:extLst>
          </p:cNvPr>
          <p:cNvCxnSpPr>
            <a:cxnSpLocks noChangeShapeType="1"/>
            <a:stCxn id="15364" idx="7"/>
            <a:endCxn id="15372" idx="3"/>
          </p:cNvCxnSpPr>
          <p:nvPr/>
        </p:nvCxnSpPr>
        <p:spPr bwMode="auto">
          <a:xfrm flipV="1">
            <a:off x="844550" y="3803650"/>
            <a:ext cx="1600200" cy="698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5377" name="AutoShape 16">
            <a:extLst>
              <a:ext uri="{FF2B5EF4-FFF2-40B4-BE49-F238E27FC236}">
                <a16:creationId xmlns:a16="http://schemas.microsoft.com/office/drawing/2014/main" id="{BFAC306F-1DFC-D3B2-E54B-9DD594D248F0}"/>
              </a:ext>
            </a:extLst>
          </p:cNvPr>
          <p:cNvCxnSpPr>
            <a:cxnSpLocks noChangeShapeType="1"/>
            <a:stCxn id="15373" idx="7"/>
            <a:endCxn id="15370" idx="3"/>
          </p:cNvCxnSpPr>
          <p:nvPr/>
        </p:nvCxnSpPr>
        <p:spPr bwMode="auto">
          <a:xfrm flipV="1">
            <a:off x="3956050" y="2689225"/>
            <a:ext cx="1028700" cy="1698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5378" name="AutoShape 17">
            <a:extLst>
              <a:ext uri="{FF2B5EF4-FFF2-40B4-BE49-F238E27FC236}">
                <a16:creationId xmlns:a16="http://schemas.microsoft.com/office/drawing/2014/main" id="{928399BF-BDE8-CC99-0E58-2CA5561A8987}"/>
              </a:ext>
            </a:extLst>
          </p:cNvPr>
          <p:cNvCxnSpPr>
            <a:cxnSpLocks noChangeShapeType="1"/>
            <a:stCxn id="15373" idx="0"/>
            <a:endCxn id="15368" idx="4"/>
          </p:cNvCxnSpPr>
          <p:nvPr/>
        </p:nvCxnSpPr>
        <p:spPr bwMode="auto">
          <a:xfrm flipV="1">
            <a:off x="3848100" y="2720975"/>
            <a:ext cx="0" cy="162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5379" name="AutoShape 18">
            <a:extLst>
              <a:ext uri="{FF2B5EF4-FFF2-40B4-BE49-F238E27FC236}">
                <a16:creationId xmlns:a16="http://schemas.microsoft.com/office/drawing/2014/main" id="{32B3F934-1EC9-9955-8267-451DE7075D2C}"/>
              </a:ext>
            </a:extLst>
          </p:cNvPr>
          <p:cNvCxnSpPr>
            <a:cxnSpLocks noChangeShapeType="1"/>
            <a:stCxn id="15368" idx="3"/>
            <a:endCxn id="15372" idx="7"/>
          </p:cNvCxnSpPr>
          <p:nvPr/>
        </p:nvCxnSpPr>
        <p:spPr bwMode="auto">
          <a:xfrm flipH="1">
            <a:off x="2660650" y="2676525"/>
            <a:ext cx="1079500" cy="911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5380" name="AutoShape 19">
            <a:extLst>
              <a:ext uri="{FF2B5EF4-FFF2-40B4-BE49-F238E27FC236}">
                <a16:creationId xmlns:a16="http://schemas.microsoft.com/office/drawing/2014/main" id="{0702EE34-0A20-A514-F286-EA6BAA825223}"/>
              </a:ext>
            </a:extLst>
          </p:cNvPr>
          <p:cNvCxnSpPr>
            <a:cxnSpLocks noChangeShapeType="1"/>
            <a:stCxn id="15372" idx="0"/>
            <a:endCxn id="15368" idx="2"/>
          </p:cNvCxnSpPr>
          <p:nvPr/>
        </p:nvCxnSpPr>
        <p:spPr bwMode="auto">
          <a:xfrm flipV="1">
            <a:off x="2552700" y="2568575"/>
            <a:ext cx="1143000" cy="974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5381" name="AutoShape 20">
            <a:extLst>
              <a:ext uri="{FF2B5EF4-FFF2-40B4-BE49-F238E27FC236}">
                <a16:creationId xmlns:a16="http://schemas.microsoft.com/office/drawing/2014/main" id="{D8A34510-0A4E-DBA9-07A6-4EDF391622B9}"/>
              </a:ext>
            </a:extLst>
          </p:cNvPr>
          <p:cNvCxnSpPr>
            <a:cxnSpLocks noChangeShapeType="1"/>
            <a:stCxn id="15365" idx="4"/>
            <a:endCxn id="15366" idx="0"/>
          </p:cNvCxnSpPr>
          <p:nvPr/>
        </p:nvCxnSpPr>
        <p:spPr bwMode="auto">
          <a:xfrm>
            <a:off x="1803400" y="1373188"/>
            <a:ext cx="0" cy="9921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5382" name="Oval 21">
            <a:extLst>
              <a:ext uri="{FF2B5EF4-FFF2-40B4-BE49-F238E27FC236}">
                <a16:creationId xmlns:a16="http://schemas.microsoft.com/office/drawing/2014/main" id="{2E140453-1F6D-33C1-9F1E-6BFA6A2ADF8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68575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15383" name="AutoShape 22">
            <a:extLst>
              <a:ext uri="{FF2B5EF4-FFF2-40B4-BE49-F238E27FC236}">
                <a16:creationId xmlns:a16="http://schemas.microsoft.com/office/drawing/2014/main" id="{F9AEB1C8-FDBF-807B-222C-009D96638DC8}"/>
              </a:ext>
            </a:extLst>
          </p:cNvPr>
          <p:cNvCxnSpPr>
            <a:cxnSpLocks noChangeShapeType="1"/>
            <a:stCxn id="15366" idx="6"/>
            <a:endCxn id="15382" idx="2"/>
          </p:cNvCxnSpPr>
          <p:nvPr/>
        </p:nvCxnSpPr>
        <p:spPr bwMode="auto">
          <a:xfrm>
            <a:off x="1955800" y="2517775"/>
            <a:ext cx="612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5384" name="AutoShape 23">
            <a:extLst>
              <a:ext uri="{FF2B5EF4-FFF2-40B4-BE49-F238E27FC236}">
                <a16:creationId xmlns:a16="http://schemas.microsoft.com/office/drawing/2014/main" id="{52B6B762-19ED-8AD8-7371-21B25FA6A267}"/>
              </a:ext>
            </a:extLst>
          </p:cNvPr>
          <p:cNvCxnSpPr>
            <a:cxnSpLocks noChangeShapeType="1"/>
            <a:stCxn id="15385" idx="7"/>
            <a:endCxn id="15382" idx="3"/>
          </p:cNvCxnSpPr>
          <p:nvPr/>
        </p:nvCxnSpPr>
        <p:spPr bwMode="auto">
          <a:xfrm flipV="1">
            <a:off x="1914525" y="2625725"/>
            <a:ext cx="698500" cy="549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5385" name="Oval 24">
            <a:extLst>
              <a:ext uri="{FF2B5EF4-FFF2-40B4-BE49-F238E27FC236}">
                <a16:creationId xmlns:a16="http://schemas.microsoft.com/office/drawing/2014/main" id="{9C01D8B4-621D-AD16-6567-443758664E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4175" y="313055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I</a:t>
            </a:r>
          </a:p>
        </p:txBody>
      </p:sp>
      <p:cxnSp>
        <p:nvCxnSpPr>
          <p:cNvPr id="15386" name="AutoShape 25">
            <a:extLst>
              <a:ext uri="{FF2B5EF4-FFF2-40B4-BE49-F238E27FC236}">
                <a16:creationId xmlns:a16="http://schemas.microsoft.com/office/drawing/2014/main" id="{CF5BA09D-5F03-111D-F569-9DB692204C73}"/>
              </a:ext>
            </a:extLst>
          </p:cNvPr>
          <p:cNvCxnSpPr>
            <a:cxnSpLocks noChangeShapeType="1"/>
            <a:stCxn id="15385" idx="0"/>
            <a:endCxn id="15366" idx="4"/>
          </p:cNvCxnSpPr>
          <p:nvPr/>
        </p:nvCxnSpPr>
        <p:spPr bwMode="auto">
          <a:xfrm flipH="1" flipV="1">
            <a:off x="1803400" y="2670175"/>
            <a:ext cx="3175" cy="460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5387" name="Text Box 26">
            <a:extLst>
              <a:ext uri="{FF2B5EF4-FFF2-40B4-BE49-F238E27FC236}">
                <a16:creationId xmlns:a16="http://schemas.microsoft.com/office/drawing/2014/main" id="{952D4F85-E53F-9E56-3DF3-5715D860C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0213" y="4843463"/>
            <a:ext cx="3187700" cy="1909762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A-F  A-G</a:t>
            </a: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15388" name="Text Box 31">
            <a:extLst>
              <a:ext uri="{FF2B5EF4-FFF2-40B4-BE49-F238E27FC236}">
                <a16:creationId xmlns:a16="http://schemas.microsoft.com/office/drawing/2014/main" id="{B52AC5FF-6F92-3FAB-DCBD-5DD5B76088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6316663"/>
            <a:ext cx="23034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en-US"/>
              <a:t>Function call stack:</a:t>
            </a:r>
          </a:p>
        </p:txBody>
      </p:sp>
      <p:sp>
        <p:nvSpPr>
          <p:cNvPr id="15389" name="AutoShape 32">
            <a:extLst>
              <a:ext uri="{FF2B5EF4-FFF2-40B4-BE49-F238E27FC236}">
                <a16:creationId xmlns:a16="http://schemas.microsoft.com/office/drawing/2014/main" id="{97E55130-F42A-CE35-9EC8-3EFCDF7AAE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07188" y="6169025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471073" name="AutoShape 33">
            <a:extLst>
              <a:ext uri="{FF2B5EF4-FFF2-40B4-BE49-F238E27FC236}">
                <a16:creationId xmlns:a16="http://schemas.microsoft.com/office/drawing/2014/main" id="{848894D8-CC1A-0AAD-FF59-85262B9662CE}"/>
              </a:ext>
            </a:extLst>
          </p:cNvPr>
          <p:cNvCxnSpPr>
            <a:cxnSpLocks noChangeShapeType="1"/>
            <a:stCxn id="15372" idx="7"/>
            <a:endCxn id="15368" idx="3"/>
          </p:cNvCxnSpPr>
          <p:nvPr/>
        </p:nvCxnSpPr>
        <p:spPr bwMode="auto">
          <a:xfrm flipV="1">
            <a:off x="2660650" y="2676525"/>
            <a:ext cx="1079500" cy="911225"/>
          </a:xfrm>
          <a:prstGeom prst="straightConnector1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5391" name="Text Box 34">
            <a:extLst>
              <a:ext uri="{FF2B5EF4-FFF2-40B4-BE49-F238E27FC236}">
                <a16:creationId xmlns:a16="http://schemas.microsoft.com/office/drawing/2014/main" id="{C99A70BF-A3BC-AF14-085C-F0E0467AB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949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b="1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dfs(F)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F-E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15392" name="AutoShape 35">
            <a:extLst>
              <a:ext uri="{FF2B5EF4-FFF2-40B4-BE49-F238E27FC236}">
                <a16:creationId xmlns:a16="http://schemas.microsoft.com/office/drawing/2014/main" id="{4A5DCB19-09C4-6E9D-D773-5753D69174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08813" y="5281613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5393" name="Text Box 36">
            <a:extLst>
              <a:ext uri="{FF2B5EF4-FFF2-40B4-BE49-F238E27FC236}">
                <a16:creationId xmlns:a16="http://schemas.microsoft.com/office/drawing/2014/main" id="{FBC55D87-C379-54D4-5DA2-0B409332A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9100" y="3060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dfs(E)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E-C  E-D  E-G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15394" name="AutoShape 37">
            <a:extLst>
              <a:ext uri="{FF2B5EF4-FFF2-40B4-BE49-F238E27FC236}">
                <a16:creationId xmlns:a16="http://schemas.microsoft.com/office/drawing/2014/main" id="{7421E215-EC20-B66B-6DD5-DCC53847F6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35725" y="4381500"/>
            <a:ext cx="274638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5395" name="Text Box 38">
            <a:extLst>
              <a:ext uri="{FF2B5EF4-FFF2-40B4-BE49-F238E27FC236}">
                <a16:creationId xmlns:a16="http://schemas.microsoft.com/office/drawing/2014/main" id="{8E24D132-77BF-21EB-867A-6430FD17ED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21336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dfs(C)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C-A  C-D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15396" name="AutoShape 39">
            <a:extLst>
              <a:ext uri="{FF2B5EF4-FFF2-40B4-BE49-F238E27FC236}">
                <a16:creationId xmlns:a16="http://schemas.microsoft.com/office/drawing/2014/main" id="{FCA81716-1240-1A7F-B961-4656018D41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72338" y="3455988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71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2">
            <a:extLst>
              <a:ext uri="{FF2B5EF4-FFF2-40B4-BE49-F238E27FC236}">
                <a16:creationId xmlns:a16="http://schemas.microsoft.com/office/drawing/2014/main" id="{755C4EA0-491F-4260-FDE9-F5C8F70B29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fld id="{D34CC9FC-8E69-44BC-A66A-58BE9AB550CA}" type="slidenum">
              <a:rPr lang="en-US" altLang="en-US"/>
              <a:pPr algn="r"/>
              <a:t>7</a:t>
            </a:fld>
            <a:endParaRPr lang="en-US" altLang="en-US" sz="14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33C030FD-7DD5-FBE5-EB77-BD5C67E0CD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Directed Depth First Search</a:t>
            </a:r>
          </a:p>
        </p:txBody>
      </p:sp>
      <p:sp>
        <p:nvSpPr>
          <p:cNvPr id="17412" name="Oval 3">
            <a:extLst>
              <a:ext uri="{FF2B5EF4-FFF2-40B4-BE49-F238E27FC236}">
                <a16:creationId xmlns:a16="http://schemas.microsoft.com/office/drawing/2014/main" id="{06BCB995-3002-6759-E37A-51BC9A8B8F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200" y="4457700"/>
            <a:ext cx="304800" cy="304800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17413" name="Oval 4">
            <a:extLst>
              <a:ext uri="{FF2B5EF4-FFF2-40B4-BE49-F238E27FC236}">
                <a16:creationId xmlns:a16="http://schemas.microsoft.com/office/drawing/2014/main" id="{2AE697E5-C5C9-C252-8293-7B8CEF6635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1066800"/>
            <a:ext cx="304800" cy="306388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17414" name="Oval 5">
            <a:extLst>
              <a:ext uri="{FF2B5EF4-FFF2-40B4-BE49-F238E27FC236}">
                <a16:creationId xmlns:a16="http://schemas.microsoft.com/office/drawing/2014/main" id="{3B582C9C-CA2B-782B-6DE0-FFEA94771F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17415" name="AutoShape 6">
            <a:extLst>
              <a:ext uri="{FF2B5EF4-FFF2-40B4-BE49-F238E27FC236}">
                <a16:creationId xmlns:a16="http://schemas.microsoft.com/office/drawing/2014/main" id="{8FC98273-62F7-990E-9AED-D62760E8A57C}"/>
              </a:ext>
            </a:extLst>
          </p:cNvPr>
          <p:cNvCxnSpPr>
            <a:cxnSpLocks noChangeShapeType="1"/>
            <a:stCxn id="17412" idx="0"/>
            <a:endCxn id="17413" idx="3"/>
          </p:cNvCxnSpPr>
          <p:nvPr/>
        </p:nvCxnSpPr>
        <p:spPr bwMode="auto">
          <a:xfrm flipV="1">
            <a:off x="736600" y="1328738"/>
            <a:ext cx="958850" cy="31289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7416" name="Oval 7">
            <a:extLst>
              <a:ext uri="{FF2B5EF4-FFF2-40B4-BE49-F238E27FC236}">
                <a16:creationId xmlns:a16="http://schemas.microsoft.com/office/drawing/2014/main" id="{41721A05-66BA-C5B9-8D93-733DEAF2F8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2416175"/>
            <a:ext cx="304800" cy="304800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C</a:t>
            </a:r>
          </a:p>
        </p:txBody>
      </p:sp>
      <p:cxnSp>
        <p:nvCxnSpPr>
          <p:cNvPr id="17417" name="AutoShape 8">
            <a:extLst>
              <a:ext uri="{FF2B5EF4-FFF2-40B4-BE49-F238E27FC236}">
                <a16:creationId xmlns:a16="http://schemas.microsoft.com/office/drawing/2014/main" id="{BFF99A56-CFA6-C929-B049-C456AF5C84B8}"/>
              </a:ext>
            </a:extLst>
          </p:cNvPr>
          <p:cNvCxnSpPr>
            <a:cxnSpLocks noChangeShapeType="1"/>
            <a:stCxn id="17413" idx="5"/>
            <a:endCxn id="17416" idx="1"/>
          </p:cNvCxnSpPr>
          <p:nvPr/>
        </p:nvCxnSpPr>
        <p:spPr bwMode="auto">
          <a:xfrm>
            <a:off x="1911350" y="1328738"/>
            <a:ext cx="1828800" cy="1131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7418" name="Oval 9">
            <a:extLst>
              <a:ext uri="{FF2B5EF4-FFF2-40B4-BE49-F238E27FC236}">
                <a16:creationId xmlns:a16="http://schemas.microsoft.com/office/drawing/2014/main" id="{2D1FC278-95F1-CB8B-3A8C-4306F6C1C1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40300" y="24288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17419" name="AutoShape 10">
            <a:extLst>
              <a:ext uri="{FF2B5EF4-FFF2-40B4-BE49-F238E27FC236}">
                <a16:creationId xmlns:a16="http://schemas.microsoft.com/office/drawing/2014/main" id="{A096D3AE-2B0D-F95E-BFFA-0233162193D3}"/>
              </a:ext>
            </a:extLst>
          </p:cNvPr>
          <p:cNvCxnSpPr>
            <a:cxnSpLocks noChangeShapeType="1"/>
            <a:stCxn id="17413" idx="6"/>
            <a:endCxn id="17418" idx="1"/>
          </p:cNvCxnSpPr>
          <p:nvPr/>
        </p:nvCxnSpPr>
        <p:spPr bwMode="auto">
          <a:xfrm>
            <a:off x="1955800" y="1220788"/>
            <a:ext cx="3028950" cy="12525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7420" name="Oval 11">
            <a:extLst>
              <a:ext uri="{FF2B5EF4-FFF2-40B4-BE49-F238E27FC236}">
                <a16:creationId xmlns:a16="http://schemas.microsoft.com/office/drawing/2014/main" id="{486EEC86-43DE-0458-F951-B1EE759263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00300" y="35433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17421" name="Oval 12">
            <a:extLst>
              <a:ext uri="{FF2B5EF4-FFF2-40B4-BE49-F238E27FC236}">
                <a16:creationId xmlns:a16="http://schemas.microsoft.com/office/drawing/2014/main" id="{6B2909C1-01B6-0A08-94FE-985FA1D360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4343400"/>
            <a:ext cx="304800" cy="304800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17422" name="AutoShape 13">
            <a:extLst>
              <a:ext uri="{FF2B5EF4-FFF2-40B4-BE49-F238E27FC236}">
                <a16:creationId xmlns:a16="http://schemas.microsoft.com/office/drawing/2014/main" id="{AAD21A04-79C8-A4B1-C2DE-9D0BA782E187}"/>
              </a:ext>
            </a:extLst>
          </p:cNvPr>
          <p:cNvCxnSpPr>
            <a:cxnSpLocks noChangeShapeType="1"/>
            <a:stCxn id="17421" idx="2"/>
            <a:endCxn id="17420" idx="5"/>
          </p:cNvCxnSpPr>
          <p:nvPr/>
        </p:nvCxnSpPr>
        <p:spPr bwMode="auto">
          <a:xfrm flipH="1" flipV="1">
            <a:off x="2660650" y="3803650"/>
            <a:ext cx="1035050" cy="692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7423" name="AutoShape 14">
            <a:extLst>
              <a:ext uri="{FF2B5EF4-FFF2-40B4-BE49-F238E27FC236}">
                <a16:creationId xmlns:a16="http://schemas.microsoft.com/office/drawing/2014/main" id="{8E53CCDA-5507-A350-782A-2F6900F6CD1B}"/>
              </a:ext>
            </a:extLst>
          </p:cNvPr>
          <p:cNvCxnSpPr>
            <a:cxnSpLocks noChangeShapeType="1"/>
            <a:stCxn id="17421" idx="3"/>
            <a:endCxn id="17412" idx="6"/>
          </p:cNvCxnSpPr>
          <p:nvPr/>
        </p:nvCxnSpPr>
        <p:spPr bwMode="auto">
          <a:xfrm flipH="1">
            <a:off x="889000" y="4603750"/>
            <a:ext cx="2851150" cy="6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7424" name="AutoShape 15">
            <a:extLst>
              <a:ext uri="{FF2B5EF4-FFF2-40B4-BE49-F238E27FC236}">
                <a16:creationId xmlns:a16="http://schemas.microsoft.com/office/drawing/2014/main" id="{F3D5807C-DDE9-E5D0-5184-771FC9B21497}"/>
              </a:ext>
            </a:extLst>
          </p:cNvPr>
          <p:cNvCxnSpPr>
            <a:cxnSpLocks noChangeShapeType="1"/>
            <a:stCxn id="17412" idx="7"/>
            <a:endCxn id="17420" idx="3"/>
          </p:cNvCxnSpPr>
          <p:nvPr/>
        </p:nvCxnSpPr>
        <p:spPr bwMode="auto">
          <a:xfrm flipV="1">
            <a:off x="844550" y="3803650"/>
            <a:ext cx="1600200" cy="698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7425" name="AutoShape 16">
            <a:extLst>
              <a:ext uri="{FF2B5EF4-FFF2-40B4-BE49-F238E27FC236}">
                <a16:creationId xmlns:a16="http://schemas.microsoft.com/office/drawing/2014/main" id="{BEEA334F-3591-4D83-1043-72D52E7A11F7}"/>
              </a:ext>
            </a:extLst>
          </p:cNvPr>
          <p:cNvCxnSpPr>
            <a:cxnSpLocks noChangeShapeType="1"/>
            <a:stCxn id="17421" idx="7"/>
            <a:endCxn id="17418" idx="3"/>
          </p:cNvCxnSpPr>
          <p:nvPr/>
        </p:nvCxnSpPr>
        <p:spPr bwMode="auto">
          <a:xfrm flipV="1">
            <a:off x="3956050" y="2689225"/>
            <a:ext cx="1028700" cy="1698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7426" name="AutoShape 17">
            <a:extLst>
              <a:ext uri="{FF2B5EF4-FFF2-40B4-BE49-F238E27FC236}">
                <a16:creationId xmlns:a16="http://schemas.microsoft.com/office/drawing/2014/main" id="{4C691234-4902-125B-39FF-8A172287B13C}"/>
              </a:ext>
            </a:extLst>
          </p:cNvPr>
          <p:cNvCxnSpPr>
            <a:cxnSpLocks noChangeShapeType="1"/>
            <a:stCxn id="17421" idx="0"/>
            <a:endCxn id="17416" idx="4"/>
          </p:cNvCxnSpPr>
          <p:nvPr/>
        </p:nvCxnSpPr>
        <p:spPr bwMode="auto">
          <a:xfrm flipV="1">
            <a:off x="3848100" y="2720975"/>
            <a:ext cx="0" cy="162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7427" name="AutoShape 18">
            <a:extLst>
              <a:ext uri="{FF2B5EF4-FFF2-40B4-BE49-F238E27FC236}">
                <a16:creationId xmlns:a16="http://schemas.microsoft.com/office/drawing/2014/main" id="{5E86CCDF-EEFD-F97F-F54F-D4325D53F665}"/>
              </a:ext>
            </a:extLst>
          </p:cNvPr>
          <p:cNvCxnSpPr>
            <a:cxnSpLocks noChangeShapeType="1"/>
            <a:stCxn id="17416" idx="3"/>
            <a:endCxn id="17420" idx="7"/>
          </p:cNvCxnSpPr>
          <p:nvPr/>
        </p:nvCxnSpPr>
        <p:spPr bwMode="auto">
          <a:xfrm flipH="1">
            <a:off x="2660650" y="2676525"/>
            <a:ext cx="1079500" cy="911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7428" name="AutoShape 19">
            <a:extLst>
              <a:ext uri="{FF2B5EF4-FFF2-40B4-BE49-F238E27FC236}">
                <a16:creationId xmlns:a16="http://schemas.microsoft.com/office/drawing/2014/main" id="{554B2D59-3D0B-05F2-792A-A9E314D056A6}"/>
              </a:ext>
            </a:extLst>
          </p:cNvPr>
          <p:cNvCxnSpPr>
            <a:cxnSpLocks noChangeShapeType="1"/>
            <a:stCxn id="17420" idx="0"/>
            <a:endCxn id="17416" idx="2"/>
          </p:cNvCxnSpPr>
          <p:nvPr/>
        </p:nvCxnSpPr>
        <p:spPr bwMode="auto">
          <a:xfrm flipV="1">
            <a:off x="2552700" y="2568575"/>
            <a:ext cx="1143000" cy="974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7429" name="AutoShape 20">
            <a:extLst>
              <a:ext uri="{FF2B5EF4-FFF2-40B4-BE49-F238E27FC236}">
                <a16:creationId xmlns:a16="http://schemas.microsoft.com/office/drawing/2014/main" id="{ECE4930D-660E-4F06-0708-68DA42FB344D}"/>
              </a:ext>
            </a:extLst>
          </p:cNvPr>
          <p:cNvCxnSpPr>
            <a:cxnSpLocks noChangeShapeType="1"/>
            <a:stCxn id="17413" idx="4"/>
            <a:endCxn id="17414" idx="0"/>
          </p:cNvCxnSpPr>
          <p:nvPr/>
        </p:nvCxnSpPr>
        <p:spPr bwMode="auto">
          <a:xfrm>
            <a:off x="1803400" y="1373188"/>
            <a:ext cx="0" cy="9921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7430" name="Oval 21">
            <a:extLst>
              <a:ext uri="{FF2B5EF4-FFF2-40B4-BE49-F238E27FC236}">
                <a16:creationId xmlns:a16="http://schemas.microsoft.com/office/drawing/2014/main" id="{4D9D7314-45D2-758C-D748-4853122A58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68575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17431" name="AutoShape 22">
            <a:extLst>
              <a:ext uri="{FF2B5EF4-FFF2-40B4-BE49-F238E27FC236}">
                <a16:creationId xmlns:a16="http://schemas.microsoft.com/office/drawing/2014/main" id="{9012946E-46EF-F7A1-9534-572A29E1633D}"/>
              </a:ext>
            </a:extLst>
          </p:cNvPr>
          <p:cNvCxnSpPr>
            <a:cxnSpLocks noChangeShapeType="1"/>
            <a:stCxn id="17414" idx="6"/>
            <a:endCxn id="17430" idx="2"/>
          </p:cNvCxnSpPr>
          <p:nvPr/>
        </p:nvCxnSpPr>
        <p:spPr bwMode="auto">
          <a:xfrm>
            <a:off x="1955800" y="2517775"/>
            <a:ext cx="612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7432" name="AutoShape 23">
            <a:extLst>
              <a:ext uri="{FF2B5EF4-FFF2-40B4-BE49-F238E27FC236}">
                <a16:creationId xmlns:a16="http://schemas.microsoft.com/office/drawing/2014/main" id="{E0AF53A4-EF2F-60A6-EFF1-CEB2AEDAC7E4}"/>
              </a:ext>
            </a:extLst>
          </p:cNvPr>
          <p:cNvCxnSpPr>
            <a:cxnSpLocks noChangeShapeType="1"/>
            <a:stCxn id="17433" idx="7"/>
            <a:endCxn id="17430" idx="3"/>
          </p:cNvCxnSpPr>
          <p:nvPr/>
        </p:nvCxnSpPr>
        <p:spPr bwMode="auto">
          <a:xfrm flipV="1">
            <a:off x="1914525" y="2625725"/>
            <a:ext cx="698500" cy="549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7433" name="Oval 24">
            <a:extLst>
              <a:ext uri="{FF2B5EF4-FFF2-40B4-BE49-F238E27FC236}">
                <a16:creationId xmlns:a16="http://schemas.microsoft.com/office/drawing/2014/main" id="{3424A600-CBBC-6129-9492-5DF8B87B95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4175" y="313055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I</a:t>
            </a:r>
          </a:p>
        </p:txBody>
      </p:sp>
      <p:cxnSp>
        <p:nvCxnSpPr>
          <p:cNvPr id="17434" name="AutoShape 25">
            <a:extLst>
              <a:ext uri="{FF2B5EF4-FFF2-40B4-BE49-F238E27FC236}">
                <a16:creationId xmlns:a16="http://schemas.microsoft.com/office/drawing/2014/main" id="{C8BC0A3D-7746-9E3B-4752-A58EBA41D733}"/>
              </a:ext>
            </a:extLst>
          </p:cNvPr>
          <p:cNvCxnSpPr>
            <a:cxnSpLocks noChangeShapeType="1"/>
            <a:stCxn id="17433" idx="0"/>
            <a:endCxn id="17414" idx="4"/>
          </p:cNvCxnSpPr>
          <p:nvPr/>
        </p:nvCxnSpPr>
        <p:spPr bwMode="auto">
          <a:xfrm flipH="1" flipV="1">
            <a:off x="1803400" y="2670175"/>
            <a:ext cx="3175" cy="460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7435" name="Text Box 26">
            <a:extLst>
              <a:ext uri="{FF2B5EF4-FFF2-40B4-BE49-F238E27FC236}">
                <a16:creationId xmlns:a16="http://schemas.microsoft.com/office/drawing/2014/main" id="{A23235AB-922E-84FA-68BC-7BE76A6EE5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0213" y="4843463"/>
            <a:ext cx="3187700" cy="1909762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A-F  A-G</a:t>
            </a: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17436" name="Text Box 31">
            <a:extLst>
              <a:ext uri="{FF2B5EF4-FFF2-40B4-BE49-F238E27FC236}">
                <a16:creationId xmlns:a16="http://schemas.microsoft.com/office/drawing/2014/main" id="{23DAA4DB-83C2-B891-6F3E-5BCAEA0248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6316663"/>
            <a:ext cx="23034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en-US"/>
              <a:t>Function call stack:</a:t>
            </a:r>
          </a:p>
        </p:txBody>
      </p:sp>
      <p:sp>
        <p:nvSpPr>
          <p:cNvPr id="17437" name="AutoShape 32">
            <a:extLst>
              <a:ext uri="{FF2B5EF4-FFF2-40B4-BE49-F238E27FC236}">
                <a16:creationId xmlns:a16="http://schemas.microsoft.com/office/drawing/2014/main" id="{E1CAD104-A659-7B91-A67D-3E76158873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07188" y="6169025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472097" name="AutoShape 33">
            <a:extLst>
              <a:ext uri="{FF2B5EF4-FFF2-40B4-BE49-F238E27FC236}">
                <a16:creationId xmlns:a16="http://schemas.microsoft.com/office/drawing/2014/main" id="{C4DD7127-5B52-AA22-539A-B80CA301D5CB}"/>
              </a:ext>
            </a:extLst>
          </p:cNvPr>
          <p:cNvCxnSpPr>
            <a:cxnSpLocks noChangeShapeType="1"/>
            <a:stCxn id="17416" idx="2"/>
            <a:endCxn id="17420" idx="0"/>
          </p:cNvCxnSpPr>
          <p:nvPr/>
        </p:nvCxnSpPr>
        <p:spPr bwMode="auto">
          <a:xfrm flipH="1">
            <a:off x="2552700" y="2568575"/>
            <a:ext cx="1143000" cy="974725"/>
          </a:xfrm>
          <a:prstGeom prst="straightConnector1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7439" name="Text Box 34">
            <a:extLst>
              <a:ext uri="{FF2B5EF4-FFF2-40B4-BE49-F238E27FC236}">
                <a16:creationId xmlns:a16="http://schemas.microsoft.com/office/drawing/2014/main" id="{CC4D8F8B-588C-5992-93E3-FB3E3E22F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949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b="1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dfs(F)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F-E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17440" name="AutoShape 35">
            <a:extLst>
              <a:ext uri="{FF2B5EF4-FFF2-40B4-BE49-F238E27FC236}">
                <a16:creationId xmlns:a16="http://schemas.microsoft.com/office/drawing/2014/main" id="{AE4AA664-1219-5E8B-AC07-C41DBED638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08813" y="5281613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7441" name="Text Box 36">
            <a:extLst>
              <a:ext uri="{FF2B5EF4-FFF2-40B4-BE49-F238E27FC236}">
                <a16:creationId xmlns:a16="http://schemas.microsoft.com/office/drawing/2014/main" id="{4BF7EB4A-A5B7-4D42-5E10-EFF7FB254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9100" y="3060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dfs(E)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E-C  E-D  E-G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17442" name="AutoShape 37">
            <a:extLst>
              <a:ext uri="{FF2B5EF4-FFF2-40B4-BE49-F238E27FC236}">
                <a16:creationId xmlns:a16="http://schemas.microsoft.com/office/drawing/2014/main" id="{D80170FC-D9EF-2239-D29B-04CB0D8E4B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35725" y="4381500"/>
            <a:ext cx="274638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7443" name="Text Box 38">
            <a:extLst>
              <a:ext uri="{FF2B5EF4-FFF2-40B4-BE49-F238E27FC236}">
                <a16:creationId xmlns:a16="http://schemas.microsoft.com/office/drawing/2014/main" id="{E70DE721-B8EE-FF9D-0D60-C4687D924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21336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dfs(C)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C-A  C-D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17444" name="AutoShape 39">
            <a:extLst>
              <a:ext uri="{FF2B5EF4-FFF2-40B4-BE49-F238E27FC236}">
                <a16:creationId xmlns:a16="http://schemas.microsoft.com/office/drawing/2014/main" id="{88185511-DAC6-1CE7-A82B-31D1FDE30AD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72338" y="3455988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7445" name="Text Box 40">
            <a:extLst>
              <a:ext uri="{FF2B5EF4-FFF2-40B4-BE49-F238E27FC236}">
                <a16:creationId xmlns:a16="http://schemas.microsoft.com/office/drawing/2014/main" id="{0DA9488A-FC33-4B1D-FED6-8347B0A135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7200" y="12573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dfs(D)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D-C  D-F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17446" name="AutoShape 41">
            <a:extLst>
              <a:ext uri="{FF2B5EF4-FFF2-40B4-BE49-F238E27FC236}">
                <a16:creationId xmlns:a16="http://schemas.microsoft.com/office/drawing/2014/main" id="{EF6C5B30-D146-BE3C-BE6A-79F64A9A3E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26238" y="2593975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2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2">
            <a:extLst>
              <a:ext uri="{FF2B5EF4-FFF2-40B4-BE49-F238E27FC236}">
                <a16:creationId xmlns:a16="http://schemas.microsoft.com/office/drawing/2014/main" id="{435D8ADA-2DA7-F1C9-E6BE-FD0D3243F3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fld id="{3E8F7DB5-E17F-4361-961D-A2A28D8B8C60}" type="slidenum">
              <a:rPr lang="en-US" altLang="en-US"/>
              <a:pPr algn="r"/>
              <a:t>8</a:t>
            </a:fld>
            <a:endParaRPr lang="en-US" altLang="en-US" sz="14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BEFA0621-348C-13A8-A8D0-768EAF168A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Directed Depth First Search</a:t>
            </a:r>
          </a:p>
        </p:txBody>
      </p:sp>
      <p:sp>
        <p:nvSpPr>
          <p:cNvPr id="19460" name="Oval 3">
            <a:extLst>
              <a:ext uri="{FF2B5EF4-FFF2-40B4-BE49-F238E27FC236}">
                <a16:creationId xmlns:a16="http://schemas.microsoft.com/office/drawing/2014/main" id="{AE4CE47C-0E4D-0ED9-A87B-FE903EA7FB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200" y="4457700"/>
            <a:ext cx="304800" cy="304800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19461" name="Oval 4">
            <a:extLst>
              <a:ext uri="{FF2B5EF4-FFF2-40B4-BE49-F238E27FC236}">
                <a16:creationId xmlns:a16="http://schemas.microsoft.com/office/drawing/2014/main" id="{0FF9DA36-B647-5D27-15BC-83FB385C60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1066800"/>
            <a:ext cx="304800" cy="306388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19462" name="Oval 5">
            <a:extLst>
              <a:ext uri="{FF2B5EF4-FFF2-40B4-BE49-F238E27FC236}">
                <a16:creationId xmlns:a16="http://schemas.microsoft.com/office/drawing/2014/main" id="{BCB5C55F-DE7D-A43B-7D61-3D21BB4E3D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19463" name="AutoShape 6">
            <a:extLst>
              <a:ext uri="{FF2B5EF4-FFF2-40B4-BE49-F238E27FC236}">
                <a16:creationId xmlns:a16="http://schemas.microsoft.com/office/drawing/2014/main" id="{F77BAF4D-F2C1-9E39-A989-C13D26F3857C}"/>
              </a:ext>
            </a:extLst>
          </p:cNvPr>
          <p:cNvCxnSpPr>
            <a:cxnSpLocks noChangeShapeType="1"/>
            <a:stCxn id="19460" idx="0"/>
            <a:endCxn id="19461" idx="3"/>
          </p:cNvCxnSpPr>
          <p:nvPr/>
        </p:nvCxnSpPr>
        <p:spPr bwMode="auto">
          <a:xfrm flipV="1">
            <a:off x="736600" y="1328738"/>
            <a:ext cx="958850" cy="31289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9464" name="Oval 7">
            <a:extLst>
              <a:ext uri="{FF2B5EF4-FFF2-40B4-BE49-F238E27FC236}">
                <a16:creationId xmlns:a16="http://schemas.microsoft.com/office/drawing/2014/main" id="{481BBCD9-D632-DA09-B040-A08D5C1D3D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2416175"/>
            <a:ext cx="304800" cy="304800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C</a:t>
            </a:r>
          </a:p>
        </p:txBody>
      </p:sp>
      <p:cxnSp>
        <p:nvCxnSpPr>
          <p:cNvPr id="19465" name="AutoShape 8">
            <a:extLst>
              <a:ext uri="{FF2B5EF4-FFF2-40B4-BE49-F238E27FC236}">
                <a16:creationId xmlns:a16="http://schemas.microsoft.com/office/drawing/2014/main" id="{E7CB1D7C-6357-2513-7E40-BCB6B4C4376D}"/>
              </a:ext>
            </a:extLst>
          </p:cNvPr>
          <p:cNvCxnSpPr>
            <a:cxnSpLocks noChangeShapeType="1"/>
            <a:stCxn id="19461" idx="5"/>
            <a:endCxn id="19464" idx="1"/>
          </p:cNvCxnSpPr>
          <p:nvPr/>
        </p:nvCxnSpPr>
        <p:spPr bwMode="auto">
          <a:xfrm>
            <a:off x="1911350" y="1328738"/>
            <a:ext cx="1828800" cy="1131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9466" name="Oval 9">
            <a:extLst>
              <a:ext uri="{FF2B5EF4-FFF2-40B4-BE49-F238E27FC236}">
                <a16:creationId xmlns:a16="http://schemas.microsoft.com/office/drawing/2014/main" id="{D3FCFC87-143E-5388-4807-86F9F36120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40300" y="24288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19467" name="AutoShape 10">
            <a:extLst>
              <a:ext uri="{FF2B5EF4-FFF2-40B4-BE49-F238E27FC236}">
                <a16:creationId xmlns:a16="http://schemas.microsoft.com/office/drawing/2014/main" id="{CFB3483B-8FFA-4029-3242-D34ADACB3D4C}"/>
              </a:ext>
            </a:extLst>
          </p:cNvPr>
          <p:cNvCxnSpPr>
            <a:cxnSpLocks noChangeShapeType="1"/>
            <a:stCxn id="19461" idx="6"/>
            <a:endCxn id="19466" idx="1"/>
          </p:cNvCxnSpPr>
          <p:nvPr/>
        </p:nvCxnSpPr>
        <p:spPr bwMode="auto">
          <a:xfrm>
            <a:off x="1955800" y="1220788"/>
            <a:ext cx="3028950" cy="12525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9468" name="Oval 11">
            <a:extLst>
              <a:ext uri="{FF2B5EF4-FFF2-40B4-BE49-F238E27FC236}">
                <a16:creationId xmlns:a16="http://schemas.microsoft.com/office/drawing/2014/main" id="{7E68154E-8C0E-FC73-8BDF-4E625ED9AF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00300" y="35433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19469" name="Oval 12">
            <a:extLst>
              <a:ext uri="{FF2B5EF4-FFF2-40B4-BE49-F238E27FC236}">
                <a16:creationId xmlns:a16="http://schemas.microsoft.com/office/drawing/2014/main" id="{9082D15B-2454-9F8C-2266-9F915C40D2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4343400"/>
            <a:ext cx="304800" cy="304800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19470" name="AutoShape 13">
            <a:extLst>
              <a:ext uri="{FF2B5EF4-FFF2-40B4-BE49-F238E27FC236}">
                <a16:creationId xmlns:a16="http://schemas.microsoft.com/office/drawing/2014/main" id="{22200522-3E6F-0CF7-3EA6-597739248B57}"/>
              </a:ext>
            </a:extLst>
          </p:cNvPr>
          <p:cNvCxnSpPr>
            <a:cxnSpLocks noChangeShapeType="1"/>
            <a:stCxn id="19469" idx="2"/>
            <a:endCxn id="19468" idx="5"/>
          </p:cNvCxnSpPr>
          <p:nvPr/>
        </p:nvCxnSpPr>
        <p:spPr bwMode="auto">
          <a:xfrm flipH="1" flipV="1">
            <a:off x="2660650" y="3803650"/>
            <a:ext cx="1035050" cy="692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9471" name="AutoShape 14">
            <a:extLst>
              <a:ext uri="{FF2B5EF4-FFF2-40B4-BE49-F238E27FC236}">
                <a16:creationId xmlns:a16="http://schemas.microsoft.com/office/drawing/2014/main" id="{4698A2A6-FDA6-1E03-FB03-4A355F529806}"/>
              </a:ext>
            </a:extLst>
          </p:cNvPr>
          <p:cNvCxnSpPr>
            <a:cxnSpLocks noChangeShapeType="1"/>
            <a:stCxn id="19469" idx="3"/>
            <a:endCxn id="19460" idx="6"/>
          </p:cNvCxnSpPr>
          <p:nvPr/>
        </p:nvCxnSpPr>
        <p:spPr bwMode="auto">
          <a:xfrm flipH="1">
            <a:off x="889000" y="4603750"/>
            <a:ext cx="2851150" cy="6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9472" name="AutoShape 15">
            <a:extLst>
              <a:ext uri="{FF2B5EF4-FFF2-40B4-BE49-F238E27FC236}">
                <a16:creationId xmlns:a16="http://schemas.microsoft.com/office/drawing/2014/main" id="{F910391D-4DAE-D3F6-12E7-DF3205F34386}"/>
              </a:ext>
            </a:extLst>
          </p:cNvPr>
          <p:cNvCxnSpPr>
            <a:cxnSpLocks noChangeShapeType="1"/>
            <a:stCxn id="19460" idx="7"/>
            <a:endCxn id="19468" idx="3"/>
          </p:cNvCxnSpPr>
          <p:nvPr/>
        </p:nvCxnSpPr>
        <p:spPr bwMode="auto">
          <a:xfrm flipV="1">
            <a:off x="844550" y="3803650"/>
            <a:ext cx="1600200" cy="698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9473" name="AutoShape 16">
            <a:extLst>
              <a:ext uri="{FF2B5EF4-FFF2-40B4-BE49-F238E27FC236}">
                <a16:creationId xmlns:a16="http://schemas.microsoft.com/office/drawing/2014/main" id="{26F8143D-D720-2904-08AF-5C086CD4D661}"/>
              </a:ext>
            </a:extLst>
          </p:cNvPr>
          <p:cNvCxnSpPr>
            <a:cxnSpLocks noChangeShapeType="1"/>
            <a:stCxn id="19469" idx="7"/>
            <a:endCxn id="19466" idx="3"/>
          </p:cNvCxnSpPr>
          <p:nvPr/>
        </p:nvCxnSpPr>
        <p:spPr bwMode="auto">
          <a:xfrm flipV="1">
            <a:off x="3956050" y="2689225"/>
            <a:ext cx="1028700" cy="1698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9474" name="AutoShape 17">
            <a:extLst>
              <a:ext uri="{FF2B5EF4-FFF2-40B4-BE49-F238E27FC236}">
                <a16:creationId xmlns:a16="http://schemas.microsoft.com/office/drawing/2014/main" id="{ADE8659C-E409-2BC6-E843-EFFA1FA0D5AF}"/>
              </a:ext>
            </a:extLst>
          </p:cNvPr>
          <p:cNvCxnSpPr>
            <a:cxnSpLocks noChangeShapeType="1"/>
            <a:stCxn id="19469" idx="0"/>
            <a:endCxn id="19464" idx="4"/>
          </p:cNvCxnSpPr>
          <p:nvPr/>
        </p:nvCxnSpPr>
        <p:spPr bwMode="auto">
          <a:xfrm flipV="1">
            <a:off x="3848100" y="2720975"/>
            <a:ext cx="0" cy="162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9475" name="AutoShape 18">
            <a:extLst>
              <a:ext uri="{FF2B5EF4-FFF2-40B4-BE49-F238E27FC236}">
                <a16:creationId xmlns:a16="http://schemas.microsoft.com/office/drawing/2014/main" id="{BA1C64EA-79D4-A60C-98C3-1A5A705E15BF}"/>
              </a:ext>
            </a:extLst>
          </p:cNvPr>
          <p:cNvCxnSpPr>
            <a:cxnSpLocks noChangeShapeType="1"/>
            <a:stCxn id="19464" idx="3"/>
            <a:endCxn id="19468" idx="7"/>
          </p:cNvCxnSpPr>
          <p:nvPr/>
        </p:nvCxnSpPr>
        <p:spPr bwMode="auto">
          <a:xfrm flipH="1">
            <a:off x="2660650" y="2676525"/>
            <a:ext cx="1079500" cy="911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9476" name="AutoShape 19">
            <a:extLst>
              <a:ext uri="{FF2B5EF4-FFF2-40B4-BE49-F238E27FC236}">
                <a16:creationId xmlns:a16="http://schemas.microsoft.com/office/drawing/2014/main" id="{6E665FFA-7483-56C4-31AB-CB176E94DD4B}"/>
              </a:ext>
            </a:extLst>
          </p:cNvPr>
          <p:cNvCxnSpPr>
            <a:cxnSpLocks noChangeShapeType="1"/>
            <a:stCxn id="19468" idx="0"/>
            <a:endCxn id="19464" idx="2"/>
          </p:cNvCxnSpPr>
          <p:nvPr/>
        </p:nvCxnSpPr>
        <p:spPr bwMode="auto">
          <a:xfrm flipV="1">
            <a:off x="2552700" y="2568575"/>
            <a:ext cx="1143000" cy="974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9477" name="AutoShape 20">
            <a:extLst>
              <a:ext uri="{FF2B5EF4-FFF2-40B4-BE49-F238E27FC236}">
                <a16:creationId xmlns:a16="http://schemas.microsoft.com/office/drawing/2014/main" id="{B5F69B07-24F5-8A32-C31E-65B6243E35D5}"/>
              </a:ext>
            </a:extLst>
          </p:cNvPr>
          <p:cNvCxnSpPr>
            <a:cxnSpLocks noChangeShapeType="1"/>
            <a:stCxn id="19461" idx="4"/>
            <a:endCxn id="19462" idx="0"/>
          </p:cNvCxnSpPr>
          <p:nvPr/>
        </p:nvCxnSpPr>
        <p:spPr bwMode="auto">
          <a:xfrm>
            <a:off x="1803400" y="1373188"/>
            <a:ext cx="0" cy="9921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9478" name="Oval 21">
            <a:extLst>
              <a:ext uri="{FF2B5EF4-FFF2-40B4-BE49-F238E27FC236}">
                <a16:creationId xmlns:a16="http://schemas.microsoft.com/office/drawing/2014/main" id="{3C688A85-9DCB-3C1C-C3AA-F1FDCD688E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68575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19479" name="AutoShape 22">
            <a:extLst>
              <a:ext uri="{FF2B5EF4-FFF2-40B4-BE49-F238E27FC236}">
                <a16:creationId xmlns:a16="http://schemas.microsoft.com/office/drawing/2014/main" id="{25A911A3-5A8C-664B-014D-18605219ABBA}"/>
              </a:ext>
            </a:extLst>
          </p:cNvPr>
          <p:cNvCxnSpPr>
            <a:cxnSpLocks noChangeShapeType="1"/>
            <a:stCxn id="19462" idx="6"/>
            <a:endCxn id="19478" idx="2"/>
          </p:cNvCxnSpPr>
          <p:nvPr/>
        </p:nvCxnSpPr>
        <p:spPr bwMode="auto">
          <a:xfrm>
            <a:off x="1955800" y="2517775"/>
            <a:ext cx="612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9480" name="AutoShape 23">
            <a:extLst>
              <a:ext uri="{FF2B5EF4-FFF2-40B4-BE49-F238E27FC236}">
                <a16:creationId xmlns:a16="http://schemas.microsoft.com/office/drawing/2014/main" id="{DDFC584E-ED07-845D-6350-B798EF080199}"/>
              </a:ext>
            </a:extLst>
          </p:cNvPr>
          <p:cNvCxnSpPr>
            <a:cxnSpLocks noChangeShapeType="1"/>
            <a:stCxn id="19481" idx="7"/>
            <a:endCxn id="19478" idx="3"/>
          </p:cNvCxnSpPr>
          <p:nvPr/>
        </p:nvCxnSpPr>
        <p:spPr bwMode="auto">
          <a:xfrm flipV="1">
            <a:off x="1914525" y="2625725"/>
            <a:ext cx="698500" cy="549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9481" name="Oval 24">
            <a:extLst>
              <a:ext uri="{FF2B5EF4-FFF2-40B4-BE49-F238E27FC236}">
                <a16:creationId xmlns:a16="http://schemas.microsoft.com/office/drawing/2014/main" id="{E9520AA4-5B56-6D2E-63D4-DA7E224B07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4175" y="313055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I</a:t>
            </a:r>
          </a:p>
        </p:txBody>
      </p:sp>
      <p:cxnSp>
        <p:nvCxnSpPr>
          <p:cNvPr id="19482" name="AutoShape 25">
            <a:extLst>
              <a:ext uri="{FF2B5EF4-FFF2-40B4-BE49-F238E27FC236}">
                <a16:creationId xmlns:a16="http://schemas.microsoft.com/office/drawing/2014/main" id="{77BD68DE-5EF6-AE2B-BCC1-A36875727F48}"/>
              </a:ext>
            </a:extLst>
          </p:cNvPr>
          <p:cNvCxnSpPr>
            <a:cxnSpLocks noChangeShapeType="1"/>
            <a:stCxn id="19481" idx="0"/>
            <a:endCxn id="19462" idx="4"/>
          </p:cNvCxnSpPr>
          <p:nvPr/>
        </p:nvCxnSpPr>
        <p:spPr bwMode="auto">
          <a:xfrm flipH="1" flipV="1">
            <a:off x="1803400" y="2670175"/>
            <a:ext cx="3175" cy="460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9483" name="Text Box 26">
            <a:extLst>
              <a:ext uri="{FF2B5EF4-FFF2-40B4-BE49-F238E27FC236}">
                <a16:creationId xmlns:a16="http://schemas.microsoft.com/office/drawing/2014/main" id="{EB32BBBA-AF48-44B2-9496-C251CB547D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0213" y="4843463"/>
            <a:ext cx="3187700" cy="1909762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A-F  A-G</a:t>
            </a: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19484" name="Text Box 31">
            <a:extLst>
              <a:ext uri="{FF2B5EF4-FFF2-40B4-BE49-F238E27FC236}">
                <a16:creationId xmlns:a16="http://schemas.microsoft.com/office/drawing/2014/main" id="{739D8287-A4E1-6365-77DB-5546145B82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6316663"/>
            <a:ext cx="23034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en-US"/>
              <a:t>Function call stack:</a:t>
            </a:r>
          </a:p>
        </p:txBody>
      </p:sp>
      <p:sp>
        <p:nvSpPr>
          <p:cNvPr id="19485" name="AutoShape 32">
            <a:extLst>
              <a:ext uri="{FF2B5EF4-FFF2-40B4-BE49-F238E27FC236}">
                <a16:creationId xmlns:a16="http://schemas.microsoft.com/office/drawing/2014/main" id="{325B10B6-170C-2967-4EDF-499D9518FC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07188" y="6169025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473121" name="AutoShape 33">
            <a:extLst>
              <a:ext uri="{FF2B5EF4-FFF2-40B4-BE49-F238E27FC236}">
                <a16:creationId xmlns:a16="http://schemas.microsoft.com/office/drawing/2014/main" id="{8EAE87E8-974B-CBF7-58A4-D58344D31F36}"/>
              </a:ext>
            </a:extLst>
          </p:cNvPr>
          <p:cNvCxnSpPr>
            <a:cxnSpLocks noChangeShapeType="1"/>
            <a:stCxn id="19460" idx="7"/>
            <a:endCxn id="19468" idx="3"/>
          </p:cNvCxnSpPr>
          <p:nvPr/>
        </p:nvCxnSpPr>
        <p:spPr bwMode="auto">
          <a:xfrm flipV="1">
            <a:off x="844550" y="3803650"/>
            <a:ext cx="1600200" cy="698500"/>
          </a:xfrm>
          <a:prstGeom prst="straightConnector1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9487" name="Text Box 34">
            <a:extLst>
              <a:ext uri="{FF2B5EF4-FFF2-40B4-BE49-F238E27FC236}">
                <a16:creationId xmlns:a16="http://schemas.microsoft.com/office/drawing/2014/main" id="{3C3E934F-8708-A8E2-55F3-FC2C6226C8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949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b="1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dfs(F)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F-E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19488" name="AutoShape 35">
            <a:extLst>
              <a:ext uri="{FF2B5EF4-FFF2-40B4-BE49-F238E27FC236}">
                <a16:creationId xmlns:a16="http://schemas.microsoft.com/office/drawing/2014/main" id="{26388BB4-E886-0A5F-23F2-C23C8B3D56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08813" y="5281613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9489" name="Text Box 36">
            <a:extLst>
              <a:ext uri="{FF2B5EF4-FFF2-40B4-BE49-F238E27FC236}">
                <a16:creationId xmlns:a16="http://schemas.microsoft.com/office/drawing/2014/main" id="{BEC815B6-C482-8AD0-AB50-8219B332C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9100" y="3060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dfs(E)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E-C  E-D  E-G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19490" name="AutoShape 37">
            <a:extLst>
              <a:ext uri="{FF2B5EF4-FFF2-40B4-BE49-F238E27FC236}">
                <a16:creationId xmlns:a16="http://schemas.microsoft.com/office/drawing/2014/main" id="{451DE4B6-F1FA-26E7-3247-D9FD5F31D8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35725" y="4381500"/>
            <a:ext cx="274638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9491" name="Text Box 38">
            <a:extLst>
              <a:ext uri="{FF2B5EF4-FFF2-40B4-BE49-F238E27FC236}">
                <a16:creationId xmlns:a16="http://schemas.microsoft.com/office/drawing/2014/main" id="{ADFAD4F7-7314-5F2F-C6E6-DAB1DD1C1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21336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dfs(C)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C-A  C-D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19492" name="AutoShape 39">
            <a:extLst>
              <a:ext uri="{FF2B5EF4-FFF2-40B4-BE49-F238E27FC236}">
                <a16:creationId xmlns:a16="http://schemas.microsoft.com/office/drawing/2014/main" id="{4FE753BE-9E3A-15D1-DCB6-CB15DE7E59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72338" y="3455988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9493" name="Text Box 40">
            <a:extLst>
              <a:ext uri="{FF2B5EF4-FFF2-40B4-BE49-F238E27FC236}">
                <a16:creationId xmlns:a16="http://schemas.microsoft.com/office/drawing/2014/main" id="{5B40710B-F481-9831-B951-FABF9EA44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7200" y="12573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dfs(D)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D-C  D-F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19494" name="AutoShape 41">
            <a:extLst>
              <a:ext uri="{FF2B5EF4-FFF2-40B4-BE49-F238E27FC236}">
                <a16:creationId xmlns:a16="http://schemas.microsoft.com/office/drawing/2014/main" id="{5C8CE278-494B-C5A2-6A39-A3AA09C94D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34238" y="2593975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73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2">
            <a:extLst>
              <a:ext uri="{FF2B5EF4-FFF2-40B4-BE49-F238E27FC236}">
                <a16:creationId xmlns:a16="http://schemas.microsoft.com/office/drawing/2014/main" id="{E26A3682-2939-BC92-D965-6BD1C75747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fld id="{592BEF01-7C9E-4268-BD25-1321A19CA38E}" type="slidenum">
              <a:rPr lang="en-US" altLang="en-US"/>
              <a:pPr algn="r"/>
              <a:t>9</a:t>
            </a:fld>
            <a:endParaRPr lang="en-US" altLang="en-US" sz="1400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E7806F6A-B0D4-6411-1F3F-648F17E7BC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Directed Depth First Search</a:t>
            </a:r>
          </a:p>
        </p:txBody>
      </p:sp>
      <p:sp>
        <p:nvSpPr>
          <p:cNvPr id="21508" name="Oval 3">
            <a:extLst>
              <a:ext uri="{FF2B5EF4-FFF2-40B4-BE49-F238E27FC236}">
                <a16:creationId xmlns:a16="http://schemas.microsoft.com/office/drawing/2014/main" id="{05CADDE4-0500-FBEB-B6DC-C6E2558DFE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200" y="4457700"/>
            <a:ext cx="304800" cy="304800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21509" name="Oval 4">
            <a:extLst>
              <a:ext uri="{FF2B5EF4-FFF2-40B4-BE49-F238E27FC236}">
                <a16:creationId xmlns:a16="http://schemas.microsoft.com/office/drawing/2014/main" id="{0C9EF900-866D-9E63-564F-B1004FAA14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1066800"/>
            <a:ext cx="304800" cy="306388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21510" name="Oval 5">
            <a:extLst>
              <a:ext uri="{FF2B5EF4-FFF2-40B4-BE49-F238E27FC236}">
                <a16:creationId xmlns:a16="http://schemas.microsoft.com/office/drawing/2014/main" id="{4886F03F-B46C-602E-8716-1F2535C0EC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21511" name="AutoShape 6">
            <a:extLst>
              <a:ext uri="{FF2B5EF4-FFF2-40B4-BE49-F238E27FC236}">
                <a16:creationId xmlns:a16="http://schemas.microsoft.com/office/drawing/2014/main" id="{23A2FC9D-4393-D902-03F3-0E3B144C0BEF}"/>
              </a:ext>
            </a:extLst>
          </p:cNvPr>
          <p:cNvCxnSpPr>
            <a:cxnSpLocks noChangeShapeType="1"/>
            <a:stCxn id="21508" idx="0"/>
            <a:endCxn id="21509" idx="3"/>
          </p:cNvCxnSpPr>
          <p:nvPr/>
        </p:nvCxnSpPr>
        <p:spPr bwMode="auto">
          <a:xfrm flipV="1">
            <a:off x="736600" y="1328738"/>
            <a:ext cx="958850" cy="31289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1512" name="Oval 7">
            <a:extLst>
              <a:ext uri="{FF2B5EF4-FFF2-40B4-BE49-F238E27FC236}">
                <a16:creationId xmlns:a16="http://schemas.microsoft.com/office/drawing/2014/main" id="{322B86D7-F5DF-3891-88D4-B2881F82E5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2416175"/>
            <a:ext cx="304800" cy="304800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C</a:t>
            </a:r>
          </a:p>
        </p:txBody>
      </p:sp>
      <p:cxnSp>
        <p:nvCxnSpPr>
          <p:cNvPr id="21513" name="AutoShape 8">
            <a:extLst>
              <a:ext uri="{FF2B5EF4-FFF2-40B4-BE49-F238E27FC236}">
                <a16:creationId xmlns:a16="http://schemas.microsoft.com/office/drawing/2014/main" id="{5F599303-B675-D1A1-F41E-92ED16DC897F}"/>
              </a:ext>
            </a:extLst>
          </p:cNvPr>
          <p:cNvCxnSpPr>
            <a:cxnSpLocks noChangeShapeType="1"/>
            <a:stCxn id="21509" idx="5"/>
            <a:endCxn id="21512" idx="1"/>
          </p:cNvCxnSpPr>
          <p:nvPr/>
        </p:nvCxnSpPr>
        <p:spPr bwMode="auto">
          <a:xfrm>
            <a:off x="1911350" y="1328738"/>
            <a:ext cx="1828800" cy="1131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1514" name="Oval 9">
            <a:extLst>
              <a:ext uri="{FF2B5EF4-FFF2-40B4-BE49-F238E27FC236}">
                <a16:creationId xmlns:a16="http://schemas.microsoft.com/office/drawing/2014/main" id="{84D3F0E7-F41C-B36B-5116-97D587EBF8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40300" y="24288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21515" name="AutoShape 10">
            <a:extLst>
              <a:ext uri="{FF2B5EF4-FFF2-40B4-BE49-F238E27FC236}">
                <a16:creationId xmlns:a16="http://schemas.microsoft.com/office/drawing/2014/main" id="{5179462D-8530-EBC5-06F2-5AC234F42DE3}"/>
              </a:ext>
            </a:extLst>
          </p:cNvPr>
          <p:cNvCxnSpPr>
            <a:cxnSpLocks noChangeShapeType="1"/>
            <a:stCxn id="21509" idx="6"/>
            <a:endCxn id="21514" idx="1"/>
          </p:cNvCxnSpPr>
          <p:nvPr/>
        </p:nvCxnSpPr>
        <p:spPr bwMode="auto">
          <a:xfrm>
            <a:off x="1955800" y="1220788"/>
            <a:ext cx="3028950" cy="12525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1516" name="Oval 11">
            <a:extLst>
              <a:ext uri="{FF2B5EF4-FFF2-40B4-BE49-F238E27FC236}">
                <a16:creationId xmlns:a16="http://schemas.microsoft.com/office/drawing/2014/main" id="{20F21807-EFAD-79E7-0370-E245DE8804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00300" y="35433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21517" name="Oval 12">
            <a:extLst>
              <a:ext uri="{FF2B5EF4-FFF2-40B4-BE49-F238E27FC236}">
                <a16:creationId xmlns:a16="http://schemas.microsoft.com/office/drawing/2014/main" id="{70B5F39C-BB34-3965-390D-8837C27816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4343400"/>
            <a:ext cx="304800" cy="304800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21518" name="AutoShape 13">
            <a:extLst>
              <a:ext uri="{FF2B5EF4-FFF2-40B4-BE49-F238E27FC236}">
                <a16:creationId xmlns:a16="http://schemas.microsoft.com/office/drawing/2014/main" id="{89FB93A0-C668-019B-DB09-4FB615DDA2C6}"/>
              </a:ext>
            </a:extLst>
          </p:cNvPr>
          <p:cNvCxnSpPr>
            <a:cxnSpLocks noChangeShapeType="1"/>
            <a:stCxn id="21517" idx="2"/>
            <a:endCxn id="21516" idx="5"/>
          </p:cNvCxnSpPr>
          <p:nvPr/>
        </p:nvCxnSpPr>
        <p:spPr bwMode="auto">
          <a:xfrm flipH="1" flipV="1">
            <a:off x="2660650" y="3803650"/>
            <a:ext cx="1035050" cy="692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1519" name="AutoShape 14">
            <a:extLst>
              <a:ext uri="{FF2B5EF4-FFF2-40B4-BE49-F238E27FC236}">
                <a16:creationId xmlns:a16="http://schemas.microsoft.com/office/drawing/2014/main" id="{6F928E17-DA7B-0A0C-2C9E-56CD23864831}"/>
              </a:ext>
            </a:extLst>
          </p:cNvPr>
          <p:cNvCxnSpPr>
            <a:cxnSpLocks noChangeShapeType="1"/>
            <a:stCxn id="21517" idx="3"/>
            <a:endCxn id="21508" idx="6"/>
          </p:cNvCxnSpPr>
          <p:nvPr/>
        </p:nvCxnSpPr>
        <p:spPr bwMode="auto">
          <a:xfrm flipH="1">
            <a:off x="889000" y="4603750"/>
            <a:ext cx="2851150" cy="6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1520" name="AutoShape 15">
            <a:extLst>
              <a:ext uri="{FF2B5EF4-FFF2-40B4-BE49-F238E27FC236}">
                <a16:creationId xmlns:a16="http://schemas.microsoft.com/office/drawing/2014/main" id="{244C4251-30F8-DE0C-748A-B10AAF0E5F8E}"/>
              </a:ext>
            </a:extLst>
          </p:cNvPr>
          <p:cNvCxnSpPr>
            <a:cxnSpLocks noChangeShapeType="1"/>
            <a:stCxn id="21508" idx="7"/>
            <a:endCxn id="21516" idx="3"/>
          </p:cNvCxnSpPr>
          <p:nvPr/>
        </p:nvCxnSpPr>
        <p:spPr bwMode="auto">
          <a:xfrm flipV="1">
            <a:off x="844550" y="3803650"/>
            <a:ext cx="1600200" cy="698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1521" name="AutoShape 16">
            <a:extLst>
              <a:ext uri="{FF2B5EF4-FFF2-40B4-BE49-F238E27FC236}">
                <a16:creationId xmlns:a16="http://schemas.microsoft.com/office/drawing/2014/main" id="{C776D7D3-C79F-9A49-D52C-C36802E2C3B4}"/>
              </a:ext>
            </a:extLst>
          </p:cNvPr>
          <p:cNvCxnSpPr>
            <a:cxnSpLocks noChangeShapeType="1"/>
            <a:stCxn id="21517" idx="7"/>
            <a:endCxn id="21514" idx="3"/>
          </p:cNvCxnSpPr>
          <p:nvPr/>
        </p:nvCxnSpPr>
        <p:spPr bwMode="auto">
          <a:xfrm flipV="1">
            <a:off x="3956050" y="2689225"/>
            <a:ext cx="1028700" cy="1698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1522" name="AutoShape 17">
            <a:extLst>
              <a:ext uri="{FF2B5EF4-FFF2-40B4-BE49-F238E27FC236}">
                <a16:creationId xmlns:a16="http://schemas.microsoft.com/office/drawing/2014/main" id="{33F901EE-78F0-9254-01E0-62425AB33913}"/>
              </a:ext>
            </a:extLst>
          </p:cNvPr>
          <p:cNvCxnSpPr>
            <a:cxnSpLocks noChangeShapeType="1"/>
            <a:stCxn id="21517" idx="0"/>
            <a:endCxn id="21512" idx="4"/>
          </p:cNvCxnSpPr>
          <p:nvPr/>
        </p:nvCxnSpPr>
        <p:spPr bwMode="auto">
          <a:xfrm flipV="1">
            <a:off x="3848100" y="2720975"/>
            <a:ext cx="0" cy="162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1523" name="AutoShape 18">
            <a:extLst>
              <a:ext uri="{FF2B5EF4-FFF2-40B4-BE49-F238E27FC236}">
                <a16:creationId xmlns:a16="http://schemas.microsoft.com/office/drawing/2014/main" id="{2F12F84F-5FC0-2F97-6787-28E01EBB8A80}"/>
              </a:ext>
            </a:extLst>
          </p:cNvPr>
          <p:cNvCxnSpPr>
            <a:cxnSpLocks noChangeShapeType="1"/>
            <a:stCxn id="21512" idx="3"/>
            <a:endCxn id="21516" idx="7"/>
          </p:cNvCxnSpPr>
          <p:nvPr/>
        </p:nvCxnSpPr>
        <p:spPr bwMode="auto">
          <a:xfrm flipH="1">
            <a:off x="2660650" y="2676525"/>
            <a:ext cx="1079500" cy="911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1524" name="AutoShape 19">
            <a:extLst>
              <a:ext uri="{FF2B5EF4-FFF2-40B4-BE49-F238E27FC236}">
                <a16:creationId xmlns:a16="http://schemas.microsoft.com/office/drawing/2014/main" id="{4B2F91C9-9410-288B-7945-9D2393CDE94A}"/>
              </a:ext>
            </a:extLst>
          </p:cNvPr>
          <p:cNvCxnSpPr>
            <a:cxnSpLocks noChangeShapeType="1"/>
            <a:stCxn id="21516" idx="0"/>
            <a:endCxn id="21512" idx="2"/>
          </p:cNvCxnSpPr>
          <p:nvPr/>
        </p:nvCxnSpPr>
        <p:spPr bwMode="auto">
          <a:xfrm flipV="1">
            <a:off x="2552700" y="2568575"/>
            <a:ext cx="1143000" cy="974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1525" name="AutoShape 20">
            <a:extLst>
              <a:ext uri="{FF2B5EF4-FFF2-40B4-BE49-F238E27FC236}">
                <a16:creationId xmlns:a16="http://schemas.microsoft.com/office/drawing/2014/main" id="{AEA8E0DA-4E7C-8F51-0841-B253C8F565BE}"/>
              </a:ext>
            </a:extLst>
          </p:cNvPr>
          <p:cNvCxnSpPr>
            <a:cxnSpLocks noChangeShapeType="1"/>
            <a:stCxn id="21509" idx="4"/>
            <a:endCxn id="21510" idx="0"/>
          </p:cNvCxnSpPr>
          <p:nvPr/>
        </p:nvCxnSpPr>
        <p:spPr bwMode="auto">
          <a:xfrm>
            <a:off x="1803400" y="1373188"/>
            <a:ext cx="0" cy="9921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1526" name="Oval 21">
            <a:extLst>
              <a:ext uri="{FF2B5EF4-FFF2-40B4-BE49-F238E27FC236}">
                <a16:creationId xmlns:a16="http://schemas.microsoft.com/office/drawing/2014/main" id="{CD61B115-29DD-F5D2-4A93-934D8F80CC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68575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21527" name="AutoShape 22">
            <a:extLst>
              <a:ext uri="{FF2B5EF4-FFF2-40B4-BE49-F238E27FC236}">
                <a16:creationId xmlns:a16="http://schemas.microsoft.com/office/drawing/2014/main" id="{02CF21F5-2370-FE83-B559-73CBBA2243C3}"/>
              </a:ext>
            </a:extLst>
          </p:cNvPr>
          <p:cNvCxnSpPr>
            <a:cxnSpLocks noChangeShapeType="1"/>
            <a:stCxn id="21510" idx="6"/>
            <a:endCxn id="21526" idx="2"/>
          </p:cNvCxnSpPr>
          <p:nvPr/>
        </p:nvCxnSpPr>
        <p:spPr bwMode="auto">
          <a:xfrm>
            <a:off x="1955800" y="2517775"/>
            <a:ext cx="612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1528" name="AutoShape 23">
            <a:extLst>
              <a:ext uri="{FF2B5EF4-FFF2-40B4-BE49-F238E27FC236}">
                <a16:creationId xmlns:a16="http://schemas.microsoft.com/office/drawing/2014/main" id="{3EECE05B-42D8-E311-1019-44CC7ADE7EF4}"/>
              </a:ext>
            </a:extLst>
          </p:cNvPr>
          <p:cNvCxnSpPr>
            <a:cxnSpLocks noChangeShapeType="1"/>
            <a:stCxn id="21529" idx="7"/>
            <a:endCxn id="21526" idx="3"/>
          </p:cNvCxnSpPr>
          <p:nvPr/>
        </p:nvCxnSpPr>
        <p:spPr bwMode="auto">
          <a:xfrm flipV="1">
            <a:off x="1914525" y="2625725"/>
            <a:ext cx="698500" cy="549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1529" name="Oval 24">
            <a:extLst>
              <a:ext uri="{FF2B5EF4-FFF2-40B4-BE49-F238E27FC236}">
                <a16:creationId xmlns:a16="http://schemas.microsoft.com/office/drawing/2014/main" id="{CE404D4D-5368-6CF2-1B98-4CE2E0780BC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4175" y="313055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I</a:t>
            </a:r>
          </a:p>
        </p:txBody>
      </p:sp>
      <p:cxnSp>
        <p:nvCxnSpPr>
          <p:cNvPr id="21530" name="AutoShape 25">
            <a:extLst>
              <a:ext uri="{FF2B5EF4-FFF2-40B4-BE49-F238E27FC236}">
                <a16:creationId xmlns:a16="http://schemas.microsoft.com/office/drawing/2014/main" id="{341C9B07-40B3-1550-90E3-7C6DB73FD65D}"/>
              </a:ext>
            </a:extLst>
          </p:cNvPr>
          <p:cNvCxnSpPr>
            <a:cxnSpLocks noChangeShapeType="1"/>
            <a:stCxn id="21529" idx="0"/>
            <a:endCxn id="21510" idx="4"/>
          </p:cNvCxnSpPr>
          <p:nvPr/>
        </p:nvCxnSpPr>
        <p:spPr bwMode="auto">
          <a:xfrm flipH="1" flipV="1">
            <a:off x="1803400" y="2670175"/>
            <a:ext cx="3175" cy="460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1531" name="Text Box 26">
            <a:extLst>
              <a:ext uri="{FF2B5EF4-FFF2-40B4-BE49-F238E27FC236}">
                <a16:creationId xmlns:a16="http://schemas.microsoft.com/office/drawing/2014/main" id="{AD62D938-C3CE-4536-51A7-70836A0EC0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0213" y="4843463"/>
            <a:ext cx="3187700" cy="1909762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A-F  A-G</a:t>
            </a: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21532" name="Text Box 31">
            <a:extLst>
              <a:ext uri="{FF2B5EF4-FFF2-40B4-BE49-F238E27FC236}">
                <a16:creationId xmlns:a16="http://schemas.microsoft.com/office/drawing/2014/main" id="{BE8700B3-BAE4-C561-787F-DC1302242E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6316663"/>
            <a:ext cx="23034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en-US"/>
              <a:t>Function call stack:</a:t>
            </a:r>
          </a:p>
        </p:txBody>
      </p:sp>
      <p:sp>
        <p:nvSpPr>
          <p:cNvPr id="21533" name="AutoShape 32">
            <a:extLst>
              <a:ext uri="{FF2B5EF4-FFF2-40B4-BE49-F238E27FC236}">
                <a16:creationId xmlns:a16="http://schemas.microsoft.com/office/drawing/2014/main" id="{25C8988B-08EB-3010-E852-54264C5F81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07188" y="6169025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1534" name="Text Box 34">
            <a:extLst>
              <a:ext uri="{FF2B5EF4-FFF2-40B4-BE49-F238E27FC236}">
                <a16:creationId xmlns:a16="http://schemas.microsoft.com/office/drawing/2014/main" id="{7FA4EF8F-59EA-0D77-78CC-F0712C7CB6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949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b="1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dfs(F)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F-E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21535" name="AutoShape 35">
            <a:extLst>
              <a:ext uri="{FF2B5EF4-FFF2-40B4-BE49-F238E27FC236}">
                <a16:creationId xmlns:a16="http://schemas.microsoft.com/office/drawing/2014/main" id="{C6332B42-E5FC-FD68-AA9D-4236F2BE20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08813" y="5281613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1536" name="Text Box 36">
            <a:extLst>
              <a:ext uri="{FF2B5EF4-FFF2-40B4-BE49-F238E27FC236}">
                <a16:creationId xmlns:a16="http://schemas.microsoft.com/office/drawing/2014/main" id="{A9A5EE03-CCBB-0216-F36D-E99249E5E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9100" y="3060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dfs(E)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E-C  E-D  E-G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21537" name="AutoShape 37">
            <a:extLst>
              <a:ext uri="{FF2B5EF4-FFF2-40B4-BE49-F238E27FC236}">
                <a16:creationId xmlns:a16="http://schemas.microsoft.com/office/drawing/2014/main" id="{E7144E20-E331-2CE9-48BA-3789FC8306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35725" y="4381500"/>
            <a:ext cx="274638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1538" name="Text Box 38">
            <a:extLst>
              <a:ext uri="{FF2B5EF4-FFF2-40B4-BE49-F238E27FC236}">
                <a16:creationId xmlns:a16="http://schemas.microsoft.com/office/drawing/2014/main" id="{99831399-1CC8-8915-56C7-51868A21A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21336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dfs(C)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C-A  C-D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21539" name="AutoShape 39">
            <a:extLst>
              <a:ext uri="{FF2B5EF4-FFF2-40B4-BE49-F238E27FC236}">
                <a16:creationId xmlns:a16="http://schemas.microsoft.com/office/drawing/2014/main" id="{66160A4A-DAA3-F71D-FA1A-4D4F7F9ACA1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72338" y="3455988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1540" name="Text Box 40">
            <a:extLst>
              <a:ext uri="{FF2B5EF4-FFF2-40B4-BE49-F238E27FC236}">
                <a16:creationId xmlns:a16="http://schemas.microsoft.com/office/drawing/2014/main" id="{610C2006-9FBE-B8A2-898B-D210A2656F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7200" y="12573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dfs(D)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D-C  D-F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21541" name="AutoShape 41">
            <a:extLst>
              <a:ext uri="{FF2B5EF4-FFF2-40B4-BE49-F238E27FC236}">
                <a16:creationId xmlns:a16="http://schemas.microsoft.com/office/drawing/2014/main" id="{3A267599-6780-7E14-7468-EC8DD8BA28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77138" y="2593975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2">
            <a:extLst>
              <a:ext uri="{FF2B5EF4-FFF2-40B4-BE49-F238E27FC236}">
                <a16:creationId xmlns:a16="http://schemas.microsoft.com/office/drawing/2014/main" id="{23962BE9-A425-3F69-21BC-18E7946E57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fld id="{CDF63EAE-616D-4871-BDAB-0858DB57CE9E}" type="slidenum">
              <a:rPr lang="en-US" altLang="en-US"/>
              <a:pPr algn="r"/>
              <a:t>10</a:t>
            </a:fld>
            <a:endParaRPr lang="en-US" altLang="en-US" sz="14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0EF0EB08-E1E3-63D4-BE98-5A8209B17C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Directed Depth First Search</a:t>
            </a:r>
          </a:p>
        </p:txBody>
      </p:sp>
      <p:sp>
        <p:nvSpPr>
          <p:cNvPr id="23556" name="Oval 3">
            <a:extLst>
              <a:ext uri="{FF2B5EF4-FFF2-40B4-BE49-F238E27FC236}">
                <a16:creationId xmlns:a16="http://schemas.microsoft.com/office/drawing/2014/main" id="{D292304C-3E92-9709-D7B5-DE9DD06556F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200" y="4457700"/>
            <a:ext cx="304800" cy="304800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23557" name="Oval 4">
            <a:extLst>
              <a:ext uri="{FF2B5EF4-FFF2-40B4-BE49-F238E27FC236}">
                <a16:creationId xmlns:a16="http://schemas.microsoft.com/office/drawing/2014/main" id="{5AF9C4E7-23B8-4368-19BF-4498FCA292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1066800"/>
            <a:ext cx="304800" cy="306388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23558" name="Oval 5">
            <a:extLst>
              <a:ext uri="{FF2B5EF4-FFF2-40B4-BE49-F238E27FC236}">
                <a16:creationId xmlns:a16="http://schemas.microsoft.com/office/drawing/2014/main" id="{6C7C6EAC-0447-3818-640C-3334807D54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23559" name="AutoShape 6">
            <a:extLst>
              <a:ext uri="{FF2B5EF4-FFF2-40B4-BE49-F238E27FC236}">
                <a16:creationId xmlns:a16="http://schemas.microsoft.com/office/drawing/2014/main" id="{778AE8A8-29E8-8795-B4A0-EE48D3BEFE06}"/>
              </a:ext>
            </a:extLst>
          </p:cNvPr>
          <p:cNvCxnSpPr>
            <a:cxnSpLocks noChangeShapeType="1"/>
            <a:stCxn id="23556" idx="0"/>
            <a:endCxn id="23557" idx="3"/>
          </p:cNvCxnSpPr>
          <p:nvPr/>
        </p:nvCxnSpPr>
        <p:spPr bwMode="auto">
          <a:xfrm flipV="1">
            <a:off x="736600" y="1328738"/>
            <a:ext cx="958850" cy="31289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3560" name="Oval 7">
            <a:extLst>
              <a:ext uri="{FF2B5EF4-FFF2-40B4-BE49-F238E27FC236}">
                <a16:creationId xmlns:a16="http://schemas.microsoft.com/office/drawing/2014/main" id="{426B027C-144F-9AEE-747E-4C4623A8D01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2416175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C</a:t>
            </a:r>
          </a:p>
        </p:txBody>
      </p:sp>
      <p:cxnSp>
        <p:nvCxnSpPr>
          <p:cNvPr id="23561" name="AutoShape 8">
            <a:extLst>
              <a:ext uri="{FF2B5EF4-FFF2-40B4-BE49-F238E27FC236}">
                <a16:creationId xmlns:a16="http://schemas.microsoft.com/office/drawing/2014/main" id="{2B15E80E-C213-5EBE-57A7-5D2BCFADFA52}"/>
              </a:ext>
            </a:extLst>
          </p:cNvPr>
          <p:cNvCxnSpPr>
            <a:cxnSpLocks noChangeShapeType="1"/>
            <a:stCxn id="23557" idx="5"/>
            <a:endCxn id="23560" idx="1"/>
          </p:cNvCxnSpPr>
          <p:nvPr/>
        </p:nvCxnSpPr>
        <p:spPr bwMode="auto">
          <a:xfrm>
            <a:off x="1911350" y="1328738"/>
            <a:ext cx="1828800" cy="1131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3562" name="Oval 9">
            <a:extLst>
              <a:ext uri="{FF2B5EF4-FFF2-40B4-BE49-F238E27FC236}">
                <a16:creationId xmlns:a16="http://schemas.microsoft.com/office/drawing/2014/main" id="{3F7D5827-8F79-1167-2DEE-3968114AFD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40300" y="24288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23563" name="AutoShape 10">
            <a:extLst>
              <a:ext uri="{FF2B5EF4-FFF2-40B4-BE49-F238E27FC236}">
                <a16:creationId xmlns:a16="http://schemas.microsoft.com/office/drawing/2014/main" id="{311C07E5-A849-4D3F-A18F-FB3EDA54A572}"/>
              </a:ext>
            </a:extLst>
          </p:cNvPr>
          <p:cNvCxnSpPr>
            <a:cxnSpLocks noChangeShapeType="1"/>
            <a:stCxn id="23557" idx="6"/>
            <a:endCxn id="23562" idx="1"/>
          </p:cNvCxnSpPr>
          <p:nvPr/>
        </p:nvCxnSpPr>
        <p:spPr bwMode="auto">
          <a:xfrm>
            <a:off x="1955800" y="1220788"/>
            <a:ext cx="3028950" cy="12525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3564" name="Oval 11">
            <a:extLst>
              <a:ext uri="{FF2B5EF4-FFF2-40B4-BE49-F238E27FC236}">
                <a16:creationId xmlns:a16="http://schemas.microsoft.com/office/drawing/2014/main" id="{BDA16730-814B-C865-31CE-8B59C5463E6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00300" y="35433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23565" name="Oval 12">
            <a:extLst>
              <a:ext uri="{FF2B5EF4-FFF2-40B4-BE49-F238E27FC236}">
                <a16:creationId xmlns:a16="http://schemas.microsoft.com/office/drawing/2014/main" id="{939DB608-C059-D6CA-EF45-5EA529CAD1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4343400"/>
            <a:ext cx="304800" cy="304800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23566" name="AutoShape 13">
            <a:extLst>
              <a:ext uri="{FF2B5EF4-FFF2-40B4-BE49-F238E27FC236}">
                <a16:creationId xmlns:a16="http://schemas.microsoft.com/office/drawing/2014/main" id="{BE76F1F1-BC91-179F-0BEA-AB7BBDE4C37D}"/>
              </a:ext>
            </a:extLst>
          </p:cNvPr>
          <p:cNvCxnSpPr>
            <a:cxnSpLocks noChangeShapeType="1"/>
            <a:stCxn id="23565" idx="2"/>
            <a:endCxn id="23564" idx="5"/>
          </p:cNvCxnSpPr>
          <p:nvPr/>
        </p:nvCxnSpPr>
        <p:spPr bwMode="auto">
          <a:xfrm flipH="1" flipV="1">
            <a:off x="2660650" y="3803650"/>
            <a:ext cx="1035050" cy="692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3567" name="AutoShape 14">
            <a:extLst>
              <a:ext uri="{FF2B5EF4-FFF2-40B4-BE49-F238E27FC236}">
                <a16:creationId xmlns:a16="http://schemas.microsoft.com/office/drawing/2014/main" id="{FEEF587C-0C3A-B9CE-460E-037355903084}"/>
              </a:ext>
            </a:extLst>
          </p:cNvPr>
          <p:cNvCxnSpPr>
            <a:cxnSpLocks noChangeShapeType="1"/>
            <a:stCxn id="23565" idx="3"/>
            <a:endCxn id="23556" idx="6"/>
          </p:cNvCxnSpPr>
          <p:nvPr/>
        </p:nvCxnSpPr>
        <p:spPr bwMode="auto">
          <a:xfrm flipH="1">
            <a:off x="889000" y="4603750"/>
            <a:ext cx="2851150" cy="6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3568" name="AutoShape 15">
            <a:extLst>
              <a:ext uri="{FF2B5EF4-FFF2-40B4-BE49-F238E27FC236}">
                <a16:creationId xmlns:a16="http://schemas.microsoft.com/office/drawing/2014/main" id="{EA229160-6EC4-22ED-B45E-8D1118BD7FC0}"/>
              </a:ext>
            </a:extLst>
          </p:cNvPr>
          <p:cNvCxnSpPr>
            <a:cxnSpLocks noChangeShapeType="1"/>
            <a:stCxn id="23556" idx="7"/>
            <a:endCxn id="23564" idx="3"/>
          </p:cNvCxnSpPr>
          <p:nvPr/>
        </p:nvCxnSpPr>
        <p:spPr bwMode="auto">
          <a:xfrm flipV="1">
            <a:off x="844550" y="3803650"/>
            <a:ext cx="1600200" cy="698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3569" name="AutoShape 16">
            <a:extLst>
              <a:ext uri="{FF2B5EF4-FFF2-40B4-BE49-F238E27FC236}">
                <a16:creationId xmlns:a16="http://schemas.microsoft.com/office/drawing/2014/main" id="{4CE729C8-E016-0118-0932-B36406840A5D}"/>
              </a:ext>
            </a:extLst>
          </p:cNvPr>
          <p:cNvCxnSpPr>
            <a:cxnSpLocks noChangeShapeType="1"/>
            <a:stCxn id="23565" idx="7"/>
            <a:endCxn id="23562" idx="3"/>
          </p:cNvCxnSpPr>
          <p:nvPr/>
        </p:nvCxnSpPr>
        <p:spPr bwMode="auto">
          <a:xfrm flipV="1">
            <a:off x="3956050" y="2689225"/>
            <a:ext cx="1028700" cy="1698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3570" name="AutoShape 17">
            <a:extLst>
              <a:ext uri="{FF2B5EF4-FFF2-40B4-BE49-F238E27FC236}">
                <a16:creationId xmlns:a16="http://schemas.microsoft.com/office/drawing/2014/main" id="{28C5E5F1-573F-6CAB-BDC7-05C4F9BD0BF3}"/>
              </a:ext>
            </a:extLst>
          </p:cNvPr>
          <p:cNvCxnSpPr>
            <a:cxnSpLocks noChangeShapeType="1"/>
            <a:stCxn id="23565" idx="0"/>
            <a:endCxn id="23560" idx="4"/>
          </p:cNvCxnSpPr>
          <p:nvPr/>
        </p:nvCxnSpPr>
        <p:spPr bwMode="auto">
          <a:xfrm flipV="1">
            <a:off x="3848100" y="2720975"/>
            <a:ext cx="0" cy="162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3571" name="AutoShape 18">
            <a:extLst>
              <a:ext uri="{FF2B5EF4-FFF2-40B4-BE49-F238E27FC236}">
                <a16:creationId xmlns:a16="http://schemas.microsoft.com/office/drawing/2014/main" id="{84058CCE-8667-5EEF-CC9E-5E9D498BBCBE}"/>
              </a:ext>
            </a:extLst>
          </p:cNvPr>
          <p:cNvCxnSpPr>
            <a:cxnSpLocks noChangeShapeType="1"/>
            <a:stCxn id="23560" idx="3"/>
            <a:endCxn id="23564" idx="7"/>
          </p:cNvCxnSpPr>
          <p:nvPr/>
        </p:nvCxnSpPr>
        <p:spPr bwMode="auto">
          <a:xfrm flipH="1">
            <a:off x="2660650" y="2676525"/>
            <a:ext cx="1079500" cy="911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3572" name="AutoShape 19">
            <a:extLst>
              <a:ext uri="{FF2B5EF4-FFF2-40B4-BE49-F238E27FC236}">
                <a16:creationId xmlns:a16="http://schemas.microsoft.com/office/drawing/2014/main" id="{ECFCD352-60A8-C5C3-6E55-9ED3F3AB2783}"/>
              </a:ext>
            </a:extLst>
          </p:cNvPr>
          <p:cNvCxnSpPr>
            <a:cxnSpLocks noChangeShapeType="1"/>
            <a:stCxn id="23564" idx="0"/>
            <a:endCxn id="23560" idx="2"/>
          </p:cNvCxnSpPr>
          <p:nvPr/>
        </p:nvCxnSpPr>
        <p:spPr bwMode="auto">
          <a:xfrm flipV="1">
            <a:off x="2552700" y="2568575"/>
            <a:ext cx="1143000" cy="974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3573" name="AutoShape 20">
            <a:extLst>
              <a:ext uri="{FF2B5EF4-FFF2-40B4-BE49-F238E27FC236}">
                <a16:creationId xmlns:a16="http://schemas.microsoft.com/office/drawing/2014/main" id="{3BC6C1B2-2914-7267-57A8-A93196F72AD3}"/>
              </a:ext>
            </a:extLst>
          </p:cNvPr>
          <p:cNvCxnSpPr>
            <a:cxnSpLocks noChangeShapeType="1"/>
            <a:stCxn id="23557" idx="4"/>
            <a:endCxn id="23558" idx="0"/>
          </p:cNvCxnSpPr>
          <p:nvPr/>
        </p:nvCxnSpPr>
        <p:spPr bwMode="auto">
          <a:xfrm>
            <a:off x="1803400" y="1373188"/>
            <a:ext cx="0" cy="9921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3574" name="Oval 21">
            <a:extLst>
              <a:ext uri="{FF2B5EF4-FFF2-40B4-BE49-F238E27FC236}">
                <a16:creationId xmlns:a16="http://schemas.microsoft.com/office/drawing/2014/main" id="{81839EFF-5337-168C-F41B-9EA7D28C2D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68575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23575" name="AutoShape 22">
            <a:extLst>
              <a:ext uri="{FF2B5EF4-FFF2-40B4-BE49-F238E27FC236}">
                <a16:creationId xmlns:a16="http://schemas.microsoft.com/office/drawing/2014/main" id="{6B205DFC-908B-D4A3-B664-0AA5BB3E75D0}"/>
              </a:ext>
            </a:extLst>
          </p:cNvPr>
          <p:cNvCxnSpPr>
            <a:cxnSpLocks noChangeShapeType="1"/>
            <a:stCxn id="23558" idx="6"/>
            <a:endCxn id="23574" idx="2"/>
          </p:cNvCxnSpPr>
          <p:nvPr/>
        </p:nvCxnSpPr>
        <p:spPr bwMode="auto">
          <a:xfrm>
            <a:off x="1955800" y="2517775"/>
            <a:ext cx="612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3576" name="AutoShape 23">
            <a:extLst>
              <a:ext uri="{FF2B5EF4-FFF2-40B4-BE49-F238E27FC236}">
                <a16:creationId xmlns:a16="http://schemas.microsoft.com/office/drawing/2014/main" id="{2AAD12D7-14B4-E8EE-E369-35C67B536826}"/>
              </a:ext>
            </a:extLst>
          </p:cNvPr>
          <p:cNvCxnSpPr>
            <a:cxnSpLocks noChangeShapeType="1"/>
            <a:stCxn id="23577" idx="7"/>
            <a:endCxn id="23574" idx="3"/>
          </p:cNvCxnSpPr>
          <p:nvPr/>
        </p:nvCxnSpPr>
        <p:spPr bwMode="auto">
          <a:xfrm flipV="1">
            <a:off x="1914525" y="2625725"/>
            <a:ext cx="698500" cy="549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3577" name="Oval 24">
            <a:extLst>
              <a:ext uri="{FF2B5EF4-FFF2-40B4-BE49-F238E27FC236}">
                <a16:creationId xmlns:a16="http://schemas.microsoft.com/office/drawing/2014/main" id="{8FEC0731-DBB8-952D-9797-CCDB9621F4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4175" y="313055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I</a:t>
            </a:r>
          </a:p>
        </p:txBody>
      </p:sp>
      <p:cxnSp>
        <p:nvCxnSpPr>
          <p:cNvPr id="23578" name="AutoShape 25">
            <a:extLst>
              <a:ext uri="{FF2B5EF4-FFF2-40B4-BE49-F238E27FC236}">
                <a16:creationId xmlns:a16="http://schemas.microsoft.com/office/drawing/2014/main" id="{BA220416-790A-9216-A9C3-2346642DDD3C}"/>
              </a:ext>
            </a:extLst>
          </p:cNvPr>
          <p:cNvCxnSpPr>
            <a:cxnSpLocks noChangeShapeType="1"/>
            <a:stCxn id="23577" idx="0"/>
            <a:endCxn id="23558" idx="4"/>
          </p:cNvCxnSpPr>
          <p:nvPr/>
        </p:nvCxnSpPr>
        <p:spPr bwMode="auto">
          <a:xfrm flipH="1" flipV="1">
            <a:off x="1803400" y="2670175"/>
            <a:ext cx="3175" cy="460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3579" name="Text Box 26">
            <a:extLst>
              <a:ext uri="{FF2B5EF4-FFF2-40B4-BE49-F238E27FC236}">
                <a16:creationId xmlns:a16="http://schemas.microsoft.com/office/drawing/2014/main" id="{9ACD3C93-185A-5E58-566B-74B4DFE11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0213" y="4843463"/>
            <a:ext cx="3187700" cy="1909762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A-F  A-G</a:t>
            </a: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23580" name="Text Box 31">
            <a:extLst>
              <a:ext uri="{FF2B5EF4-FFF2-40B4-BE49-F238E27FC236}">
                <a16:creationId xmlns:a16="http://schemas.microsoft.com/office/drawing/2014/main" id="{F553C6F7-D72E-E449-9BBD-C3DAC9475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6316663"/>
            <a:ext cx="23034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en-US"/>
              <a:t>Function call stack:</a:t>
            </a:r>
          </a:p>
        </p:txBody>
      </p:sp>
      <p:sp>
        <p:nvSpPr>
          <p:cNvPr id="23581" name="AutoShape 32">
            <a:extLst>
              <a:ext uri="{FF2B5EF4-FFF2-40B4-BE49-F238E27FC236}">
                <a16:creationId xmlns:a16="http://schemas.microsoft.com/office/drawing/2014/main" id="{609EA6DD-C8EA-808E-90BA-B975C5F1A0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07188" y="6169025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3582" name="Text Box 33">
            <a:extLst>
              <a:ext uri="{FF2B5EF4-FFF2-40B4-BE49-F238E27FC236}">
                <a16:creationId xmlns:a16="http://schemas.microsoft.com/office/drawing/2014/main" id="{60B17D3F-BC10-7463-7C1E-3976D90AD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949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b="1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dfs(F)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F-E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23583" name="AutoShape 34">
            <a:extLst>
              <a:ext uri="{FF2B5EF4-FFF2-40B4-BE49-F238E27FC236}">
                <a16:creationId xmlns:a16="http://schemas.microsoft.com/office/drawing/2014/main" id="{2C5DFE28-0B8C-5840-C9E1-4194087DA6C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08813" y="5281613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3584" name="Text Box 35">
            <a:extLst>
              <a:ext uri="{FF2B5EF4-FFF2-40B4-BE49-F238E27FC236}">
                <a16:creationId xmlns:a16="http://schemas.microsoft.com/office/drawing/2014/main" id="{D09AE8B3-EDCA-7FBF-0BA8-17D847A7DB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9100" y="3060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dfs(E)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E-C  E-D  E-G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23585" name="AutoShape 36">
            <a:extLst>
              <a:ext uri="{FF2B5EF4-FFF2-40B4-BE49-F238E27FC236}">
                <a16:creationId xmlns:a16="http://schemas.microsoft.com/office/drawing/2014/main" id="{D61C762C-0AA0-C99B-13C6-20CA00F651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35725" y="4381500"/>
            <a:ext cx="274638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3586" name="Text Box 37">
            <a:extLst>
              <a:ext uri="{FF2B5EF4-FFF2-40B4-BE49-F238E27FC236}">
                <a16:creationId xmlns:a16="http://schemas.microsoft.com/office/drawing/2014/main" id="{82CC161C-0CFF-6CD6-F78C-99C7BD12A6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21336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dfs(C)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C-A  C-D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23587" name="AutoShape 38">
            <a:extLst>
              <a:ext uri="{FF2B5EF4-FFF2-40B4-BE49-F238E27FC236}">
                <a16:creationId xmlns:a16="http://schemas.microsoft.com/office/drawing/2014/main" id="{756F84CF-01FE-806F-FA33-56250990D69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77138" y="3455988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2">
            <a:extLst>
              <a:ext uri="{FF2B5EF4-FFF2-40B4-BE49-F238E27FC236}">
                <a16:creationId xmlns:a16="http://schemas.microsoft.com/office/drawing/2014/main" id="{28F40261-9174-2B12-DE01-ED05FA7418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fld id="{C12D9EB6-F194-4455-ABFE-F57B48413693}" type="slidenum">
              <a:rPr lang="en-US" altLang="en-US"/>
              <a:pPr algn="r"/>
              <a:t>11</a:t>
            </a:fld>
            <a:endParaRPr lang="en-US" altLang="en-US" sz="140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B6908798-AD5F-C8B6-0BF2-4E96931C41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Directed Depth First Search</a:t>
            </a:r>
          </a:p>
        </p:txBody>
      </p:sp>
      <p:sp>
        <p:nvSpPr>
          <p:cNvPr id="25604" name="Oval 3">
            <a:extLst>
              <a:ext uri="{FF2B5EF4-FFF2-40B4-BE49-F238E27FC236}">
                <a16:creationId xmlns:a16="http://schemas.microsoft.com/office/drawing/2014/main" id="{8F1D5D82-53FA-7975-8AB9-34BBC511F7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200" y="4457700"/>
            <a:ext cx="304800" cy="304800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25605" name="Oval 4">
            <a:extLst>
              <a:ext uri="{FF2B5EF4-FFF2-40B4-BE49-F238E27FC236}">
                <a16:creationId xmlns:a16="http://schemas.microsoft.com/office/drawing/2014/main" id="{617A3500-26A0-0846-79A5-856D54D8FC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1066800"/>
            <a:ext cx="304800" cy="306388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25606" name="Oval 5">
            <a:extLst>
              <a:ext uri="{FF2B5EF4-FFF2-40B4-BE49-F238E27FC236}">
                <a16:creationId xmlns:a16="http://schemas.microsoft.com/office/drawing/2014/main" id="{ABE27ED6-D262-2F69-6D57-1F8B46C749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25607" name="AutoShape 6">
            <a:extLst>
              <a:ext uri="{FF2B5EF4-FFF2-40B4-BE49-F238E27FC236}">
                <a16:creationId xmlns:a16="http://schemas.microsoft.com/office/drawing/2014/main" id="{24B05210-7A5B-34BE-FB81-AA614F7EC213}"/>
              </a:ext>
            </a:extLst>
          </p:cNvPr>
          <p:cNvCxnSpPr>
            <a:cxnSpLocks noChangeShapeType="1"/>
            <a:stCxn id="25604" idx="0"/>
            <a:endCxn id="25605" idx="3"/>
          </p:cNvCxnSpPr>
          <p:nvPr/>
        </p:nvCxnSpPr>
        <p:spPr bwMode="auto">
          <a:xfrm flipV="1">
            <a:off x="736600" y="1328738"/>
            <a:ext cx="958850" cy="31289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5608" name="Oval 7">
            <a:extLst>
              <a:ext uri="{FF2B5EF4-FFF2-40B4-BE49-F238E27FC236}">
                <a16:creationId xmlns:a16="http://schemas.microsoft.com/office/drawing/2014/main" id="{E8E3185E-3B06-1C2A-8B8B-A83FD5AB3C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24161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C</a:t>
            </a:r>
          </a:p>
        </p:txBody>
      </p:sp>
      <p:cxnSp>
        <p:nvCxnSpPr>
          <p:cNvPr id="25609" name="AutoShape 8">
            <a:extLst>
              <a:ext uri="{FF2B5EF4-FFF2-40B4-BE49-F238E27FC236}">
                <a16:creationId xmlns:a16="http://schemas.microsoft.com/office/drawing/2014/main" id="{7D6DF453-CD07-0F6F-C4B6-ECA65E8B573C}"/>
              </a:ext>
            </a:extLst>
          </p:cNvPr>
          <p:cNvCxnSpPr>
            <a:cxnSpLocks noChangeShapeType="1"/>
            <a:stCxn id="25605" idx="5"/>
            <a:endCxn id="25608" idx="1"/>
          </p:cNvCxnSpPr>
          <p:nvPr/>
        </p:nvCxnSpPr>
        <p:spPr bwMode="auto">
          <a:xfrm>
            <a:off x="1911350" y="1328738"/>
            <a:ext cx="1828800" cy="1131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5610" name="Oval 9">
            <a:extLst>
              <a:ext uri="{FF2B5EF4-FFF2-40B4-BE49-F238E27FC236}">
                <a16:creationId xmlns:a16="http://schemas.microsoft.com/office/drawing/2014/main" id="{CD7E3D71-A1DA-7468-8A19-5E8C346B26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40300" y="24288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25611" name="AutoShape 10">
            <a:extLst>
              <a:ext uri="{FF2B5EF4-FFF2-40B4-BE49-F238E27FC236}">
                <a16:creationId xmlns:a16="http://schemas.microsoft.com/office/drawing/2014/main" id="{3C5E838A-BF3B-BF96-59AF-F730BBC94863}"/>
              </a:ext>
            </a:extLst>
          </p:cNvPr>
          <p:cNvCxnSpPr>
            <a:cxnSpLocks noChangeShapeType="1"/>
            <a:stCxn id="25605" idx="6"/>
            <a:endCxn id="25610" idx="1"/>
          </p:cNvCxnSpPr>
          <p:nvPr/>
        </p:nvCxnSpPr>
        <p:spPr bwMode="auto">
          <a:xfrm>
            <a:off x="1955800" y="1220788"/>
            <a:ext cx="3028950" cy="12525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5612" name="Oval 11">
            <a:extLst>
              <a:ext uri="{FF2B5EF4-FFF2-40B4-BE49-F238E27FC236}">
                <a16:creationId xmlns:a16="http://schemas.microsoft.com/office/drawing/2014/main" id="{3D6E0FC5-10A4-3D9A-6275-5DC70FC4C0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00300" y="35433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25613" name="Oval 12">
            <a:extLst>
              <a:ext uri="{FF2B5EF4-FFF2-40B4-BE49-F238E27FC236}">
                <a16:creationId xmlns:a16="http://schemas.microsoft.com/office/drawing/2014/main" id="{30DA07BD-86AA-E24F-1C36-13B57B52EB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4343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25614" name="AutoShape 13">
            <a:extLst>
              <a:ext uri="{FF2B5EF4-FFF2-40B4-BE49-F238E27FC236}">
                <a16:creationId xmlns:a16="http://schemas.microsoft.com/office/drawing/2014/main" id="{BD55F701-9546-7638-D32C-1F7B22C06A08}"/>
              </a:ext>
            </a:extLst>
          </p:cNvPr>
          <p:cNvCxnSpPr>
            <a:cxnSpLocks noChangeShapeType="1"/>
            <a:stCxn id="25613" idx="2"/>
            <a:endCxn id="25612" idx="5"/>
          </p:cNvCxnSpPr>
          <p:nvPr/>
        </p:nvCxnSpPr>
        <p:spPr bwMode="auto">
          <a:xfrm flipH="1" flipV="1">
            <a:off x="2660650" y="3803650"/>
            <a:ext cx="1035050" cy="692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5615" name="AutoShape 14">
            <a:extLst>
              <a:ext uri="{FF2B5EF4-FFF2-40B4-BE49-F238E27FC236}">
                <a16:creationId xmlns:a16="http://schemas.microsoft.com/office/drawing/2014/main" id="{16F7E7A5-48D8-63B1-98DC-7259B136F5D4}"/>
              </a:ext>
            </a:extLst>
          </p:cNvPr>
          <p:cNvCxnSpPr>
            <a:cxnSpLocks noChangeShapeType="1"/>
            <a:stCxn id="25613" idx="3"/>
            <a:endCxn id="25604" idx="6"/>
          </p:cNvCxnSpPr>
          <p:nvPr/>
        </p:nvCxnSpPr>
        <p:spPr bwMode="auto">
          <a:xfrm flipH="1">
            <a:off x="889000" y="4603750"/>
            <a:ext cx="2851150" cy="6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5616" name="AutoShape 15">
            <a:extLst>
              <a:ext uri="{FF2B5EF4-FFF2-40B4-BE49-F238E27FC236}">
                <a16:creationId xmlns:a16="http://schemas.microsoft.com/office/drawing/2014/main" id="{7D6AF005-A66C-603A-8F1F-09E044D8A46F}"/>
              </a:ext>
            </a:extLst>
          </p:cNvPr>
          <p:cNvCxnSpPr>
            <a:cxnSpLocks noChangeShapeType="1"/>
            <a:stCxn id="25604" idx="7"/>
            <a:endCxn id="25612" idx="3"/>
          </p:cNvCxnSpPr>
          <p:nvPr/>
        </p:nvCxnSpPr>
        <p:spPr bwMode="auto">
          <a:xfrm flipV="1">
            <a:off x="844550" y="3803650"/>
            <a:ext cx="1600200" cy="698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5617" name="AutoShape 16">
            <a:extLst>
              <a:ext uri="{FF2B5EF4-FFF2-40B4-BE49-F238E27FC236}">
                <a16:creationId xmlns:a16="http://schemas.microsoft.com/office/drawing/2014/main" id="{CCE7767D-E1B3-109D-895C-549B22F739BC}"/>
              </a:ext>
            </a:extLst>
          </p:cNvPr>
          <p:cNvCxnSpPr>
            <a:cxnSpLocks noChangeShapeType="1"/>
            <a:stCxn id="25613" idx="7"/>
            <a:endCxn id="25610" idx="3"/>
          </p:cNvCxnSpPr>
          <p:nvPr/>
        </p:nvCxnSpPr>
        <p:spPr bwMode="auto">
          <a:xfrm flipV="1">
            <a:off x="3956050" y="2689225"/>
            <a:ext cx="1028700" cy="1698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5618" name="AutoShape 17">
            <a:extLst>
              <a:ext uri="{FF2B5EF4-FFF2-40B4-BE49-F238E27FC236}">
                <a16:creationId xmlns:a16="http://schemas.microsoft.com/office/drawing/2014/main" id="{39D40DE0-C0C8-EF6D-BD98-16A9FC9D6E1F}"/>
              </a:ext>
            </a:extLst>
          </p:cNvPr>
          <p:cNvCxnSpPr>
            <a:cxnSpLocks noChangeShapeType="1"/>
            <a:stCxn id="25613" idx="0"/>
            <a:endCxn id="25608" idx="4"/>
          </p:cNvCxnSpPr>
          <p:nvPr/>
        </p:nvCxnSpPr>
        <p:spPr bwMode="auto">
          <a:xfrm flipV="1">
            <a:off x="3848100" y="2720975"/>
            <a:ext cx="0" cy="162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5619" name="AutoShape 18">
            <a:extLst>
              <a:ext uri="{FF2B5EF4-FFF2-40B4-BE49-F238E27FC236}">
                <a16:creationId xmlns:a16="http://schemas.microsoft.com/office/drawing/2014/main" id="{209D9F7E-FBF1-5C39-C9FC-B7004632185D}"/>
              </a:ext>
            </a:extLst>
          </p:cNvPr>
          <p:cNvCxnSpPr>
            <a:cxnSpLocks noChangeShapeType="1"/>
            <a:stCxn id="25608" idx="3"/>
            <a:endCxn id="25612" idx="7"/>
          </p:cNvCxnSpPr>
          <p:nvPr/>
        </p:nvCxnSpPr>
        <p:spPr bwMode="auto">
          <a:xfrm flipH="1">
            <a:off x="2660650" y="2676525"/>
            <a:ext cx="1079500" cy="911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5620" name="AutoShape 19">
            <a:extLst>
              <a:ext uri="{FF2B5EF4-FFF2-40B4-BE49-F238E27FC236}">
                <a16:creationId xmlns:a16="http://schemas.microsoft.com/office/drawing/2014/main" id="{D5B29B99-1805-8A0C-61ED-B3FE114EEA36}"/>
              </a:ext>
            </a:extLst>
          </p:cNvPr>
          <p:cNvCxnSpPr>
            <a:cxnSpLocks noChangeShapeType="1"/>
            <a:stCxn id="25612" idx="0"/>
            <a:endCxn id="25608" idx="2"/>
          </p:cNvCxnSpPr>
          <p:nvPr/>
        </p:nvCxnSpPr>
        <p:spPr bwMode="auto">
          <a:xfrm flipV="1">
            <a:off x="2552700" y="2568575"/>
            <a:ext cx="1143000" cy="974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5621" name="AutoShape 20">
            <a:extLst>
              <a:ext uri="{FF2B5EF4-FFF2-40B4-BE49-F238E27FC236}">
                <a16:creationId xmlns:a16="http://schemas.microsoft.com/office/drawing/2014/main" id="{53381361-D1C9-DFF9-7833-001CDE8B6ED8}"/>
              </a:ext>
            </a:extLst>
          </p:cNvPr>
          <p:cNvCxnSpPr>
            <a:cxnSpLocks noChangeShapeType="1"/>
            <a:stCxn id="25605" idx="4"/>
            <a:endCxn id="25606" idx="0"/>
          </p:cNvCxnSpPr>
          <p:nvPr/>
        </p:nvCxnSpPr>
        <p:spPr bwMode="auto">
          <a:xfrm>
            <a:off x="1803400" y="1373188"/>
            <a:ext cx="0" cy="9921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5622" name="Oval 21">
            <a:extLst>
              <a:ext uri="{FF2B5EF4-FFF2-40B4-BE49-F238E27FC236}">
                <a16:creationId xmlns:a16="http://schemas.microsoft.com/office/drawing/2014/main" id="{9120F314-C70D-130C-133D-0181F28638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68575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25623" name="AutoShape 22">
            <a:extLst>
              <a:ext uri="{FF2B5EF4-FFF2-40B4-BE49-F238E27FC236}">
                <a16:creationId xmlns:a16="http://schemas.microsoft.com/office/drawing/2014/main" id="{97E6C915-43FD-951F-07EC-DC1793674806}"/>
              </a:ext>
            </a:extLst>
          </p:cNvPr>
          <p:cNvCxnSpPr>
            <a:cxnSpLocks noChangeShapeType="1"/>
            <a:stCxn id="25606" idx="6"/>
            <a:endCxn id="25622" idx="2"/>
          </p:cNvCxnSpPr>
          <p:nvPr/>
        </p:nvCxnSpPr>
        <p:spPr bwMode="auto">
          <a:xfrm>
            <a:off x="1955800" y="2517775"/>
            <a:ext cx="612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5624" name="AutoShape 23">
            <a:extLst>
              <a:ext uri="{FF2B5EF4-FFF2-40B4-BE49-F238E27FC236}">
                <a16:creationId xmlns:a16="http://schemas.microsoft.com/office/drawing/2014/main" id="{415B3083-360E-BEA5-903B-122E2E76ABA2}"/>
              </a:ext>
            </a:extLst>
          </p:cNvPr>
          <p:cNvCxnSpPr>
            <a:cxnSpLocks noChangeShapeType="1"/>
            <a:stCxn id="25625" idx="7"/>
            <a:endCxn id="25622" idx="3"/>
          </p:cNvCxnSpPr>
          <p:nvPr/>
        </p:nvCxnSpPr>
        <p:spPr bwMode="auto">
          <a:xfrm flipV="1">
            <a:off x="1914525" y="2625725"/>
            <a:ext cx="698500" cy="549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5625" name="Oval 24">
            <a:extLst>
              <a:ext uri="{FF2B5EF4-FFF2-40B4-BE49-F238E27FC236}">
                <a16:creationId xmlns:a16="http://schemas.microsoft.com/office/drawing/2014/main" id="{3F0617C4-0D59-18E4-7558-00FA6A2D12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4175" y="313055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I</a:t>
            </a:r>
          </a:p>
        </p:txBody>
      </p:sp>
      <p:cxnSp>
        <p:nvCxnSpPr>
          <p:cNvPr id="25626" name="AutoShape 25">
            <a:extLst>
              <a:ext uri="{FF2B5EF4-FFF2-40B4-BE49-F238E27FC236}">
                <a16:creationId xmlns:a16="http://schemas.microsoft.com/office/drawing/2014/main" id="{5D7E85DA-A330-F077-1925-E01BBFEB8931}"/>
              </a:ext>
            </a:extLst>
          </p:cNvPr>
          <p:cNvCxnSpPr>
            <a:cxnSpLocks noChangeShapeType="1"/>
            <a:stCxn id="25625" idx="0"/>
            <a:endCxn id="25606" idx="4"/>
          </p:cNvCxnSpPr>
          <p:nvPr/>
        </p:nvCxnSpPr>
        <p:spPr bwMode="auto">
          <a:xfrm flipH="1" flipV="1">
            <a:off x="1803400" y="2670175"/>
            <a:ext cx="3175" cy="460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5627" name="Text Box 26">
            <a:extLst>
              <a:ext uri="{FF2B5EF4-FFF2-40B4-BE49-F238E27FC236}">
                <a16:creationId xmlns:a16="http://schemas.microsoft.com/office/drawing/2014/main" id="{1735EA38-11C1-F12F-A370-E9668078B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0213" y="4843463"/>
            <a:ext cx="3187700" cy="1909762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A-F  A-G</a:t>
            </a: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25628" name="Text Box 31">
            <a:extLst>
              <a:ext uri="{FF2B5EF4-FFF2-40B4-BE49-F238E27FC236}">
                <a16:creationId xmlns:a16="http://schemas.microsoft.com/office/drawing/2014/main" id="{6B74037B-7D51-ECE3-D5A1-A90B49281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6316663"/>
            <a:ext cx="23034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en-US"/>
              <a:t>Function call stack:</a:t>
            </a:r>
          </a:p>
        </p:txBody>
      </p:sp>
      <p:sp>
        <p:nvSpPr>
          <p:cNvPr id="25629" name="AutoShape 32">
            <a:extLst>
              <a:ext uri="{FF2B5EF4-FFF2-40B4-BE49-F238E27FC236}">
                <a16:creationId xmlns:a16="http://schemas.microsoft.com/office/drawing/2014/main" id="{241CB26D-E99D-FADD-CB99-A57B8796F4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07188" y="6169025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5630" name="Text Box 33">
            <a:extLst>
              <a:ext uri="{FF2B5EF4-FFF2-40B4-BE49-F238E27FC236}">
                <a16:creationId xmlns:a16="http://schemas.microsoft.com/office/drawing/2014/main" id="{D54BCA0F-86E9-073E-F193-43CE1B1B70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949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b="1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dfs(F)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F-E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25631" name="AutoShape 34">
            <a:extLst>
              <a:ext uri="{FF2B5EF4-FFF2-40B4-BE49-F238E27FC236}">
                <a16:creationId xmlns:a16="http://schemas.microsoft.com/office/drawing/2014/main" id="{233BC288-98C8-9C9E-8131-A4F4012867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08813" y="5281613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5632" name="Text Box 35">
            <a:extLst>
              <a:ext uri="{FF2B5EF4-FFF2-40B4-BE49-F238E27FC236}">
                <a16:creationId xmlns:a16="http://schemas.microsoft.com/office/drawing/2014/main" id="{AB2E76C6-45C7-2054-4EE3-1AB352BE59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9100" y="3060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dfs(E)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E-C  E-D  E-G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25633" name="AutoShape 36">
            <a:extLst>
              <a:ext uri="{FF2B5EF4-FFF2-40B4-BE49-F238E27FC236}">
                <a16:creationId xmlns:a16="http://schemas.microsoft.com/office/drawing/2014/main" id="{B4A430E1-897C-8298-EC0E-7CF509EA92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69125" y="4381500"/>
            <a:ext cx="274638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476199" name="AutoShape 39">
            <a:extLst>
              <a:ext uri="{FF2B5EF4-FFF2-40B4-BE49-F238E27FC236}">
                <a16:creationId xmlns:a16="http://schemas.microsoft.com/office/drawing/2014/main" id="{40C105AD-3A7F-8909-E3EE-F75AF7088ECC}"/>
              </a:ext>
            </a:extLst>
          </p:cNvPr>
          <p:cNvCxnSpPr>
            <a:cxnSpLocks noChangeShapeType="1"/>
            <a:stCxn id="25612" idx="5"/>
            <a:endCxn id="25613" idx="2"/>
          </p:cNvCxnSpPr>
          <p:nvPr/>
        </p:nvCxnSpPr>
        <p:spPr bwMode="auto">
          <a:xfrm>
            <a:off x="2660650" y="3803650"/>
            <a:ext cx="1035050" cy="692150"/>
          </a:xfrm>
          <a:prstGeom prst="straightConnector1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76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2">
            <a:extLst>
              <a:ext uri="{FF2B5EF4-FFF2-40B4-BE49-F238E27FC236}">
                <a16:creationId xmlns:a16="http://schemas.microsoft.com/office/drawing/2014/main" id="{8DAEEFAD-7352-1447-22FD-1E82855830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fld id="{2D367A0B-241F-44D7-8365-BFF6BEBC529A}" type="slidenum">
              <a:rPr lang="en-US" altLang="en-US"/>
              <a:pPr algn="r"/>
              <a:t>12</a:t>
            </a:fld>
            <a:endParaRPr lang="en-US" altLang="en-US" sz="140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6800D6A3-3CE4-528A-F4B6-0CDC41C2C8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Directed Depth First Search</a:t>
            </a:r>
          </a:p>
        </p:txBody>
      </p:sp>
      <p:sp>
        <p:nvSpPr>
          <p:cNvPr id="27652" name="Oval 3">
            <a:extLst>
              <a:ext uri="{FF2B5EF4-FFF2-40B4-BE49-F238E27FC236}">
                <a16:creationId xmlns:a16="http://schemas.microsoft.com/office/drawing/2014/main" id="{3A801BD6-45FB-7E16-3E50-872D5ACD71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200" y="4457700"/>
            <a:ext cx="304800" cy="304800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27653" name="Oval 4">
            <a:extLst>
              <a:ext uri="{FF2B5EF4-FFF2-40B4-BE49-F238E27FC236}">
                <a16:creationId xmlns:a16="http://schemas.microsoft.com/office/drawing/2014/main" id="{3626821D-36B5-5639-71D1-C9658795A8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1066800"/>
            <a:ext cx="304800" cy="306388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27654" name="Oval 5">
            <a:extLst>
              <a:ext uri="{FF2B5EF4-FFF2-40B4-BE49-F238E27FC236}">
                <a16:creationId xmlns:a16="http://schemas.microsoft.com/office/drawing/2014/main" id="{6D4E1197-B2DB-C1F2-822D-79D30A3EF9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27655" name="AutoShape 6">
            <a:extLst>
              <a:ext uri="{FF2B5EF4-FFF2-40B4-BE49-F238E27FC236}">
                <a16:creationId xmlns:a16="http://schemas.microsoft.com/office/drawing/2014/main" id="{9A09F212-DF02-F8DB-A295-1203B8CDD7A2}"/>
              </a:ext>
            </a:extLst>
          </p:cNvPr>
          <p:cNvCxnSpPr>
            <a:cxnSpLocks noChangeShapeType="1"/>
            <a:stCxn id="27652" idx="0"/>
            <a:endCxn id="27653" idx="3"/>
          </p:cNvCxnSpPr>
          <p:nvPr/>
        </p:nvCxnSpPr>
        <p:spPr bwMode="auto">
          <a:xfrm flipV="1">
            <a:off x="736600" y="1328738"/>
            <a:ext cx="958850" cy="31289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7656" name="Oval 7">
            <a:extLst>
              <a:ext uri="{FF2B5EF4-FFF2-40B4-BE49-F238E27FC236}">
                <a16:creationId xmlns:a16="http://schemas.microsoft.com/office/drawing/2014/main" id="{F2D0DC3C-4B40-8E3F-BDE2-5360E3499E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24161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C</a:t>
            </a:r>
          </a:p>
        </p:txBody>
      </p:sp>
      <p:cxnSp>
        <p:nvCxnSpPr>
          <p:cNvPr id="27657" name="AutoShape 8">
            <a:extLst>
              <a:ext uri="{FF2B5EF4-FFF2-40B4-BE49-F238E27FC236}">
                <a16:creationId xmlns:a16="http://schemas.microsoft.com/office/drawing/2014/main" id="{90A287E8-21CF-C08A-4432-E6F4A5C0FFF4}"/>
              </a:ext>
            </a:extLst>
          </p:cNvPr>
          <p:cNvCxnSpPr>
            <a:cxnSpLocks noChangeShapeType="1"/>
            <a:stCxn id="27653" idx="5"/>
            <a:endCxn id="27656" idx="1"/>
          </p:cNvCxnSpPr>
          <p:nvPr/>
        </p:nvCxnSpPr>
        <p:spPr bwMode="auto">
          <a:xfrm>
            <a:off x="1911350" y="1328738"/>
            <a:ext cx="1828800" cy="1131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7658" name="Oval 9">
            <a:extLst>
              <a:ext uri="{FF2B5EF4-FFF2-40B4-BE49-F238E27FC236}">
                <a16:creationId xmlns:a16="http://schemas.microsoft.com/office/drawing/2014/main" id="{2A0F2488-FF92-C027-EDF8-C117724748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40300" y="24288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27659" name="AutoShape 10">
            <a:extLst>
              <a:ext uri="{FF2B5EF4-FFF2-40B4-BE49-F238E27FC236}">
                <a16:creationId xmlns:a16="http://schemas.microsoft.com/office/drawing/2014/main" id="{8476B86F-9AA0-4A94-76C7-D76BF30FB526}"/>
              </a:ext>
            </a:extLst>
          </p:cNvPr>
          <p:cNvCxnSpPr>
            <a:cxnSpLocks noChangeShapeType="1"/>
            <a:stCxn id="27653" idx="6"/>
            <a:endCxn id="27658" idx="1"/>
          </p:cNvCxnSpPr>
          <p:nvPr/>
        </p:nvCxnSpPr>
        <p:spPr bwMode="auto">
          <a:xfrm>
            <a:off x="1955800" y="1220788"/>
            <a:ext cx="3028950" cy="12525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7660" name="Oval 11">
            <a:extLst>
              <a:ext uri="{FF2B5EF4-FFF2-40B4-BE49-F238E27FC236}">
                <a16:creationId xmlns:a16="http://schemas.microsoft.com/office/drawing/2014/main" id="{065D03A2-8B03-B86A-EDC1-2DB620EB8E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00300" y="35433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27661" name="Oval 12">
            <a:extLst>
              <a:ext uri="{FF2B5EF4-FFF2-40B4-BE49-F238E27FC236}">
                <a16:creationId xmlns:a16="http://schemas.microsoft.com/office/drawing/2014/main" id="{529C8A4B-AA1D-AF3A-4FD9-F4F59EFE5A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4343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27662" name="AutoShape 13">
            <a:extLst>
              <a:ext uri="{FF2B5EF4-FFF2-40B4-BE49-F238E27FC236}">
                <a16:creationId xmlns:a16="http://schemas.microsoft.com/office/drawing/2014/main" id="{A0EC51A6-6944-654C-54E6-EEF61C6E150B}"/>
              </a:ext>
            </a:extLst>
          </p:cNvPr>
          <p:cNvCxnSpPr>
            <a:cxnSpLocks noChangeShapeType="1"/>
            <a:stCxn id="27661" idx="2"/>
            <a:endCxn id="27660" idx="5"/>
          </p:cNvCxnSpPr>
          <p:nvPr/>
        </p:nvCxnSpPr>
        <p:spPr bwMode="auto">
          <a:xfrm flipH="1" flipV="1">
            <a:off x="2660650" y="3803650"/>
            <a:ext cx="1035050" cy="692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7663" name="AutoShape 14">
            <a:extLst>
              <a:ext uri="{FF2B5EF4-FFF2-40B4-BE49-F238E27FC236}">
                <a16:creationId xmlns:a16="http://schemas.microsoft.com/office/drawing/2014/main" id="{4243509F-DA8B-9BD6-F27B-5DBF8D70A29F}"/>
              </a:ext>
            </a:extLst>
          </p:cNvPr>
          <p:cNvCxnSpPr>
            <a:cxnSpLocks noChangeShapeType="1"/>
            <a:stCxn id="27661" idx="3"/>
            <a:endCxn id="27652" idx="6"/>
          </p:cNvCxnSpPr>
          <p:nvPr/>
        </p:nvCxnSpPr>
        <p:spPr bwMode="auto">
          <a:xfrm flipH="1">
            <a:off x="889000" y="4603750"/>
            <a:ext cx="2851150" cy="6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7664" name="AutoShape 15">
            <a:extLst>
              <a:ext uri="{FF2B5EF4-FFF2-40B4-BE49-F238E27FC236}">
                <a16:creationId xmlns:a16="http://schemas.microsoft.com/office/drawing/2014/main" id="{923C10E8-4057-E9C8-66B8-A86B3F1466CA}"/>
              </a:ext>
            </a:extLst>
          </p:cNvPr>
          <p:cNvCxnSpPr>
            <a:cxnSpLocks noChangeShapeType="1"/>
            <a:stCxn id="27652" idx="7"/>
            <a:endCxn id="27660" idx="3"/>
          </p:cNvCxnSpPr>
          <p:nvPr/>
        </p:nvCxnSpPr>
        <p:spPr bwMode="auto">
          <a:xfrm flipV="1">
            <a:off x="844550" y="3803650"/>
            <a:ext cx="1600200" cy="698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7665" name="AutoShape 16">
            <a:extLst>
              <a:ext uri="{FF2B5EF4-FFF2-40B4-BE49-F238E27FC236}">
                <a16:creationId xmlns:a16="http://schemas.microsoft.com/office/drawing/2014/main" id="{326EFB28-E417-3B92-3FCA-46B996FF6C10}"/>
              </a:ext>
            </a:extLst>
          </p:cNvPr>
          <p:cNvCxnSpPr>
            <a:cxnSpLocks noChangeShapeType="1"/>
            <a:stCxn id="27661" idx="7"/>
            <a:endCxn id="27658" idx="3"/>
          </p:cNvCxnSpPr>
          <p:nvPr/>
        </p:nvCxnSpPr>
        <p:spPr bwMode="auto">
          <a:xfrm flipV="1">
            <a:off x="3956050" y="2689225"/>
            <a:ext cx="1028700" cy="1698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7666" name="AutoShape 17">
            <a:extLst>
              <a:ext uri="{FF2B5EF4-FFF2-40B4-BE49-F238E27FC236}">
                <a16:creationId xmlns:a16="http://schemas.microsoft.com/office/drawing/2014/main" id="{F882C0FA-AA91-F5C2-55FB-53EDD46B8476}"/>
              </a:ext>
            </a:extLst>
          </p:cNvPr>
          <p:cNvCxnSpPr>
            <a:cxnSpLocks noChangeShapeType="1"/>
            <a:stCxn id="27661" idx="0"/>
            <a:endCxn id="27656" idx="4"/>
          </p:cNvCxnSpPr>
          <p:nvPr/>
        </p:nvCxnSpPr>
        <p:spPr bwMode="auto">
          <a:xfrm flipV="1">
            <a:off x="3848100" y="2720975"/>
            <a:ext cx="0" cy="162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7667" name="AutoShape 18">
            <a:extLst>
              <a:ext uri="{FF2B5EF4-FFF2-40B4-BE49-F238E27FC236}">
                <a16:creationId xmlns:a16="http://schemas.microsoft.com/office/drawing/2014/main" id="{35D42581-3A40-1C23-0581-72699D4B128B}"/>
              </a:ext>
            </a:extLst>
          </p:cNvPr>
          <p:cNvCxnSpPr>
            <a:cxnSpLocks noChangeShapeType="1"/>
            <a:stCxn id="27656" idx="3"/>
            <a:endCxn id="27660" idx="7"/>
          </p:cNvCxnSpPr>
          <p:nvPr/>
        </p:nvCxnSpPr>
        <p:spPr bwMode="auto">
          <a:xfrm flipH="1">
            <a:off x="2660650" y="2676525"/>
            <a:ext cx="1079500" cy="911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7668" name="AutoShape 19">
            <a:extLst>
              <a:ext uri="{FF2B5EF4-FFF2-40B4-BE49-F238E27FC236}">
                <a16:creationId xmlns:a16="http://schemas.microsoft.com/office/drawing/2014/main" id="{744D110B-F36E-0CF5-4E7F-826BB1BA4F49}"/>
              </a:ext>
            </a:extLst>
          </p:cNvPr>
          <p:cNvCxnSpPr>
            <a:cxnSpLocks noChangeShapeType="1"/>
            <a:stCxn id="27660" idx="0"/>
            <a:endCxn id="27656" idx="2"/>
          </p:cNvCxnSpPr>
          <p:nvPr/>
        </p:nvCxnSpPr>
        <p:spPr bwMode="auto">
          <a:xfrm flipV="1">
            <a:off x="2552700" y="2568575"/>
            <a:ext cx="1143000" cy="974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7669" name="AutoShape 20">
            <a:extLst>
              <a:ext uri="{FF2B5EF4-FFF2-40B4-BE49-F238E27FC236}">
                <a16:creationId xmlns:a16="http://schemas.microsoft.com/office/drawing/2014/main" id="{ED8ECD96-225D-21DD-09CA-601ABFACD336}"/>
              </a:ext>
            </a:extLst>
          </p:cNvPr>
          <p:cNvCxnSpPr>
            <a:cxnSpLocks noChangeShapeType="1"/>
            <a:stCxn id="27653" idx="4"/>
            <a:endCxn id="27654" idx="0"/>
          </p:cNvCxnSpPr>
          <p:nvPr/>
        </p:nvCxnSpPr>
        <p:spPr bwMode="auto">
          <a:xfrm>
            <a:off x="1803400" y="1373188"/>
            <a:ext cx="0" cy="9921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7670" name="Oval 21">
            <a:extLst>
              <a:ext uri="{FF2B5EF4-FFF2-40B4-BE49-F238E27FC236}">
                <a16:creationId xmlns:a16="http://schemas.microsoft.com/office/drawing/2014/main" id="{9607BD7A-025C-8F3E-7E6E-ACB0ABE8B6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68575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27671" name="AutoShape 22">
            <a:extLst>
              <a:ext uri="{FF2B5EF4-FFF2-40B4-BE49-F238E27FC236}">
                <a16:creationId xmlns:a16="http://schemas.microsoft.com/office/drawing/2014/main" id="{8E6F1FC4-4189-F128-B40B-F1F2151FC4FA}"/>
              </a:ext>
            </a:extLst>
          </p:cNvPr>
          <p:cNvCxnSpPr>
            <a:cxnSpLocks noChangeShapeType="1"/>
            <a:stCxn id="27654" idx="6"/>
            <a:endCxn id="27670" idx="2"/>
          </p:cNvCxnSpPr>
          <p:nvPr/>
        </p:nvCxnSpPr>
        <p:spPr bwMode="auto">
          <a:xfrm>
            <a:off x="1955800" y="2517775"/>
            <a:ext cx="612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7672" name="AutoShape 23">
            <a:extLst>
              <a:ext uri="{FF2B5EF4-FFF2-40B4-BE49-F238E27FC236}">
                <a16:creationId xmlns:a16="http://schemas.microsoft.com/office/drawing/2014/main" id="{03BEA408-1DA7-91E9-F948-3066E827002F}"/>
              </a:ext>
            </a:extLst>
          </p:cNvPr>
          <p:cNvCxnSpPr>
            <a:cxnSpLocks noChangeShapeType="1"/>
            <a:stCxn id="27673" idx="7"/>
            <a:endCxn id="27670" idx="3"/>
          </p:cNvCxnSpPr>
          <p:nvPr/>
        </p:nvCxnSpPr>
        <p:spPr bwMode="auto">
          <a:xfrm flipV="1">
            <a:off x="1914525" y="2625725"/>
            <a:ext cx="698500" cy="549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7673" name="Oval 24">
            <a:extLst>
              <a:ext uri="{FF2B5EF4-FFF2-40B4-BE49-F238E27FC236}">
                <a16:creationId xmlns:a16="http://schemas.microsoft.com/office/drawing/2014/main" id="{8AA049D3-90FD-38DD-3115-244ABAFD8F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4175" y="313055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I</a:t>
            </a:r>
          </a:p>
        </p:txBody>
      </p:sp>
      <p:cxnSp>
        <p:nvCxnSpPr>
          <p:cNvPr id="27674" name="AutoShape 25">
            <a:extLst>
              <a:ext uri="{FF2B5EF4-FFF2-40B4-BE49-F238E27FC236}">
                <a16:creationId xmlns:a16="http://schemas.microsoft.com/office/drawing/2014/main" id="{E7E97DF1-E5CA-C13C-110A-41C095D2C46C}"/>
              </a:ext>
            </a:extLst>
          </p:cNvPr>
          <p:cNvCxnSpPr>
            <a:cxnSpLocks noChangeShapeType="1"/>
            <a:stCxn id="27673" idx="0"/>
            <a:endCxn id="27654" idx="4"/>
          </p:cNvCxnSpPr>
          <p:nvPr/>
        </p:nvCxnSpPr>
        <p:spPr bwMode="auto">
          <a:xfrm flipH="1" flipV="1">
            <a:off x="1803400" y="2670175"/>
            <a:ext cx="3175" cy="460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7675" name="Text Box 26">
            <a:extLst>
              <a:ext uri="{FF2B5EF4-FFF2-40B4-BE49-F238E27FC236}">
                <a16:creationId xmlns:a16="http://schemas.microsoft.com/office/drawing/2014/main" id="{BDB4D7D4-9902-3A11-22EE-660000E6CC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0213" y="4843463"/>
            <a:ext cx="3187700" cy="1909762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A-F  A-G</a:t>
            </a: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27676" name="Text Box 31">
            <a:extLst>
              <a:ext uri="{FF2B5EF4-FFF2-40B4-BE49-F238E27FC236}">
                <a16:creationId xmlns:a16="http://schemas.microsoft.com/office/drawing/2014/main" id="{113B98ED-4866-1BD7-A566-AC69DC1401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6316663"/>
            <a:ext cx="23034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en-US"/>
              <a:t>Function call stack:</a:t>
            </a:r>
          </a:p>
        </p:txBody>
      </p:sp>
      <p:sp>
        <p:nvSpPr>
          <p:cNvPr id="27677" name="AutoShape 32">
            <a:extLst>
              <a:ext uri="{FF2B5EF4-FFF2-40B4-BE49-F238E27FC236}">
                <a16:creationId xmlns:a16="http://schemas.microsoft.com/office/drawing/2014/main" id="{D76BED23-C057-149D-7C09-B1C6225FAD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07188" y="6169025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7678" name="Text Box 33">
            <a:extLst>
              <a:ext uri="{FF2B5EF4-FFF2-40B4-BE49-F238E27FC236}">
                <a16:creationId xmlns:a16="http://schemas.microsoft.com/office/drawing/2014/main" id="{801E14F8-8944-CB04-A2C5-88323C667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949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b="1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dfs(F)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F-E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27679" name="AutoShape 34">
            <a:extLst>
              <a:ext uri="{FF2B5EF4-FFF2-40B4-BE49-F238E27FC236}">
                <a16:creationId xmlns:a16="http://schemas.microsoft.com/office/drawing/2014/main" id="{25FF12BA-B2D7-3F71-481E-E3A7F1BD65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08813" y="5281613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7680" name="Text Box 35">
            <a:extLst>
              <a:ext uri="{FF2B5EF4-FFF2-40B4-BE49-F238E27FC236}">
                <a16:creationId xmlns:a16="http://schemas.microsoft.com/office/drawing/2014/main" id="{AED875DD-3D4C-DBDB-F012-A0483E2A75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9100" y="3060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dfs(E)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E-C  E-D  E-G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27681" name="AutoShape 36">
            <a:extLst>
              <a:ext uri="{FF2B5EF4-FFF2-40B4-BE49-F238E27FC236}">
                <a16:creationId xmlns:a16="http://schemas.microsoft.com/office/drawing/2014/main" id="{6DCDEB0C-D49F-CCC9-9490-2458357C3E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51725" y="4381500"/>
            <a:ext cx="274638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477221" name="AutoShape 37">
            <a:extLst>
              <a:ext uri="{FF2B5EF4-FFF2-40B4-BE49-F238E27FC236}">
                <a16:creationId xmlns:a16="http://schemas.microsoft.com/office/drawing/2014/main" id="{6CC79898-10A5-8D72-E9E4-2A2EF0AE955C}"/>
              </a:ext>
            </a:extLst>
          </p:cNvPr>
          <p:cNvCxnSpPr>
            <a:cxnSpLocks noChangeShapeType="1"/>
            <a:stCxn id="27658" idx="3"/>
            <a:endCxn id="27661" idx="7"/>
          </p:cNvCxnSpPr>
          <p:nvPr/>
        </p:nvCxnSpPr>
        <p:spPr bwMode="auto">
          <a:xfrm flipH="1">
            <a:off x="3956050" y="2689225"/>
            <a:ext cx="1028700" cy="1698625"/>
          </a:xfrm>
          <a:prstGeom prst="straightConnector1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77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2">
            <a:extLst>
              <a:ext uri="{FF2B5EF4-FFF2-40B4-BE49-F238E27FC236}">
                <a16:creationId xmlns:a16="http://schemas.microsoft.com/office/drawing/2014/main" id="{93DD548A-2E2C-7416-5574-2D0ABCA306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fld id="{53B28542-6D3E-4872-9463-2406D1C9DEA9}" type="slidenum">
              <a:rPr lang="en-US" altLang="en-US"/>
              <a:pPr algn="r"/>
              <a:t>13</a:t>
            </a:fld>
            <a:endParaRPr lang="en-US" altLang="en-US" sz="1400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3AEBB86E-0FF8-B2DD-FA58-6B2FD95BEC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Directed Depth First Search</a:t>
            </a:r>
          </a:p>
        </p:txBody>
      </p:sp>
      <p:sp>
        <p:nvSpPr>
          <p:cNvPr id="29700" name="Oval 3">
            <a:extLst>
              <a:ext uri="{FF2B5EF4-FFF2-40B4-BE49-F238E27FC236}">
                <a16:creationId xmlns:a16="http://schemas.microsoft.com/office/drawing/2014/main" id="{FF25CEF0-6C7E-5B7E-3A58-3E38F4F8B8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200" y="4457700"/>
            <a:ext cx="304800" cy="304800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29701" name="Oval 4">
            <a:extLst>
              <a:ext uri="{FF2B5EF4-FFF2-40B4-BE49-F238E27FC236}">
                <a16:creationId xmlns:a16="http://schemas.microsoft.com/office/drawing/2014/main" id="{C13227EF-0867-9428-F4C2-60BCD4F702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1066800"/>
            <a:ext cx="304800" cy="306388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29702" name="Oval 5">
            <a:extLst>
              <a:ext uri="{FF2B5EF4-FFF2-40B4-BE49-F238E27FC236}">
                <a16:creationId xmlns:a16="http://schemas.microsoft.com/office/drawing/2014/main" id="{0BBA1318-53FC-6B79-CC78-CE7101CDB1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29703" name="AutoShape 6">
            <a:extLst>
              <a:ext uri="{FF2B5EF4-FFF2-40B4-BE49-F238E27FC236}">
                <a16:creationId xmlns:a16="http://schemas.microsoft.com/office/drawing/2014/main" id="{7C021D3E-1762-001B-9BCF-AEA68DCB11AB}"/>
              </a:ext>
            </a:extLst>
          </p:cNvPr>
          <p:cNvCxnSpPr>
            <a:cxnSpLocks noChangeShapeType="1"/>
            <a:stCxn id="29700" idx="0"/>
            <a:endCxn id="29701" idx="3"/>
          </p:cNvCxnSpPr>
          <p:nvPr/>
        </p:nvCxnSpPr>
        <p:spPr bwMode="auto">
          <a:xfrm flipV="1">
            <a:off x="736600" y="1328738"/>
            <a:ext cx="958850" cy="31289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9704" name="Oval 7">
            <a:extLst>
              <a:ext uri="{FF2B5EF4-FFF2-40B4-BE49-F238E27FC236}">
                <a16:creationId xmlns:a16="http://schemas.microsoft.com/office/drawing/2014/main" id="{7FB0FF92-8990-73A7-C47B-C85857CF01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24161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C</a:t>
            </a:r>
          </a:p>
        </p:txBody>
      </p:sp>
      <p:cxnSp>
        <p:nvCxnSpPr>
          <p:cNvPr id="29705" name="AutoShape 8">
            <a:extLst>
              <a:ext uri="{FF2B5EF4-FFF2-40B4-BE49-F238E27FC236}">
                <a16:creationId xmlns:a16="http://schemas.microsoft.com/office/drawing/2014/main" id="{01BFC105-C006-5E88-925C-A88B8C6BC8AA}"/>
              </a:ext>
            </a:extLst>
          </p:cNvPr>
          <p:cNvCxnSpPr>
            <a:cxnSpLocks noChangeShapeType="1"/>
            <a:stCxn id="29701" idx="5"/>
            <a:endCxn id="29704" idx="1"/>
          </p:cNvCxnSpPr>
          <p:nvPr/>
        </p:nvCxnSpPr>
        <p:spPr bwMode="auto">
          <a:xfrm>
            <a:off x="1911350" y="1328738"/>
            <a:ext cx="1828800" cy="1131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9706" name="Oval 9">
            <a:extLst>
              <a:ext uri="{FF2B5EF4-FFF2-40B4-BE49-F238E27FC236}">
                <a16:creationId xmlns:a16="http://schemas.microsoft.com/office/drawing/2014/main" id="{C126DBEF-4375-BDF3-7740-E21456AE8E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40300" y="2428875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29707" name="AutoShape 10">
            <a:extLst>
              <a:ext uri="{FF2B5EF4-FFF2-40B4-BE49-F238E27FC236}">
                <a16:creationId xmlns:a16="http://schemas.microsoft.com/office/drawing/2014/main" id="{128DEF19-FC50-AF0A-30F8-A2C5F08CA412}"/>
              </a:ext>
            </a:extLst>
          </p:cNvPr>
          <p:cNvCxnSpPr>
            <a:cxnSpLocks noChangeShapeType="1"/>
            <a:stCxn id="29701" idx="6"/>
            <a:endCxn id="29706" idx="1"/>
          </p:cNvCxnSpPr>
          <p:nvPr/>
        </p:nvCxnSpPr>
        <p:spPr bwMode="auto">
          <a:xfrm>
            <a:off x="1955800" y="1220788"/>
            <a:ext cx="3028950" cy="12525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9708" name="Oval 11">
            <a:extLst>
              <a:ext uri="{FF2B5EF4-FFF2-40B4-BE49-F238E27FC236}">
                <a16:creationId xmlns:a16="http://schemas.microsoft.com/office/drawing/2014/main" id="{2AF2147C-9619-918F-58A7-7A59BB390E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00300" y="35433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29709" name="Oval 12">
            <a:extLst>
              <a:ext uri="{FF2B5EF4-FFF2-40B4-BE49-F238E27FC236}">
                <a16:creationId xmlns:a16="http://schemas.microsoft.com/office/drawing/2014/main" id="{619BBB92-9FF5-7E65-5B5F-2ADB6906F0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4343400"/>
            <a:ext cx="304800" cy="304800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29710" name="AutoShape 13">
            <a:extLst>
              <a:ext uri="{FF2B5EF4-FFF2-40B4-BE49-F238E27FC236}">
                <a16:creationId xmlns:a16="http://schemas.microsoft.com/office/drawing/2014/main" id="{6231B686-89A1-8415-DDB8-0476CD3B34BC}"/>
              </a:ext>
            </a:extLst>
          </p:cNvPr>
          <p:cNvCxnSpPr>
            <a:cxnSpLocks noChangeShapeType="1"/>
            <a:stCxn id="29709" idx="2"/>
            <a:endCxn id="29708" idx="5"/>
          </p:cNvCxnSpPr>
          <p:nvPr/>
        </p:nvCxnSpPr>
        <p:spPr bwMode="auto">
          <a:xfrm flipH="1" flipV="1">
            <a:off x="2660650" y="3803650"/>
            <a:ext cx="1035050" cy="692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9711" name="AutoShape 14">
            <a:extLst>
              <a:ext uri="{FF2B5EF4-FFF2-40B4-BE49-F238E27FC236}">
                <a16:creationId xmlns:a16="http://schemas.microsoft.com/office/drawing/2014/main" id="{AF53E867-87DF-6F32-9657-5176BBD9AFCF}"/>
              </a:ext>
            </a:extLst>
          </p:cNvPr>
          <p:cNvCxnSpPr>
            <a:cxnSpLocks noChangeShapeType="1"/>
            <a:stCxn id="29709" idx="3"/>
            <a:endCxn id="29700" idx="6"/>
          </p:cNvCxnSpPr>
          <p:nvPr/>
        </p:nvCxnSpPr>
        <p:spPr bwMode="auto">
          <a:xfrm flipH="1">
            <a:off x="889000" y="4603750"/>
            <a:ext cx="2851150" cy="6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9712" name="AutoShape 15">
            <a:extLst>
              <a:ext uri="{FF2B5EF4-FFF2-40B4-BE49-F238E27FC236}">
                <a16:creationId xmlns:a16="http://schemas.microsoft.com/office/drawing/2014/main" id="{4873B44B-010B-CF34-2B6A-1249B0DDA4BA}"/>
              </a:ext>
            </a:extLst>
          </p:cNvPr>
          <p:cNvCxnSpPr>
            <a:cxnSpLocks noChangeShapeType="1"/>
            <a:stCxn id="29700" idx="7"/>
            <a:endCxn id="29708" idx="3"/>
          </p:cNvCxnSpPr>
          <p:nvPr/>
        </p:nvCxnSpPr>
        <p:spPr bwMode="auto">
          <a:xfrm flipV="1">
            <a:off x="844550" y="3803650"/>
            <a:ext cx="1600200" cy="698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9713" name="AutoShape 16">
            <a:extLst>
              <a:ext uri="{FF2B5EF4-FFF2-40B4-BE49-F238E27FC236}">
                <a16:creationId xmlns:a16="http://schemas.microsoft.com/office/drawing/2014/main" id="{3FC4A04F-6322-DA1C-0EA8-D0C3C35D844D}"/>
              </a:ext>
            </a:extLst>
          </p:cNvPr>
          <p:cNvCxnSpPr>
            <a:cxnSpLocks noChangeShapeType="1"/>
            <a:stCxn id="29709" idx="7"/>
            <a:endCxn id="29706" idx="3"/>
          </p:cNvCxnSpPr>
          <p:nvPr/>
        </p:nvCxnSpPr>
        <p:spPr bwMode="auto">
          <a:xfrm flipV="1">
            <a:off x="3956050" y="2689225"/>
            <a:ext cx="1028700" cy="1698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9714" name="AutoShape 17">
            <a:extLst>
              <a:ext uri="{FF2B5EF4-FFF2-40B4-BE49-F238E27FC236}">
                <a16:creationId xmlns:a16="http://schemas.microsoft.com/office/drawing/2014/main" id="{4171AEE1-EA90-5C86-B6DE-DC3614F6ECCF}"/>
              </a:ext>
            </a:extLst>
          </p:cNvPr>
          <p:cNvCxnSpPr>
            <a:cxnSpLocks noChangeShapeType="1"/>
            <a:stCxn id="29709" idx="0"/>
            <a:endCxn id="29704" idx="4"/>
          </p:cNvCxnSpPr>
          <p:nvPr/>
        </p:nvCxnSpPr>
        <p:spPr bwMode="auto">
          <a:xfrm flipV="1">
            <a:off x="3848100" y="2720975"/>
            <a:ext cx="0" cy="162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9715" name="AutoShape 18">
            <a:extLst>
              <a:ext uri="{FF2B5EF4-FFF2-40B4-BE49-F238E27FC236}">
                <a16:creationId xmlns:a16="http://schemas.microsoft.com/office/drawing/2014/main" id="{6CB2EEDE-D06B-57C1-EDBA-822DA5911247}"/>
              </a:ext>
            </a:extLst>
          </p:cNvPr>
          <p:cNvCxnSpPr>
            <a:cxnSpLocks noChangeShapeType="1"/>
            <a:stCxn id="29704" idx="3"/>
            <a:endCxn id="29708" idx="7"/>
          </p:cNvCxnSpPr>
          <p:nvPr/>
        </p:nvCxnSpPr>
        <p:spPr bwMode="auto">
          <a:xfrm flipH="1">
            <a:off x="2660650" y="2676525"/>
            <a:ext cx="1079500" cy="911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9716" name="AutoShape 19">
            <a:extLst>
              <a:ext uri="{FF2B5EF4-FFF2-40B4-BE49-F238E27FC236}">
                <a16:creationId xmlns:a16="http://schemas.microsoft.com/office/drawing/2014/main" id="{AC8F5BFD-F7A4-0B56-304E-4FA9290296F8}"/>
              </a:ext>
            </a:extLst>
          </p:cNvPr>
          <p:cNvCxnSpPr>
            <a:cxnSpLocks noChangeShapeType="1"/>
            <a:stCxn id="29708" idx="0"/>
            <a:endCxn id="29704" idx="2"/>
          </p:cNvCxnSpPr>
          <p:nvPr/>
        </p:nvCxnSpPr>
        <p:spPr bwMode="auto">
          <a:xfrm flipV="1">
            <a:off x="2552700" y="2568575"/>
            <a:ext cx="1143000" cy="974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9717" name="AutoShape 20">
            <a:extLst>
              <a:ext uri="{FF2B5EF4-FFF2-40B4-BE49-F238E27FC236}">
                <a16:creationId xmlns:a16="http://schemas.microsoft.com/office/drawing/2014/main" id="{84B559FF-5AA4-68F9-C10E-16F0DF97C91F}"/>
              </a:ext>
            </a:extLst>
          </p:cNvPr>
          <p:cNvCxnSpPr>
            <a:cxnSpLocks noChangeShapeType="1"/>
            <a:stCxn id="29701" idx="4"/>
            <a:endCxn id="29702" idx="0"/>
          </p:cNvCxnSpPr>
          <p:nvPr/>
        </p:nvCxnSpPr>
        <p:spPr bwMode="auto">
          <a:xfrm>
            <a:off x="1803400" y="1373188"/>
            <a:ext cx="0" cy="9921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9718" name="Oval 21">
            <a:extLst>
              <a:ext uri="{FF2B5EF4-FFF2-40B4-BE49-F238E27FC236}">
                <a16:creationId xmlns:a16="http://schemas.microsoft.com/office/drawing/2014/main" id="{0F775D13-625F-843A-9BE6-087C892FFD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68575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29719" name="AutoShape 22">
            <a:extLst>
              <a:ext uri="{FF2B5EF4-FFF2-40B4-BE49-F238E27FC236}">
                <a16:creationId xmlns:a16="http://schemas.microsoft.com/office/drawing/2014/main" id="{18255330-3454-7931-34A3-63974C7785F8}"/>
              </a:ext>
            </a:extLst>
          </p:cNvPr>
          <p:cNvCxnSpPr>
            <a:cxnSpLocks noChangeShapeType="1"/>
            <a:stCxn id="29702" idx="6"/>
            <a:endCxn id="29718" idx="2"/>
          </p:cNvCxnSpPr>
          <p:nvPr/>
        </p:nvCxnSpPr>
        <p:spPr bwMode="auto">
          <a:xfrm>
            <a:off x="1955800" y="2517775"/>
            <a:ext cx="612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9720" name="AutoShape 23">
            <a:extLst>
              <a:ext uri="{FF2B5EF4-FFF2-40B4-BE49-F238E27FC236}">
                <a16:creationId xmlns:a16="http://schemas.microsoft.com/office/drawing/2014/main" id="{C0AA1C3C-7E20-00F7-F255-4E835EADF4A6}"/>
              </a:ext>
            </a:extLst>
          </p:cNvPr>
          <p:cNvCxnSpPr>
            <a:cxnSpLocks noChangeShapeType="1"/>
            <a:stCxn id="29721" idx="7"/>
            <a:endCxn id="29718" idx="3"/>
          </p:cNvCxnSpPr>
          <p:nvPr/>
        </p:nvCxnSpPr>
        <p:spPr bwMode="auto">
          <a:xfrm flipV="1">
            <a:off x="1914525" y="2625725"/>
            <a:ext cx="698500" cy="549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9721" name="Oval 24">
            <a:extLst>
              <a:ext uri="{FF2B5EF4-FFF2-40B4-BE49-F238E27FC236}">
                <a16:creationId xmlns:a16="http://schemas.microsoft.com/office/drawing/2014/main" id="{76A71583-7796-1224-1C12-5BA2BE7876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4175" y="313055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I</a:t>
            </a:r>
          </a:p>
        </p:txBody>
      </p:sp>
      <p:cxnSp>
        <p:nvCxnSpPr>
          <p:cNvPr id="29722" name="AutoShape 25">
            <a:extLst>
              <a:ext uri="{FF2B5EF4-FFF2-40B4-BE49-F238E27FC236}">
                <a16:creationId xmlns:a16="http://schemas.microsoft.com/office/drawing/2014/main" id="{06FD5F3E-39D9-5D20-42DD-47C525EABF12}"/>
              </a:ext>
            </a:extLst>
          </p:cNvPr>
          <p:cNvCxnSpPr>
            <a:cxnSpLocks noChangeShapeType="1"/>
            <a:stCxn id="29721" idx="0"/>
            <a:endCxn id="29702" idx="4"/>
          </p:cNvCxnSpPr>
          <p:nvPr/>
        </p:nvCxnSpPr>
        <p:spPr bwMode="auto">
          <a:xfrm flipH="1" flipV="1">
            <a:off x="1803400" y="2670175"/>
            <a:ext cx="3175" cy="460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9723" name="Text Box 26">
            <a:extLst>
              <a:ext uri="{FF2B5EF4-FFF2-40B4-BE49-F238E27FC236}">
                <a16:creationId xmlns:a16="http://schemas.microsoft.com/office/drawing/2014/main" id="{3951BAE7-5DB1-2D8B-B3D1-568ED3D679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0213" y="4843463"/>
            <a:ext cx="3187700" cy="1909762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A-F  A-G</a:t>
            </a: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29724" name="Text Box 31">
            <a:extLst>
              <a:ext uri="{FF2B5EF4-FFF2-40B4-BE49-F238E27FC236}">
                <a16:creationId xmlns:a16="http://schemas.microsoft.com/office/drawing/2014/main" id="{3BDE11DD-CA35-E57E-E11F-38D06073C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6316663"/>
            <a:ext cx="23034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en-US"/>
              <a:t>Function call stack:</a:t>
            </a:r>
          </a:p>
        </p:txBody>
      </p:sp>
      <p:sp>
        <p:nvSpPr>
          <p:cNvPr id="29725" name="AutoShape 32">
            <a:extLst>
              <a:ext uri="{FF2B5EF4-FFF2-40B4-BE49-F238E27FC236}">
                <a16:creationId xmlns:a16="http://schemas.microsoft.com/office/drawing/2014/main" id="{7DA9DCD6-A988-83AE-F4D4-F5C98F2255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07188" y="6169025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9726" name="Text Box 33">
            <a:extLst>
              <a:ext uri="{FF2B5EF4-FFF2-40B4-BE49-F238E27FC236}">
                <a16:creationId xmlns:a16="http://schemas.microsoft.com/office/drawing/2014/main" id="{84081643-0C22-538B-BECF-B1A76FCA90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949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b="1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dfs(F)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F-E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29727" name="AutoShape 34">
            <a:extLst>
              <a:ext uri="{FF2B5EF4-FFF2-40B4-BE49-F238E27FC236}">
                <a16:creationId xmlns:a16="http://schemas.microsoft.com/office/drawing/2014/main" id="{1ECE8E36-9B38-D70D-5BDF-23F73CD2C9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08813" y="5281613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9728" name="Text Box 35">
            <a:extLst>
              <a:ext uri="{FF2B5EF4-FFF2-40B4-BE49-F238E27FC236}">
                <a16:creationId xmlns:a16="http://schemas.microsoft.com/office/drawing/2014/main" id="{1094B62B-0BD5-F71A-97CB-42F08E3BB1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9100" y="3060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dfs(E)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E-C  E-D  E-G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29729" name="AutoShape 36">
            <a:extLst>
              <a:ext uri="{FF2B5EF4-FFF2-40B4-BE49-F238E27FC236}">
                <a16:creationId xmlns:a16="http://schemas.microsoft.com/office/drawing/2014/main" id="{009ECF4F-8ADE-C99D-7F30-29FD4F1CC5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51725" y="4381500"/>
            <a:ext cx="274638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9730" name="Text Box 38">
            <a:extLst>
              <a:ext uri="{FF2B5EF4-FFF2-40B4-BE49-F238E27FC236}">
                <a16:creationId xmlns:a16="http://schemas.microsoft.com/office/drawing/2014/main" id="{18F41FBD-C009-5B6B-013A-06D6BA976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21336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dfs(G)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29731" name="AutoShape 39">
            <a:extLst>
              <a:ext uri="{FF2B5EF4-FFF2-40B4-BE49-F238E27FC236}">
                <a16:creationId xmlns:a16="http://schemas.microsoft.com/office/drawing/2014/main" id="{B8EBECA5-7C12-719C-339E-828F5CF053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04050" y="3368675"/>
            <a:ext cx="274638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2">
            <a:extLst>
              <a:ext uri="{FF2B5EF4-FFF2-40B4-BE49-F238E27FC236}">
                <a16:creationId xmlns:a16="http://schemas.microsoft.com/office/drawing/2014/main" id="{F86E5754-2D7B-7DBA-ED7C-1152056C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fld id="{CEA1FEA2-35CB-4F07-A67B-D3C71EC76284}" type="slidenum">
              <a:rPr lang="en-US" altLang="en-US"/>
              <a:pPr algn="r"/>
              <a:t>14</a:t>
            </a:fld>
            <a:endParaRPr lang="en-US" altLang="en-US" sz="1400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DF0AEB29-FA78-F344-3897-1BD294273C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Directed Depth First Search</a:t>
            </a:r>
          </a:p>
        </p:txBody>
      </p:sp>
      <p:sp>
        <p:nvSpPr>
          <p:cNvPr id="31748" name="Oval 3">
            <a:extLst>
              <a:ext uri="{FF2B5EF4-FFF2-40B4-BE49-F238E27FC236}">
                <a16:creationId xmlns:a16="http://schemas.microsoft.com/office/drawing/2014/main" id="{72C4DD17-BFF7-8E3B-4F7B-C24517024F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200" y="4457700"/>
            <a:ext cx="304800" cy="304800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31749" name="Oval 4">
            <a:extLst>
              <a:ext uri="{FF2B5EF4-FFF2-40B4-BE49-F238E27FC236}">
                <a16:creationId xmlns:a16="http://schemas.microsoft.com/office/drawing/2014/main" id="{57F37495-946F-1809-278B-B4E5FFFBE1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1066800"/>
            <a:ext cx="304800" cy="306388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31750" name="Oval 5">
            <a:extLst>
              <a:ext uri="{FF2B5EF4-FFF2-40B4-BE49-F238E27FC236}">
                <a16:creationId xmlns:a16="http://schemas.microsoft.com/office/drawing/2014/main" id="{C2EE7997-F797-B135-5862-C60B9B292D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31751" name="AutoShape 6">
            <a:extLst>
              <a:ext uri="{FF2B5EF4-FFF2-40B4-BE49-F238E27FC236}">
                <a16:creationId xmlns:a16="http://schemas.microsoft.com/office/drawing/2014/main" id="{0D3FC4F1-7F48-FACF-441D-DC443D8F3953}"/>
              </a:ext>
            </a:extLst>
          </p:cNvPr>
          <p:cNvCxnSpPr>
            <a:cxnSpLocks noChangeShapeType="1"/>
            <a:stCxn id="31748" idx="0"/>
            <a:endCxn id="31749" idx="3"/>
          </p:cNvCxnSpPr>
          <p:nvPr/>
        </p:nvCxnSpPr>
        <p:spPr bwMode="auto">
          <a:xfrm flipV="1">
            <a:off x="736600" y="1328738"/>
            <a:ext cx="958850" cy="31289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1752" name="Oval 7">
            <a:extLst>
              <a:ext uri="{FF2B5EF4-FFF2-40B4-BE49-F238E27FC236}">
                <a16:creationId xmlns:a16="http://schemas.microsoft.com/office/drawing/2014/main" id="{151914CB-7B03-C323-A281-BC9DF15686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24161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C</a:t>
            </a:r>
          </a:p>
        </p:txBody>
      </p:sp>
      <p:cxnSp>
        <p:nvCxnSpPr>
          <p:cNvPr id="31753" name="AutoShape 8">
            <a:extLst>
              <a:ext uri="{FF2B5EF4-FFF2-40B4-BE49-F238E27FC236}">
                <a16:creationId xmlns:a16="http://schemas.microsoft.com/office/drawing/2014/main" id="{4E5163AC-BB92-9F43-4E5D-2F21CF1F5E3E}"/>
              </a:ext>
            </a:extLst>
          </p:cNvPr>
          <p:cNvCxnSpPr>
            <a:cxnSpLocks noChangeShapeType="1"/>
            <a:stCxn id="31749" idx="5"/>
            <a:endCxn id="31752" idx="1"/>
          </p:cNvCxnSpPr>
          <p:nvPr/>
        </p:nvCxnSpPr>
        <p:spPr bwMode="auto">
          <a:xfrm>
            <a:off x="1911350" y="1328738"/>
            <a:ext cx="1828800" cy="1131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1754" name="Oval 9">
            <a:extLst>
              <a:ext uri="{FF2B5EF4-FFF2-40B4-BE49-F238E27FC236}">
                <a16:creationId xmlns:a16="http://schemas.microsoft.com/office/drawing/2014/main" id="{04E51B57-7A46-2CB2-A954-67EDCDBBE9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40300" y="24288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31755" name="AutoShape 10">
            <a:extLst>
              <a:ext uri="{FF2B5EF4-FFF2-40B4-BE49-F238E27FC236}">
                <a16:creationId xmlns:a16="http://schemas.microsoft.com/office/drawing/2014/main" id="{4BB2CEAB-1A58-62D7-D7F8-3B3680DE8887}"/>
              </a:ext>
            </a:extLst>
          </p:cNvPr>
          <p:cNvCxnSpPr>
            <a:cxnSpLocks noChangeShapeType="1"/>
            <a:stCxn id="31749" idx="6"/>
            <a:endCxn id="31754" idx="1"/>
          </p:cNvCxnSpPr>
          <p:nvPr/>
        </p:nvCxnSpPr>
        <p:spPr bwMode="auto">
          <a:xfrm>
            <a:off x="1955800" y="1220788"/>
            <a:ext cx="3028950" cy="12525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1756" name="Oval 11">
            <a:extLst>
              <a:ext uri="{FF2B5EF4-FFF2-40B4-BE49-F238E27FC236}">
                <a16:creationId xmlns:a16="http://schemas.microsoft.com/office/drawing/2014/main" id="{A94BB67B-23AF-922E-F78B-041E11A06E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00300" y="35433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31757" name="Oval 12">
            <a:extLst>
              <a:ext uri="{FF2B5EF4-FFF2-40B4-BE49-F238E27FC236}">
                <a16:creationId xmlns:a16="http://schemas.microsoft.com/office/drawing/2014/main" id="{A3F5F613-CF78-5A33-4ADB-98780E3CC2F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4343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31758" name="AutoShape 13">
            <a:extLst>
              <a:ext uri="{FF2B5EF4-FFF2-40B4-BE49-F238E27FC236}">
                <a16:creationId xmlns:a16="http://schemas.microsoft.com/office/drawing/2014/main" id="{DA57A785-676F-99B6-9A55-9AF49B101156}"/>
              </a:ext>
            </a:extLst>
          </p:cNvPr>
          <p:cNvCxnSpPr>
            <a:cxnSpLocks noChangeShapeType="1"/>
            <a:stCxn id="31757" idx="2"/>
            <a:endCxn id="31756" idx="5"/>
          </p:cNvCxnSpPr>
          <p:nvPr/>
        </p:nvCxnSpPr>
        <p:spPr bwMode="auto">
          <a:xfrm flipH="1" flipV="1">
            <a:off x="2660650" y="3803650"/>
            <a:ext cx="1035050" cy="692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1759" name="AutoShape 14">
            <a:extLst>
              <a:ext uri="{FF2B5EF4-FFF2-40B4-BE49-F238E27FC236}">
                <a16:creationId xmlns:a16="http://schemas.microsoft.com/office/drawing/2014/main" id="{CD69B262-BF92-79B9-FECE-E26FD497F042}"/>
              </a:ext>
            </a:extLst>
          </p:cNvPr>
          <p:cNvCxnSpPr>
            <a:cxnSpLocks noChangeShapeType="1"/>
            <a:stCxn id="31757" idx="3"/>
            <a:endCxn id="31748" idx="6"/>
          </p:cNvCxnSpPr>
          <p:nvPr/>
        </p:nvCxnSpPr>
        <p:spPr bwMode="auto">
          <a:xfrm flipH="1">
            <a:off x="889000" y="4603750"/>
            <a:ext cx="2851150" cy="6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1760" name="AutoShape 15">
            <a:extLst>
              <a:ext uri="{FF2B5EF4-FFF2-40B4-BE49-F238E27FC236}">
                <a16:creationId xmlns:a16="http://schemas.microsoft.com/office/drawing/2014/main" id="{C081F944-BFB2-D0C7-A20C-F3AE47CD3667}"/>
              </a:ext>
            </a:extLst>
          </p:cNvPr>
          <p:cNvCxnSpPr>
            <a:cxnSpLocks noChangeShapeType="1"/>
            <a:stCxn id="31748" idx="7"/>
            <a:endCxn id="31756" idx="3"/>
          </p:cNvCxnSpPr>
          <p:nvPr/>
        </p:nvCxnSpPr>
        <p:spPr bwMode="auto">
          <a:xfrm flipV="1">
            <a:off x="844550" y="3803650"/>
            <a:ext cx="1600200" cy="698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1761" name="AutoShape 16">
            <a:extLst>
              <a:ext uri="{FF2B5EF4-FFF2-40B4-BE49-F238E27FC236}">
                <a16:creationId xmlns:a16="http://schemas.microsoft.com/office/drawing/2014/main" id="{4F13E887-F781-F7D3-216C-6D75227B1F60}"/>
              </a:ext>
            </a:extLst>
          </p:cNvPr>
          <p:cNvCxnSpPr>
            <a:cxnSpLocks noChangeShapeType="1"/>
            <a:stCxn id="31757" idx="7"/>
            <a:endCxn id="31754" idx="3"/>
          </p:cNvCxnSpPr>
          <p:nvPr/>
        </p:nvCxnSpPr>
        <p:spPr bwMode="auto">
          <a:xfrm flipV="1">
            <a:off x="3956050" y="2689225"/>
            <a:ext cx="1028700" cy="1698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1762" name="AutoShape 17">
            <a:extLst>
              <a:ext uri="{FF2B5EF4-FFF2-40B4-BE49-F238E27FC236}">
                <a16:creationId xmlns:a16="http://schemas.microsoft.com/office/drawing/2014/main" id="{AA27C7AA-840C-5F62-BE78-0542F56C8392}"/>
              </a:ext>
            </a:extLst>
          </p:cNvPr>
          <p:cNvCxnSpPr>
            <a:cxnSpLocks noChangeShapeType="1"/>
            <a:stCxn id="31757" idx="0"/>
            <a:endCxn id="31752" idx="4"/>
          </p:cNvCxnSpPr>
          <p:nvPr/>
        </p:nvCxnSpPr>
        <p:spPr bwMode="auto">
          <a:xfrm flipV="1">
            <a:off x="3848100" y="2720975"/>
            <a:ext cx="0" cy="162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1763" name="AutoShape 18">
            <a:extLst>
              <a:ext uri="{FF2B5EF4-FFF2-40B4-BE49-F238E27FC236}">
                <a16:creationId xmlns:a16="http://schemas.microsoft.com/office/drawing/2014/main" id="{63CD4942-538F-64EF-564D-AFA9E374462A}"/>
              </a:ext>
            </a:extLst>
          </p:cNvPr>
          <p:cNvCxnSpPr>
            <a:cxnSpLocks noChangeShapeType="1"/>
            <a:stCxn id="31752" idx="3"/>
            <a:endCxn id="31756" idx="7"/>
          </p:cNvCxnSpPr>
          <p:nvPr/>
        </p:nvCxnSpPr>
        <p:spPr bwMode="auto">
          <a:xfrm flipH="1">
            <a:off x="2660650" y="2676525"/>
            <a:ext cx="1079500" cy="911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1764" name="AutoShape 19">
            <a:extLst>
              <a:ext uri="{FF2B5EF4-FFF2-40B4-BE49-F238E27FC236}">
                <a16:creationId xmlns:a16="http://schemas.microsoft.com/office/drawing/2014/main" id="{005C0F61-2BF7-9736-9A3C-7C0A2E1717F3}"/>
              </a:ext>
            </a:extLst>
          </p:cNvPr>
          <p:cNvCxnSpPr>
            <a:cxnSpLocks noChangeShapeType="1"/>
            <a:stCxn id="31756" idx="0"/>
            <a:endCxn id="31752" idx="2"/>
          </p:cNvCxnSpPr>
          <p:nvPr/>
        </p:nvCxnSpPr>
        <p:spPr bwMode="auto">
          <a:xfrm flipV="1">
            <a:off x="2552700" y="2568575"/>
            <a:ext cx="1143000" cy="974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1765" name="AutoShape 20">
            <a:extLst>
              <a:ext uri="{FF2B5EF4-FFF2-40B4-BE49-F238E27FC236}">
                <a16:creationId xmlns:a16="http://schemas.microsoft.com/office/drawing/2014/main" id="{0BA72DE2-5958-9C99-05C7-8B874E843FCF}"/>
              </a:ext>
            </a:extLst>
          </p:cNvPr>
          <p:cNvCxnSpPr>
            <a:cxnSpLocks noChangeShapeType="1"/>
            <a:stCxn id="31749" idx="4"/>
            <a:endCxn id="31750" idx="0"/>
          </p:cNvCxnSpPr>
          <p:nvPr/>
        </p:nvCxnSpPr>
        <p:spPr bwMode="auto">
          <a:xfrm>
            <a:off x="1803400" y="1373188"/>
            <a:ext cx="0" cy="9921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1766" name="Oval 21">
            <a:extLst>
              <a:ext uri="{FF2B5EF4-FFF2-40B4-BE49-F238E27FC236}">
                <a16:creationId xmlns:a16="http://schemas.microsoft.com/office/drawing/2014/main" id="{C00E17C8-0662-F5C3-89FF-D5A85FD6ED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68575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31767" name="AutoShape 22">
            <a:extLst>
              <a:ext uri="{FF2B5EF4-FFF2-40B4-BE49-F238E27FC236}">
                <a16:creationId xmlns:a16="http://schemas.microsoft.com/office/drawing/2014/main" id="{A5ABB8F8-D3D2-08AB-1FA2-D3310968F569}"/>
              </a:ext>
            </a:extLst>
          </p:cNvPr>
          <p:cNvCxnSpPr>
            <a:cxnSpLocks noChangeShapeType="1"/>
            <a:stCxn id="31750" idx="6"/>
            <a:endCxn id="31766" idx="2"/>
          </p:cNvCxnSpPr>
          <p:nvPr/>
        </p:nvCxnSpPr>
        <p:spPr bwMode="auto">
          <a:xfrm>
            <a:off x="1955800" y="2517775"/>
            <a:ext cx="612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1768" name="AutoShape 23">
            <a:extLst>
              <a:ext uri="{FF2B5EF4-FFF2-40B4-BE49-F238E27FC236}">
                <a16:creationId xmlns:a16="http://schemas.microsoft.com/office/drawing/2014/main" id="{5F10D8BB-DFD4-07BA-A55C-471DA5E6C002}"/>
              </a:ext>
            </a:extLst>
          </p:cNvPr>
          <p:cNvCxnSpPr>
            <a:cxnSpLocks noChangeShapeType="1"/>
            <a:stCxn id="31769" idx="7"/>
            <a:endCxn id="31766" idx="3"/>
          </p:cNvCxnSpPr>
          <p:nvPr/>
        </p:nvCxnSpPr>
        <p:spPr bwMode="auto">
          <a:xfrm flipV="1">
            <a:off x="1914525" y="2625725"/>
            <a:ext cx="698500" cy="549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1769" name="Oval 24">
            <a:extLst>
              <a:ext uri="{FF2B5EF4-FFF2-40B4-BE49-F238E27FC236}">
                <a16:creationId xmlns:a16="http://schemas.microsoft.com/office/drawing/2014/main" id="{15D4B461-87C3-5C23-CAF7-85F6ACB0D1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4175" y="313055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I</a:t>
            </a:r>
          </a:p>
        </p:txBody>
      </p:sp>
      <p:cxnSp>
        <p:nvCxnSpPr>
          <p:cNvPr id="31770" name="AutoShape 25">
            <a:extLst>
              <a:ext uri="{FF2B5EF4-FFF2-40B4-BE49-F238E27FC236}">
                <a16:creationId xmlns:a16="http://schemas.microsoft.com/office/drawing/2014/main" id="{28B75FAE-13B6-6675-3261-63BCF8D276E9}"/>
              </a:ext>
            </a:extLst>
          </p:cNvPr>
          <p:cNvCxnSpPr>
            <a:cxnSpLocks noChangeShapeType="1"/>
            <a:stCxn id="31769" idx="0"/>
            <a:endCxn id="31750" idx="4"/>
          </p:cNvCxnSpPr>
          <p:nvPr/>
        </p:nvCxnSpPr>
        <p:spPr bwMode="auto">
          <a:xfrm flipH="1" flipV="1">
            <a:off x="1803400" y="2670175"/>
            <a:ext cx="3175" cy="460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1771" name="Text Box 26">
            <a:extLst>
              <a:ext uri="{FF2B5EF4-FFF2-40B4-BE49-F238E27FC236}">
                <a16:creationId xmlns:a16="http://schemas.microsoft.com/office/drawing/2014/main" id="{146C39B8-E6EC-C18B-6F58-F6FF86D700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0213" y="4843463"/>
            <a:ext cx="3187700" cy="1909762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A-F  A-G</a:t>
            </a: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31772" name="Text Box 31">
            <a:extLst>
              <a:ext uri="{FF2B5EF4-FFF2-40B4-BE49-F238E27FC236}">
                <a16:creationId xmlns:a16="http://schemas.microsoft.com/office/drawing/2014/main" id="{539DD119-5683-9ABB-10D7-DA851AE72B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6316663"/>
            <a:ext cx="23034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en-US"/>
              <a:t>Function call stack:</a:t>
            </a:r>
          </a:p>
        </p:txBody>
      </p:sp>
      <p:sp>
        <p:nvSpPr>
          <p:cNvPr id="31773" name="AutoShape 32">
            <a:extLst>
              <a:ext uri="{FF2B5EF4-FFF2-40B4-BE49-F238E27FC236}">
                <a16:creationId xmlns:a16="http://schemas.microsoft.com/office/drawing/2014/main" id="{8EA51788-A407-AB65-F6AE-367EE63DB1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07188" y="6169025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1774" name="Text Box 33">
            <a:extLst>
              <a:ext uri="{FF2B5EF4-FFF2-40B4-BE49-F238E27FC236}">
                <a16:creationId xmlns:a16="http://schemas.microsoft.com/office/drawing/2014/main" id="{A505EFC4-B103-11FC-BDFB-2D2319C942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949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b="1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dfs(F)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F-E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31775" name="AutoShape 34">
            <a:extLst>
              <a:ext uri="{FF2B5EF4-FFF2-40B4-BE49-F238E27FC236}">
                <a16:creationId xmlns:a16="http://schemas.microsoft.com/office/drawing/2014/main" id="{A6299CC7-10AF-E1AE-A121-7DC515E5D5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08813" y="5281613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1776" name="Text Box 35">
            <a:extLst>
              <a:ext uri="{FF2B5EF4-FFF2-40B4-BE49-F238E27FC236}">
                <a16:creationId xmlns:a16="http://schemas.microsoft.com/office/drawing/2014/main" id="{AB619ED1-2297-261E-C07D-D62A2287A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9100" y="3060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dfs(E)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E-C  E-D  E-G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31777" name="AutoShape 36">
            <a:extLst>
              <a:ext uri="{FF2B5EF4-FFF2-40B4-BE49-F238E27FC236}">
                <a16:creationId xmlns:a16="http://schemas.microsoft.com/office/drawing/2014/main" id="{39E8CDF1-2564-FB43-F75F-0B89598493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94625" y="4381500"/>
            <a:ext cx="274638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2">
            <a:extLst>
              <a:ext uri="{FF2B5EF4-FFF2-40B4-BE49-F238E27FC236}">
                <a16:creationId xmlns:a16="http://schemas.microsoft.com/office/drawing/2014/main" id="{94BB11A3-F3A0-C317-ADCB-2AD0377244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fld id="{5A1D9498-5E42-43C5-A47F-838F8797A36C}" type="slidenum">
              <a:rPr lang="en-US" altLang="en-US"/>
              <a:pPr algn="r"/>
              <a:t>15</a:t>
            </a:fld>
            <a:endParaRPr lang="en-US" altLang="en-US" sz="1400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03003A49-7E39-95F0-37B8-0018E46845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Directed Depth First Search</a:t>
            </a:r>
          </a:p>
        </p:txBody>
      </p:sp>
      <p:sp>
        <p:nvSpPr>
          <p:cNvPr id="33796" name="Oval 3">
            <a:extLst>
              <a:ext uri="{FF2B5EF4-FFF2-40B4-BE49-F238E27FC236}">
                <a16:creationId xmlns:a16="http://schemas.microsoft.com/office/drawing/2014/main" id="{2C70E631-1354-BA81-916C-1BCE16EF0D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200" y="44577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33797" name="Oval 4">
            <a:extLst>
              <a:ext uri="{FF2B5EF4-FFF2-40B4-BE49-F238E27FC236}">
                <a16:creationId xmlns:a16="http://schemas.microsoft.com/office/drawing/2014/main" id="{36B27567-558E-402F-CF8A-810DE14D011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1066800"/>
            <a:ext cx="304800" cy="306388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33798" name="Oval 5">
            <a:extLst>
              <a:ext uri="{FF2B5EF4-FFF2-40B4-BE49-F238E27FC236}">
                <a16:creationId xmlns:a16="http://schemas.microsoft.com/office/drawing/2014/main" id="{E48CEE1E-A1FD-DAFF-E94D-0787B93E04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33799" name="AutoShape 6">
            <a:extLst>
              <a:ext uri="{FF2B5EF4-FFF2-40B4-BE49-F238E27FC236}">
                <a16:creationId xmlns:a16="http://schemas.microsoft.com/office/drawing/2014/main" id="{6C14386C-5919-2A3A-10F3-1F59343DC92E}"/>
              </a:ext>
            </a:extLst>
          </p:cNvPr>
          <p:cNvCxnSpPr>
            <a:cxnSpLocks noChangeShapeType="1"/>
            <a:stCxn id="33796" idx="0"/>
            <a:endCxn id="33797" idx="3"/>
          </p:cNvCxnSpPr>
          <p:nvPr/>
        </p:nvCxnSpPr>
        <p:spPr bwMode="auto">
          <a:xfrm flipV="1">
            <a:off x="736600" y="1328738"/>
            <a:ext cx="958850" cy="31289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3800" name="Oval 7">
            <a:extLst>
              <a:ext uri="{FF2B5EF4-FFF2-40B4-BE49-F238E27FC236}">
                <a16:creationId xmlns:a16="http://schemas.microsoft.com/office/drawing/2014/main" id="{FA5A0121-E9D6-F3A5-7951-9D5167DBE41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24161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C</a:t>
            </a:r>
          </a:p>
        </p:txBody>
      </p:sp>
      <p:cxnSp>
        <p:nvCxnSpPr>
          <p:cNvPr id="33801" name="AutoShape 8">
            <a:extLst>
              <a:ext uri="{FF2B5EF4-FFF2-40B4-BE49-F238E27FC236}">
                <a16:creationId xmlns:a16="http://schemas.microsoft.com/office/drawing/2014/main" id="{9B334B45-A17D-8F91-4C20-A5DA925F9C9A}"/>
              </a:ext>
            </a:extLst>
          </p:cNvPr>
          <p:cNvCxnSpPr>
            <a:cxnSpLocks noChangeShapeType="1"/>
            <a:stCxn id="33797" idx="5"/>
            <a:endCxn id="33800" idx="1"/>
          </p:cNvCxnSpPr>
          <p:nvPr/>
        </p:nvCxnSpPr>
        <p:spPr bwMode="auto">
          <a:xfrm>
            <a:off x="1911350" y="1328738"/>
            <a:ext cx="1828800" cy="1131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3802" name="Oval 9">
            <a:extLst>
              <a:ext uri="{FF2B5EF4-FFF2-40B4-BE49-F238E27FC236}">
                <a16:creationId xmlns:a16="http://schemas.microsoft.com/office/drawing/2014/main" id="{3094D812-6C72-26E1-B6B4-116D69FCB1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40300" y="24288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33803" name="AutoShape 10">
            <a:extLst>
              <a:ext uri="{FF2B5EF4-FFF2-40B4-BE49-F238E27FC236}">
                <a16:creationId xmlns:a16="http://schemas.microsoft.com/office/drawing/2014/main" id="{C90DF68A-D7B5-CAAF-F563-89554EBFD0D4}"/>
              </a:ext>
            </a:extLst>
          </p:cNvPr>
          <p:cNvCxnSpPr>
            <a:cxnSpLocks noChangeShapeType="1"/>
            <a:stCxn id="33797" idx="6"/>
            <a:endCxn id="33802" idx="1"/>
          </p:cNvCxnSpPr>
          <p:nvPr/>
        </p:nvCxnSpPr>
        <p:spPr bwMode="auto">
          <a:xfrm>
            <a:off x="1955800" y="1220788"/>
            <a:ext cx="3028950" cy="12525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3804" name="Oval 11">
            <a:extLst>
              <a:ext uri="{FF2B5EF4-FFF2-40B4-BE49-F238E27FC236}">
                <a16:creationId xmlns:a16="http://schemas.microsoft.com/office/drawing/2014/main" id="{CA5B0605-10BB-BAA9-BD2B-8A08ED02D1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00300" y="35433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33805" name="Oval 12">
            <a:extLst>
              <a:ext uri="{FF2B5EF4-FFF2-40B4-BE49-F238E27FC236}">
                <a16:creationId xmlns:a16="http://schemas.microsoft.com/office/drawing/2014/main" id="{95E6117A-70BC-C309-5D54-9E818DB489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43434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33806" name="AutoShape 13">
            <a:extLst>
              <a:ext uri="{FF2B5EF4-FFF2-40B4-BE49-F238E27FC236}">
                <a16:creationId xmlns:a16="http://schemas.microsoft.com/office/drawing/2014/main" id="{1AA23643-CE50-F137-6F38-4FB494FC1959}"/>
              </a:ext>
            </a:extLst>
          </p:cNvPr>
          <p:cNvCxnSpPr>
            <a:cxnSpLocks noChangeShapeType="1"/>
            <a:stCxn id="33805" idx="2"/>
            <a:endCxn id="33804" idx="5"/>
          </p:cNvCxnSpPr>
          <p:nvPr/>
        </p:nvCxnSpPr>
        <p:spPr bwMode="auto">
          <a:xfrm flipH="1" flipV="1">
            <a:off x="2660650" y="3803650"/>
            <a:ext cx="1035050" cy="692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3807" name="AutoShape 14">
            <a:extLst>
              <a:ext uri="{FF2B5EF4-FFF2-40B4-BE49-F238E27FC236}">
                <a16:creationId xmlns:a16="http://schemas.microsoft.com/office/drawing/2014/main" id="{87F53967-3BFF-F1E2-4DBE-788875080C85}"/>
              </a:ext>
            </a:extLst>
          </p:cNvPr>
          <p:cNvCxnSpPr>
            <a:cxnSpLocks noChangeShapeType="1"/>
            <a:stCxn id="33805" idx="3"/>
            <a:endCxn id="33796" idx="6"/>
          </p:cNvCxnSpPr>
          <p:nvPr/>
        </p:nvCxnSpPr>
        <p:spPr bwMode="auto">
          <a:xfrm flipH="1">
            <a:off x="889000" y="4603750"/>
            <a:ext cx="2851150" cy="6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3808" name="AutoShape 15">
            <a:extLst>
              <a:ext uri="{FF2B5EF4-FFF2-40B4-BE49-F238E27FC236}">
                <a16:creationId xmlns:a16="http://schemas.microsoft.com/office/drawing/2014/main" id="{AB8B81D3-1C84-2E12-7828-DB6AFFFF3C32}"/>
              </a:ext>
            </a:extLst>
          </p:cNvPr>
          <p:cNvCxnSpPr>
            <a:cxnSpLocks noChangeShapeType="1"/>
            <a:stCxn id="33796" idx="7"/>
            <a:endCxn id="33804" idx="3"/>
          </p:cNvCxnSpPr>
          <p:nvPr/>
        </p:nvCxnSpPr>
        <p:spPr bwMode="auto">
          <a:xfrm flipV="1">
            <a:off x="844550" y="3803650"/>
            <a:ext cx="1600200" cy="698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3809" name="AutoShape 16">
            <a:extLst>
              <a:ext uri="{FF2B5EF4-FFF2-40B4-BE49-F238E27FC236}">
                <a16:creationId xmlns:a16="http://schemas.microsoft.com/office/drawing/2014/main" id="{5E63782F-776F-9450-3E1D-727412E5C319}"/>
              </a:ext>
            </a:extLst>
          </p:cNvPr>
          <p:cNvCxnSpPr>
            <a:cxnSpLocks noChangeShapeType="1"/>
            <a:stCxn id="33805" idx="7"/>
            <a:endCxn id="33802" idx="3"/>
          </p:cNvCxnSpPr>
          <p:nvPr/>
        </p:nvCxnSpPr>
        <p:spPr bwMode="auto">
          <a:xfrm flipV="1">
            <a:off x="3956050" y="2689225"/>
            <a:ext cx="1028700" cy="1698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3810" name="AutoShape 17">
            <a:extLst>
              <a:ext uri="{FF2B5EF4-FFF2-40B4-BE49-F238E27FC236}">
                <a16:creationId xmlns:a16="http://schemas.microsoft.com/office/drawing/2014/main" id="{84422EBE-5B34-6DDA-1DAD-2993CDD7AFEB}"/>
              </a:ext>
            </a:extLst>
          </p:cNvPr>
          <p:cNvCxnSpPr>
            <a:cxnSpLocks noChangeShapeType="1"/>
            <a:stCxn id="33805" idx="0"/>
            <a:endCxn id="33800" idx="4"/>
          </p:cNvCxnSpPr>
          <p:nvPr/>
        </p:nvCxnSpPr>
        <p:spPr bwMode="auto">
          <a:xfrm flipV="1">
            <a:off x="3848100" y="2720975"/>
            <a:ext cx="0" cy="162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3811" name="AutoShape 18">
            <a:extLst>
              <a:ext uri="{FF2B5EF4-FFF2-40B4-BE49-F238E27FC236}">
                <a16:creationId xmlns:a16="http://schemas.microsoft.com/office/drawing/2014/main" id="{4CCA3BE7-0AEC-F57C-C79C-531DFD6BB289}"/>
              </a:ext>
            </a:extLst>
          </p:cNvPr>
          <p:cNvCxnSpPr>
            <a:cxnSpLocks noChangeShapeType="1"/>
            <a:stCxn id="33800" idx="3"/>
            <a:endCxn id="33804" idx="7"/>
          </p:cNvCxnSpPr>
          <p:nvPr/>
        </p:nvCxnSpPr>
        <p:spPr bwMode="auto">
          <a:xfrm flipH="1">
            <a:off x="2660650" y="2676525"/>
            <a:ext cx="1079500" cy="911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3812" name="AutoShape 19">
            <a:extLst>
              <a:ext uri="{FF2B5EF4-FFF2-40B4-BE49-F238E27FC236}">
                <a16:creationId xmlns:a16="http://schemas.microsoft.com/office/drawing/2014/main" id="{BB0063D0-138E-AD18-0B9E-C280D70A3C46}"/>
              </a:ext>
            </a:extLst>
          </p:cNvPr>
          <p:cNvCxnSpPr>
            <a:cxnSpLocks noChangeShapeType="1"/>
            <a:stCxn id="33804" idx="0"/>
            <a:endCxn id="33800" idx="2"/>
          </p:cNvCxnSpPr>
          <p:nvPr/>
        </p:nvCxnSpPr>
        <p:spPr bwMode="auto">
          <a:xfrm flipV="1">
            <a:off x="2552700" y="2568575"/>
            <a:ext cx="1143000" cy="974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3813" name="AutoShape 20">
            <a:extLst>
              <a:ext uri="{FF2B5EF4-FFF2-40B4-BE49-F238E27FC236}">
                <a16:creationId xmlns:a16="http://schemas.microsoft.com/office/drawing/2014/main" id="{8045A002-FB34-77B2-AEF8-F919126120C6}"/>
              </a:ext>
            </a:extLst>
          </p:cNvPr>
          <p:cNvCxnSpPr>
            <a:cxnSpLocks noChangeShapeType="1"/>
            <a:stCxn id="33797" idx="4"/>
            <a:endCxn id="33798" idx="0"/>
          </p:cNvCxnSpPr>
          <p:nvPr/>
        </p:nvCxnSpPr>
        <p:spPr bwMode="auto">
          <a:xfrm>
            <a:off x="1803400" y="1373188"/>
            <a:ext cx="0" cy="9921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3814" name="Oval 21">
            <a:extLst>
              <a:ext uri="{FF2B5EF4-FFF2-40B4-BE49-F238E27FC236}">
                <a16:creationId xmlns:a16="http://schemas.microsoft.com/office/drawing/2014/main" id="{FC3888FE-A04E-73CA-8CFC-1FA870E955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68575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33815" name="AutoShape 22">
            <a:extLst>
              <a:ext uri="{FF2B5EF4-FFF2-40B4-BE49-F238E27FC236}">
                <a16:creationId xmlns:a16="http://schemas.microsoft.com/office/drawing/2014/main" id="{F9F77FE9-FCD4-FBDA-183E-B02D0014B736}"/>
              </a:ext>
            </a:extLst>
          </p:cNvPr>
          <p:cNvCxnSpPr>
            <a:cxnSpLocks noChangeShapeType="1"/>
            <a:stCxn id="33798" idx="6"/>
            <a:endCxn id="33814" idx="2"/>
          </p:cNvCxnSpPr>
          <p:nvPr/>
        </p:nvCxnSpPr>
        <p:spPr bwMode="auto">
          <a:xfrm>
            <a:off x="1955800" y="2517775"/>
            <a:ext cx="612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3816" name="AutoShape 23">
            <a:extLst>
              <a:ext uri="{FF2B5EF4-FFF2-40B4-BE49-F238E27FC236}">
                <a16:creationId xmlns:a16="http://schemas.microsoft.com/office/drawing/2014/main" id="{1148A67E-266F-3F6E-4643-57D0047B1CF9}"/>
              </a:ext>
            </a:extLst>
          </p:cNvPr>
          <p:cNvCxnSpPr>
            <a:cxnSpLocks noChangeShapeType="1"/>
            <a:stCxn id="33817" idx="7"/>
            <a:endCxn id="33814" idx="3"/>
          </p:cNvCxnSpPr>
          <p:nvPr/>
        </p:nvCxnSpPr>
        <p:spPr bwMode="auto">
          <a:xfrm flipV="1">
            <a:off x="1914525" y="2625725"/>
            <a:ext cx="698500" cy="549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3817" name="Oval 24">
            <a:extLst>
              <a:ext uri="{FF2B5EF4-FFF2-40B4-BE49-F238E27FC236}">
                <a16:creationId xmlns:a16="http://schemas.microsoft.com/office/drawing/2014/main" id="{1B305987-AB38-7E78-EF2D-B246B7F33E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4175" y="313055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I</a:t>
            </a:r>
          </a:p>
        </p:txBody>
      </p:sp>
      <p:cxnSp>
        <p:nvCxnSpPr>
          <p:cNvPr id="33818" name="AutoShape 25">
            <a:extLst>
              <a:ext uri="{FF2B5EF4-FFF2-40B4-BE49-F238E27FC236}">
                <a16:creationId xmlns:a16="http://schemas.microsoft.com/office/drawing/2014/main" id="{47929690-99C8-6BBD-9565-B0973857C5EE}"/>
              </a:ext>
            </a:extLst>
          </p:cNvPr>
          <p:cNvCxnSpPr>
            <a:cxnSpLocks noChangeShapeType="1"/>
            <a:stCxn id="33817" idx="0"/>
            <a:endCxn id="33798" idx="4"/>
          </p:cNvCxnSpPr>
          <p:nvPr/>
        </p:nvCxnSpPr>
        <p:spPr bwMode="auto">
          <a:xfrm flipH="1" flipV="1">
            <a:off x="1803400" y="2670175"/>
            <a:ext cx="3175" cy="460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3819" name="Text Box 26">
            <a:extLst>
              <a:ext uri="{FF2B5EF4-FFF2-40B4-BE49-F238E27FC236}">
                <a16:creationId xmlns:a16="http://schemas.microsoft.com/office/drawing/2014/main" id="{BAFE8125-BBEE-C0FA-6473-F75BEB1096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0213" y="4843463"/>
            <a:ext cx="3187700" cy="1909762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A-F  A-G</a:t>
            </a: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33820" name="Text Box 31">
            <a:extLst>
              <a:ext uri="{FF2B5EF4-FFF2-40B4-BE49-F238E27FC236}">
                <a16:creationId xmlns:a16="http://schemas.microsoft.com/office/drawing/2014/main" id="{E7A86BDD-5C1C-BF7C-0077-1A7EFF14C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6316663"/>
            <a:ext cx="23034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en-US"/>
              <a:t>Function call stack:</a:t>
            </a:r>
          </a:p>
        </p:txBody>
      </p:sp>
      <p:sp>
        <p:nvSpPr>
          <p:cNvPr id="33821" name="AutoShape 32">
            <a:extLst>
              <a:ext uri="{FF2B5EF4-FFF2-40B4-BE49-F238E27FC236}">
                <a16:creationId xmlns:a16="http://schemas.microsoft.com/office/drawing/2014/main" id="{31E6F68A-867E-1E8D-B3A3-CFD5A3B1D1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07188" y="6169025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3822" name="Text Box 33">
            <a:extLst>
              <a:ext uri="{FF2B5EF4-FFF2-40B4-BE49-F238E27FC236}">
                <a16:creationId xmlns:a16="http://schemas.microsoft.com/office/drawing/2014/main" id="{B764CDB9-52B3-B9C4-DA6E-5E4E1BF9A3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949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b="1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dfs(F)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F-E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33823" name="AutoShape 34">
            <a:extLst>
              <a:ext uri="{FF2B5EF4-FFF2-40B4-BE49-F238E27FC236}">
                <a16:creationId xmlns:a16="http://schemas.microsoft.com/office/drawing/2014/main" id="{960C1427-8E93-3D9F-07B6-3AF62623C2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89813" y="5281613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2">
            <a:extLst>
              <a:ext uri="{FF2B5EF4-FFF2-40B4-BE49-F238E27FC236}">
                <a16:creationId xmlns:a16="http://schemas.microsoft.com/office/drawing/2014/main" id="{5044571B-8809-5FF9-E002-9B02518C12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fld id="{D6B3B15C-7426-4993-AB1A-7DB623A158FE}" type="slidenum">
              <a:rPr lang="en-US" altLang="en-US"/>
              <a:pPr algn="r"/>
              <a:t>16</a:t>
            </a:fld>
            <a:endParaRPr lang="en-US" altLang="en-US" sz="14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DC6349E2-49AE-D396-7EF3-1F7AFB51B1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Directed Depth First Search</a:t>
            </a:r>
          </a:p>
        </p:txBody>
      </p:sp>
      <p:sp>
        <p:nvSpPr>
          <p:cNvPr id="35844" name="Oval 3">
            <a:extLst>
              <a:ext uri="{FF2B5EF4-FFF2-40B4-BE49-F238E27FC236}">
                <a16:creationId xmlns:a16="http://schemas.microsoft.com/office/drawing/2014/main" id="{DD7CEE89-119B-4564-6980-530B5082DF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200" y="44577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35845" name="Oval 4">
            <a:extLst>
              <a:ext uri="{FF2B5EF4-FFF2-40B4-BE49-F238E27FC236}">
                <a16:creationId xmlns:a16="http://schemas.microsoft.com/office/drawing/2014/main" id="{05B5251A-F6F9-030E-F171-5315368DD3A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1066800"/>
            <a:ext cx="304800" cy="306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35846" name="Oval 5">
            <a:extLst>
              <a:ext uri="{FF2B5EF4-FFF2-40B4-BE49-F238E27FC236}">
                <a16:creationId xmlns:a16="http://schemas.microsoft.com/office/drawing/2014/main" id="{8F35CC34-B775-A9A8-C918-91FEFE07D2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35847" name="AutoShape 6">
            <a:extLst>
              <a:ext uri="{FF2B5EF4-FFF2-40B4-BE49-F238E27FC236}">
                <a16:creationId xmlns:a16="http://schemas.microsoft.com/office/drawing/2014/main" id="{8C2F649C-1898-CD8A-AD23-42E9B99254C4}"/>
              </a:ext>
            </a:extLst>
          </p:cNvPr>
          <p:cNvCxnSpPr>
            <a:cxnSpLocks noChangeShapeType="1"/>
            <a:stCxn id="35844" idx="0"/>
            <a:endCxn id="35845" idx="3"/>
          </p:cNvCxnSpPr>
          <p:nvPr/>
        </p:nvCxnSpPr>
        <p:spPr bwMode="auto">
          <a:xfrm flipV="1">
            <a:off x="736600" y="1328738"/>
            <a:ext cx="958850" cy="31289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5848" name="Oval 7">
            <a:extLst>
              <a:ext uri="{FF2B5EF4-FFF2-40B4-BE49-F238E27FC236}">
                <a16:creationId xmlns:a16="http://schemas.microsoft.com/office/drawing/2014/main" id="{539C5B45-D64C-AF27-C6EA-B7AF9AE166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24161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C</a:t>
            </a:r>
          </a:p>
        </p:txBody>
      </p:sp>
      <p:cxnSp>
        <p:nvCxnSpPr>
          <p:cNvPr id="35849" name="AutoShape 8">
            <a:extLst>
              <a:ext uri="{FF2B5EF4-FFF2-40B4-BE49-F238E27FC236}">
                <a16:creationId xmlns:a16="http://schemas.microsoft.com/office/drawing/2014/main" id="{521F12E2-A1D1-34C4-F607-BEA7FBBCDFF8}"/>
              </a:ext>
            </a:extLst>
          </p:cNvPr>
          <p:cNvCxnSpPr>
            <a:cxnSpLocks noChangeShapeType="1"/>
            <a:stCxn id="35845" idx="5"/>
            <a:endCxn id="35848" idx="1"/>
          </p:cNvCxnSpPr>
          <p:nvPr/>
        </p:nvCxnSpPr>
        <p:spPr bwMode="auto">
          <a:xfrm>
            <a:off x="1911350" y="1328738"/>
            <a:ext cx="1828800" cy="1131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5850" name="Oval 9">
            <a:extLst>
              <a:ext uri="{FF2B5EF4-FFF2-40B4-BE49-F238E27FC236}">
                <a16:creationId xmlns:a16="http://schemas.microsoft.com/office/drawing/2014/main" id="{89974AAB-D8EF-4F4C-B94B-C3A9D817CD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40300" y="24288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35851" name="AutoShape 10">
            <a:extLst>
              <a:ext uri="{FF2B5EF4-FFF2-40B4-BE49-F238E27FC236}">
                <a16:creationId xmlns:a16="http://schemas.microsoft.com/office/drawing/2014/main" id="{A07B9718-0CE5-6CA3-8826-8710468774F9}"/>
              </a:ext>
            </a:extLst>
          </p:cNvPr>
          <p:cNvCxnSpPr>
            <a:cxnSpLocks noChangeShapeType="1"/>
            <a:stCxn id="35845" idx="6"/>
            <a:endCxn id="35850" idx="1"/>
          </p:cNvCxnSpPr>
          <p:nvPr/>
        </p:nvCxnSpPr>
        <p:spPr bwMode="auto">
          <a:xfrm>
            <a:off x="1955800" y="1220788"/>
            <a:ext cx="3028950" cy="12525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5852" name="Oval 11">
            <a:extLst>
              <a:ext uri="{FF2B5EF4-FFF2-40B4-BE49-F238E27FC236}">
                <a16:creationId xmlns:a16="http://schemas.microsoft.com/office/drawing/2014/main" id="{4AE05BB2-58E0-6260-A204-68FBB051F3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00300" y="35433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35853" name="Oval 12">
            <a:extLst>
              <a:ext uri="{FF2B5EF4-FFF2-40B4-BE49-F238E27FC236}">
                <a16:creationId xmlns:a16="http://schemas.microsoft.com/office/drawing/2014/main" id="{0A77B32B-612E-1D7A-1052-161C3C5B3A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43434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35854" name="AutoShape 13">
            <a:extLst>
              <a:ext uri="{FF2B5EF4-FFF2-40B4-BE49-F238E27FC236}">
                <a16:creationId xmlns:a16="http://schemas.microsoft.com/office/drawing/2014/main" id="{1E353321-1BB8-AC2C-74C5-2E30B866B402}"/>
              </a:ext>
            </a:extLst>
          </p:cNvPr>
          <p:cNvCxnSpPr>
            <a:cxnSpLocks noChangeShapeType="1"/>
            <a:stCxn id="35853" idx="2"/>
            <a:endCxn id="35852" idx="5"/>
          </p:cNvCxnSpPr>
          <p:nvPr/>
        </p:nvCxnSpPr>
        <p:spPr bwMode="auto">
          <a:xfrm flipH="1" flipV="1">
            <a:off x="2660650" y="3803650"/>
            <a:ext cx="1035050" cy="692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5855" name="AutoShape 14">
            <a:extLst>
              <a:ext uri="{FF2B5EF4-FFF2-40B4-BE49-F238E27FC236}">
                <a16:creationId xmlns:a16="http://schemas.microsoft.com/office/drawing/2014/main" id="{6E9A38AC-8A83-36CE-36EF-25B3E0CAA070}"/>
              </a:ext>
            </a:extLst>
          </p:cNvPr>
          <p:cNvCxnSpPr>
            <a:cxnSpLocks noChangeShapeType="1"/>
            <a:stCxn id="35853" idx="3"/>
            <a:endCxn id="35844" idx="6"/>
          </p:cNvCxnSpPr>
          <p:nvPr/>
        </p:nvCxnSpPr>
        <p:spPr bwMode="auto">
          <a:xfrm flipH="1">
            <a:off x="889000" y="4603750"/>
            <a:ext cx="2851150" cy="6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5856" name="AutoShape 15">
            <a:extLst>
              <a:ext uri="{FF2B5EF4-FFF2-40B4-BE49-F238E27FC236}">
                <a16:creationId xmlns:a16="http://schemas.microsoft.com/office/drawing/2014/main" id="{A51DF574-AF6A-3C15-0177-9143B516EDF5}"/>
              </a:ext>
            </a:extLst>
          </p:cNvPr>
          <p:cNvCxnSpPr>
            <a:cxnSpLocks noChangeShapeType="1"/>
            <a:stCxn id="35844" idx="7"/>
            <a:endCxn id="35852" idx="3"/>
          </p:cNvCxnSpPr>
          <p:nvPr/>
        </p:nvCxnSpPr>
        <p:spPr bwMode="auto">
          <a:xfrm flipV="1">
            <a:off x="844550" y="3803650"/>
            <a:ext cx="1600200" cy="698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5857" name="AutoShape 16">
            <a:extLst>
              <a:ext uri="{FF2B5EF4-FFF2-40B4-BE49-F238E27FC236}">
                <a16:creationId xmlns:a16="http://schemas.microsoft.com/office/drawing/2014/main" id="{995FAA37-C4B2-72DB-DEF1-674DC0589696}"/>
              </a:ext>
            </a:extLst>
          </p:cNvPr>
          <p:cNvCxnSpPr>
            <a:cxnSpLocks noChangeShapeType="1"/>
            <a:stCxn id="35853" idx="7"/>
            <a:endCxn id="35850" idx="3"/>
          </p:cNvCxnSpPr>
          <p:nvPr/>
        </p:nvCxnSpPr>
        <p:spPr bwMode="auto">
          <a:xfrm flipV="1">
            <a:off x="3956050" y="2689225"/>
            <a:ext cx="1028700" cy="1698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5858" name="AutoShape 17">
            <a:extLst>
              <a:ext uri="{FF2B5EF4-FFF2-40B4-BE49-F238E27FC236}">
                <a16:creationId xmlns:a16="http://schemas.microsoft.com/office/drawing/2014/main" id="{F482880C-05BB-B2F2-7176-81F6982FA7CC}"/>
              </a:ext>
            </a:extLst>
          </p:cNvPr>
          <p:cNvCxnSpPr>
            <a:cxnSpLocks noChangeShapeType="1"/>
            <a:stCxn id="35853" idx="0"/>
            <a:endCxn id="35848" idx="4"/>
          </p:cNvCxnSpPr>
          <p:nvPr/>
        </p:nvCxnSpPr>
        <p:spPr bwMode="auto">
          <a:xfrm flipV="1">
            <a:off x="3848100" y="2720975"/>
            <a:ext cx="0" cy="162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5859" name="AutoShape 18">
            <a:extLst>
              <a:ext uri="{FF2B5EF4-FFF2-40B4-BE49-F238E27FC236}">
                <a16:creationId xmlns:a16="http://schemas.microsoft.com/office/drawing/2014/main" id="{F39FA22F-40AA-6781-18E2-EB5737D61563}"/>
              </a:ext>
            </a:extLst>
          </p:cNvPr>
          <p:cNvCxnSpPr>
            <a:cxnSpLocks noChangeShapeType="1"/>
            <a:stCxn id="35848" idx="3"/>
            <a:endCxn id="35852" idx="7"/>
          </p:cNvCxnSpPr>
          <p:nvPr/>
        </p:nvCxnSpPr>
        <p:spPr bwMode="auto">
          <a:xfrm flipH="1">
            <a:off x="2660650" y="2676525"/>
            <a:ext cx="1079500" cy="911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5860" name="AutoShape 19">
            <a:extLst>
              <a:ext uri="{FF2B5EF4-FFF2-40B4-BE49-F238E27FC236}">
                <a16:creationId xmlns:a16="http://schemas.microsoft.com/office/drawing/2014/main" id="{414E4807-5885-B175-FD1E-F34059F40772}"/>
              </a:ext>
            </a:extLst>
          </p:cNvPr>
          <p:cNvCxnSpPr>
            <a:cxnSpLocks noChangeShapeType="1"/>
            <a:stCxn id="35852" idx="0"/>
            <a:endCxn id="35848" idx="2"/>
          </p:cNvCxnSpPr>
          <p:nvPr/>
        </p:nvCxnSpPr>
        <p:spPr bwMode="auto">
          <a:xfrm flipV="1">
            <a:off x="2552700" y="2568575"/>
            <a:ext cx="1143000" cy="974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5861" name="AutoShape 20">
            <a:extLst>
              <a:ext uri="{FF2B5EF4-FFF2-40B4-BE49-F238E27FC236}">
                <a16:creationId xmlns:a16="http://schemas.microsoft.com/office/drawing/2014/main" id="{13C58548-FA9C-FA74-3549-A40CF8170126}"/>
              </a:ext>
            </a:extLst>
          </p:cNvPr>
          <p:cNvCxnSpPr>
            <a:cxnSpLocks noChangeShapeType="1"/>
            <a:stCxn id="35845" idx="4"/>
            <a:endCxn id="35846" idx="0"/>
          </p:cNvCxnSpPr>
          <p:nvPr/>
        </p:nvCxnSpPr>
        <p:spPr bwMode="auto">
          <a:xfrm>
            <a:off x="1803400" y="1373188"/>
            <a:ext cx="0" cy="9921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5862" name="Oval 21">
            <a:extLst>
              <a:ext uri="{FF2B5EF4-FFF2-40B4-BE49-F238E27FC236}">
                <a16:creationId xmlns:a16="http://schemas.microsoft.com/office/drawing/2014/main" id="{4E46FBA4-42F9-BE70-F849-A31E40CADB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68575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35863" name="AutoShape 22">
            <a:extLst>
              <a:ext uri="{FF2B5EF4-FFF2-40B4-BE49-F238E27FC236}">
                <a16:creationId xmlns:a16="http://schemas.microsoft.com/office/drawing/2014/main" id="{613C46D3-695A-E422-3093-E7ECA057E493}"/>
              </a:ext>
            </a:extLst>
          </p:cNvPr>
          <p:cNvCxnSpPr>
            <a:cxnSpLocks noChangeShapeType="1"/>
            <a:stCxn id="35846" idx="6"/>
            <a:endCxn id="35862" idx="2"/>
          </p:cNvCxnSpPr>
          <p:nvPr/>
        </p:nvCxnSpPr>
        <p:spPr bwMode="auto">
          <a:xfrm>
            <a:off x="1955800" y="2517775"/>
            <a:ext cx="612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5864" name="AutoShape 23">
            <a:extLst>
              <a:ext uri="{FF2B5EF4-FFF2-40B4-BE49-F238E27FC236}">
                <a16:creationId xmlns:a16="http://schemas.microsoft.com/office/drawing/2014/main" id="{3D158610-B664-C423-30E4-A5DC511505B4}"/>
              </a:ext>
            </a:extLst>
          </p:cNvPr>
          <p:cNvCxnSpPr>
            <a:cxnSpLocks noChangeShapeType="1"/>
            <a:stCxn id="35865" idx="7"/>
            <a:endCxn id="35862" idx="3"/>
          </p:cNvCxnSpPr>
          <p:nvPr/>
        </p:nvCxnSpPr>
        <p:spPr bwMode="auto">
          <a:xfrm flipV="1">
            <a:off x="1914525" y="2625725"/>
            <a:ext cx="698500" cy="549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5865" name="Oval 24">
            <a:extLst>
              <a:ext uri="{FF2B5EF4-FFF2-40B4-BE49-F238E27FC236}">
                <a16:creationId xmlns:a16="http://schemas.microsoft.com/office/drawing/2014/main" id="{81A4942E-0EE5-97D4-8029-6FF18A11B4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4175" y="313055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I</a:t>
            </a:r>
          </a:p>
        </p:txBody>
      </p:sp>
      <p:cxnSp>
        <p:nvCxnSpPr>
          <p:cNvPr id="35866" name="AutoShape 25">
            <a:extLst>
              <a:ext uri="{FF2B5EF4-FFF2-40B4-BE49-F238E27FC236}">
                <a16:creationId xmlns:a16="http://schemas.microsoft.com/office/drawing/2014/main" id="{BF8E0460-B1F4-502D-7107-FE6784A8639B}"/>
              </a:ext>
            </a:extLst>
          </p:cNvPr>
          <p:cNvCxnSpPr>
            <a:cxnSpLocks noChangeShapeType="1"/>
            <a:stCxn id="35865" idx="0"/>
            <a:endCxn id="35846" idx="4"/>
          </p:cNvCxnSpPr>
          <p:nvPr/>
        </p:nvCxnSpPr>
        <p:spPr bwMode="auto">
          <a:xfrm flipH="1" flipV="1">
            <a:off x="1803400" y="2670175"/>
            <a:ext cx="3175" cy="460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5867" name="Text Box 26">
            <a:extLst>
              <a:ext uri="{FF2B5EF4-FFF2-40B4-BE49-F238E27FC236}">
                <a16:creationId xmlns:a16="http://schemas.microsoft.com/office/drawing/2014/main" id="{6C3CFE6B-8EF8-3DA8-6392-6A61BCAE0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0213" y="4843463"/>
            <a:ext cx="3187700" cy="1909762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A-F  A-G</a:t>
            </a: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35868" name="Text Box 31">
            <a:extLst>
              <a:ext uri="{FF2B5EF4-FFF2-40B4-BE49-F238E27FC236}">
                <a16:creationId xmlns:a16="http://schemas.microsoft.com/office/drawing/2014/main" id="{84634911-6CB1-2093-D227-7E73FC4314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6316663"/>
            <a:ext cx="23034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en-US"/>
              <a:t>Function call stack:</a:t>
            </a:r>
          </a:p>
        </p:txBody>
      </p:sp>
      <p:sp>
        <p:nvSpPr>
          <p:cNvPr id="35869" name="AutoShape 32">
            <a:extLst>
              <a:ext uri="{FF2B5EF4-FFF2-40B4-BE49-F238E27FC236}">
                <a16:creationId xmlns:a16="http://schemas.microsoft.com/office/drawing/2014/main" id="{307A920C-19C0-EDD6-2213-07255159F0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02488" y="6169025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481316" name="AutoShape 36">
            <a:extLst>
              <a:ext uri="{FF2B5EF4-FFF2-40B4-BE49-F238E27FC236}">
                <a16:creationId xmlns:a16="http://schemas.microsoft.com/office/drawing/2014/main" id="{E812548B-244C-74F3-03AE-DF62E19F5CA8}"/>
              </a:ext>
            </a:extLst>
          </p:cNvPr>
          <p:cNvCxnSpPr>
            <a:cxnSpLocks noChangeShapeType="1"/>
            <a:stCxn id="35850" idx="1"/>
            <a:endCxn id="35845" idx="6"/>
          </p:cNvCxnSpPr>
          <p:nvPr/>
        </p:nvCxnSpPr>
        <p:spPr bwMode="auto">
          <a:xfrm flipH="1" flipV="1">
            <a:off x="1955800" y="1220788"/>
            <a:ext cx="3028950" cy="1252537"/>
          </a:xfrm>
          <a:prstGeom prst="straightConnector1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2">
            <a:extLst>
              <a:ext uri="{FF2B5EF4-FFF2-40B4-BE49-F238E27FC236}">
                <a16:creationId xmlns:a16="http://schemas.microsoft.com/office/drawing/2014/main" id="{D0E94492-51FE-A524-BD70-17734F3417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fld id="{5A3756CD-922A-416F-95A0-CBA087927FFA}" type="slidenum">
              <a:rPr lang="en-US" altLang="en-US"/>
              <a:pPr algn="r"/>
              <a:t>17</a:t>
            </a:fld>
            <a:endParaRPr lang="en-US" altLang="en-US" sz="140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0FAA84E5-0CC0-292B-9D20-82EA02FAB3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Directed Depth First Search</a:t>
            </a:r>
          </a:p>
        </p:txBody>
      </p:sp>
      <p:sp>
        <p:nvSpPr>
          <p:cNvPr id="37892" name="Oval 3">
            <a:extLst>
              <a:ext uri="{FF2B5EF4-FFF2-40B4-BE49-F238E27FC236}">
                <a16:creationId xmlns:a16="http://schemas.microsoft.com/office/drawing/2014/main" id="{A7315D70-9FD7-46BB-97AF-6F7649372F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200" y="44577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37893" name="Oval 4">
            <a:extLst>
              <a:ext uri="{FF2B5EF4-FFF2-40B4-BE49-F238E27FC236}">
                <a16:creationId xmlns:a16="http://schemas.microsoft.com/office/drawing/2014/main" id="{D82A0D1A-BBA5-170B-99E3-B91A7984D9C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1066800"/>
            <a:ext cx="304800" cy="306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37894" name="Oval 5">
            <a:extLst>
              <a:ext uri="{FF2B5EF4-FFF2-40B4-BE49-F238E27FC236}">
                <a16:creationId xmlns:a16="http://schemas.microsoft.com/office/drawing/2014/main" id="{AB2DC3AB-4844-6D1A-D819-6766A08B60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37895" name="AutoShape 6">
            <a:extLst>
              <a:ext uri="{FF2B5EF4-FFF2-40B4-BE49-F238E27FC236}">
                <a16:creationId xmlns:a16="http://schemas.microsoft.com/office/drawing/2014/main" id="{8FA97EE5-A0B9-A3D2-C1AE-CFB5993E8B7E}"/>
              </a:ext>
            </a:extLst>
          </p:cNvPr>
          <p:cNvCxnSpPr>
            <a:cxnSpLocks noChangeShapeType="1"/>
            <a:stCxn id="37892" idx="0"/>
            <a:endCxn id="37893" idx="3"/>
          </p:cNvCxnSpPr>
          <p:nvPr/>
        </p:nvCxnSpPr>
        <p:spPr bwMode="auto">
          <a:xfrm flipV="1">
            <a:off x="736600" y="1328738"/>
            <a:ext cx="958850" cy="31289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7896" name="Oval 7">
            <a:extLst>
              <a:ext uri="{FF2B5EF4-FFF2-40B4-BE49-F238E27FC236}">
                <a16:creationId xmlns:a16="http://schemas.microsoft.com/office/drawing/2014/main" id="{7A8B99B7-719D-4445-9E84-F8BEE96978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24161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C</a:t>
            </a:r>
          </a:p>
        </p:txBody>
      </p:sp>
      <p:cxnSp>
        <p:nvCxnSpPr>
          <p:cNvPr id="37897" name="AutoShape 8">
            <a:extLst>
              <a:ext uri="{FF2B5EF4-FFF2-40B4-BE49-F238E27FC236}">
                <a16:creationId xmlns:a16="http://schemas.microsoft.com/office/drawing/2014/main" id="{8BABDC70-346A-DDF6-9C25-4FB114D60E0C}"/>
              </a:ext>
            </a:extLst>
          </p:cNvPr>
          <p:cNvCxnSpPr>
            <a:cxnSpLocks noChangeShapeType="1"/>
            <a:stCxn id="37893" idx="5"/>
            <a:endCxn id="37896" idx="1"/>
          </p:cNvCxnSpPr>
          <p:nvPr/>
        </p:nvCxnSpPr>
        <p:spPr bwMode="auto">
          <a:xfrm>
            <a:off x="1911350" y="1328738"/>
            <a:ext cx="1828800" cy="1131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7898" name="Oval 9">
            <a:extLst>
              <a:ext uri="{FF2B5EF4-FFF2-40B4-BE49-F238E27FC236}">
                <a16:creationId xmlns:a16="http://schemas.microsoft.com/office/drawing/2014/main" id="{CE4AA974-C3A2-5BE7-AFBF-A2CAF526B4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40300" y="24288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37899" name="AutoShape 10">
            <a:extLst>
              <a:ext uri="{FF2B5EF4-FFF2-40B4-BE49-F238E27FC236}">
                <a16:creationId xmlns:a16="http://schemas.microsoft.com/office/drawing/2014/main" id="{C39D4675-B50E-5B32-EBF7-F502A82A8C0D}"/>
              </a:ext>
            </a:extLst>
          </p:cNvPr>
          <p:cNvCxnSpPr>
            <a:cxnSpLocks noChangeShapeType="1"/>
            <a:stCxn id="37893" idx="6"/>
            <a:endCxn id="37898" idx="1"/>
          </p:cNvCxnSpPr>
          <p:nvPr/>
        </p:nvCxnSpPr>
        <p:spPr bwMode="auto">
          <a:xfrm>
            <a:off x="1955800" y="1220788"/>
            <a:ext cx="3028950" cy="12525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7900" name="Oval 11">
            <a:extLst>
              <a:ext uri="{FF2B5EF4-FFF2-40B4-BE49-F238E27FC236}">
                <a16:creationId xmlns:a16="http://schemas.microsoft.com/office/drawing/2014/main" id="{F5E74686-1486-412B-37C3-B58FF316D9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00300" y="35433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37901" name="Oval 12">
            <a:extLst>
              <a:ext uri="{FF2B5EF4-FFF2-40B4-BE49-F238E27FC236}">
                <a16:creationId xmlns:a16="http://schemas.microsoft.com/office/drawing/2014/main" id="{0534797A-4AF5-E354-A342-F637D4DE30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43434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37902" name="AutoShape 13">
            <a:extLst>
              <a:ext uri="{FF2B5EF4-FFF2-40B4-BE49-F238E27FC236}">
                <a16:creationId xmlns:a16="http://schemas.microsoft.com/office/drawing/2014/main" id="{72A7B22A-73C5-0706-CF99-AD9C507FC809}"/>
              </a:ext>
            </a:extLst>
          </p:cNvPr>
          <p:cNvCxnSpPr>
            <a:cxnSpLocks noChangeShapeType="1"/>
            <a:stCxn id="37901" idx="2"/>
            <a:endCxn id="37900" idx="5"/>
          </p:cNvCxnSpPr>
          <p:nvPr/>
        </p:nvCxnSpPr>
        <p:spPr bwMode="auto">
          <a:xfrm flipH="1" flipV="1">
            <a:off x="2660650" y="3803650"/>
            <a:ext cx="1035050" cy="692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7903" name="AutoShape 14">
            <a:extLst>
              <a:ext uri="{FF2B5EF4-FFF2-40B4-BE49-F238E27FC236}">
                <a16:creationId xmlns:a16="http://schemas.microsoft.com/office/drawing/2014/main" id="{B89A0530-9B6C-8F15-616B-4B8D66D28763}"/>
              </a:ext>
            </a:extLst>
          </p:cNvPr>
          <p:cNvCxnSpPr>
            <a:cxnSpLocks noChangeShapeType="1"/>
            <a:stCxn id="37901" idx="3"/>
            <a:endCxn id="37892" idx="6"/>
          </p:cNvCxnSpPr>
          <p:nvPr/>
        </p:nvCxnSpPr>
        <p:spPr bwMode="auto">
          <a:xfrm flipH="1">
            <a:off x="889000" y="4603750"/>
            <a:ext cx="2851150" cy="6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7904" name="AutoShape 15">
            <a:extLst>
              <a:ext uri="{FF2B5EF4-FFF2-40B4-BE49-F238E27FC236}">
                <a16:creationId xmlns:a16="http://schemas.microsoft.com/office/drawing/2014/main" id="{AC453583-F364-967A-5CC0-01C78350AB4E}"/>
              </a:ext>
            </a:extLst>
          </p:cNvPr>
          <p:cNvCxnSpPr>
            <a:cxnSpLocks noChangeShapeType="1"/>
            <a:stCxn id="37892" idx="7"/>
            <a:endCxn id="37900" idx="3"/>
          </p:cNvCxnSpPr>
          <p:nvPr/>
        </p:nvCxnSpPr>
        <p:spPr bwMode="auto">
          <a:xfrm flipV="1">
            <a:off x="844550" y="3803650"/>
            <a:ext cx="1600200" cy="698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7905" name="AutoShape 16">
            <a:extLst>
              <a:ext uri="{FF2B5EF4-FFF2-40B4-BE49-F238E27FC236}">
                <a16:creationId xmlns:a16="http://schemas.microsoft.com/office/drawing/2014/main" id="{BDAA1B3B-041B-6677-6F50-5EFC7DFB8FBC}"/>
              </a:ext>
            </a:extLst>
          </p:cNvPr>
          <p:cNvCxnSpPr>
            <a:cxnSpLocks noChangeShapeType="1"/>
            <a:stCxn id="37901" idx="7"/>
            <a:endCxn id="37898" idx="3"/>
          </p:cNvCxnSpPr>
          <p:nvPr/>
        </p:nvCxnSpPr>
        <p:spPr bwMode="auto">
          <a:xfrm flipV="1">
            <a:off x="3956050" y="2689225"/>
            <a:ext cx="1028700" cy="1698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7906" name="AutoShape 17">
            <a:extLst>
              <a:ext uri="{FF2B5EF4-FFF2-40B4-BE49-F238E27FC236}">
                <a16:creationId xmlns:a16="http://schemas.microsoft.com/office/drawing/2014/main" id="{E9DD2EB1-1730-7D76-A392-6962DCC6E9CA}"/>
              </a:ext>
            </a:extLst>
          </p:cNvPr>
          <p:cNvCxnSpPr>
            <a:cxnSpLocks noChangeShapeType="1"/>
            <a:stCxn id="37901" idx="0"/>
            <a:endCxn id="37896" idx="4"/>
          </p:cNvCxnSpPr>
          <p:nvPr/>
        </p:nvCxnSpPr>
        <p:spPr bwMode="auto">
          <a:xfrm flipV="1">
            <a:off x="3848100" y="2720975"/>
            <a:ext cx="0" cy="162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7907" name="AutoShape 18">
            <a:extLst>
              <a:ext uri="{FF2B5EF4-FFF2-40B4-BE49-F238E27FC236}">
                <a16:creationId xmlns:a16="http://schemas.microsoft.com/office/drawing/2014/main" id="{99573271-441E-238D-BC3D-C6788EF35358}"/>
              </a:ext>
            </a:extLst>
          </p:cNvPr>
          <p:cNvCxnSpPr>
            <a:cxnSpLocks noChangeShapeType="1"/>
            <a:stCxn id="37896" idx="3"/>
            <a:endCxn id="37900" idx="7"/>
          </p:cNvCxnSpPr>
          <p:nvPr/>
        </p:nvCxnSpPr>
        <p:spPr bwMode="auto">
          <a:xfrm flipH="1">
            <a:off x="2660650" y="2676525"/>
            <a:ext cx="1079500" cy="911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7908" name="AutoShape 19">
            <a:extLst>
              <a:ext uri="{FF2B5EF4-FFF2-40B4-BE49-F238E27FC236}">
                <a16:creationId xmlns:a16="http://schemas.microsoft.com/office/drawing/2014/main" id="{B2F66DA1-0DCF-4B67-423D-4182AE76EEF3}"/>
              </a:ext>
            </a:extLst>
          </p:cNvPr>
          <p:cNvCxnSpPr>
            <a:cxnSpLocks noChangeShapeType="1"/>
            <a:stCxn id="37900" idx="0"/>
            <a:endCxn id="37896" idx="2"/>
          </p:cNvCxnSpPr>
          <p:nvPr/>
        </p:nvCxnSpPr>
        <p:spPr bwMode="auto">
          <a:xfrm flipV="1">
            <a:off x="2552700" y="2568575"/>
            <a:ext cx="1143000" cy="974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7909" name="AutoShape 20">
            <a:extLst>
              <a:ext uri="{FF2B5EF4-FFF2-40B4-BE49-F238E27FC236}">
                <a16:creationId xmlns:a16="http://schemas.microsoft.com/office/drawing/2014/main" id="{7C9B2E7D-6F0D-ECC4-5A52-6896AA173429}"/>
              </a:ext>
            </a:extLst>
          </p:cNvPr>
          <p:cNvCxnSpPr>
            <a:cxnSpLocks noChangeShapeType="1"/>
            <a:stCxn id="37893" idx="4"/>
            <a:endCxn id="37894" idx="0"/>
          </p:cNvCxnSpPr>
          <p:nvPr/>
        </p:nvCxnSpPr>
        <p:spPr bwMode="auto">
          <a:xfrm>
            <a:off x="1803400" y="1373188"/>
            <a:ext cx="0" cy="9921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7910" name="Oval 21">
            <a:extLst>
              <a:ext uri="{FF2B5EF4-FFF2-40B4-BE49-F238E27FC236}">
                <a16:creationId xmlns:a16="http://schemas.microsoft.com/office/drawing/2014/main" id="{D5B3FD59-1C62-0CE8-DA1E-EA4EBBE749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68575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37911" name="AutoShape 22">
            <a:extLst>
              <a:ext uri="{FF2B5EF4-FFF2-40B4-BE49-F238E27FC236}">
                <a16:creationId xmlns:a16="http://schemas.microsoft.com/office/drawing/2014/main" id="{A1498710-6FF1-3704-CAB1-95C72E2D2D1C}"/>
              </a:ext>
            </a:extLst>
          </p:cNvPr>
          <p:cNvCxnSpPr>
            <a:cxnSpLocks noChangeShapeType="1"/>
            <a:stCxn id="37894" idx="6"/>
            <a:endCxn id="37910" idx="2"/>
          </p:cNvCxnSpPr>
          <p:nvPr/>
        </p:nvCxnSpPr>
        <p:spPr bwMode="auto">
          <a:xfrm>
            <a:off x="1955800" y="2517775"/>
            <a:ext cx="612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7912" name="AutoShape 23">
            <a:extLst>
              <a:ext uri="{FF2B5EF4-FFF2-40B4-BE49-F238E27FC236}">
                <a16:creationId xmlns:a16="http://schemas.microsoft.com/office/drawing/2014/main" id="{3836944A-AA46-CA17-4346-B7E83CAE137E}"/>
              </a:ext>
            </a:extLst>
          </p:cNvPr>
          <p:cNvCxnSpPr>
            <a:cxnSpLocks noChangeShapeType="1"/>
            <a:stCxn id="37913" idx="7"/>
            <a:endCxn id="37910" idx="3"/>
          </p:cNvCxnSpPr>
          <p:nvPr/>
        </p:nvCxnSpPr>
        <p:spPr bwMode="auto">
          <a:xfrm flipV="1">
            <a:off x="1914525" y="2625725"/>
            <a:ext cx="698500" cy="549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7913" name="Oval 24">
            <a:extLst>
              <a:ext uri="{FF2B5EF4-FFF2-40B4-BE49-F238E27FC236}">
                <a16:creationId xmlns:a16="http://schemas.microsoft.com/office/drawing/2014/main" id="{A88A418A-9268-2727-0A4F-CAFB7EAC6A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4175" y="313055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I</a:t>
            </a:r>
          </a:p>
        </p:txBody>
      </p:sp>
      <p:cxnSp>
        <p:nvCxnSpPr>
          <p:cNvPr id="37914" name="AutoShape 25">
            <a:extLst>
              <a:ext uri="{FF2B5EF4-FFF2-40B4-BE49-F238E27FC236}">
                <a16:creationId xmlns:a16="http://schemas.microsoft.com/office/drawing/2014/main" id="{C961EB87-C90B-B50B-9E53-7B8D51062E7C}"/>
              </a:ext>
            </a:extLst>
          </p:cNvPr>
          <p:cNvCxnSpPr>
            <a:cxnSpLocks noChangeShapeType="1"/>
            <a:stCxn id="37913" idx="0"/>
            <a:endCxn id="37894" idx="4"/>
          </p:cNvCxnSpPr>
          <p:nvPr/>
        </p:nvCxnSpPr>
        <p:spPr bwMode="auto">
          <a:xfrm flipH="1" flipV="1">
            <a:off x="1803400" y="2670175"/>
            <a:ext cx="3175" cy="460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7915" name="Text Box 26">
            <a:extLst>
              <a:ext uri="{FF2B5EF4-FFF2-40B4-BE49-F238E27FC236}">
                <a16:creationId xmlns:a16="http://schemas.microsoft.com/office/drawing/2014/main" id="{730BF00C-8F90-EA8D-BFED-D88633893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0213" y="4843463"/>
            <a:ext cx="3187700" cy="1909762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A-F  A-G</a:t>
            </a: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37916" name="Text Box 31">
            <a:extLst>
              <a:ext uri="{FF2B5EF4-FFF2-40B4-BE49-F238E27FC236}">
                <a16:creationId xmlns:a16="http://schemas.microsoft.com/office/drawing/2014/main" id="{7E5C262F-9DA8-11B1-3D92-666A566C6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6316663"/>
            <a:ext cx="23034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en-US"/>
              <a:t>Function call stack:</a:t>
            </a:r>
          </a:p>
        </p:txBody>
      </p:sp>
      <p:sp>
        <p:nvSpPr>
          <p:cNvPr id="37917" name="AutoShape 32">
            <a:extLst>
              <a:ext uri="{FF2B5EF4-FFF2-40B4-BE49-F238E27FC236}">
                <a16:creationId xmlns:a16="http://schemas.microsoft.com/office/drawing/2014/main" id="{1EDEA65C-37FA-A2FD-705D-633E8B2787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58088" y="6169025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2">
            <a:extLst>
              <a:ext uri="{FF2B5EF4-FFF2-40B4-BE49-F238E27FC236}">
                <a16:creationId xmlns:a16="http://schemas.microsoft.com/office/drawing/2014/main" id="{F7D9D7D9-719B-F806-39A4-5136A0CBFE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fld id="{F43A2D86-E052-44F1-B1E8-51375FC77D5B}" type="slidenum">
              <a:rPr lang="en-US" altLang="en-US"/>
              <a:pPr algn="r"/>
              <a:t>18</a:t>
            </a:fld>
            <a:endParaRPr lang="en-US" altLang="en-US" sz="140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611F7170-7004-0AE9-20F7-C3F9DFB746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Directed Depth First Search</a:t>
            </a:r>
          </a:p>
        </p:txBody>
      </p:sp>
      <p:sp>
        <p:nvSpPr>
          <p:cNvPr id="39940" name="Oval 3">
            <a:extLst>
              <a:ext uri="{FF2B5EF4-FFF2-40B4-BE49-F238E27FC236}">
                <a16:creationId xmlns:a16="http://schemas.microsoft.com/office/drawing/2014/main" id="{6B7835CC-5260-7DFB-528B-07625DF2D1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200" y="44577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39941" name="Oval 4">
            <a:extLst>
              <a:ext uri="{FF2B5EF4-FFF2-40B4-BE49-F238E27FC236}">
                <a16:creationId xmlns:a16="http://schemas.microsoft.com/office/drawing/2014/main" id="{A591AC68-1EA1-FE2F-5C57-4C0B5A1E45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1066800"/>
            <a:ext cx="304800" cy="30638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39942" name="Oval 5">
            <a:extLst>
              <a:ext uri="{FF2B5EF4-FFF2-40B4-BE49-F238E27FC236}">
                <a16:creationId xmlns:a16="http://schemas.microsoft.com/office/drawing/2014/main" id="{3631CFB4-81C3-8D22-35DB-9D3517BCEA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39943" name="AutoShape 6">
            <a:extLst>
              <a:ext uri="{FF2B5EF4-FFF2-40B4-BE49-F238E27FC236}">
                <a16:creationId xmlns:a16="http://schemas.microsoft.com/office/drawing/2014/main" id="{84629DF4-A326-5557-E78D-EAC72C0D8521}"/>
              </a:ext>
            </a:extLst>
          </p:cNvPr>
          <p:cNvCxnSpPr>
            <a:cxnSpLocks noChangeShapeType="1"/>
            <a:stCxn id="39940" idx="0"/>
            <a:endCxn id="39941" idx="3"/>
          </p:cNvCxnSpPr>
          <p:nvPr/>
        </p:nvCxnSpPr>
        <p:spPr bwMode="auto">
          <a:xfrm flipV="1">
            <a:off x="736600" y="1328738"/>
            <a:ext cx="958850" cy="31289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9944" name="Oval 7">
            <a:extLst>
              <a:ext uri="{FF2B5EF4-FFF2-40B4-BE49-F238E27FC236}">
                <a16:creationId xmlns:a16="http://schemas.microsoft.com/office/drawing/2014/main" id="{D05D0916-C5EA-47DA-C06E-907D266212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24161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C</a:t>
            </a:r>
          </a:p>
        </p:txBody>
      </p:sp>
      <p:cxnSp>
        <p:nvCxnSpPr>
          <p:cNvPr id="39945" name="AutoShape 8">
            <a:extLst>
              <a:ext uri="{FF2B5EF4-FFF2-40B4-BE49-F238E27FC236}">
                <a16:creationId xmlns:a16="http://schemas.microsoft.com/office/drawing/2014/main" id="{85B16BC7-3179-E8F8-0D4C-97333D409C23}"/>
              </a:ext>
            </a:extLst>
          </p:cNvPr>
          <p:cNvCxnSpPr>
            <a:cxnSpLocks noChangeShapeType="1"/>
            <a:stCxn id="39941" idx="5"/>
            <a:endCxn id="39944" idx="1"/>
          </p:cNvCxnSpPr>
          <p:nvPr/>
        </p:nvCxnSpPr>
        <p:spPr bwMode="auto">
          <a:xfrm>
            <a:off x="1911350" y="1328738"/>
            <a:ext cx="1828800" cy="1131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9946" name="Oval 9">
            <a:extLst>
              <a:ext uri="{FF2B5EF4-FFF2-40B4-BE49-F238E27FC236}">
                <a16:creationId xmlns:a16="http://schemas.microsoft.com/office/drawing/2014/main" id="{2CC22574-202D-1A69-AF8D-CBD2FCB546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40300" y="24288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39947" name="AutoShape 10">
            <a:extLst>
              <a:ext uri="{FF2B5EF4-FFF2-40B4-BE49-F238E27FC236}">
                <a16:creationId xmlns:a16="http://schemas.microsoft.com/office/drawing/2014/main" id="{C70D4DCF-69D6-D57C-972E-955D409033F4}"/>
              </a:ext>
            </a:extLst>
          </p:cNvPr>
          <p:cNvCxnSpPr>
            <a:cxnSpLocks noChangeShapeType="1"/>
            <a:stCxn id="39941" idx="6"/>
            <a:endCxn id="39946" idx="1"/>
          </p:cNvCxnSpPr>
          <p:nvPr/>
        </p:nvCxnSpPr>
        <p:spPr bwMode="auto">
          <a:xfrm>
            <a:off x="1955800" y="1220788"/>
            <a:ext cx="3028950" cy="12525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9948" name="Oval 11">
            <a:extLst>
              <a:ext uri="{FF2B5EF4-FFF2-40B4-BE49-F238E27FC236}">
                <a16:creationId xmlns:a16="http://schemas.microsoft.com/office/drawing/2014/main" id="{A8E94E1C-DD68-18A0-8512-247B156122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00300" y="35433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39949" name="Oval 12">
            <a:extLst>
              <a:ext uri="{FF2B5EF4-FFF2-40B4-BE49-F238E27FC236}">
                <a16:creationId xmlns:a16="http://schemas.microsoft.com/office/drawing/2014/main" id="{92D61653-C170-F8C5-A953-9EFEFC4250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43434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39950" name="AutoShape 13">
            <a:extLst>
              <a:ext uri="{FF2B5EF4-FFF2-40B4-BE49-F238E27FC236}">
                <a16:creationId xmlns:a16="http://schemas.microsoft.com/office/drawing/2014/main" id="{F2232EA9-5D18-9F31-5643-85F294FD1619}"/>
              </a:ext>
            </a:extLst>
          </p:cNvPr>
          <p:cNvCxnSpPr>
            <a:cxnSpLocks noChangeShapeType="1"/>
            <a:stCxn id="39949" idx="2"/>
            <a:endCxn id="39948" idx="5"/>
          </p:cNvCxnSpPr>
          <p:nvPr/>
        </p:nvCxnSpPr>
        <p:spPr bwMode="auto">
          <a:xfrm flipH="1" flipV="1">
            <a:off x="2660650" y="3803650"/>
            <a:ext cx="1035050" cy="692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9951" name="AutoShape 14">
            <a:extLst>
              <a:ext uri="{FF2B5EF4-FFF2-40B4-BE49-F238E27FC236}">
                <a16:creationId xmlns:a16="http://schemas.microsoft.com/office/drawing/2014/main" id="{2328E8FB-1463-EE4F-71B0-897E31515DA6}"/>
              </a:ext>
            </a:extLst>
          </p:cNvPr>
          <p:cNvCxnSpPr>
            <a:cxnSpLocks noChangeShapeType="1"/>
            <a:stCxn id="39949" idx="3"/>
            <a:endCxn id="39940" idx="6"/>
          </p:cNvCxnSpPr>
          <p:nvPr/>
        </p:nvCxnSpPr>
        <p:spPr bwMode="auto">
          <a:xfrm flipH="1">
            <a:off x="889000" y="4603750"/>
            <a:ext cx="2851150" cy="6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9952" name="AutoShape 15">
            <a:extLst>
              <a:ext uri="{FF2B5EF4-FFF2-40B4-BE49-F238E27FC236}">
                <a16:creationId xmlns:a16="http://schemas.microsoft.com/office/drawing/2014/main" id="{655EBC1B-2527-4C7F-0DDB-66694B39F4B4}"/>
              </a:ext>
            </a:extLst>
          </p:cNvPr>
          <p:cNvCxnSpPr>
            <a:cxnSpLocks noChangeShapeType="1"/>
            <a:stCxn id="39940" idx="7"/>
            <a:endCxn id="39948" idx="3"/>
          </p:cNvCxnSpPr>
          <p:nvPr/>
        </p:nvCxnSpPr>
        <p:spPr bwMode="auto">
          <a:xfrm flipV="1">
            <a:off x="844550" y="3803650"/>
            <a:ext cx="1600200" cy="698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9953" name="AutoShape 16">
            <a:extLst>
              <a:ext uri="{FF2B5EF4-FFF2-40B4-BE49-F238E27FC236}">
                <a16:creationId xmlns:a16="http://schemas.microsoft.com/office/drawing/2014/main" id="{EFB7B3AE-946D-E05F-0FEC-46463E8E05ED}"/>
              </a:ext>
            </a:extLst>
          </p:cNvPr>
          <p:cNvCxnSpPr>
            <a:cxnSpLocks noChangeShapeType="1"/>
            <a:stCxn id="39949" idx="7"/>
            <a:endCxn id="39946" idx="3"/>
          </p:cNvCxnSpPr>
          <p:nvPr/>
        </p:nvCxnSpPr>
        <p:spPr bwMode="auto">
          <a:xfrm flipV="1">
            <a:off x="3956050" y="2689225"/>
            <a:ext cx="1028700" cy="1698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9954" name="AutoShape 17">
            <a:extLst>
              <a:ext uri="{FF2B5EF4-FFF2-40B4-BE49-F238E27FC236}">
                <a16:creationId xmlns:a16="http://schemas.microsoft.com/office/drawing/2014/main" id="{1F6BE8BD-A505-E816-9BFE-68AF4F491C48}"/>
              </a:ext>
            </a:extLst>
          </p:cNvPr>
          <p:cNvCxnSpPr>
            <a:cxnSpLocks noChangeShapeType="1"/>
            <a:stCxn id="39949" idx="0"/>
            <a:endCxn id="39944" idx="4"/>
          </p:cNvCxnSpPr>
          <p:nvPr/>
        </p:nvCxnSpPr>
        <p:spPr bwMode="auto">
          <a:xfrm flipV="1">
            <a:off x="3848100" y="2720975"/>
            <a:ext cx="0" cy="162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9955" name="AutoShape 18">
            <a:extLst>
              <a:ext uri="{FF2B5EF4-FFF2-40B4-BE49-F238E27FC236}">
                <a16:creationId xmlns:a16="http://schemas.microsoft.com/office/drawing/2014/main" id="{85232B91-3DE2-4A56-ADFF-72F93CCB202D}"/>
              </a:ext>
            </a:extLst>
          </p:cNvPr>
          <p:cNvCxnSpPr>
            <a:cxnSpLocks noChangeShapeType="1"/>
            <a:stCxn id="39944" idx="3"/>
            <a:endCxn id="39948" idx="7"/>
          </p:cNvCxnSpPr>
          <p:nvPr/>
        </p:nvCxnSpPr>
        <p:spPr bwMode="auto">
          <a:xfrm flipH="1">
            <a:off x="2660650" y="2676525"/>
            <a:ext cx="1079500" cy="911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9956" name="AutoShape 19">
            <a:extLst>
              <a:ext uri="{FF2B5EF4-FFF2-40B4-BE49-F238E27FC236}">
                <a16:creationId xmlns:a16="http://schemas.microsoft.com/office/drawing/2014/main" id="{039908F8-1D45-98AC-CEC5-2D8C2CCA1701}"/>
              </a:ext>
            </a:extLst>
          </p:cNvPr>
          <p:cNvCxnSpPr>
            <a:cxnSpLocks noChangeShapeType="1"/>
            <a:stCxn id="39948" idx="0"/>
            <a:endCxn id="39944" idx="2"/>
          </p:cNvCxnSpPr>
          <p:nvPr/>
        </p:nvCxnSpPr>
        <p:spPr bwMode="auto">
          <a:xfrm flipV="1">
            <a:off x="2552700" y="2568575"/>
            <a:ext cx="1143000" cy="974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9957" name="AutoShape 20">
            <a:extLst>
              <a:ext uri="{FF2B5EF4-FFF2-40B4-BE49-F238E27FC236}">
                <a16:creationId xmlns:a16="http://schemas.microsoft.com/office/drawing/2014/main" id="{A2B75190-1F6F-61F9-B5F4-5760EDB3D62D}"/>
              </a:ext>
            </a:extLst>
          </p:cNvPr>
          <p:cNvCxnSpPr>
            <a:cxnSpLocks noChangeShapeType="1"/>
            <a:stCxn id="39941" idx="4"/>
            <a:endCxn id="39942" idx="0"/>
          </p:cNvCxnSpPr>
          <p:nvPr/>
        </p:nvCxnSpPr>
        <p:spPr bwMode="auto">
          <a:xfrm>
            <a:off x="1803400" y="1373188"/>
            <a:ext cx="0" cy="9921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9958" name="Oval 21">
            <a:extLst>
              <a:ext uri="{FF2B5EF4-FFF2-40B4-BE49-F238E27FC236}">
                <a16:creationId xmlns:a16="http://schemas.microsoft.com/office/drawing/2014/main" id="{F36CD591-2B03-AF02-EE6C-AB7EED6630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68575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39959" name="AutoShape 22">
            <a:extLst>
              <a:ext uri="{FF2B5EF4-FFF2-40B4-BE49-F238E27FC236}">
                <a16:creationId xmlns:a16="http://schemas.microsoft.com/office/drawing/2014/main" id="{DC5FA7A0-C8FA-959D-85C7-CD5C13EBD592}"/>
              </a:ext>
            </a:extLst>
          </p:cNvPr>
          <p:cNvCxnSpPr>
            <a:cxnSpLocks noChangeShapeType="1"/>
            <a:stCxn id="39942" idx="6"/>
            <a:endCxn id="39958" idx="2"/>
          </p:cNvCxnSpPr>
          <p:nvPr/>
        </p:nvCxnSpPr>
        <p:spPr bwMode="auto">
          <a:xfrm>
            <a:off x="1955800" y="2517775"/>
            <a:ext cx="612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9960" name="AutoShape 23">
            <a:extLst>
              <a:ext uri="{FF2B5EF4-FFF2-40B4-BE49-F238E27FC236}">
                <a16:creationId xmlns:a16="http://schemas.microsoft.com/office/drawing/2014/main" id="{34B79054-AAD6-E1D3-B9E9-A8CCCFFD42DC}"/>
              </a:ext>
            </a:extLst>
          </p:cNvPr>
          <p:cNvCxnSpPr>
            <a:cxnSpLocks noChangeShapeType="1"/>
            <a:stCxn id="39961" idx="7"/>
            <a:endCxn id="39958" idx="3"/>
          </p:cNvCxnSpPr>
          <p:nvPr/>
        </p:nvCxnSpPr>
        <p:spPr bwMode="auto">
          <a:xfrm flipV="1">
            <a:off x="1914525" y="2625725"/>
            <a:ext cx="698500" cy="549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9961" name="Oval 24">
            <a:extLst>
              <a:ext uri="{FF2B5EF4-FFF2-40B4-BE49-F238E27FC236}">
                <a16:creationId xmlns:a16="http://schemas.microsoft.com/office/drawing/2014/main" id="{0CFFE57B-645C-CD93-8CBB-411654F6FC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4175" y="313055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I</a:t>
            </a:r>
          </a:p>
        </p:txBody>
      </p:sp>
      <p:cxnSp>
        <p:nvCxnSpPr>
          <p:cNvPr id="39962" name="AutoShape 25">
            <a:extLst>
              <a:ext uri="{FF2B5EF4-FFF2-40B4-BE49-F238E27FC236}">
                <a16:creationId xmlns:a16="http://schemas.microsoft.com/office/drawing/2014/main" id="{FD5B7169-90A0-7B42-F00C-FB52C06C11D2}"/>
              </a:ext>
            </a:extLst>
          </p:cNvPr>
          <p:cNvCxnSpPr>
            <a:cxnSpLocks noChangeShapeType="1"/>
            <a:stCxn id="39961" idx="0"/>
            <a:endCxn id="39942" idx="4"/>
          </p:cNvCxnSpPr>
          <p:nvPr/>
        </p:nvCxnSpPr>
        <p:spPr bwMode="auto">
          <a:xfrm flipH="1" flipV="1">
            <a:off x="1803400" y="2670175"/>
            <a:ext cx="3175" cy="460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9963" name="Text Box 31">
            <a:extLst>
              <a:ext uri="{FF2B5EF4-FFF2-40B4-BE49-F238E27FC236}">
                <a16:creationId xmlns:a16="http://schemas.microsoft.com/office/drawing/2014/main" id="{9AAE3A8A-EE6A-FE40-1AFD-F515E50997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6316663"/>
            <a:ext cx="47831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en-US"/>
              <a:t>Nodes reachable from A:   A, C, D, E, F, G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roalgsds">
  <a:themeElements>
    <a:clrScheme name="">
      <a:dk1>
        <a:srgbClr val="000000"/>
      </a:dk1>
      <a:lt1>
        <a:srgbClr val="FFFFFF"/>
      </a:lt1>
      <a:dk2>
        <a:srgbClr val="C0C0C0"/>
      </a:dk2>
      <a:lt2>
        <a:srgbClr val="010000"/>
      </a:lt2>
      <a:accent1>
        <a:srgbClr val="CC0000"/>
      </a:accent1>
      <a:accent2>
        <a:srgbClr val="777777"/>
      </a:accent2>
      <a:accent3>
        <a:srgbClr val="FFFFFF"/>
      </a:accent3>
      <a:accent4>
        <a:srgbClr val="000000"/>
      </a:accent4>
      <a:accent5>
        <a:srgbClr val="E2AAAA"/>
      </a:accent5>
      <a:accent6>
        <a:srgbClr val="6B6B6B"/>
      </a:accent6>
      <a:hlink>
        <a:srgbClr val="4D4D4D"/>
      </a:hlink>
      <a:folHlink>
        <a:srgbClr val="003399"/>
      </a:folHlink>
    </a:clrScheme>
    <a:fontScheme name="introalgs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chemeClr val="accent1"/>
          </a:solidFill>
          <a:prstDash val="solid"/>
          <a:round/>
          <a:headEnd type="triangl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2075" tIns="46038" rIns="92075" bIns="46038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anose="030F0702030302020204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chemeClr val="accent1"/>
          </a:solidFill>
          <a:prstDash val="solid"/>
          <a:round/>
          <a:headEnd type="triangl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2075" tIns="46038" rIns="92075" bIns="46038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anose="030F0702030302020204" pitchFamily="66" charset="0"/>
          </a:defRPr>
        </a:defPPr>
      </a:lstStyle>
    </a:lnDef>
  </a:objectDefaults>
  <a:extraClrSchemeLst>
    <a:extraClrScheme>
      <a:clrScheme name="introalgsds 1">
        <a:dk1>
          <a:srgbClr val="009999"/>
        </a:dk1>
        <a:lt1>
          <a:srgbClr val="FFFFFF"/>
        </a:lt1>
        <a:dk2>
          <a:srgbClr val="336699"/>
        </a:dk2>
        <a:lt2>
          <a:srgbClr val="010000"/>
        </a:lt2>
        <a:accent1>
          <a:srgbClr val="CCECFF"/>
        </a:accent1>
        <a:accent2>
          <a:srgbClr val="FFFFCC"/>
        </a:accent2>
        <a:accent3>
          <a:srgbClr val="FFFFFF"/>
        </a:accent3>
        <a:accent4>
          <a:srgbClr val="008282"/>
        </a:accent4>
        <a:accent5>
          <a:srgbClr val="E2F4FF"/>
        </a:accent5>
        <a:accent6>
          <a:srgbClr val="E7E7B9"/>
        </a:accent6>
        <a:hlink>
          <a:srgbClr val="FF9966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algsds 2">
        <a:dk1>
          <a:srgbClr val="800000"/>
        </a:dk1>
        <a:lt1>
          <a:srgbClr val="FFFFFF"/>
        </a:lt1>
        <a:dk2>
          <a:srgbClr val="000000"/>
        </a:dk2>
        <a:lt2>
          <a:srgbClr val="FFFFCC"/>
        </a:lt2>
        <a:accent1>
          <a:srgbClr val="000000"/>
        </a:accent1>
        <a:accent2>
          <a:srgbClr val="000099"/>
        </a:accent2>
        <a:accent3>
          <a:srgbClr val="AAAAAA"/>
        </a:accent3>
        <a:accent4>
          <a:srgbClr val="DADADA"/>
        </a:accent4>
        <a:accent5>
          <a:srgbClr val="AAAAAA"/>
        </a:accent5>
        <a:accent6>
          <a:srgbClr val="00008A"/>
        </a:accent6>
        <a:hlink>
          <a:srgbClr val="800000"/>
        </a:hlink>
        <a:folHlink>
          <a:srgbClr val="00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roalgsds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C0C0C0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C8C8C8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algsds 4">
        <a:dk1>
          <a:srgbClr val="000000"/>
        </a:dk1>
        <a:lt1>
          <a:srgbClr val="FFFFFF"/>
        </a:lt1>
        <a:dk2>
          <a:srgbClr val="336699"/>
        </a:dk2>
        <a:lt2>
          <a:srgbClr val="010000"/>
        </a:lt2>
        <a:accent1>
          <a:srgbClr val="CCECFF"/>
        </a:accent1>
        <a:accent2>
          <a:srgbClr val="FFFFCC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E7E7B9"/>
        </a:accent6>
        <a:hlink>
          <a:srgbClr val="FF6600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algsds 5">
        <a:dk1>
          <a:srgbClr val="000000"/>
        </a:dk1>
        <a:lt1>
          <a:srgbClr val="FFFFFF"/>
        </a:lt1>
        <a:dk2>
          <a:srgbClr val="336699"/>
        </a:dk2>
        <a:lt2>
          <a:srgbClr val="010000"/>
        </a:lt2>
        <a:accent1>
          <a:srgbClr val="CCECFF"/>
        </a:accent1>
        <a:accent2>
          <a:srgbClr val="FFFFCC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E7E7B9"/>
        </a:accent6>
        <a:hlink>
          <a:srgbClr val="FF6600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algsds 6">
        <a:dk1>
          <a:srgbClr val="000000"/>
        </a:dk1>
        <a:lt1>
          <a:srgbClr val="FFFFFF"/>
        </a:lt1>
        <a:dk2>
          <a:srgbClr val="336699"/>
        </a:dk2>
        <a:lt2>
          <a:srgbClr val="010000"/>
        </a:lt2>
        <a:accent1>
          <a:srgbClr val="CCECFF"/>
        </a:accent1>
        <a:accent2>
          <a:srgbClr val="FFFFCC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E7E7B9"/>
        </a:accent6>
        <a:hlink>
          <a:srgbClr val="FF6600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algsds 7">
        <a:dk1>
          <a:srgbClr val="000000"/>
        </a:dk1>
        <a:lt1>
          <a:srgbClr val="FFFFFF"/>
        </a:lt1>
        <a:dk2>
          <a:srgbClr val="C0C0C0"/>
        </a:dk2>
        <a:lt2>
          <a:srgbClr val="010000"/>
        </a:lt2>
        <a:accent1>
          <a:srgbClr val="CC0000"/>
        </a:accent1>
        <a:accent2>
          <a:srgbClr val="777777"/>
        </a:accent2>
        <a:accent3>
          <a:srgbClr val="FFFFFF"/>
        </a:accent3>
        <a:accent4>
          <a:srgbClr val="000000"/>
        </a:accent4>
        <a:accent5>
          <a:srgbClr val="E2AAAA"/>
        </a:accent5>
        <a:accent6>
          <a:srgbClr val="6B6B6B"/>
        </a:accent6>
        <a:hlink>
          <a:srgbClr val="4D4D4D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HD:Users:wayne:Documents:cos226-f05:introalgsds.pot</Template>
  <TotalTime>6710</TotalTime>
  <Words>772</Words>
  <Application>Microsoft Office PowerPoint</Application>
  <PresentationFormat>On-screen Show (4:3)</PresentationFormat>
  <Paragraphs>367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Comic Sans MS</vt:lpstr>
      <vt:lpstr>Courier New</vt:lpstr>
      <vt:lpstr>Monotype Sorts</vt:lpstr>
      <vt:lpstr>Wingdings</vt:lpstr>
      <vt:lpstr>introalgsds</vt:lpstr>
      <vt:lpstr>Directed Depth First Search</vt:lpstr>
      <vt:lpstr>Directed Depth First Search</vt:lpstr>
      <vt:lpstr>Directed Depth First Search</vt:lpstr>
      <vt:lpstr>Directed Depth First Search</vt:lpstr>
      <vt:lpstr>Directed Depth First Search</vt:lpstr>
      <vt:lpstr>Directed Depth First Search</vt:lpstr>
      <vt:lpstr>Directed Depth First Search</vt:lpstr>
      <vt:lpstr>Directed Depth First Search</vt:lpstr>
      <vt:lpstr>Directed Depth First Search</vt:lpstr>
      <vt:lpstr>Directed Depth First Search</vt:lpstr>
      <vt:lpstr>Directed Depth First Search</vt:lpstr>
      <vt:lpstr>Directed Depth First Search</vt:lpstr>
      <vt:lpstr>Directed Depth First Search</vt:lpstr>
      <vt:lpstr>Directed Depth First Search</vt:lpstr>
      <vt:lpstr>Directed Depth First Search</vt:lpstr>
      <vt:lpstr>Directed Depth First Search</vt:lpstr>
      <vt:lpstr>Directed Depth First Search</vt:lpstr>
      <vt:lpstr>Directed Depth First Search</vt:lpstr>
    </vt:vector>
  </TitlesOfParts>
  <Company>Dell Computer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Trees</dc:title>
  <dc:creator>Kevin Wayne</dc:creator>
  <cp:lastModifiedBy>Weldon Jasik</cp:lastModifiedBy>
  <cp:revision>618</cp:revision>
  <dcterms:created xsi:type="dcterms:W3CDTF">1999-12-31T01:41:01Z</dcterms:created>
  <dcterms:modified xsi:type="dcterms:W3CDTF">2024-03-05T19:06:15Z</dcterms:modified>
</cp:coreProperties>
</file>