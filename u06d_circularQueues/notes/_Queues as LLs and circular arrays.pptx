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notesSlides/notesSlide2.xml" ContentType="application/vnd.openxmlformats-officedocument.presentationml.notesSlide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notesSlides/notesSlide3.xml" ContentType="application/vnd.openxmlformats-officedocument.presentationml.notesSlide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52" r:id="rId1"/>
    <p:sldMasterId id="2147483665" r:id="rId2"/>
  </p:sldMasterIdLst>
  <p:notesMasterIdLst>
    <p:notesMasterId r:id="rId36"/>
  </p:notesMasterIdLst>
  <p:handoutMasterIdLst>
    <p:handoutMasterId r:id="rId37"/>
  </p:handoutMasterIdLst>
  <p:sldIdLst>
    <p:sldId id="281" r:id="rId3"/>
    <p:sldId id="283" r:id="rId4"/>
    <p:sldId id="284" r:id="rId5"/>
    <p:sldId id="318" r:id="rId6"/>
    <p:sldId id="285" r:id="rId7"/>
    <p:sldId id="319" r:id="rId8"/>
    <p:sldId id="286" r:id="rId9"/>
    <p:sldId id="287" r:id="rId10"/>
    <p:sldId id="315" r:id="rId11"/>
    <p:sldId id="261" r:id="rId12"/>
    <p:sldId id="288" r:id="rId13"/>
    <p:sldId id="289" r:id="rId14"/>
    <p:sldId id="290" r:id="rId15"/>
    <p:sldId id="291" r:id="rId16"/>
    <p:sldId id="292" r:id="rId17"/>
    <p:sldId id="316" r:id="rId18"/>
    <p:sldId id="294" r:id="rId19"/>
    <p:sldId id="295" r:id="rId20"/>
    <p:sldId id="269" r:id="rId21"/>
    <p:sldId id="297" r:id="rId22"/>
    <p:sldId id="273" r:id="rId23"/>
    <p:sldId id="299" r:id="rId24"/>
    <p:sldId id="300" r:id="rId25"/>
    <p:sldId id="301" r:id="rId26"/>
    <p:sldId id="310" r:id="rId27"/>
    <p:sldId id="278" r:id="rId28"/>
    <p:sldId id="304" r:id="rId29"/>
    <p:sldId id="306" r:id="rId30"/>
    <p:sldId id="305" r:id="rId31"/>
    <p:sldId id="311" r:id="rId32"/>
    <p:sldId id="320" r:id="rId33"/>
    <p:sldId id="321" r:id="rId34"/>
    <p:sldId id="317" r:id="rId35"/>
  </p:sldIdLst>
  <p:sldSz cx="9144000" cy="6858000" type="screen4x3"/>
  <p:notesSz cx="7315200" cy="96012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2000" b="1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000" b="1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000" b="1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000" b="1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000" b="1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2000" b="1"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sz="2000" b="1"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sz="2000" b="1"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sz="2000" b="1"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6600"/>
    <a:srgbClr val="339933"/>
    <a:srgbClr val="04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510" autoAdjust="0"/>
    <p:restoredTop sz="92714" autoAdjust="0"/>
  </p:normalViewPr>
  <p:slideViewPr>
    <p:cSldViewPr>
      <p:cViewPr varScale="1">
        <p:scale>
          <a:sx n="76" d="100"/>
          <a:sy n="76" d="100"/>
        </p:scale>
        <p:origin x="1526" y="5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viewProps" Target="viewProps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handoutMaster" Target="handoutMasters/handoutMaster1.xml"/><Relationship Id="rId40" Type="http://schemas.openxmlformats.org/officeDocument/2006/relationships/theme" Target="theme/theme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170238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t" anchorCtr="0" compatLnSpc="1">
            <a:prstTxWarp prst="textNoShape">
              <a:avLst/>
            </a:prstTxWarp>
          </a:bodyPr>
          <a:lstStyle>
            <a:lvl1pPr defTabSz="966788">
              <a:defRPr sz="1300"/>
            </a:lvl1pPr>
          </a:lstStyle>
          <a:p>
            <a:endParaRPr lang="en-US"/>
          </a:p>
        </p:txBody>
      </p:sp>
      <p:sp>
        <p:nvSpPr>
          <p:cNvPr id="1843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144963" y="0"/>
            <a:ext cx="3170237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t" anchorCtr="0" compatLnSpc="1">
            <a:prstTxWarp prst="textNoShape">
              <a:avLst/>
            </a:prstTxWarp>
          </a:bodyPr>
          <a:lstStyle>
            <a:lvl1pPr algn="r" defTabSz="966788">
              <a:defRPr sz="1300"/>
            </a:lvl1pPr>
          </a:lstStyle>
          <a:p>
            <a:endParaRPr lang="en-US"/>
          </a:p>
        </p:txBody>
      </p:sp>
      <p:sp>
        <p:nvSpPr>
          <p:cNvPr id="1843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121775"/>
            <a:ext cx="3170238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b" anchorCtr="0" compatLnSpc="1">
            <a:prstTxWarp prst="textNoShape">
              <a:avLst/>
            </a:prstTxWarp>
          </a:bodyPr>
          <a:lstStyle>
            <a:lvl1pPr defTabSz="966788">
              <a:defRPr sz="1300"/>
            </a:lvl1pPr>
          </a:lstStyle>
          <a:p>
            <a:endParaRPr lang="en-US"/>
          </a:p>
        </p:txBody>
      </p:sp>
      <p:sp>
        <p:nvSpPr>
          <p:cNvPr id="1843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144963" y="9121775"/>
            <a:ext cx="3170237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b" anchorCtr="0" compatLnSpc="1">
            <a:prstTxWarp prst="textNoShape">
              <a:avLst/>
            </a:prstTxWarp>
          </a:bodyPr>
          <a:lstStyle>
            <a:lvl1pPr algn="r" defTabSz="966788">
              <a:defRPr sz="1300"/>
            </a:lvl1pPr>
          </a:lstStyle>
          <a:p>
            <a:fld id="{CAC3FDBB-08F0-4E50-ABFB-5A62F7D78E3B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170238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t" anchorCtr="0" compatLnSpc="1">
            <a:prstTxWarp prst="textNoShape">
              <a:avLst/>
            </a:prstTxWarp>
          </a:bodyPr>
          <a:lstStyle>
            <a:lvl1pPr defTabSz="966788">
              <a:defRPr sz="1300" b="0"/>
            </a:lvl1pPr>
          </a:lstStyle>
          <a:p>
            <a:endParaRPr lang="en-US"/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4144963" y="0"/>
            <a:ext cx="3170237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t" anchorCtr="0" compatLnSpc="1">
            <a:prstTxWarp prst="textNoShape">
              <a:avLst/>
            </a:prstTxWarp>
          </a:bodyPr>
          <a:lstStyle>
            <a:lvl1pPr algn="r" defTabSz="966788">
              <a:defRPr sz="1300" b="0"/>
            </a:lvl1pPr>
          </a:lstStyle>
          <a:p>
            <a:endParaRPr lang="en-US"/>
          </a:p>
        </p:txBody>
      </p:sp>
      <p:sp>
        <p:nvSpPr>
          <p:cNvPr id="102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257300" y="720725"/>
            <a:ext cx="4800600" cy="360045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</p:spPr>
      </p:sp>
      <p:sp>
        <p:nvSpPr>
          <p:cNvPr id="1029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74725" y="4560888"/>
            <a:ext cx="5365750" cy="43195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121775"/>
            <a:ext cx="3170238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b" anchorCtr="0" compatLnSpc="1">
            <a:prstTxWarp prst="textNoShape">
              <a:avLst/>
            </a:prstTxWarp>
          </a:bodyPr>
          <a:lstStyle>
            <a:lvl1pPr defTabSz="966788">
              <a:defRPr sz="1300" b="0"/>
            </a:lvl1pPr>
          </a:lstStyle>
          <a:p>
            <a:endParaRPr lang="en-US"/>
          </a:p>
        </p:txBody>
      </p:sp>
      <p:sp>
        <p:nvSpPr>
          <p:cNvPr id="103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144963" y="9121775"/>
            <a:ext cx="3170237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b" anchorCtr="0" compatLnSpc="1">
            <a:prstTxWarp prst="textNoShape">
              <a:avLst/>
            </a:prstTxWarp>
          </a:bodyPr>
          <a:lstStyle>
            <a:lvl1pPr algn="r" defTabSz="966788">
              <a:defRPr sz="1300" b="0"/>
            </a:lvl1pPr>
          </a:lstStyle>
          <a:p>
            <a:fld id="{2C67BDBE-48D2-4F82-AD31-5C3827ABFF6C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4281A08E-86E1-47C5-83DB-1FE4DBB5DEEA}" type="slidenum">
              <a:rPr lang="en-US"/>
              <a:pPr/>
              <a:t>3</a:t>
            </a:fld>
            <a:endParaRPr lang="en-US"/>
          </a:p>
        </p:txBody>
      </p:sp>
      <p:sp>
        <p:nvSpPr>
          <p:cNvPr id="45058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257300" y="720725"/>
            <a:ext cx="4800600" cy="360045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45059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974725" y="4560888"/>
            <a:ext cx="5365750" cy="4319587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</p:spPr>
        <p:txBody>
          <a:bodyPr lIns="95124" tIns="47562" rIns="95124" bIns="47562"/>
          <a:lstStyle/>
          <a:p>
            <a:r>
              <a:rPr lang="en-US"/>
              <a:t>queue is empty: count =0, front=rear=null</a:t>
            </a:r>
          </a:p>
          <a:p>
            <a:r>
              <a:rPr lang="en-US"/>
              <a:t>only 1 element: front = rear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Slide Image Placeholder 1">
            <a:extLst>
              <a:ext uri="{FF2B5EF4-FFF2-40B4-BE49-F238E27FC236}">
                <a16:creationId xmlns:a16="http://schemas.microsoft.com/office/drawing/2014/main" id="{9ED153C0-FEDC-C177-194C-DAD394D63319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6387" name="Notes Placeholder 2">
            <a:extLst>
              <a:ext uri="{FF2B5EF4-FFF2-40B4-BE49-F238E27FC236}">
                <a16:creationId xmlns:a16="http://schemas.microsoft.com/office/drawing/2014/main" id="{DB8D2BB0-55E0-DD76-8ED2-66EBBFCC79CB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altLang="en-US"/>
          </a:p>
        </p:txBody>
      </p:sp>
      <p:sp>
        <p:nvSpPr>
          <p:cNvPr id="16388" name="Slide Number Placeholder 3">
            <a:extLst>
              <a:ext uri="{FF2B5EF4-FFF2-40B4-BE49-F238E27FC236}">
                <a16:creationId xmlns:a16="http://schemas.microsoft.com/office/drawing/2014/main" id="{4E91A175-C9EC-A0FF-2E29-0F178CB3D244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37931725" indent="-37474525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84E800DF-8E18-4CC3-85A7-88694E21D639}" type="slidenum">
              <a:rPr kumimoji="0" lang="en-US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MS PGothic" panose="020B0600070205080204" pitchFamily="34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MS PGothic" panose="020B0600070205080204" pitchFamily="34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0474641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Slide Image Placeholder 1">
            <a:extLst>
              <a:ext uri="{FF2B5EF4-FFF2-40B4-BE49-F238E27FC236}">
                <a16:creationId xmlns:a16="http://schemas.microsoft.com/office/drawing/2014/main" id="{9ED153C0-FEDC-C177-194C-DAD394D63319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6387" name="Notes Placeholder 2">
            <a:extLst>
              <a:ext uri="{FF2B5EF4-FFF2-40B4-BE49-F238E27FC236}">
                <a16:creationId xmlns:a16="http://schemas.microsoft.com/office/drawing/2014/main" id="{DB8D2BB0-55E0-DD76-8ED2-66EBBFCC79CB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altLang="en-US"/>
          </a:p>
        </p:txBody>
      </p:sp>
      <p:sp>
        <p:nvSpPr>
          <p:cNvPr id="16388" name="Slide Number Placeholder 3">
            <a:extLst>
              <a:ext uri="{FF2B5EF4-FFF2-40B4-BE49-F238E27FC236}">
                <a16:creationId xmlns:a16="http://schemas.microsoft.com/office/drawing/2014/main" id="{4E91A175-C9EC-A0FF-2E29-0F178CB3D244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37931725" indent="-37474525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84E800DF-8E18-4CC3-85A7-88694E21D639}" type="slidenum">
              <a:rPr kumimoji="0" lang="en-US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MS PGothic" panose="020B0600070205080204" pitchFamily="34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MS PGothic" panose="020B0600070205080204" pitchFamily="34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6014943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7">
            <a:extLst>
              <a:ext uri="{FF2B5EF4-FFF2-40B4-BE49-F238E27FC236}">
                <a16:creationId xmlns:a16="http://schemas.microsoft.com/office/drawing/2014/main" id="{3D7B458C-F71F-4CF5-5AC8-7747A3CA0091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37931725" indent="-37474525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F133DA67-8E78-4874-8487-B191FABDB487}" type="slidenum">
              <a:rPr kumimoji="0" lang="en-US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MS PGothic" panose="020B0600070205080204" pitchFamily="34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en-US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MS PGothic" panose="020B0600070205080204" pitchFamily="34" charset="-128"/>
              <a:cs typeface="+mn-cs"/>
            </a:endParaRPr>
          </a:p>
        </p:txBody>
      </p:sp>
      <p:sp>
        <p:nvSpPr>
          <p:cNvPr id="13315" name="Rectangle 2">
            <a:extLst>
              <a:ext uri="{FF2B5EF4-FFF2-40B4-BE49-F238E27FC236}">
                <a16:creationId xmlns:a16="http://schemas.microsoft.com/office/drawing/2014/main" id="{36D6804D-28AE-56F5-534B-81805EBA5EF2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3316" name="Rectangle 3">
            <a:extLst>
              <a:ext uri="{FF2B5EF4-FFF2-40B4-BE49-F238E27FC236}">
                <a16:creationId xmlns:a16="http://schemas.microsoft.com/office/drawing/2014/main" id="{2E6BA8FD-C7E5-FFC7-4C57-EF29F7A64A9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lvl="1"/>
            <a:r>
              <a:rPr lang="en-US" dirty="0"/>
              <a:t>The last index is thought to “</a:t>
            </a:r>
            <a:r>
              <a:rPr lang="en-US" b="1" i="1" dirty="0">
                <a:solidFill>
                  <a:schemeClr val="hlink"/>
                </a:solidFill>
              </a:rPr>
              <a:t>precede</a:t>
            </a:r>
            <a:r>
              <a:rPr lang="en-US" dirty="0"/>
              <a:t>” index 0</a:t>
            </a:r>
          </a:p>
          <a:p>
            <a:pPr lvl="1"/>
            <a:r>
              <a:rPr lang="en-US" dirty="0"/>
              <a:t>In an array whose last index is </a:t>
            </a:r>
            <a:r>
              <a:rPr lang="en-US" b="1" dirty="0">
                <a:solidFill>
                  <a:schemeClr val="accent2"/>
                </a:solidFill>
              </a:rPr>
              <a:t>n</a:t>
            </a:r>
            <a:r>
              <a:rPr lang="en-US" dirty="0"/>
              <a:t>, the location “</a:t>
            </a:r>
            <a:r>
              <a:rPr lang="en-US" b="1" i="1" dirty="0">
                <a:solidFill>
                  <a:schemeClr val="hlink"/>
                </a:solidFill>
              </a:rPr>
              <a:t>before</a:t>
            </a:r>
            <a:r>
              <a:rPr lang="en-US" dirty="0"/>
              <a:t>” index </a:t>
            </a:r>
            <a:r>
              <a:rPr lang="en-US" b="1" dirty="0">
                <a:solidFill>
                  <a:schemeClr val="accent2"/>
                </a:solidFill>
              </a:rPr>
              <a:t>0</a:t>
            </a:r>
            <a:r>
              <a:rPr lang="en-US" dirty="0"/>
              <a:t> is index </a:t>
            </a:r>
            <a:r>
              <a:rPr lang="en-US" b="1" dirty="0">
                <a:solidFill>
                  <a:schemeClr val="accent2"/>
                </a:solidFill>
              </a:rPr>
              <a:t>n</a:t>
            </a:r>
            <a:r>
              <a:rPr lang="en-US" dirty="0"/>
              <a:t>; the location “</a:t>
            </a:r>
            <a:r>
              <a:rPr lang="en-US" b="1" i="1" dirty="0">
                <a:solidFill>
                  <a:schemeClr val="hlink"/>
                </a:solidFill>
              </a:rPr>
              <a:t>after</a:t>
            </a:r>
            <a:r>
              <a:rPr lang="en-US" dirty="0"/>
              <a:t>” index </a:t>
            </a:r>
            <a:r>
              <a:rPr lang="en-US" b="1" dirty="0">
                <a:solidFill>
                  <a:schemeClr val="accent2"/>
                </a:solidFill>
              </a:rPr>
              <a:t>n</a:t>
            </a:r>
            <a:r>
              <a:rPr lang="en-US" dirty="0"/>
              <a:t> is index </a:t>
            </a:r>
            <a:r>
              <a:rPr lang="en-US" b="1" dirty="0">
                <a:solidFill>
                  <a:schemeClr val="accent2"/>
                </a:solidFill>
              </a:rPr>
              <a:t>0</a:t>
            </a:r>
          </a:p>
          <a:p>
            <a:pPr eaLnBrk="1" hangingPunct="1">
              <a:spcBef>
                <a:spcPct val="0"/>
              </a:spcBef>
            </a:pPr>
            <a:endParaRPr lang="en-US" altLang="en-US"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EE983047-4051-4A98-9CAB-178AAAFF49B0}" type="slidenum">
              <a:rPr lang="en-US"/>
              <a:pPr/>
              <a:t>24</a:t>
            </a:fld>
            <a:endParaRPr lang="en-US"/>
          </a:p>
        </p:txBody>
      </p:sp>
      <p:sp>
        <p:nvSpPr>
          <p:cNvPr id="65538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257300" y="720725"/>
            <a:ext cx="4800600" cy="360045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5539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974725" y="4560888"/>
            <a:ext cx="5365750" cy="4319587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</p:spPr>
        <p:txBody>
          <a:bodyPr lIns="95124" tIns="47562" rIns="95124" bIns="47562"/>
          <a:lstStyle/>
          <a:p>
            <a:r>
              <a:rPr lang="en-US"/>
              <a:t>Yes, so it may need enlarging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en-US" sz="1200" dirty="0"/>
              <a:t>O(</a:t>
            </a:r>
            <a:r>
              <a:rPr lang="en-US" altLang="en-US" sz="1200" dirty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r>
              <a:rPr lang="en-US" altLang="en-US" sz="1200" dirty="0"/>
              <a:t>) to access </a:t>
            </a:r>
            <a:r>
              <a:rPr lang="en-US" altLang="en-US" sz="1200" i="1" dirty="0"/>
              <a:t>k</a:t>
            </a:r>
            <a:r>
              <a:rPr lang="en-US" altLang="en-US" sz="1200" i="0" baseline="30000" dirty="0"/>
              <a:t>th</a:t>
            </a:r>
            <a:r>
              <a:rPr lang="en-US" altLang="en-US" sz="1200" i="0" baseline="0" dirty="0"/>
              <a:t> element with circular arrays that allow it</a:t>
            </a:r>
            <a:endParaRPr lang="en-US" altLang="en-US" sz="1200" dirty="0"/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en-US" sz="1200" dirty="0"/>
              <a:t>O(N) to access </a:t>
            </a:r>
            <a:r>
              <a:rPr lang="en-US" altLang="en-US" sz="1200" i="1" dirty="0"/>
              <a:t>k</a:t>
            </a:r>
            <a:r>
              <a:rPr lang="en-US" altLang="en-US" sz="1200" i="0" baseline="30000" dirty="0"/>
              <a:t>th</a:t>
            </a:r>
            <a:r>
              <a:rPr lang="en-US" dirty="0"/>
              <a:t> element with linked lists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67BDBE-48D2-4F82-AD31-5C3827ABFF6C}" type="slidenum">
              <a:rPr lang="en-US" smtClean="0"/>
              <a:pPr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46735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2.xml"/><Relationship Id="rId1" Type="http://schemas.openxmlformats.org/officeDocument/2006/relationships/themeOverride" Target="../theme/themeOverride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2.xml"/><Relationship Id="rId1" Type="http://schemas.openxmlformats.org/officeDocument/2006/relationships/themeOverride" Target="../theme/themeOverride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6-</a:t>
            </a:r>
            <a:fld id="{0780338C-AE80-4F11-8E1F-8D3B31B99D90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6-</a:t>
            </a:r>
            <a:fld id="{82012934-9C3A-47FB-9EEC-D52D46410F73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6-</a:t>
            </a:r>
            <a:fld id="{BC108A19-1577-43BF-B58D-2D0D8005890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1447800"/>
            <a:ext cx="3810000" cy="4648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447800"/>
            <a:ext cx="3810000" cy="4648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6-</a:t>
            </a:r>
            <a:fld id="{09EBF5C0-8D3E-47E5-B236-F500C6A9EB0E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6-</a:t>
            </a:r>
            <a:fld id="{C7C403DE-349E-4161-A438-CD8FE3A955C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6-</a:t>
            </a:r>
            <a:fld id="{95BD1BE3-2940-44E7-9ED2-05AFC67123E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6-</a:t>
            </a:r>
            <a:fld id="{20655CE6-0BC0-47A5-AF06-0C05F0CABE7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6-</a:t>
            </a:r>
            <a:fld id="{3A3B9712-3044-4C30-A9A3-4F9441A2677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6-</a:t>
            </a:r>
            <a:fld id="{E42DEC11-32CC-45F5-B71A-9CA35815287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6-</a:t>
            </a:r>
            <a:fld id="{E094A01B-0130-499E-AAEF-D006C64E507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15100" y="152400"/>
            <a:ext cx="1943100" cy="59436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152400"/>
            <a:ext cx="5676900" cy="59436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6-</a:t>
            </a:r>
            <a:fld id="{05231482-92F2-44C0-83A5-B5E8D59674AE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Title and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"/>
            <a:ext cx="7772400" cy="1143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able Placeholder 2"/>
          <p:cNvSpPr>
            <a:spLocks noGrp="1"/>
          </p:cNvSpPr>
          <p:nvPr>
            <p:ph type="tbl" idx="1"/>
          </p:nvPr>
        </p:nvSpPr>
        <p:spPr>
          <a:xfrm>
            <a:off x="685800" y="1447800"/>
            <a:ext cx="7772400" cy="4648200"/>
          </a:xfrm>
        </p:spPr>
        <p:txBody>
          <a:bodyPr/>
          <a:lstStyle/>
          <a:p>
            <a:endParaRPr lang="en-CA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85800" y="6248400"/>
            <a:ext cx="1905000" cy="457200"/>
          </a:xfrm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6248400"/>
            <a:ext cx="2895600" cy="457200"/>
          </a:xfrm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086600" y="6248400"/>
            <a:ext cx="1905000" cy="4572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6-</a:t>
            </a:r>
            <a:fld id="{5C1150F2-7ED7-4622-92E0-588ABA97952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747B230-A187-F16D-B667-8E299C2298A4}"/>
              </a:ext>
            </a:extLst>
          </p:cNvPr>
          <p:cNvSpPr/>
          <p:nvPr/>
        </p:nvSpPr>
        <p:spPr>
          <a:xfrm>
            <a:off x="904875" y="3648075"/>
            <a:ext cx="7315200" cy="1279525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485780B-2160-C75F-42DD-B6C35D65D5C2}"/>
              </a:ext>
            </a:extLst>
          </p:cNvPr>
          <p:cNvSpPr/>
          <p:nvPr/>
        </p:nvSpPr>
        <p:spPr>
          <a:xfrm>
            <a:off x="914400" y="5048250"/>
            <a:ext cx="7315200" cy="685800"/>
          </a:xfrm>
          <a:prstGeom prst="rect">
            <a:avLst/>
          </a:prstGeom>
          <a:noFill/>
          <a:ln w="6350" cap="rnd" cmpd="sng" algn="ctr">
            <a:solidFill>
              <a:schemeClr val="accent2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E6C9904-0B52-115E-CE64-89D4D23844B2}"/>
              </a:ext>
            </a:extLst>
          </p:cNvPr>
          <p:cNvSpPr/>
          <p:nvPr/>
        </p:nvSpPr>
        <p:spPr>
          <a:xfrm>
            <a:off x="904875" y="3648075"/>
            <a:ext cx="228600" cy="1279525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3E9FFA2-2D0F-F239-20C3-4554ACB1E8F1}"/>
              </a:ext>
            </a:extLst>
          </p:cNvPr>
          <p:cNvSpPr/>
          <p:nvPr/>
        </p:nvSpPr>
        <p:spPr>
          <a:xfrm>
            <a:off x="914400" y="5048250"/>
            <a:ext cx="228600" cy="685800"/>
          </a:xfrm>
          <a:prstGeom prst="rect">
            <a:avLst/>
          </a:prstGeom>
          <a:solidFill>
            <a:schemeClr val="accent2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1219200" y="3886200"/>
            <a:ext cx="6858000" cy="990600"/>
          </a:xfrm>
        </p:spPr>
        <p:txBody>
          <a:bodyPr anchor="t"/>
          <a:lstStyle>
            <a:lvl1pPr algn="r"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Subtitle 8"/>
          <p:cNvSpPr>
            <a:spLocks noGrp="1"/>
          </p:cNvSpPr>
          <p:nvPr>
            <p:ph type="subTitle" idx="1"/>
          </p:nvPr>
        </p:nvSpPr>
        <p:spPr>
          <a:xfrm>
            <a:off x="1219200" y="5124450"/>
            <a:ext cx="6858000" cy="533400"/>
          </a:xfrm>
        </p:spPr>
        <p:txBody>
          <a:bodyPr/>
          <a:lstStyle>
            <a:lvl1pPr marL="0" indent="0" algn="r">
              <a:buNone/>
              <a:defRPr sz="20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6" name="Date Placeholder 27">
            <a:extLst>
              <a:ext uri="{FF2B5EF4-FFF2-40B4-BE49-F238E27FC236}">
                <a16:creationId xmlns:a16="http://schemas.microsoft.com/office/drawing/2014/main" id="{A93F01FA-9194-C36C-1357-82E4FD11B7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400800" y="6354763"/>
            <a:ext cx="2286000" cy="366712"/>
          </a:xfrm>
        </p:spPr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E637E7C7-E3BD-4941-B593-F39F8AF21717}" type="datetime1">
              <a:rPr lang="en-US" altLang="en-US"/>
              <a:pPr>
                <a:defRPr/>
              </a:pPr>
              <a:t>12/5/2024</a:t>
            </a:fld>
            <a:endParaRPr lang="en-US" altLang="en-US"/>
          </a:p>
        </p:txBody>
      </p:sp>
      <p:sp>
        <p:nvSpPr>
          <p:cNvPr id="7" name="Footer Placeholder 16">
            <a:extLst>
              <a:ext uri="{FF2B5EF4-FFF2-40B4-BE49-F238E27FC236}">
                <a16:creationId xmlns:a16="http://schemas.microsoft.com/office/drawing/2014/main" id="{334A4540-5AC1-15F2-5A4D-943ECC54AE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898775" y="6354763"/>
            <a:ext cx="3475038" cy="366712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29687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4937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Date Placeholder 13">
            <a:extLst>
              <a:ext uri="{FF2B5EF4-FFF2-40B4-BE49-F238E27FC236}">
                <a16:creationId xmlns:a16="http://schemas.microsoft.com/office/drawing/2014/main" id="{165C0F6F-D4FE-55D4-9FD8-D6083396F7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B5BCF81-28B1-49BA-B00E-F1F5CADFAC21}" type="datetime1">
              <a:rPr lang="en-US" altLang="en-US"/>
              <a:pPr>
                <a:defRPr/>
              </a:pPr>
              <a:t>12/5/2024</a:t>
            </a:fld>
            <a:endParaRPr lang="en-US" altLang="en-US"/>
          </a:p>
        </p:txBody>
      </p:sp>
      <p:sp>
        <p:nvSpPr>
          <p:cNvPr id="4" name="Footer Placeholder 2">
            <a:extLst>
              <a:ext uri="{FF2B5EF4-FFF2-40B4-BE49-F238E27FC236}">
                <a16:creationId xmlns:a16="http://schemas.microsoft.com/office/drawing/2014/main" id="{94AB4DEC-96F6-8C50-F052-065331659D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22">
            <a:extLst>
              <a:ext uri="{FF2B5EF4-FFF2-40B4-BE49-F238E27FC236}">
                <a16:creationId xmlns:a16="http://schemas.microsoft.com/office/drawing/2014/main" id="{F4AE0E43-9FA3-879F-8793-BF616EB7FC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91DC49B-6F3C-4AEA-93D2-3188201DDCE8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4233261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724BCF8-B65A-EB5A-7821-421D56907B85}"/>
              </a:ext>
            </a:extLst>
          </p:cNvPr>
          <p:cNvSpPr/>
          <p:nvPr/>
        </p:nvSpPr>
        <p:spPr>
          <a:xfrm>
            <a:off x="914400" y="2819400"/>
            <a:ext cx="7315200" cy="1279525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1314EC3-5E60-3D9B-B935-BD028DF0029D}"/>
              </a:ext>
            </a:extLst>
          </p:cNvPr>
          <p:cNvSpPr/>
          <p:nvPr/>
        </p:nvSpPr>
        <p:spPr>
          <a:xfrm>
            <a:off x="914400" y="2819400"/>
            <a:ext cx="228600" cy="1279525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19200" y="2971800"/>
            <a:ext cx="6858000" cy="1066800"/>
          </a:xfrm>
        </p:spPr>
        <p:txBody>
          <a:bodyPr anchor="t"/>
          <a:lstStyle>
            <a:lvl1pPr algn="r">
              <a:buNone/>
              <a:defRPr sz="3200" b="0" cap="none" baseline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4267200"/>
            <a:ext cx="6781800" cy="1143000"/>
          </a:xfrm>
        </p:spPr>
        <p:txBody>
          <a:bodyPr/>
          <a:lstStyle>
            <a:lvl1pPr marL="0" indent="0" algn="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022A4E9A-BC2A-8A9C-585B-8E88DB23CCF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400800" y="6354763"/>
            <a:ext cx="2286000" cy="366712"/>
          </a:xfrm>
        </p:spPr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0C9AC04E-218E-4422-B65B-7F2056CDEAD1}" type="datetime1">
              <a:rPr lang="en-US" altLang="en-US"/>
              <a:pPr>
                <a:defRPr/>
              </a:pPr>
              <a:t>12/5/2024</a:t>
            </a:fld>
            <a:endParaRPr lang="en-US" altLang="en-US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C3EF2DDC-BF97-4366-1F16-163082370B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898775" y="6354763"/>
            <a:ext cx="3475038" cy="366712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3C180718-896A-B4A2-D9F1-29811E6ED3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9975" y="6354763"/>
            <a:ext cx="1520825" cy="366712"/>
          </a:xfrm>
        </p:spPr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2D40952C-A7E5-410C-9F05-EE3D6A8A3FA6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88512903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4041648" cy="4937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4632198" y="1216152"/>
            <a:ext cx="4041648" cy="4937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Date Placeholder 13">
            <a:extLst>
              <a:ext uri="{FF2B5EF4-FFF2-40B4-BE49-F238E27FC236}">
                <a16:creationId xmlns:a16="http://schemas.microsoft.com/office/drawing/2014/main" id="{720CF330-77D1-8999-97D3-179CF998D8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FD370D8-02F7-4AA5-95A4-E66F963E55CC}" type="datetime1">
              <a:rPr lang="en-US" altLang="en-US"/>
              <a:pPr>
                <a:defRPr/>
              </a:pPr>
              <a:t>12/5/2024</a:t>
            </a:fld>
            <a:endParaRPr lang="en-US" altLang="en-US"/>
          </a:p>
        </p:txBody>
      </p:sp>
      <p:sp>
        <p:nvSpPr>
          <p:cNvPr id="4" name="Footer Placeholder 2">
            <a:extLst>
              <a:ext uri="{FF2B5EF4-FFF2-40B4-BE49-F238E27FC236}">
                <a16:creationId xmlns:a16="http://schemas.microsoft.com/office/drawing/2014/main" id="{840B2FEB-F26D-6DFD-69C9-C9756E8B1F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22">
            <a:extLst>
              <a:ext uri="{FF2B5EF4-FFF2-40B4-BE49-F238E27FC236}">
                <a16:creationId xmlns:a16="http://schemas.microsoft.com/office/drawing/2014/main" id="{A7FEA767-1039-1ED0-65B4-2BF0CFE0C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CE512E1-4E40-4779-A164-9550079B7248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30663310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 anchor="ctr"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85875"/>
            <a:ext cx="4040188" cy="685800"/>
          </a:xfrm>
          <a:noFill/>
          <a:ln>
            <a:noFill/>
          </a:ln>
        </p:spPr>
        <p:txBody>
          <a:bodyPr anchor="b">
            <a:noAutofit/>
          </a:bodyPr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3"/>
          </p:nvPr>
        </p:nvSpPr>
        <p:spPr>
          <a:xfrm>
            <a:off x="4648200" y="1295400"/>
            <a:ext cx="4041775" cy="685800"/>
          </a:xfrm>
          <a:noFill/>
          <a:ln>
            <a:noFill/>
          </a:ln>
        </p:spPr>
        <p:txBody>
          <a:bodyPr anchor="b"/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457200" y="2133600"/>
            <a:ext cx="4038600" cy="40386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Content Placeholder 12"/>
          <p:cNvSpPr>
            <a:spLocks noGrp="1"/>
          </p:cNvSpPr>
          <p:nvPr>
            <p:ph sz="quarter" idx="4"/>
          </p:nvPr>
        </p:nvSpPr>
        <p:spPr>
          <a:xfrm>
            <a:off x="4648200" y="2133600"/>
            <a:ext cx="4038600" cy="40386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13">
            <a:extLst>
              <a:ext uri="{FF2B5EF4-FFF2-40B4-BE49-F238E27FC236}">
                <a16:creationId xmlns:a16="http://schemas.microsoft.com/office/drawing/2014/main" id="{A24D1C20-B8A4-618D-1AF5-A80FA9FF98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CE98B47-FDD6-4334-BC09-44781AAFC4E6}" type="datetime1">
              <a:rPr lang="en-US" altLang="en-US"/>
              <a:pPr>
                <a:defRPr/>
              </a:pPr>
              <a:t>12/5/2024</a:t>
            </a:fld>
            <a:endParaRPr lang="en-US" altLang="en-US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51F9E6DB-D35A-91FC-5303-7A190E6FBA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22">
            <a:extLst>
              <a:ext uri="{FF2B5EF4-FFF2-40B4-BE49-F238E27FC236}">
                <a16:creationId xmlns:a16="http://schemas.microsoft.com/office/drawing/2014/main" id="{43ACA4C7-FADD-A039-F56C-85DB0BDB08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FC411B2-B475-4874-A02B-12C9604AAD66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40607899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sosceles Triangle 2">
            <a:extLst>
              <a:ext uri="{FF2B5EF4-FFF2-40B4-BE49-F238E27FC236}">
                <a16:creationId xmlns:a16="http://schemas.microsoft.com/office/drawing/2014/main" id="{56DBCA75-659A-4B10-8955-44B552BB5207}"/>
              </a:ext>
            </a:extLst>
          </p:cNvPr>
          <p:cNvSpPr>
            <a:spLocks noChangeAspect="1"/>
          </p:cNvSpPr>
          <p:nvPr/>
        </p:nvSpPr>
        <p:spPr>
          <a:xfrm rot="5400000">
            <a:off x="419100" y="6467475"/>
            <a:ext cx="190500" cy="120650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Date Placeholder 2">
            <a:extLst>
              <a:ext uri="{FF2B5EF4-FFF2-40B4-BE49-F238E27FC236}">
                <a16:creationId xmlns:a16="http://schemas.microsoft.com/office/drawing/2014/main" id="{F8DB1602-0E04-47DD-C7F7-9528D9DA8C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9DB87063-45BD-4D8E-B247-01833C2156D3}" type="datetime1">
              <a:rPr lang="en-US" altLang="en-US"/>
              <a:pPr>
                <a:defRPr/>
              </a:pPr>
              <a:t>12/5/2024</a:t>
            </a:fld>
            <a:endParaRPr lang="en-US" altLang="en-US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F6C51B7F-CFFF-C4D7-826F-43994A1E6C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4">
            <a:extLst>
              <a:ext uri="{FF2B5EF4-FFF2-40B4-BE49-F238E27FC236}">
                <a16:creationId xmlns:a16="http://schemas.microsoft.com/office/drawing/2014/main" id="{E802D312-3A53-D909-BDF9-4DB73EA15C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17573750-A36D-4030-8387-D00C744F308D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4301117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traight Connector 1">
            <a:extLst>
              <a:ext uri="{FF2B5EF4-FFF2-40B4-BE49-F238E27FC236}">
                <a16:creationId xmlns:a16="http://schemas.microsoft.com/office/drawing/2014/main" id="{58297651-2471-4093-F0ED-34F4649E4E96}"/>
              </a:ext>
            </a:extLst>
          </p:cNvPr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algn="ctr">
            <a:solidFill>
              <a:schemeClr val="accent2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" name="Isosceles Triangle 2">
            <a:extLst>
              <a:ext uri="{FF2B5EF4-FFF2-40B4-BE49-F238E27FC236}">
                <a16:creationId xmlns:a16="http://schemas.microsoft.com/office/drawing/2014/main" id="{C9621D24-F483-BAE1-8BDE-4B7EF2367836}"/>
              </a:ext>
            </a:extLst>
          </p:cNvPr>
          <p:cNvSpPr>
            <a:spLocks noChangeAspect="1"/>
          </p:cNvSpPr>
          <p:nvPr/>
        </p:nvSpPr>
        <p:spPr>
          <a:xfrm rot="5400000">
            <a:off x="419100" y="6467475"/>
            <a:ext cx="190500" cy="120650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4" name="Date Placeholder 1">
            <a:extLst>
              <a:ext uri="{FF2B5EF4-FFF2-40B4-BE49-F238E27FC236}">
                <a16:creationId xmlns:a16="http://schemas.microsoft.com/office/drawing/2014/main" id="{96A9FFDF-4EE5-0C50-5B48-29C4F096F7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1D9F7447-C052-449B-8EEF-28BA83C601B8}" type="datetime1">
              <a:rPr lang="en-US" altLang="en-US"/>
              <a:pPr>
                <a:defRPr/>
              </a:pPr>
              <a:t>12/5/2024</a:t>
            </a:fld>
            <a:endParaRPr lang="en-US" altLang="en-US"/>
          </a:p>
        </p:txBody>
      </p:sp>
      <p:sp>
        <p:nvSpPr>
          <p:cNvPr id="5" name="Footer Placeholder 2">
            <a:extLst>
              <a:ext uri="{FF2B5EF4-FFF2-40B4-BE49-F238E27FC236}">
                <a16:creationId xmlns:a16="http://schemas.microsoft.com/office/drawing/2014/main" id="{524C6060-B66A-C2E4-9157-FCF2F015BA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3">
            <a:extLst>
              <a:ext uri="{FF2B5EF4-FFF2-40B4-BE49-F238E27FC236}">
                <a16:creationId xmlns:a16="http://schemas.microsoft.com/office/drawing/2014/main" id="{41810F2B-ECA0-D804-A3DE-2003135B4A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C41B7826-BA55-43A8-BCC7-88DFEEF67306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71241197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traight Connector 1">
            <a:extLst>
              <a:ext uri="{FF2B5EF4-FFF2-40B4-BE49-F238E27FC236}">
                <a16:creationId xmlns:a16="http://schemas.microsoft.com/office/drawing/2014/main" id="{171C785D-99DD-DB78-192F-8D6F4DE3EBC0}"/>
              </a:ext>
            </a:extLst>
          </p:cNvPr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algn="ctr">
            <a:solidFill>
              <a:schemeClr val="accent2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" name="Straight Connector 3">
            <a:extLst>
              <a:ext uri="{FF2B5EF4-FFF2-40B4-BE49-F238E27FC236}">
                <a16:creationId xmlns:a16="http://schemas.microsoft.com/office/drawing/2014/main" id="{ACAD145B-26B8-6F59-D9FF-17A274242D2D}"/>
              </a:ext>
            </a:extLst>
          </p:cNvPr>
          <p:cNvSpPr>
            <a:spLocks noChangeShapeType="1"/>
          </p:cNvSpPr>
          <p:nvPr/>
        </p:nvSpPr>
        <p:spPr bwMode="auto">
          <a:xfrm rot="5400000">
            <a:off x="3160712" y="3324226"/>
            <a:ext cx="6035675" cy="0"/>
          </a:xfrm>
          <a:prstGeom prst="line">
            <a:avLst/>
          </a:prstGeom>
          <a:noFill/>
          <a:ln w="9525" algn="ctr">
            <a:solidFill>
              <a:schemeClr val="accent2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" name="Isosceles Triangle 5">
            <a:extLst>
              <a:ext uri="{FF2B5EF4-FFF2-40B4-BE49-F238E27FC236}">
                <a16:creationId xmlns:a16="http://schemas.microsoft.com/office/drawing/2014/main" id="{AD6CF70D-8C2A-DB1A-FC5A-197A6CC4B790}"/>
              </a:ext>
            </a:extLst>
          </p:cNvPr>
          <p:cNvSpPr>
            <a:spLocks noChangeAspect="1"/>
          </p:cNvSpPr>
          <p:nvPr/>
        </p:nvSpPr>
        <p:spPr>
          <a:xfrm rot="5400000">
            <a:off x="419100" y="6467475"/>
            <a:ext cx="190500" cy="120650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24600" y="304800"/>
            <a:ext cx="2514600" cy="838200"/>
          </a:xfrm>
        </p:spPr>
        <p:txBody>
          <a:bodyPr>
            <a:noAutofit/>
          </a:bodyPr>
          <a:lstStyle>
            <a:lvl1pPr algn="l">
              <a:buNone/>
              <a:defRPr sz="2000" b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>
          <a:xfrm>
            <a:off x="6324600" y="1219200"/>
            <a:ext cx="2514600" cy="4843463"/>
          </a:xfrm>
        </p:spPr>
        <p:txBody>
          <a:bodyPr/>
          <a:lstStyle>
            <a:lvl1pPr marL="0" indent="0">
              <a:lnSpc>
                <a:spcPts val="2200"/>
              </a:lnSpc>
              <a:spcAft>
                <a:spcPts val="1000"/>
              </a:spcAft>
              <a:buNone/>
              <a:defRPr sz="1600">
                <a:solidFill>
                  <a:schemeClr val="tx2"/>
                </a:solidFill>
              </a:defRPr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"/>
          </p:nvPr>
        </p:nvSpPr>
        <p:spPr>
          <a:xfrm>
            <a:off x="304800" y="304800"/>
            <a:ext cx="5715000" cy="5715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4">
            <a:extLst>
              <a:ext uri="{FF2B5EF4-FFF2-40B4-BE49-F238E27FC236}">
                <a16:creationId xmlns:a16="http://schemas.microsoft.com/office/drawing/2014/main" id="{FC0F9B71-D3EE-D103-1DDE-3D32EEE97B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A2FAC0A1-8D16-4E9A-B49A-BA39B209A24E}" type="datetime1">
              <a:rPr lang="en-US" altLang="en-US"/>
              <a:pPr>
                <a:defRPr/>
              </a:pPr>
              <a:t>12/5/2024</a:t>
            </a:fld>
            <a:endParaRPr lang="en-US" altLang="en-US"/>
          </a:p>
        </p:txBody>
      </p:sp>
      <p:sp>
        <p:nvSpPr>
          <p:cNvPr id="8" name="Footer Placeholder 5">
            <a:extLst>
              <a:ext uri="{FF2B5EF4-FFF2-40B4-BE49-F238E27FC236}">
                <a16:creationId xmlns:a16="http://schemas.microsoft.com/office/drawing/2014/main" id="{E960A0B6-13E2-12FD-9256-CA6584DD68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6">
            <a:extLst>
              <a:ext uri="{FF2B5EF4-FFF2-40B4-BE49-F238E27FC236}">
                <a16:creationId xmlns:a16="http://schemas.microsoft.com/office/drawing/2014/main" id="{A39A3FAB-FC20-4E66-C631-6A66F4E06C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6E0772DD-C4E4-4602-A420-A82ADEB1E190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11022086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traight Connector 1">
            <a:extLst>
              <a:ext uri="{FF2B5EF4-FFF2-40B4-BE49-F238E27FC236}">
                <a16:creationId xmlns:a16="http://schemas.microsoft.com/office/drawing/2014/main" id="{40B45AD7-A480-820C-896E-F183B958733A}"/>
              </a:ext>
            </a:extLst>
          </p:cNvPr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algn="ctr">
            <a:solidFill>
              <a:schemeClr val="accent2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" name="Isosceles Triangle 5">
            <a:extLst>
              <a:ext uri="{FF2B5EF4-FFF2-40B4-BE49-F238E27FC236}">
                <a16:creationId xmlns:a16="http://schemas.microsoft.com/office/drawing/2014/main" id="{D0BA3B13-D9CD-CFB2-4EAB-442E895A42F5}"/>
              </a:ext>
            </a:extLst>
          </p:cNvPr>
          <p:cNvSpPr>
            <a:spLocks noChangeAspect="1"/>
          </p:cNvSpPr>
          <p:nvPr/>
        </p:nvSpPr>
        <p:spPr>
          <a:xfrm rot="5400000">
            <a:off x="419100" y="6467475"/>
            <a:ext cx="190500" cy="120650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9CB1C7D-C51C-5A68-D521-7889B1FFAAEB}"/>
              </a:ext>
            </a:extLst>
          </p:cNvPr>
          <p:cNvSpPr/>
          <p:nvPr/>
        </p:nvSpPr>
        <p:spPr>
          <a:xfrm>
            <a:off x="457200" y="500063"/>
            <a:ext cx="182563" cy="68580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00856"/>
            <a:ext cx="8229600" cy="674688"/>
          </a:xfrm>
          <a:ln>
            <a:solidFill>
              <a:schemeClr val="accent1"/>
            </a:solidFill>
          </a:ln>
        </p:spPr>
        <p:txBody>
          <a:bodyPr lIns="274320" anchor="ctr"/>
          <a:lstStyle>
            <a:lvl1pPr algn="r">
              <a:buNone/>
              <a:defRPr sz="2000" b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457200" y="1905000"/>
            <a:ext cx="8229600" cy="4270248"/>
          </a:xfrm>
          <a:solidFill>
            <a:schemeClr val="tx1">
              <a:shade val="50000"/>
            </a:schemeClr>
          </a:solidFill>
          <a:ln>
            <a:noFill/>
          </a:ln>
          <a:effectLst/>
        </p:spPr>
        <p:txBody>
          <a:bodyPr>
            <a:normAutofit/>
          </a:bodyPr>
          <a:lstStyle>
            <a:lvl1pPr marL="0" indent="0">
              <a:spcBef>
                <a:spcPts val="600"/>
              </a:spcBef>
              <a:buNone/>
              <a:defRPr sz="3200"/>
            </a:lvl1pPr>
          </a:lstStyle>
          <a:p>
            <a:pPr lvl="0"/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219200"/>
            <a:ext cx="8229600" cy="533400"/>
          </a:xfrm>
        </p:spPr>
        <p:txBody>
          <a:bodyPr anchor="ctr"/>
          <a:lstStyle>
            <a:lvl1pPr marL="0" indent="0" algn="l">
              <a:buFontTx/>
              <a:buNone/>
              <a:defRPr sz="14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4">
            <a:extLst>
              <a:ext uri="{FF2B5EF4-FFF2-40B4-BE49-F238E27FC236}">
                <a16:creationId xmlns:a16="http://schemas.microsoft.com/office/drawing/2014/main" id="{C9CA2D7F-88A1-C1AF-85D7-ECAD041B04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DC3B06C8-99A1-4D7A-B16E-ED4D8D9A2E33}" type="datetime1">
              <a:rPr lang="en-US" altLang="en-US"/>
              <a:pPr>
                <a:defRPr/>
              </a:pPr>
              <a:t>12/5/2024</a:t>
            </a:fld>
            <a:endParaRPr lang="en-US" altLang="en-US"/>
          </a:p>
        </p:txBody>
      </p:sp>
      <p:sp>
        <p:nvSpPr>
          <p:cNvPr id="9" name="Footer Placeholder 5">
            <a:extLst>
              <a:ext uri="{FF2B5EF4-FFF2-40B4-BE49-F238E27FC236}">
                <a16:creationId xmlns:a16="http://schemas.microsoft.com/office/drawing/2014/main" id="{00002AC3-577D-19E3-1C7B-5C59BBF857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" name="Slide Number Placeholder 6">
            <a:extLst>
              <a:ext uri="{FF2B5EF4-FFF2-40B4-BE49-F238E27FC236}">
                <a16:creationId xmlns:a16="http://schemas.microsoft.com/office/drawing/2014/main" id="{96B72952-80A3-1EEE-0E02-7B20FCA702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30446085-806E-4512-BCA3-021E5C925F25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70306218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13">
            <a:extLst>
              <a:ext uri="{FF2B5EF4-FFF2-40B4-BE49-F238E27FC236}">
                <a16:creationId xmlns:a16="http://schemas.microsoft.com/office/drawing/2014/main" id="{15D66144-35C6-882C-9936-A7B5A2C85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7596A24-7CE7-4C20-98D0-6DA80F1FCC7A}" type="datetime1">
              <a:rPr lang="en-US" altLang="en-US"/>
              <a:pPr>
                <a:defRPr/>
              </a:pPr>
              <a:t>12/5/2024</a:t>
            </a:fld>
            <a:endParaRPr lang="en-US" altLang="en-US"/>
          </a:p>
        </p:txBody>
      </p:sp>
      <p:sp>
        <p:nvSpPr>
          <p:cNvPr id="5" name="Footer Placeholder 2">
            <a:extLst>
              <a:ext uri="{FF2B5EF4-FFF2-40B4-BE49-F238E27FC236}">
                <a16:creationId xmlns:a16="http://schemas.microsoft.com/office/drawing/2014/main" id="{D55941D8-1DC1-2212-376A-1B46A48CB5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22">
            <a:extLst>
              <a:ext uri="{FF2B5EF4-FFF2-40B4-BE49-F238E27FC236}">
                <a16:creationId xmlns:a16="http://schemas.microsoft.com/office/drawing/2014/main" id="{2987943E-D606-D5BC-3A4A-374EA43031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CAACA1C-ED6B-494A-87B9-C8A47C16F9D2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36183455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traight Connector 1">
            <a:extLst>
              <a:ext uri="{FF2B5EF4-FFF2-40B4-BE49-F238E27FC236}">
                <a16:creationId xmlns:a16="http://schemas.microsoft.com/office/drawing/2014/main" id="{764DE680-B4A1-87AD-3198-E8AFC42F8F50}"/>
              </a:ext>
            </a:extLst>
          </p:cNvPr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algn="ctr">
            <a:solidFill>
              <a:schemeClr val="accent2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" name="Isosceles Triangle 4">
            <a:extLst>
              <a:ext uri="{FF2B5EF4-FFF2-40B4-BE49-F238E27FC236}">
                <a16:creationId xmlns:a16="http://schemas.microsoft.com/office/drawing/2014/main" id="{2B02F096-A798-8BCE-C73B-145F5B1D2EDE}"/>
              </a:ext>
            </a:extLst>
          </p:cNvPr>
          <p:cNvSpPr>
            <a:spLocks noChangeAspect="1"/>
          </p:cNvSpPr>
          <p:nvPr/>
        </p:nvSpPr>
        <p:spPr>
          <a:xfrm rot="5400000">
            <a:off x="419100" y="6467475"/>
            <a:ext cx="190500" cy="120650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6" name="Straight Connector 4">
            <a:extLst>
              <a:ext uri="{FF2B5EF4-FFF2-40B4-BE49-F238E27FC236}">
                <a16:creationId xmlns:a16="http://schemas.microsoft.com/office/drawing/2014/main" id="{9A39A979-D3A9-EEBB-3D89-DDF68BC226C7}"/>
              </a:ext>
            </a:extLst>
          </p:cNvPr>
          <p:cNvSpPr>
            <a:spLocks noChangeShapeType="1"/>
          </p:cNvSpPr>
          <p:nvPr/>
        </p:nvSpPr>
        <p:spPr bwMode="auto">
          <a:xfrm rot="5400000">
            <a:off x="3630612" y="3201988"/>
            <a:ext cx="5851525" cy="0"/>
          </a:xfrm>
          <a:prstGeom prst="line">
            <a:avLst/>
          </a:prstGeom>
          <a:noFill/>
          <a:ln w="9525" algn="ctr">
            <a:solidFill>
              <a:schemeClr val="accent2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2B4DB5D5-371A-CF9D-16FE-B5F045A35B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0A793E66-F925-4C7D-B439-CA1A8942EDBA}" type="datetime1">
              <a:rPr lang="en-US" altLang="en-US"/>
              <a:pPr>
                <a:defRPr/>
              </a:pPr>
              <a:t>12/5/2024</a:t>
            </a:fld>
            <a:endParaRPr lang="en-US" altLang="en-US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C91B3EF7-7276-2930-E8B7-2B3F6A5E7C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18A18AAA-CDF2-441A-E33C-21189F7093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1B8CD33A-43C0-4AAC-A01E-0B1FD49960CE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8827258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85800" y="152400"/>
            <a:ext cx="77724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0723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1447800"/>
            <a:ext cx="7772400" cy="4648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0724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85800" y="6248400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 b="0"/>
            </a:lvl1pPr>
          </a:lstStyle>
          <a:p>
            <a:endParaRPr lang="en-US"/>
          </a:p>
        </p:txBody>
      </p:sp>
      <p:sp>
        <p:nvSpPr>
          <p:cNvPr id="30725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8400"/>
            <a:ext cx="28956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400" b="0"/>
            </a:lvl1pPr>
          </a:lstStyle>
          <a:p>
            <a:endParaRPr lang="en-US"/>
          </a:p>
        </p:txBody>
      </p:sp>
      <p:sp>
        <p:nvSpPr>
          <p:cNvPr id="30726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7086600" y="6248400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400" b="0"/>
            </a:lvl1pPr>
          </a:lstStyle>
          <a:p>
            <a:r>
              <a:rPr lang="en-US"/>
              <a:t>6-</a:t>
            </a:r>
            <a:fld id="{FB956CA3-E12E-4505-8EE3-916123BFA3B8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  <p:sldLayoutId id="2147483654" r:id="rId2"/>
    <p:sldLayoutId id="2147483655" r:id="rId3"/>
    <p:sldLayoutId id="2147483656" r:id="rId4"/>
    <p:sldLayoutId id="2147483657" r:id="rId5"/>
    <p:sldLayoutId id="2147483658" r:id="rId6"/>
    <p:sldLayoutId id="2147483659" r:id="rId7"/>
    <p:sldLayoutId id="2147483660" r:id="rId8"/>
    <p:sldLayoutId id="2147483661" r:id="rId9"/>
    <p:sldLayoutId id="2147483662" r:id="rId10"/>
    <p:sldLayoutId id="2147483663" r:id="rId11"/>
    <p:sldLayoutId id="2147483664" r:id="rId12"/>
  </p:sldLayoutIdLst>
  <p:hf hdr="0" ftr="0" dt="0"/>
  <p:txStyles>
    <p:titleStyle>
      <a:lvl1pPr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+mj-lt"/>
          <a:ea typeface="+mj-ea"/>
          <a:cs typeface="+mj-cs"/>
        </a:defRPr>
      </a:lvl1pPr>
      <a:lvl2pPr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2pPr>
      <a:lvl3pPr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3pPr>
      <a:lvl4pPr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4pPr>
      <a:lvl5pPr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fontAlgn="base">
        <a:spcBef>
          <a:spcPct val="20000"/>
        </a:spcBef>
        <a:spcAft>
          <a:spcPct val="0"/>
        </a:spcAft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fontAlgn="base">
        <a:spcBef>
          <a:spcPct val="20000"/>
        </a:spcBef>
        <a:spcAft>
          <a:spcPct val="0"/>
        </a:spcAft>
        <a:buChar char="•"/>
        <a:defRPr sz="2800">
          <a:solidFill>
            <a:schemeClr val="tx1"/>
          </a:solidFill>
          <a:latin typeface="+mn-lt"/>
        </a:defRPr>
      </a:lvl2pPr>
      <a:lvl3pPr marL="1143000" indent="-228600" algn="l" rtl="0" fontAlgn="base">
        <a:spcBef>
          <a:spcPct val="20000"/>
        </a:spcBef>
        <a:spcAft>
          <a:spcPct val="0"/>
        </a:spcAft>
        <a:buChar char="•"/>
        <a:defRPr sz="2400">
          <a:solidFill>
            <a:schemeClr val="tx1"/>
          </a:solidFill>
          <a:latin typeface="+mn-lt"/>
        </a:defRPr>
      </a:lvl3pPr>
      <a:lvl4pPr marL="1600200" indent="-228600" algn="l" rtl="0" fontAlgn="base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</a:defRPr>
      </a:lvl4pPr>
      <a:lvl5pPr marL="2057400" indent="-228600" algn="l" rtl="0" fontAlgn="base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21">
            <a:extLst>
              <a:ext uri="{FF2B5EF4-FFF2-40B4-BE49-F238E27FC236}">
                <a16:creationId xmlns:a16="http://schemas.microsoft.com/office/drawing/2014/main" id="{8C4527FD-161E-B665-44B7-63161038BE8A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457200" y="152400"/>
            <a:ext cx="8229600" cy="990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title style</a:t>
            </a:r>
          </a:p>
        </p:txBody>
      </p:sp>
      <p:sp>
        <p:nvSpPr>
          <p:cNvPr id="1027" name="Text Placeholder 12">
            <a:extLst>
              <a:ext uri="{FF2B5EF4-FFF2-40B4-BE49-F238E27FC236}">
                <a16:creationId xmlns:a16="http://schemas.microsoft.com/office/drawing/2014/main" id="{9F849A1D-F575-B1A3-F5BC-C1062E4B62EA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xfrm>
            <a:off x="457200" y="1219200"/>
            <a:ext cx="8229600" cy="4910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  <p:sp>
        <p:nvSpPr>
          <p:cNvPr id="14" name="Date Placeholder 13">
            <a:extLst>
              <a:ext uri="{FF2B5EF4-FFF2-40B4-BE49-F238E27FC236}">
                <a16:creationId xmlns:a16="http://schemas.microsoft.com/office/drawing/2014/main" id="{981AF834-C3BE-FA13-5988-075C3836247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400800" y="6356350"/>
            <a:ext cx="2289175" cy="365125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400" smtClean="0">
                <a:solidFill>
                  <a:schemeClr val="tx2"/>
                </a:solidFill>
              </a:defRPr>
            </a:lvl1pPr>
          </a:lstStyle>
          <a:p>
            <a:pPr>
              <a:defRPr/>
            </a:pPr>
            <a:fld id="{2A8F73F5-9B55-428B-BBB7-B2526FA51BBD}" type="datetime1">
              <a:rPr lang="en-US" altLang="en-US"/>
              <a:pPr>
                <a:defRPr/>
              </a:pPr>
              <a:t>12/5/2024</a:t>
            </a:fld>
            <a:endParaRPr lang="en-US" alt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A5305B4-6F60-C591-56E3-A8C00E13B4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898775" y="6356350"/>
            <a:ext cx="3505200" cy="365125"/>
          </a:xfrm>
          <a:prstGeom prst="rect">
            <a:avLst/>
          </a:prstGeom>
        </p:spPr>
        <p:txBody>
          <a:bodyPr vert="horz"/>
          <a:lstStyle>
            <a:lvl1pPr algn="r" eaLnBrk="1" latinLnBrk="0" hangingPunct="1">
              <a:defRPr kumimoji="0" sz="1400">
                <a:solidFill>
                  <a:schemeClr val="tx2"/>
                </a:solidFill>
                <a:latin typeface="Arial" pitchFamily="-1" charset="0"/>
                <a:ea typeface="ＭＳ Ｐゴシック" pitchFamily="-1" charset="-128"/>
                <a:cs typeface="ＭＳ Ｐゴシック" pitchFamily="-1" charset="-128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3" name="Slide Number Placeholder 22">
            <a:extLst>
              <a:ext uri="{FF2B5EF4-FFF2-40B4-BE49-F238E27FC236}">
                <a16:creationId xmlns:a16="http://schemas.microsoft.com/office/drawing/2014/main" id="{2D1C5B73-B67C-5D76-8FD9-E855CD998A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12775" y="6356350"/>
            <a:ext cx="1981200" cy="365125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400" smtClean="0">
                <a:solidFill>
                  <a:schemeClr val="tx2"/>
                </a:solidFill>
              </a:defRPr>
            </a:lvl1pPr>
          </a:lstStyle>
          <a:p>
            <a:pPr>
              <a:defRPr/>
            </a:pPr>
            <a:fld id="{7F41551C-1AD4-4069-BC1B-FF4BF8DDC654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1031" name="Straight Connector 27">
            <a:extLst>
              <a:ext uri="{FF2B5EF4-FFF2-40B4-BE49-F238E27FC236}">
                <a16:creationId xmlns:a16="http://schemas.microsoft.com/office/drawing/2014/main" id="{D22380CE-5135-3547-84C2-33BF631C0B6C}"/>
              </a:ext>
            </a:extLst>
          </p:cNvPr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algn="ctr">
            <a:solidFill>
              <a:schemeClr val="accent2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032" name="Straight Connector 28">
            <a:extLst>
              <a:ext uri="{FF2B5EF4-FFF2-40B4-BE49-F238E27FC236}">
                <a16:creationId xmlns:a16="http://schemas.microsoft.com/office/drawing/2014/main" id="{1774C11F-00CA-33CA-424B-F961D931B46F}"/>
              </a:ext>
            </a:extLst>
          </p:cNvPr>
          <p:cNvSpPr>
            <a:spLocks noChangeShapeType="1"/>
          </p:cNvSpPr>
          <p:nvPr/>
        </p:nvSpPr>
        <p:spPr bwMode="auto">
          <a:xfrm>
            <a:off x="457200" y="1143000"/>
            <a:ext cx="8229600" cy="0"/>
          </a:xfrm>
          <a:prstGeom prst="line">
            <a:avLst/>
          </a:prstGeom>
          <a:noFill/>
          <a:ln w="9525" algn="ctr">
            <a:solidFill>
              <a:schemeClr val="accent2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0" name="Isosceles Triangle 9">
            <a:extLst>
              <a:ext uri="{FF2B5EF4-FFF2-40B4-BE49-F238E27FC236}">
                <a16:creationId xmlns:a16="http://schemas.microsoft.com/office/drawing/2014/main" id="{D250FDF8-3439-E492-A017-E5D0D0E8ED94}"/>
              </a:ext>
            </a:extLst>
          </p:cNvPr>
          <p:cNvSpPr>
            <a:spLocks noChangeAspect="1"/>
          </p:cNvSpPr>
          <p:nvPr/>
        </p:nvSpPr>
        <p:spPr>
          <a:xfrm rot="5400000">
            <a:off x="419100" y="6467475"/>
            <a:ext cx="190500" cy="120650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10813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67" r:id="rId2"/>
    <p:sldLayoutId id="2147483668" r:id="rId3"/>
    <p:sldLayoutId id="2147483669" r:id="rId4"/>
    <p:sldLayoutId id="2147483670" r:id="rId5"/>
    <p:sldLayoutId id="2147483671" r:id="rId6"/>
    <p:sldLayoutId id="2147483672" r:id="rId7"/>
    <p:sldLayoutId id="2147483673" r:id="rId8"/>
    <p:sldLayoutId id="2147483674" r:id="rId9"/>
    <p:sldLayoutId id="2147483675" r:id="rId10"/>
    <p:sldLayoutId id="2147483676" r:id="rId11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200" kern="1200">
          <a:solidFill>
            <a:schemeClr val="tx2"/>
          </a:solidFill>
          <a:latin typeface="+mj-lt"/>
          <a:ea typeface="MS PGothic" panose="020B0600070205080204" pitchFamily="34" charset="-128"/>
          <a:cs typeface="ＭＳ Ｐゴシック" pitchFamily="-1" charset="-128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-1" charset="0"/>
          <a:ea typeface="MS PGothic" panose="020B0600070205080204" pitchFamily="34" charset="-128"/>
          <a:cs typeface="ＭＳ Ｐゴシック" pitchFamily="-1" charset="-128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-1" charset="0"/>
          <a:ea typeface="MS PGothic" panose="020B0600070205080204" pitchFamily="34" charset="-128"/>
          <a:cs typeface="ＭＳ Ｐゴシック" pitchFamily="-1" charset="-128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-1" charset="0"/>
          <a:ea typeface="MS PGothic" panose="020B0600070205080204" pitchFamily="34" charset="-128"/>
          <a:cs typeface="ＭＳ Ｐゴシック" pitchFamily="-1" charset="-128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-1" charset="0"/>
          <a:ea typeface="MS PGothic" panose="020B0600070205080204" pitchFamily="34" charset="-128"/>
          <a:cs typeface="ＭＳ Ｐゴシック" pitchFamily="-1" charset="-128"/>
        </a:defRPr>
      </a:lvl5pPr>
      <a:lvl6pPr marL="457200" algn="l" rtl="0" fontAlgn="base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-1" charset="0"/>
          <a:ea typeface="ＭＳ Ｐゴシック" pitchFamily="-1" charset="-128"/>
          <a:cs typeface="ＭＳ Ｐゴシック" pitchFamily="-1" charset="-128"/>
        </a:defRPr>
      </a:lvl6pPr>
      <a:lvl7pPr marL="914400" algn="l" rtl="0" fontAlgn="base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-1" charset="0"/>
          <a:ea typeface="ＭＳ Ｐゴシック" pitchFamily="-1" charset="-128"/>
          <a:cs typeface="ＭＳ Ｐゴシック" pitchFamily="-1" charset="-128"/>
        </a:defRPr>
      </a:lvl7pPr>
      <a:lvl8pPr marL="1371600" algn="l" rtl="0" fontAlgn="base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-1" charset="0"/>
          <a:ea typeface="ＭＳ Ｐゴシック" pitchFamily="-1" charset="-128"/>
          <a:cs typeface="ＭＳ Ｐゴシック" pitchFamily="-1" charset="-128"/>
        </a:defRPr>
      </a:lvl8pPr>
      <a:lvl9pPr marL="1828800" algn="l" rtl="0" fontAlgn="base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-1" charset="0"/>
          <a:ea typeface="ＭＳ Ｐゴシック" pitchFamily="-1" charset="-128"/>
          <a:cs typeface="ＭＳ Ｐゴシック" pitchFamily="-1" charset="-128"/>
        </a:defRPr>
      </a:lvl9pPr>
    </p:titleStyle>
    <p:bodyStyle>
      <a:lvl1pPr marL="273050" indent="-273050" algn="l" rtl="0" eaLnBrk="0" fontAlgn="base" hangingPunct="0">
        <a:spcBef>
          <a:spcPts val="600"/>
        </a:spcBef>
        <a:spcAft>
          <a:spcPct val="0"/>
        </a:spcAft>
        <a:buClr>
          <a:schemeClr val="accent1"/>
        </a:buClr>
        <a:buSzPct val="76000"/>
        <a:buFont typeface="Wingdings 3" panose="05040102010807070707" pitchFamily="18" charset="2"/>
        <a:buChar char=""/>
        <a:defRPr sz="2600" kern="1200">
          <a:solidFill>
            <a:schemeClr val="tx1"/>
          </a:solidFill>
          <a:latin typeface="+mn-lt"/>
          <a:ea typeface="MS PGothic" panose="020B0600070205080204" pitchFamily="34" charset="-128"/>
          <a:cs typeface="ＭＳ Ｐゴシック" pitchFamily="-1" charset="-128"/>
        </a:defRPr>
      </a:lvl1pPr>
      <a:lvl2pPr marL="547688" indent="-273050" algn="l" rtl="0" eaLnBrk="0" fontAlgn="base" hangingPunct="0">
        <a:spcBef>
          <a:spcPts val="500"/>
        </a:spcBef>
        <a:spcAft>
          <a:spcPct val="0"/>
        </a:spcAft>
        <a:buClr>
          <a:schemeClr val="accent2"/>
        </a:buClr>
        <a:buSzPct val="76000"/>
        <a:buFont typeface="Wingdings 3" panose="05040102010807070707" pitchFamily="18" charset="2"/>
        <a:buChar char=""/>
        <a:defRPr sz="2300" kern="1200">
          <a:solidFill>
            <a:schemeClr val="tx2"/>
          </a:solidFill>
          <a:latin typeface="+mn-lt"/>
          <a:ea typeface="MS PGothic" panose="020B0600070205080204" pitchFamily="34" charset="-128"/>
          <a:cs typeface="+mn-cs"/>
        </a:defRPr>
      </a:lvl2pPr>
      <a:lvl3pPr marL="822325" indent="-228600" algn="l" rtl="0" eaLnBrk="0" fontAlgn="base" hangingPunct="0">
        <a:spcBef>
          <a:spcPts val="500"/>
        </a:spcBef>
        <a:spcAft>
          <a:spcPct val="0"/>
        </a:spcAft>
        <a:buClr>
          <a:srgbClr val="BCBCBC"/>
        </a:buClr>
        <a:buSzPct val="76000"/>
        <a:buFont typeface="Wingdings 3" panose="05040102010807070707" pitchFamily="18" charset="2"/>
        <a:buChar char=""/>
        <a:defRPr sz="2000" kern="1200">
          <a:solidFill>
            <a:schemeClr val="tx1"/>
          </a:solidFill>
          <a:latin typeface="+mn-lt"/>
          <a:ea typeface="MS PGothic" panose="020B0600070205080204" pitchFamily="34" charset="-128"/>
          <a:cs typeface="+mn-cs"/>
        </a:defRPr>
      </a:lvl3pPr>
      <a:lvl4pPr marL="1096963" indent="-228600" algn="l" rtl="0" eaLnBrk="0" fontAlgn="base" hangingPunct="0">
        <a:spcBef>
          <a:spcPts val="400"/>
        </a:spcBef>
        <a:spcAft>
          <a:spcPct val="0"/>
        </a:spcAft>
        <a:buClr>
          <a:srgbClr val="8BA2B4"/>
        </a:buClr>
        <a:buSzPct val="70000"/>
        <a:buFont typeface="Wingdings" panose="05000000000000000000" pitchFamily="2" charset="2"/>
        <a:buChar char=""/>
        <a:defRPr kern="1200">
          <a:solidFill>
            <a:schemeClr val="tx1"/>
          </a:solidFill>
          <a:latin typeface="+mn-lt"/>
          <a:ea typeface="MS PGothic" panose="020B0600070205080204" pitchFamily="34" charset="-128"/>
          <a:cs typeface="+mn-cs"/>
        </a:defRPr>
      </a:lvl4pPr>
      <a:lvl5pPr marL="1371600" indent="-228600" algn="l" rtl="0" eaLnBrk="0" fontAlgn="base" hangingPunct="0">
        <a:spcBef>
          <a:spcPts val="300"/>
        </a:spcBef>
        <a:spcAft>
          <a:spcPct val="0"/>
        </a:spcAft>
        <a:buClr>
          <a:schemeClr val="accent2"/>
        </a:buClr>
        <a:buSzPct val="70000"/>
        <a:buFont typeface="Wingdings" panose="05000000000000000000" pitchFamily="2" charset="2"/>
        <a:buChar char=""/>
        <a:defRPr sz="1600" kern="1200">
          <a:solidFill>
            <a:schemeClr val="tx1"/>
          </a:solidFill>
          <a:latin typeface="+mn-lt"/>
          <a:ea typeface="MS PGothic" panose="020B0600070205080204" pitchFamily="34" charset="-128"/>
          <a:cs typeface="+mn-cs"/>
        </a:defRPr>
      </a:lvl5pPr>
      <a:lvl6pPr marL="1645920" indent="-182880" algn="l" rtl="0" eaLnBrk="1" latinLnBrk="0" hangingPunct="1">
        <a:spcBef>
          <a:spcPts val="300"/>
        </a:spcBef>
        <a:buClr>
          <a:srgbClr val="9FB8CD">
            <a:shade val="75000"/>
          </a:srgbClr>
        </a:buClr>
        <a:buSzPct val="75000"/>
        <a:buFont typeface="Wingdings 3"/>
        <a:buChar char=""/>
        <a:defRPr kumimoji="0"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6pPr>
      <a:lvl7pPr marL="1828800" indent="-182880" algn="l" rtl="0" eaLnBrk="1" latinLnBrk="0" hangingPunct="1">
        <a:spcBef>
          <a:spcPts val="300"/>
        </a:spcBef>
        <a:buClr>
          <a:srgbClr val="727CA3">
            <a:shade val="75000"/>
          </a:srgb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7pPr>
      <a:lvl8pPr marL="2011680" indent="-182880" algn="l" rtl="0" eaLnBrk="1" latinLnBrk="0" hangingPunct="1">
        <a:spcBef>
          <a:spcPts val="300"/>
        </a:spcBef>
        <a:buClr>
          <a:prstClr val="white">
            <a:shade val="50000"/>
          </a:prst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8pPr>
      <a:lvl9pPr marL="2194560" indent="-182880" algn="l" rtl="0" eaLnBrk="1" latinLnBrk="0" hangingPunct="1">
        <a:spcBef>
          <a:spcPts val="300"/>
        </a:spcBef>
        <a:buClr>
          <a:srgbClr val="9FB8CD"/>
        </a:buClr>
        <a:buSzPct val="75000"/>
        <a:buFont typeface="Wingdings 3"/>
        <a:buChar char=""/>
        <a:defRPr kumimoji="0" lang="en-US" sz="1200" kern="1200" smtClean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tags" Target="../tags/tag8.xml"/><Relationship Id="rId13" Type="http://schemas.openxmlformats.org/officeDocument/2006/relationships/tags" Target="../tags/tag13.xml"/><Relationship Id="rId18" Type="http://schemas.openxmlformats.org/officeDocument/2006/relationships/tags" Target="../tags/tag18.xml"/><Relationship Id="rId26" Type="http://schemas.openxmlformats.org/officeDocument/2006/relationships/tags" Target="../tags/tag26.xml"/><Relationship Id="rId3" Type="http://schemas.openxmlformats.org/officeDocument/2006/relationships/tags" Target="../tags/tag3.xml"/><Relationship Id="rId21" Type="http://schemas.openxmlformats.org/officeDocument/2006/relationships/tags" Target="../tags/tag21.xml"/><Relationship Id="rId7" Type="http://schemas.openxmlformats.org/officeDocument/2006/relationships/tags" Target="../tags/tag7.xml"/><Relationship Id="rId12" Type="http://schemas.openxmlformats.org/officeDocument/2006/relationships/tags" Target="../tags/tag12.xml"/><Relationship Id="rId17" Type="http://schemas.openxmlformats.org/officeDocument/2006/relationships/tags" Target="../tags/tag17.xml"/><Relationship Id="rId25" Type="http://schemas.openxmlformats.org/officeDocument/2006/relationships/tags" Target="../tags/tag25.xml"/><Relationship Id="rId2" Type="http://schemas.openxmlformats.org/officeDocument/2006/relationships/tags" Target="../tags/tag2.xml"/><Relationship Id="rId16" Type="http://schemas.openxmlformats.org/officeDocument/2006/relationships/tags" Target="../tags/tag16.xml"/><Relationship Id="rId20" Type="http://schemas.openxmlformats.org/officeDocument/2006/relationships/tags" Target="../tags/tag20.xml"/><Relationship Id="rId1" Type="http://schemas.openxmlformats.org/officeDocument/2006/relationships/tags" Target="../tags/tag1.xml"/><Relationship Id="rId6" Type="http://schemas.openxmlformats.org/officeDocument/2006/relationships/tags" Target="../tags/tag6.xml"/><Relationship Id="rId11" Type="http://schemas.openxmlformats.org/officeDocument/2006/relationships/tags" Target="../tags/tag11.xml"/><Relationship Id="rId24" Type="http://schemas.openxmlformats.org/officeDocument/2006/relationships/tags" Target="../tags/tag24.xml"/><Relationship Id="rId5" Type="http://schemas.openxmlformats.org/officeDocument/2006/relationships/tags" Target="../tags/tag5.xml"/><Relationship Id="rId15" Type="http://schemas.openxmlformats.org/officeDocument/2006/relationships/tags" Target="../tags/tag15.xml"/><Relationship Id="rId23" Type="http://schemas.openxmlformats.org/officeDocument/2006/relationships/tags" Target="../tags/tag23.xml"/><Relationship Id="rId28" Type="http://schemas.openxmlformats.org/officeDocument/2006/relationships/notesSlide" Target="../notesSlides/notesSlide2.xml"/><Relationship Id="rId10" Type="http://schemas.openxmlformats.org/officeDocument/2006/relationships/tags" Target="../tags/tag10.xml"/><Relationship Id="rId19" Type="http://schemas.openxmlformats.org/officeDocument/2006/relationships/tags" Target="../tags/tag19.xml"/><Relationship Id="rId4" Type="http://schemas.openxmlformats.org/officeDocument/2006/relationships/tags" Target="../tags/tag4.xml"/><Relationship Id="rId9" Type="http://schemas.openxmlformats.org/officeDocument/2006/relationships/tags" Target="../tags/tag9.xml"/><Relationship Id="rId14" Type="http://schemas.openxmlformats.org/officeDocument/2006/relationships/tags" Target="../tags/tag14.xml"/><Relationship Id="rId22" Type="http://schemas.openxmlformats.org/officeDocument/2006/relationships/tags" Target="../tags/tag22.xml"/><Relationship Id="rId27" Type="http://schemas.openxmlformats.org/officeDocument/2006/relationships/slideLayout" Target="../slideLayouts/slideLayout1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tags" Target="../tags/tag34.xml"/><Relationship Id="rId13" Type="http://schemas.openxmlformats.org/officeDocument/2006/relationships/tags" Target="../tags/tag39.xml"/><Relationship Id="rId18" Type="http://schemas.openxmlformats.org/officeDocument/2006/relationships/tags" Target="../tags/tag44.xml"/><Relationship Id="rId26" Type="http://schemas.openxmlformats.org/officeDocument/2006/relationships/tags" Target="../tags/tag52.xml"/><Relationship Id="rId3" Type="http://schemas.openxmlformats.org/officeDocument/2006/relationships/tags" Target="../tags/tag29.xml"/><Relationship Id="rId21" Type="http://schemas.openxmlformats.org/officeDocument/2006/relationships/tags" Target="../tags/tag47.xml"/><Relationship Id="rId7" Type="http://schemas.openxmlformats.org/officeDocument/2006/relationships/tags" Target="../tags/tag33.xml"/><Relationship Id="rId12" Type="http://schemas.openxmlformats.org/officeDocument/2006/relationships/tags" Target="../tags/tag38.xml"/><Relationship Id="rId17" Type="http://schemas.openxmlformats.org/officeDocument/2006/relationships/tags" Target="../tags/tag43.xml"/><Relationship Id="rId25" Type="http://schemas.openxmlformats.org/officeDocument/2006/relationships/tags" Target="../tags/tag51.xml"/><Relationship Id="rId2" Type="http://schemas.openxmlformats.org/officeDocument/2006/relationships/tags" Target="../tags/tag28.xml"/><Relationship Id="rId16" Type="http://schemas.openxmlformats.org/officeDocument/2006/relationships/tags" Target="../tags/tag42.xml"/><Relationship Id="rId20" Type="http://schemas.openxmlformats.org/officeDocument/2006/relationships/tags" Target="../tags/tag46.xml"/><Relationship Id="rId1" Type="http://schemas.openxmlformats.org/officeDocument/2006/relationships/tags" Target="../tags/tag27.xml"/><Relationship Id="rId6" Type="http://schemas.openxmlformats.org/officeDocument/2006/relationships/tags" Target="../tags/tag32.xml"/><Relationship Id="rId11" Type="http://schemas.openxmlformats.org/officeDocument/2006/relationships/tags" Target="../tags/tag37.xml"/><Relationship Id="rId24" Type="http://schemas.openxmlformats.org/officeDocument/2006/relationships/tags" Target="../tags/tag50.xml"/><Relationship Id="rId5" Type="http://schemas.openxmlformats.org/officeDocument/2006/relationships/tags" Target="../tags/tag31.xml"/><Relationship Id="rId15" Type="http://schemas.openxmlformats.org/officeDocument/2006/relationships/tags" Target="../tags/tag41.xml"/><Relationship Id="rId23" Type="http://schemas.openxmlformats.org/officeDocument/2006/relationships/tags" Target="../tags/tag49.xml"/><Relationship Id="rId28" Type="http://schemas.openxmlformats.org/officeDocument/2006/relationships/notesSlide" Target="../notesSlides/notesSlide3.xml"/><Relationship Id="rId10" Type="http://schemas.openxmlformats.org/officeDocument/2006/relationships/tags" Target="../tags/tag36.xml"/><Relationship Id="rId19" Type="http://schemas.openxmlformats.org/officeDocument/2006/relationships/tags" Target="../tags/tag45.xml"/><Relationship Id="rId4" Type="http://schemas.openxmlformats.org/officeDocument/2006/relationships/tags" Target="../tags/tag30.xml"/><Relationship Id="rId9" Type="http://schemas.openxmlformats.org/officeDocument/2006/relationships/tags" Target="../tags/tag35.xml"/><Relationship Id="rId14" Type="http://schemas.openxmlformats.org/officeDocument/2006/relationships/tags" Target="../tags/tag40.xml"/><Relationship Id="rId22" Type="http://schemas.openxmlformats.org/officeDocument/2006/relationships/tags" Target="../tags/tag48.xml"/><Relationship Id="rId27" Type="http://schemas.openxmlformats.org/officeDocument/2006/relationships/slideLayout" Target="../slideLayouts/slideLayout1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tags" Target="../tags/tag60.xml"/><Relationship Id="rId13" Type="http://schemas.openxmlformats.org/officeDocument/2006/relationships/tags" Target="../tags/tag65.xml"/><Relationship Id="rId18" Type="http://schemas.openxmlformats.org/officeDocument/2006/relationships/tags" Target="../tags/tag70.xml"/><Relationship Id="rId26" Type="http://schemas.openxmlformats.org/officeDocument/2006/relationships/tags" Target="../tags/tag78.xml"/><Relationship Id="rId3" Type="http://schemas.openxmlformats.org/officeDocument/2006/relationships/tags" Target="../tags/tag55.xml"/><Relationship Id="rId21" Type="http://schemas.openxmlformats.org/officeDocument/2006/relationships/tags" Target="../tags/tag73.xml"/><Relationship Id="rId7" Type="http://schemas.openxmlformats.org/officeDocument/2006/relationships/tags" Target="../tags/tag59.xml"/><Relationship Id="rId12" Type="http://schemas.openxmlformats.org/officeDocument/2006/relationships/tags" Target="../tags/tag64.xml"/><Relationship Id="rId17" Type="http://schemas.openxmlformats.org/officeDocument/2006/relationships/tags" Target="../tags/tag69.xml"/><Relationship Id="rId25" Type="http://schemas.openxmlformats.org/officeDocument/2006/relationships/tags" Target="../tags/tag77.xml"/><Relationship Id="rId2" Type="http://schemas.openxmlformats.org/officeDocument/2006/relationships/tags" Target="../tags/tag54.xml"/><Relationship Id="rId16" Type="http://schemas.openxmlformats.org/officeDocument/2006/relationships/tags" Target="../tags/tag68.xml"/><Relationship Id="rId20" Type="http://schemas.openxmlformats.org/officeDocument/2006/relationships/tags" Target="../tags/tag72.xml"/><Relationship Id="rId29" Type="http://schemas.openxmlformats.org/officeDocument/2006/relationships/notesSlide" Target="../notesSlides/notesSlide4.xml"/><Relationship Id="rId1" Type="http://schemas.openxmlformats.org/officeDocument/2006/relationships/tags" Target="../tags/tag53.xml"/><Relationship Id="rId6" Type="http://schemas.openxmlformats.org/officeDocument/2006/relationships/tags" Target="../tags/tag58.xml"/><Relationship Id="rId11" Type="http://schemas.openxmlformats.org/officeDocument/2006/relationships/tags" Target="../tags/tag63.xml"/><Relationship Id="rId24" Type="http://schemas.openxmlformats.org/officeDocument/2006/relationships/tags" Target="../tags/tag76.xml"/><Relationship Id="rId5" Type="http://schemas.openxmlformats.org/officeDocument/2006/relationships/tags" Target="../tags/tag57.xml"/><Relationship Id="rId15" Type="http://schemas.openxmlformats.org/officeDocument/2006/relationships/tags" Target="../tags/tag67.xml"/><Relationship Id="rId23" Type="http://schemas.openxmlformats.org/officeDocument/2006/relationships/tags" Target="../tags/tag75.xml"/><Relationship Id="rId28" Type="http://schemas.openxmlformats.org/officeDocument/2006/relationships/slideLayout" Target="../slideLayouts/slideLayout14.xml"/><Relationship Id="rId10" Type="http://schemas.openxmlformats.org/officeDocument/2006/relationships/tags" Target="../tags/tag62.xml"/><Relationship Id="rId19" Type="http://schemas.openxmlformats.org/officeDocument/2006/relationships/tags" Target="../tags/tag71.xml"/><Relationship Id="rId4" Type="http://schemas.openxmlformats.org/officeDocument/2006/relationships/tags" Target="../tags/tag56.xml"/><Relationship Id="rId9" Type="http://schemas.openxmlformats.org/officeDocument/2006/relationships/tags" Target="../tags/tag61.xml"/><Relationship Id="rId14" Type="http://schemas.openxmlformats.org/officeDocument/2006/relationships/tags" Target="../tags/tag66.xml"/><Relationship Id="rId22" Type="http://schemas.openxmlformats.org/officeDocument/2006/relationships/tags" Target="../tags/tag74.xml"/><Relationship Id="rId27" Type="http://schemas.openxmlformats.org/officeDocument/2006/relationships/tags" Target="../tags/tag7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tags" Target="../tags/tag87.xml"/><Relationship Id="rId13" Type="http://schemas.openxmlformats.org/officeDocument/2006/relationships/tags" Target="../tags/tag92.xml"/><Relationship Id="rId18" Type="http://schemas.openxmlformats.org/officeDocument/2006/relationships/tags" Target="../tags/tag97.xml"/><Relationship Id="rId26" Type="http://schemas.openxmlformats.org/officeDocument/2006/relationships/tags" Target="../tags/tag105.xml"/><Relationship Id="rId3" Type="http://schemas.openxmlformats.org/officeDocument/2006/relationships/tags" Target="../tags/tag82.xml"/><Relationship Id="rId21" Type="http://schemas.openxmlformats.org/officeDocument/2006/relationships/tags" Target="../tags/tag100.xml"/><Relationship Id="rId7" Type="http://schemas.openxmlformats.org/officeDocument/2006/relationships/tags" Target="../tags/tag86.xml"/><Relationship Id="rId12" Type="http://schemas.openxmlformats.org/officeDocument/2006/relationships/tags" Target="../tags/tag91.xml"/><Relationship Id="rId17" Type="http://schemas.openxmlformats.org/officeDocument/2006/relationships/tags" Target="../tags/tag96.xml"/><Relationship Id="rId25" Type="http://schemas.openxmlformats.org/officeDocument/2006/relationships/tags" Target="../tags/tag104.xml"/><Relationship Id="rId2" Type="http://schemas.openxmlformats.org/officeDocument/2006/relationships/tags" Target="../tags/tag81.xml"/><Relationship Id="rId16" Type="http://schemas.openxmlformats.org/officeDocument/2006/relationships/tags" Target="../tags/tag95.xml"/><Relationship Id="rId20" Type="http://schemas.openxmlformats.org/officeDocument/2006/relationships/tags" Target="../tags/tag99.xml"/><Relationship Id="rId29" Type="http://schemas.openxmlformats.org/officeDocument/2006/relationships/slideLayout" Target="../slideLayouts/slideLayout14.xml"/><Relationship Id="rId1" Type="http://schemas.openxmlformats.org/officeDocument/2006/relationships/tags" Target="../tags/tag80.xml"/><Relationship Id="rId6" Type="http://schemas.openxmlformats.org/officeDocument/2006/relationships/tags" Target="../tags/tag85.xml"/><Relationship Id="rId11" Type="http://schemas.openxmlformats.org/officeDocument/2006/relationships/tags" Target="../tags/tag90.xml"/><Relationship Id="rId24" Type="http://schemas.openxmlformats.org/officeDocument/2006/relationships/tags" Target="../tags/tag103.xml"/><Relationship Id="rId5" Type="http://schemas.openxmlformats.org/officeDocument/2006/relationships/tags" Target="../tags/tag84.xml"/><Relationship Id="rId15" Type="http://schemas.openxmlformats.org/officeDocument/2006/relationships/tags" Target="../tags/tag94.xml"/><Relationship Id="rId23" Type="http://schemas.openxmlformats.org/officeDocument/2006/relationships/tags" Target="../tags/tag102.xml"/><Relationship Id="rId28" Type="http://schemas.openxmlformats.org/officeDocument/2006/relationships/tags" Target="../tags/tag107.xml"/><Relationship Id="rId10" Type="http://schemas.openxmlformats.org/officeDocument/2006/relationships/tags" Target="../tags/tag89.xml"/><Relationship Id="rId19" Type="http://schemas.openxmlformats.org/officeDocument/2006/relationships/tags" Target="../tags/tag98.xml"/><Relationship Id="rId4" Type="http://schemas.openxmlformats.org/officeDocument/2006/relationships/tags" Target="../tags/tag83.xml"/><Relationship Id="rId9" Type="http://schemas.openxmlformats.org/officeDocument/2006/relationships/tags" Target="../tags/tag88.xml"/><Relationship Id="rId14" Type="http://schemas.openxmlformats.org/officeDocument/2006/relationships/tags" Target="../tags/tag93.xml"/><Relationship Id="rId22" Type="http://schemas.openxmlformats.org/officeDocument/2006/relationships/tags" Target="../tags/tag101.xml"/><Relationship Id="rId27" Type="http://schemas.openxmlformats.org/officeDocument/2006/relationships/tags" Target="../tags/tag10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tags" Target="../tags/tag115.xml"/><Relationship Id="rId13" Type="http://schemas.openxmlformats.org/officeDocument/2006/relationships/tags" Target="../tags/tag120.xml"/><Relationship Id="rId18" Type="http://schemas.openxmlformats.org/officeDocument/2006/relationships/tags" Target="../tags/tag125.xml"/><Relationship Id="rId26" Type="http://schemas.openxmlformats.org/officeDocument/2006/relationships/tags" Target="../tags/tag133.xml"/><Relationship Id="rId3" Type="http://schemas.openxmlformats.org/officeDocument/2006/relationships/tags" Target="../tags/tag110.xml"/><Relationship Id="rId21" Type="http://schemas.openxmlformats.org/officeDocument/2006/relationships/tags" Target="../tags/tag128.xml"/><Relationship Id="rId7" Type="http://schemas.openxmlformats.org/officeDocument/2006/relationships/tags" Target="../tags/tag114.xml"/><Relationship Id="rId12" Type="http://schemas.openxmlformats.org/officeDocument/2006/relationships/tags" Target="../tags/tag119.xml"/><Relationship Id="rId17" Type="http://schemas.openxmlformats.org/officeDocument/2006/relationships/tags" Target="../tags/tag124.xml"/><Relationship Id="rId25" Type="http://schemas.openxmlformats.org/officeDocument/2006/relationships/tags" Target="../tags/tag132.xml"/><Relationship Id="rId2" Type="http://schemas.openxmlformats.org/officeDocument/2006/relationships/tags" Target="../tags/tag109.xml"/><Relationship Id="rId16" Type="http://schemas.openxmlformats.org/officeDocument/2006/relationships/tags" Target="../tags/tag123.xml"/><Relationship Id="rId20" Type="http://schemas.openxmlformats.org/officeDocument/2006/relationships/tags" Target="../tags/tag127.xml"/><Relationship Id="rId29" Type="http://schemas.openxmlformats.org/officeDocument/2006/relationships/slideLayout" Target="../slideLayouts/slideLayout14.xml"/><Relationship Id="rId1" Type="http://schemas.openxmlformats.org/officeDocument/2006/relationships/tags" Target="../tags/tag108.xml"/><Relationship Id="rId6" Type="http://schemas.openxmlformats.org/officeDocument/2006/relationships/tags" Target="../tags/tag113.xml"/><Relationship Id="rId11" Type="http://schemas.openxmlformats.org/officeDocument/2006/relationships/tags" Target="../tags/tag118.xml"/><Relationship Id="rId24" Type="http://schemas.openxmlformats.org/officeDocument/2006/relationships/tags" Target="../tags/tag131.xml"/><Relationship Id="rId5" Type="http://schemas.openxmlformats.org/officeDocument/2006/relationships/tags" Target="../tags/tag112.xml"/><Relationship Id="rId15" Type="http://schemas.openxmlformats.org/officeDocument/2006/relationships/tags" Target="../tags/tag122.xml"/><Relationship Id="rId23" Type="http://schemas.openxmlformats.org/officeDocument/2006/relationships/tags" Target="../tags/tag130.xml"/><Relationship Id="rId28" Type="http://schemas.openxmlformats.org/officeDocument/2006/relationships/tags" Target="../tags/tag135.xml"/><Relationship Id="rId10" Type="http://schemas.openxmlformats.org/officeDocument/2006/relationships/tags" Target="../tags/tag117.xml"/><Relationship Id="rId19" Type="http://schemas.openxmlformats.org/officeDocument/2006/relationships/tags" Target="../tags/tag126.xml"/><Relationship Id="rId4" Type="http://schemas.openxmlformats.org/officeDocument/2006/relationships/tags" Target="../tags/tag111.xml"/><Relationship Id="rId9" Type="http://schemas.openxmlformats.org/officeDocument/2006/relationships/tags" Target="../tags/tag116.xml"/><Relationship Id="rId14" Type="http://schemas.openxmlformats.org/officeDocument/2006/relationships/tags" Target="../tags/tag121.xml"/><Relationship Id="rId22" Type="http://schemas.openxmlformats.org/officeDocument/2006/relationships/tags" Target="../tags/tag129.xml"/><Relationship Id="rId27" Type="http://schemas.openxmlformats.org/officeDocument/2006/relationships/tags" Target="../tags/tag13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9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Queue Implementation Issues</a:t>
            </a:r>
          </a:p>
        </p:txBody>
      </p:sp>
      <p:sp>
        <p:nvSpPr>
          <p:cNvPr id="4096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5800" y="1447800"/>
            <a:ext cx="8229600" cy="4495800"/>
          </a:xfrm>
        </p:spPr>
        <p:txBody>
          <a:bodyPr/>
          <a:lstStyle/>
          <a:p>
            <a:r>
              <a:rPr lang="en-US"/>
              <a:t>What do we need to implement a queue?</a:t>
            </a:r>
          </a:p>
          <a:p>
            <a:pPr lvl="1"/>
            <a:r>
              <a:rPr lang="en-US" sz="3200"/>
              <a:t>A data structure (</a:t>
            </a:r>
            <a:r>
              <a:rPr lang="en-US" sz="3200" b="1" i="1">
                <a:solidFill>
                  <a:schemeClr val="accent2"/>
                </a:solidFill>
              </a:rPr>
              <a:t>container</a:t>
            </a:r>
            <a:r>
              <a:rPr lang="en-US" sz="3200"/>
              <a:t>) to hold the data elements</a:t>
            </a:r>
          </a:p>
          <a:p>
            <a:pPr lvl="1"/>
            <a:r>
              <a:rPr lang="en-US" sz="3200"/>
              <a:t>Something to indicate the </a:t>
            </a:r>
            <a:r>
              <a:rPr lang="en-US" sz="3200" b="1" i="1">
                <a:solidFill>
                  <a:schemeClr val="accent2"/>
                </a:solidFill>
              </a:rPr>
              <a:t>front</a:t>
            </a:r>
            <a:r>
              <a:rPr lang="en-US" sz="3200"/>
              <a:t> of the queue</a:t>
            </a:r>
          </a:p>
          <a:p>
            <a:pPr lvl="1"/>
            <a:r>
              <a:rPr lang="en-US" sz="3200"/>
              <a:t>Something to indicate the </a:t>
            </a:r>
            <a:r>
              <a:rPr lang="en-US" sz="3200" b="1" i="1">
                <a:solidFill>
                  <a:schemeClr val="accent2"/>
                </a:solidFill>
              </a:rPr>
              <a:t>end</a:t>
            </a:r>
            <a:r>
              <a:rPr lang="en-US" sz="3200">
                <a:solidFill>
                  <a:schemeClr val="accent2"/>
                </a:solidFill>
              </a:rPr>
              <a:t> </a:t>
            </a:r>
            <a:r>
              <a:rPr lang="en-US" sz="3200"/>
              <a:t>of the queue</a:t>
            </a:r>
            <a:endParaRPr lang="en-US"/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Rectangle 2"/>
          <p:cNvSpPr>
            <a:spLocks noGrp="1" noChangeArrowheads="1"/>
          </p:cNvSpPr>
          <p:nvPr>
            <p:ph type="title"/>
          </p:nvPr>
        </p:nvSpPr>
        <p:spPr>
          <a:xfrm>
            <a:off x="469776" y="152400"/>
            <a:ext cx="8134672" cy="1143000"/>
          </a:xfrm>
        </p:spPr>
        <p:txBody>
          <a:bodyPr/>
          <a:lstStyle/>
          <a:p>
            <a:r>
              <a:rPr lang="en-US" dirty="0"/>
              <a:t>Linked Implementation of a Queue</a:t>
            </a:r>
          </a:p>
        </p:txBody>
      </p:sp>
      <p:sp>
        <p:nvSpPr>
          <p:cNvPr id="43054" name="Text Box 46"/>
          <p:cNvSpPr txBox="1">
            <a:spLocks noChangeArrowheads="1"/>
          </p:cNvSpPr>
          <p:nvPr/>
        </p:nvSpPr>
        <p:spPr bwMode="auto">
          <a:xfrm>
            <a:off x="1659409" y="1752600"/>
            <a:ext cx="5576887" cy="461665"/>
          </a:xfrm>
          <a:prstGeom prst="rect">
            <a:avLst/>
          </a:prstGeom>
          <a:solidFill>
            <a:schemeClr val="bg2"/>
          </a:solidFill>
          <a:ln w="38100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spcBef>
                <a:spcPct val="50000"/>
              </a:spcBef>
            </a:pPr>
            <a:r>
              <a:rPr lang="en-US" sz="2400"/>
              <a:t>A queue </a:t>
            </a:r>
            <a:r>
              <a:rPr lang="en-US" sz="2400">
                <a:solidFill>
                  <a:schemeClr val="accent2"/>
                </a:solidFill>
              </a:rPr>
              <a:t>q</a:t>
            </a:r>
            <a:r>
              <a:rPr lang="en-US" sz="2400"/>
              <a:t> containing four elements</a:t>
            </a:r>
          </a:p>
        </p:txBody>
      </p:sp>
      <p:grpSp>
        <p:nvGrpSpPr>
          <p:cNvPr id="2" name="Group 1" descr="This is a diagram of a singly linked list composed of four nodes storing colored squares in this order: yellow, red, cream, and blue.&#10;&#10;There are Node variables front and rear that store references to the yellow node and blue node, respectively. There is also a count variable that stores 4 currently.&#10;&#10;The list:&#10;yellow --&gt; red --&gt; cream --&gt; blue&#10;&#10;front --&gt; yellow&#10;rear --&gt; blue&#10;count = 4&#10;&#10;front, rear, and count are encapsulated in a queue object, a reference to which is stored in variable q.">
            <a:extLst>
              <a:ext uri="{FF2B5EF4-FFF2-40B4-BE49-F238E27FC236}">
                <a16:creationId xmlns:a16="http://schemas.microsoft.com/office/drawing/2014/main" id="{64152309-D1CA-1E03-ED7E-04A6ABAF9B18}"/>
              </a:ext>
            </a:extLst>
          </p:cNvPr>
          <p:cNvGrpSpPr/>
          <p:nvPr/>
        </p:nvGrpSpPr>
        <p:grpSpPr>
          <a:xfrm>
            <a:off x="900113" y="2895600"/>
            <a:ext cx="6984255" cy="2759075"/>
            <a:chOff x="900113" y="2895600"/>
            <a:chExt cx="6984255" cy="2759075"/>
          </a:xfrm>
        </p:grpSpPr>
        <p:sp>
          <p:nvSpPr>
            <p:cNvPr id="43012" name="Rectangle 4"/>
            <p:cNvSpPr>
              <a:spLocks noChangeArrowheads="1"/>
            </p:cNvSpPr>
            <p:nvPr/>
          </p:nvSpPr>
          <p:spPr bwMode="auto">
            <a:xfrm>
              <a:off x="2209800" y="4800600"/>
              <a:ext cx="457200" cy="4572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43013" name="Text Box 5"/>
            <p:cNvSpPr txBox="1">
              <a:spLocks noChangeArrowheads="1"/>
            </p:cNvSpPr>
            <p:nvPr/>
          </p:nvSpPr>
          <p:spPr bwMode="auto">
            <a:xfrm>
              <a:off x="2133600" y="5257800"/>
              <a:ext cx="838200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b="0"/>
                <a:t>count</a:t>
              </a:r>
            </a:p>
          </p:txBody>
        </p:sp>
        <p:sp>
          <p:nvSpPr>
            <p:cNvPr id="43014" name="Text Box 6"/>
            <p:cNvSpPr txBox="1">
              <a:spLocks noChangeArrowheads="1"/>
            </p:cNvSpPr>
            <p:nvPr/>
          </p:nvSpPr>
          <p:spPr bwMode="auto">
            <a:xfrm>
              <a:off x="2286000" y="4876800"/>
              <a:ext cx="360363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>
                  <a:solidFill>
                    <a:schemeClr val="accent2"/>
                  </a:solidFill>
                </a:rPr>
                <a:t>4</a:t>
              </a:r>
            </a:p>
          </p:txBody>
        </p:sp>
        <p:sp>
          <p:nvSpPr>
            <p:cNvPr id="43015" name="Rectangle 7"/>
            <p:cNvSpPr>
              <a:spLocks noChangeArrowheads="1"/>
            </p:cNvSpPr>
            <p:nvPr/>
          </p:nvSpPr>
          <p:spPr bwMode="auto">
            <a:xfrm>
              <a:off x="1905000" y="2895600"/>
              <a:ext cx="1143000" cy="2743200"/>
            </a:xfrm>
            <a:prstGeom prst="rect">
              <a:avLst/>
            </a:prstGeom>
            <a:noFill/>
            <a:ln w="38100">
              <a:solidFill>
                <a:schemeClr val="accent2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43016" name="Text Box 8"/>
            <p:cNvSpPr txBox="1">
              <a:spLocks noChangeArrowheads="1"/>
            </p:cNvSpPr>
            <p:nvPr/>
          </p:nvSpPr>
          <p:spPr bwMode="auto">
            <a:xfrm>
              <a:off x="2133600" y="3505200"/>
              <a:ext cx="762000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b="0"/>
                <a:t>rear</a:t>
              </a:r>
            </a:p>
          </p:txBody>
        </p:sp>
        <p:sp>
          <p:nvSpPr>
            <p:cNvPr id="43017" name="Rectangle 9"/>
            <p:cNvSpPr>
              <a:spLocks noChangeArrowheads="1"/>
            </p:cNvSpPr>
            <p:nvPr/>
          </p:nvSpPr>
          <p:spPr bwMode="auto">
            <a:xfrm>
              <a:off x="2209800" y="3048000"/>
              <a:ext cx="457200" cy="4572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43018" name="Text Box 10"/>
            <p:cNvSpPr txBox="1">
              <a:spLocks noChangeArrowheads="1"/>
            </p:cNvSpPr>
            <p:nvPr/>
          </p:nvSpPr>
          <p:spPr bwMode="auto">
            <a:xfrm>
              <a:off x="2133600" y="4343400"/>
              <a:ext cx="762000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b="0"/>
                <a:t>front</a:t>
              </a:r>
            </a:p>
          </p:txBody>
        </p:sp>
        <p:sp>
          <p:nvSpPr>
            <p:cNvPr id="43019" name="Rectangle 11"/>
            <p:cNvSpPr>
              <a:spLocks noChangeArrowheads="1"/>
            </p:cNvSpPr>
            <p:nvPr/>
          </p:nvSpPr>
          <p:spPr bwMode="auto">
            <a:xfrm>
              <a:off x="2209800" y="3886200"/>
              <a:ext cx="457200" cy="4572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43020" name="Rectangle 12"/>
            <p:cNvSpPr>
              <a:spLocks noChangeArrowheads="1"/>
            </p:cNvSpPr>
            <p:nvPr/>
          </p:nvSpPr>
          <p:spPr bwMode="auto">
            <a:xfrm>
              <a:off x="3657600" y="4648200"/>
              <a:ext cx="457200" cy="457200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43024" name="Rectangle 16"/>
            <p:cNvSpPr>
              <a:spLocks noChangeArrowheads="1"/>
            </p:cNvSpPr>
            <p:nvPr/>
          </p:nvSpPr>
          <p:spPr bwMode="auto">
            <a:xfrm>
              <a:off x="3733800" y="3962400"/>
              <a:ext cx="304800" cy="3810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43025" name="Rectangle 17"/>
            <p:cNvSpPr>
              <a:spLocks noChangeArrowheads="1"/>
            </p:cNvSpPr>
            <p:nvPr/>
          </p:nvSpPr>
          <p:spPr bwMode="auto">
            <a:xfrm>
              <a:off x="4038600" y="3962400"/>
              <a:ext cx="304800" cy="3810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43026" name="Line 18"/>
            <p:cNvSpPr>
              <a:spLocks noChangeShapeType="1"/>
            </p:cNvSpPr>
            <p:nvPr/>
          </p:nvSpPr>
          <p:spPr bwMode="auto">
            <a:xfrm>
              <a:off x="3886200" y="4191000"/>
              <a:ext cx="0" cy="457200"/>
            </a:xfrm>
            <a:prstGeom prst="line">
              <a:avLst/>
            </a:prstGeom>
            <a:noFill/>
            <a:ln w="38100">
              <a:solidFill>
                <a:schemeClr val="hlink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CA"/>
            </a:p>
          </p:txBody>
        </p:sp>
        <p:sp>
          <p:nvSpPr>
            <p:cNvPr id="43027" name="Line 19"/>
            <p:cNvSpPr>
              <a:spLocks noChangeShapeType="1"/>
            </p:cNvSpPr>
            <p:nvPr/>
          </p:nvSpPr>
          <p:spPr bwMode="auto">
            <a:xfrm>
              <a:off x="2438400" y="4114800"/>
              <a:ext cx="1295400" cy="0"/>
            </a:xfrm>
            <a:prstGeom prst="line">
              <a:avLst/>
            </a:prstGeom>
            <a:noFill/>
            <a:ln w="38100">
              <a:solidFill>
                <a:schemeClr val="hlink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CA"/>
            </a:p>
          </p:txBody>
        </p:sp>
        <p:sp>
          <p:nvSpPr>
            <p:cNvPr id="43028" name="Rectangle 20"/>
            <p:cNvSpPr>
              <a:spLocks noChangeArrowheads="1"/>
            </p:cNvSpPr>
            <p:nvPr/>
          </p:nvSpPr>
          <p:spPr bwMode="auto">
            <a:xfrm>
              <a:off x="4648200" y="4648200"/>
              <a:ext cx="457200" cy="457200"/>
            </a:xfrm>
            <a:prstGeom prst="rect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43032" name="Rectangle 24"/>
            <p:cNvSpPr>
              <a:spLocks noChangeArrowheads="1"/>
            </p:cNvSpPr>
            <p:nvPr/>
          </p:nvSpPr>
          <p:spPr bwMode="auto">
            <a:xfrm>
              <a:off x="4724400" y="3962400"/>
              <a:ext cx="304800" cy="3810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43033" name="Rectangle 25"/>
            <p:cNvSpPr>
              <a:spLocks noChangeArrowheads="1"/>
            </p:cNvSpPr>
            <p:nvPr/>
          </p:nvSpPr>
          <p:spPr bwMode="auto">
            <a:xfrm>
              <a:off x="5029200" y="3962400"/>
              <a:ext cx="304800" cy="3810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43034" name="Line 26"/>
            <p:cNvSpPr>
              <a:spLocks noChangeShapeType="1"/>
            </p:cNvSpPr>
            <p:nvPr/>
          </p:nvSpPr>
          <p:spPr bwMode="auto">
            <a:xfrm>
              <a:off x="4876800" y="4191000"/>
              <a:ext cx="0" cy="457200"/>
            </a:xfrm>
            <a:prstGeom prst="line">
              <a:avLst/>
            </a:prstGeom>
            <a:noFill/>
            <a:ln w="38100">
              <a:solidFill>
                <a:schemeClr val="hlink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CA"/>
            </a:p>
          </p:txBody>
        </p:sp>
        <p:sp>
          <p:nvSpPr>
            <p:cNvPr id="43035" name="Rectangle 27"/>
            <p:cNvSpPr>
              <a:spLocks noChangeArrowheads="1"/>
            </p:cNvSpPr>
            <p:nvPr/>
          </p:nvSpPr>
          <p:spPr bwMode="auto">
            <a:xfrm>
              <a:off x="5638800" y="4648200"/>
              <a:ext cx="457200" cy="457200"/>
            </a:xfrm>
            <a:prstGeom prst="rect">
              <a:avLst/>
            </a:prstGeom>
            <a:solidFill>
              <a:schemeClr val="bg2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43039" name="Rectangle 31"/>
            <p:cNvSpPr>
              <a:spLocks noChangeArrowheads="1"/>
            </p:cNvSpPr>
            <p:nvPr/>
          </p:nvSpPr>
          <p:spPr bwMode="auto">
            <a:xfrm>
              <a:off x="5715000" y="3962400"/>
              <a:ext cx="304800" cy="3810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43040" name="Rectangle 32"/>
            <p:cNvSpPr>
              <a:spLocks noChangeArrowheads="1"/>
            </p:cNvSpPr>
            <p:nvPr/>
          </p:nvSpPr>
          <p:spPr bwMode="auto">
            <a:xfrm>
              <a:off x="6019800" y="3962400"/>
              <a:ext cx="304800" cy="3810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43041" name="Line 33"/>
            <p:cNvSpPr>
              <a:spLocks noChangeShapeType="1"/>
            </p:cNvSpPr>
            <p:nvPr/>
          </p:nvSpPr>
          <p:spPr bwMode="auto">
            <a:xfrm>
              <a:off x="5867400" y="4191000"/>
              <a:ext cx="0" cy="457200"/>
            </a:xfrm>
            <a:prstGeom prst="line">
              <a:avLst/>
            </a:prstGeom>
            <a:noFill/>
            <a:ln w="38100">
              <a:solidFill>
                <a:schemeClr val="hlink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CA"/>
            </a:p>
          </p:txBody>
        </p:sp>
        <p:sp>
          <p:nvSpPr>
            <p:cNvPr id="43042" name="Line 34"/>
            <p:cNvSpPr>
              <a:spLocks noChangeShapeType="1"/>
            </p:cNvSpPr>
            <p:nvPr/>
          </p:nvSpPr>
          <p:spPr bwMode="auto">
            <a:xfrm>
              <a:off x="4191000" y="4114800"/>
              <a:ext cx="533400" cy="0"/>
            </a:xfrm>
            <a:prstGeom prst="line">
              <a:avLst/>
            </a:prstGeom>
            <a:noFill/>
            <a:ln w="38100">
              <a:solidFill>
                <a:schemeClr val="hlink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CA"/>
            </a:p>
          </p:txBody>
        </p:sp>
        <p:sp>
          <p:nvSpPr>
            <p:cNvPr id="43043" name="Line 35"/>
            <p:cNvSpPr>
              <a:spLocks noChangeShapeType="1"/>
            </p:cNvSpPr>
            <p:nvPr/>
          </p:nvSpPr>
          <p:spPr bwMode="auto">
            <a:xfrm>
              <a:off x="5181600" y="4114800"/>
              <a:ext cx="533400" cy="0"/>
            </a:xfrm>
            <a:prstGeom prst="line">
              <a:avLst/>
            </a:prstGeom>
            <a:noFill/>
            <a:ln w="38100">
              <a:solidFill>
                <a:schemeClr val="hlink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CA"/>
            </a:p>
          </p:txBody>
        </p:sp>
        <p:sp>
          <p:nvSpPr>
            <p:cNvPr id="43044" name="Rectangle 36"/>
            <p:cNvSpPr>
              <a:spLocks noChangeArrowheads="1"/>
            </p:cNvSpPr>
            <p:nvPr/>
          </p:nvSpPr>
          <p:spPr bwMode="auto">
            <a:xfrm>
              <a:off x="6629400" y="4648200"/>
              <a:ext cx="457200" cy="457200"/>
            </a:xfrm>
            <a:prstGeom prst="rect">
              <a:avLst/>
            </a:prstGeom>
            <a:solidFill>
              <a:schemeClr val="tx2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43048" name="Rectangle 40"/>
            <p:cNvSpPr>
              <a:spLocks noChangeArrowheads="1"/>
            </p:cNvSpPr>
            <p:nvPr/>
          </p:nvSpPr>
          <p:spPr bwMode="auto">
            <a:xfrm>
              <a:off x="6705600" y="3962400"/>
              <a:ext cx="304800" cy="3810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43049" name="Rectangle 41"/>
            <p:cNvSpPr>
              <a:spLocks noChangeArrowheads="1"/>
            </p:cNvSpPr>
            <p:nvPr/>
          </p:nvSpPr>
          <p:spPr bwMode="auto">
            <a:xfrm>
              <a:off x="7010400" y="3962400"/>
              <a:ext cx="304800" cy="3810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43051" name="Line 43"/>
            <p:cNvSpPr>
              <a:spLocks noChangeShapeType="1"/>
            </p:cNvSpPr>
            <p:nvPr/>
          </p:nvSpPr>
          <p:spPr bwMode="auto">
            <a:xfrm>
              <a:off x="6172200" y="4114800"/>
              <a:ext cx="533400" cy="0"/>
            </a:xfrm>
            <a:prstGeom prst="line">
              <a:avLst/>
            </a:prstGeom>
            <a:noFill/>
            <a:ln w="38100">
              <a:solidFill>
                <a:schemeClr val="hlink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CA"/>
            </a:p>
          </p:txBody>
        </p:sp>
        <p:sp>
          <p:nvSpPr>
            <p:cNvPr id="43052" name="Line 44"/>
            <p:cNvSpPr>
              <a:spLocks noChangeShapeType="1"/>
            </p:cNvSpPr>
            <p:nvPr/>
          </p:nvSpPr>
          <p:spPr bwMode="auto">
            <a:xfrm>
              <a:off x="6858000" y="4191000"/>
              <a:ext cx="0" cy="457200"/>
            </a:xfrm>
            <a:prstGeom prst="line">
              <a:avLst/>
            </a:prstGeom>
            <a:noFill/>
            <a:ln w="38100">
              <a:solidFill>
                <a:schemeClr val="hlink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CA"/>
            </a:p>
          </p:txBody>
        </p:sp>
        <p:sp>
          <p:nvSpPr>
            <p:cNvPr id="43053" name="Freeform 45"/>
            <p:cNvSpPr>
              <a:spLocks/>
            </p:cNvSpPr>
            <p:nvPr/>
          </p:nvSpPr>
          <p:spPr bwMode="auto">
            <a:xfrm>
              <a:off x="2438400" y="3162300"/>
              <a:ext cx="4419600" cy="800100"/>
            </a:xfrm>
            <a:custGeom>
              <a:avLst/>
              <a:gdLst/>
              <a:ahLst/>
              <a:cxnLst>
                <a:cxn ang="0">
                  <a:pos x="0" y="72"/>
                </a:cxn>
                <a:cxn ang="0">
                  <a:pos x="2208" y="72"/>
                </a:cxn>
                <a:cxn ang="0">
                  <a:pos x="2784" y="504"/>
                </a:cxn>
              </a:cxnLst>
              <a:rect l="0" t="0" r="r" b="b"/>
              <a:pathLst>
                <a:path w="2784" h="504">
                  <a:moveTo>
                    <a:pt x="0" y="72"/>
                  </a:moveTo>
                  <a:cubicBezTo>
                    <a:pt x="872" y="36"/>
                    <a:pt x="1744" y="0"/>
                    <a:pt x="2208" y="72"/>
                  </a:cubicBezTo>
                  <a:cubicBezTo>
                    <a:pt x="2672" y="144"/>
                    <a:pt x="2728" y="324"/>
                    <a:pt x="2784" y="504"/>
                  </a:cubicBezTo>
                </a:path>
              </a:pathLst>
            </a:custGeom>
            <a:noFill/>
            <a:ln w="38100" cmpd="sng">
              <a:solidFill>
                <a:schemeClr val="hlink"/>
              </a:solidFill>
              <a:round/>
              <a:headEnd type="none" w="med" len="med"/>
              <a:tailEnd type="triangle" w="med" len="med"/>
            </a:ln>
            <a:effectLst/>
          </p:spPr>
          <p:txBody>
            <a:bodyPr/>
            <a:lstStyle/>
            <a:p>
              <a:endParaRPr lang="en-CA"/>
            </a:p>
          </p:txBody>
        </p:sp>
        <p:sp>
          <p:nvSpPr>
            <p:cNvPr id="43055" name="Text Box 47"/>
            <p:cNvSpPr txBox="1">
              <a:spLocks noChangeArrowheads="1"/>
            </p:cNvSpPr>
            <p:nvPr/>
          </p:nvSpPr>
          <p:spPr bwMode="auto">
            <a:xfrm>
              <a:off x="900113" y="3860800"/>
              <a:ext cx="457200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 eaLnBrk="0" hangingPunct="0">
                <a:spcBef>
                  <a:spcPct val="50000"/>
                </a:spcBef>
              </a:pPr>
              <a:r>
                <a:rPr lang="en-US">
                  <a:solidFill>
                    <a:schemeClr val="accent2"/>
                  </a:solidFill>
                </a:rPr>
                <a:t>q</a:t>
              </a:r>
            </a:p>
          </p:txBody>
        </p:sp>
        <p:sp>
          <p:nvSpPr>
            <p:cNvPr id="43056" name="Rectangle 48"/>
            <p:cNvSpPr>
              <a:spLocks noChangeArrowheads="1"/>
            </p:cNvSpPr>
            <p:nvPr/>
          </p:nvSpPr>
          <p:spPr bwMode="auto">
            <a:xfrm>
              <a:off x="1204913" y="3860800"/>
              <a:ext cx="457200" cy="4572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43057" name="Line 49"/>
            <p:cNvSpPr>
              <a:spLocks noChangeShapeType="1"/>
            </p:cNvSpPr>
            <p:nvPr/>
          </p:nvSpPr>
          <p:spPr bwMode="auto">
            <a:xfrm>
              <a:off x="1433513" y="4089400"/>
              <a:ext cx="457200" cy="0"/>
            </a:xfrm>
            <a:prstGeom prst="line">
              <a:avLst/>
            </a:prstGeom>
            <a:noFill/>
            <a:ln w="38100">
              <a:solidFill>
                <a:srgbClr val="339966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CA"/>
            </a:p>
          </p:txBody>
        </p:sp>
        <p:cxnSp>
          <p:nvCxnSpPr>
            <p:cNvPr id="41" name="Straight Connector 40"/>
            <p:cNvCxnSpPr/>
            <p:nvPr/>
          </p:nvCxnSpPr>
          <p:spPr bwMode="auto">
            <a:xfrm>
              <a:off x="7236296" y="4149080"/>
              <a:ext cx="504056" cy="0"/>
            </a:xfrm>
            <a:prstGeom prst="line">
              <a:avLst/>
            </a:prstGeom>
            <a:noFill/>
            <a:ln w="38100" cap="flat" cmpd="sng" algn="ctr">
              <a:solidFill>
                <a:schemeClr val="hlink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45" name="Straight Connector 44"/>
            <p:cNvCxnSpPr/>
            <p:nvPr/>
          </p:nvCxnSpPr>
          <p:spPr bwMode="auto">
            <a:xfrm>
              <a:off x="7740352" y="4149080"/>
              <a:ext cx="0" cy="216024"/>
            </a:xfrm>
            <a:prstGeom prst="line">
              <a:avLst/>
            </a:prstGeom>
            <a:noFill/>
            <a:ln w="38100" cap="flat" cmpd="sng" algn="ctr">
              <a:solidFill>
                <a:schemeClr val="hlink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47" name="Straight Connector 46"/>
            <p:cNvCxnSpPr/>
            <p:nvPr/>
          </p:nvCxnSpPr>
          <p:spPr bwMode="auto">
            <a:xfrm>
              <a:off x="7596336" y="4365104"/>
              <a:ext cx="288032" cy="0"/>
            </a:xfrm>
            <a:prstGeom prst="line">
              <a:avLst/>
            </a:prstGeom>
            <a:noFill/>
            <a:ln w="38100" cap="flat" cmpd="sng" algn="ctr">
              <a:solidFill>
                <a:schemeClr val="hlink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What if the queue is empty?</a:t>
            </a:r>
          </a:p>
          <a:p>
            <a:pPr>
              <a:buFontTx/>
              <a:buNone/>
            </a:pPr>
            <a:endParaRPr lang="en-US"/>
          </a:p>
          <a:p>
            <a:r>
              <a:rPr lang="en-US"/>
              <a:t>What if there is only 1 element?</a:t>
            </a:r>
          </a:p>
        </p:txBody>
      </p:sp>
      <p:sp>
        <p:nvSpPr>
          <p:cNvPr id="44036" name="Rectangle 4"/>
          <p:cNvSpPr>
            <a:spLocks noChangeArrowheads="1"/>
          </p:cNvSpPr>
          <p:nvPr/>
        </p:nvSpPr>
        <p:spPr bwMode="auto">
          <a:xfrm>
            <a:off x="1905000" y="304800"/>
            <a:ext cx="4110038" cy="701675"/>
          </a:xfrm>
          <a:prstGeom prst="rect">
            <a:avLst/>
          </a:prstGeom>
          <a:noFill/>
          <a:ln w="38100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ctr"/>
            <a:r>
              <a:rPr lang="en-US" sz="4000" b="0">
                <a:solidFill>
                  <a:schemeClr val="tx2"/>
                </a:solidFill>
              </a:rPr>
              <a:t>Discussion</a:t>
            </a:r>
          </a:p>
        </p:txBody>
      </p:sp>
    </p:spTree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Title 1">
            <a:extLst>
              <a:ext uri="{FF2B5EF4-FFF2-40B4-BE49-F238E27FC236}">
                <a16:creationId xmlns:a16="http://schemas.microsoft.com/office/drawing/2014/main" id="{AD6FF20E-A64C-802C-FC04-F1D7E4B0E3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/>
              <a:t>Linked List Queue</a:t>
            </a:r>
          </a:p>
        </p:txBody>
      </p:sp>
      <p:grpSp>
        <p:nvGrpSpPr>
          <p:cNvPr id="2" name="Group 35" descr="front --&gt; b --&gt; c --&gt; d --&gt; e --&gt; f&#10;back --&gt; f&#10;&#10;This is a diagram of a singly linked list composed of nodes storing the values b, c, d, e, and f.&#10;&#10;There are Node variables front and back that store references to the b node and f node, respectively.">
            <a:extLst>
              <a:ext uri="{FF2B5EF4-FFF2-40B4-BE49-F238E27FC236}">
                <a16:creationId xmlns:a16="http://schemas.microsoft.com/office/drawing/2014/main" id="{202AF3A1-0EF0-7779-6805-0B7286A7CD78}"/>
              </a:ext>
            </a:extLst>
          </p:cNvPr>
          <p:cNvGrpSpPr>
            <a:grpSpLocks/>
          </p:cNvGrpSpPr>
          <p:nvPr/>
        </p:nvGrpSpPr>
        <p:grpSpPr bwMode="auto">
          <a:xfrm>
            <a:off x="444918" y="1340768"/>
            <a:ext cx="8121157" cy="1740248"/>
            <a:chOff x="1752600" y="1295400"/>
            <a:chExt cx="5334000" cy="1143000"/>
          </a:xfrm>
        </p:grpSpPr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1102872D-9C27-202C-340B-A5D3F81B0A0A}"/>
                </a:ext>
              </a:extLst>
            </p:cNvPr>
            <p:cNvSpPr/>
            <p:nvPr/>
          </p:nvSpPr>
          <p:spPr bwMode="auto">
            <a:xfrm>
              <a:off x="1752600" y="1295400"/>
              <a:ext cx="5334000" cy="11430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itchFamily="18" charset="0"/>
                <a:ea typeface="MS PGothic" panose="020B0600070205080204" pitchFamily="34" charset="-128"/>
                <a:cs typeface="+mn-cs"/>
              </a:endParaRPr>
            </a:p>
          </p:txBody>
        </p:sp>
        <p:grpSp>
          <p:nvGrpSpPr>
            <p:cNvPr id="15368" name="Group 29">
              <a:extLst>
                <a:ext uri="{FF2B5EF4-FFF2-40B4-BE49-F238E27FC236}">
                  <a16:creationId xmlns:a16="http://schemas.microsoft.com/office/drawing/2014/main" id="{0C18A747-0281-C24C-AA13-C68689863E7F}"/>
                </a:ext>
              </a:extLst>
            </p:cNvPr>
            <p:cNvGrpSpPr>
              <a:grpSpLocks/>
            </p:cNvGrpSpPr>
            <p:nvPr>
              <p:custDataLst>
                <p:tags r:id="rId2"/>
              </p:custDataLst>
            </p:nvPr>
          </p:nvGrpSpPr>
          <p:grpSpPr bwMode="auto">
            <a:xfrm>
              <a:off x="1905000" y="1371600"/>
              <a:ext cx="4800600" cy="977900"/>
              <a:chOff x="1200" y="1190"/>
              <a:chExt cx="3024" cy="616"/>
            </a:xfrm>
          </p:grpSpPr>
          <p:sp>
            <p:nvSpPr>
              <p:cNvPr id="15369" name="Rectangle 3">
                <a:extLst>
                  <a:ext uri="{FF2B5EF4-FFF2-40B4-BE49-F238E27FC236}">
                    <a16:creationId xmlns:a16="http://schemas.microsoft.com/office/drawing/2014/main" id="{08AE3D8C-D8E2-2F0C-0D6D-331319F3DAEE}"/>
                  </a:ext>
                </a:extLst>
              </p:cNvPr>
              <p:cNvSpPr>
                <a:spLocks noChangeArrowheads="1"/>
              </p:cNvSpPr>
              <p:nvPr>
                <p:custDataLst>
                  <p:tags r:id="rId3"/>
                </p:custDataLst>
              </p:nvPr>
            </p:nvSpPr>
            <p:spPr bwMode="auto">
              <a:xfrm>
                <a:off x="1344" y="1190"/>
                <a:ext cx="192" cy="192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spcBef>
                    <a:spcPts val="600"/>
                  </a:spcBef>
                  <a:buClr>
                    <a:schemeClr val="accent1"/>
                  </a:buClr>
                  <a:buSzPct val="76000"/>
                  <a:buFont typeface="Wingdings 3" panose="05040102010807070707" pitchFamily="18" charset="2"/>
                  <a:buChar char=""/>
                  <a:defRPr sz="2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1pPr>
                <a:lvl2pPr marL="37931725" indent="-37474525">
                  <a:spcBef>
                    <a:spcPts val="500"/>
                  </a:spcBef>
                  <a:buClr>
                    <a:schemeClr val="accent2"/>
                  </a:buClr>
                  <a:buSzPct val="76000"/>
                  <a:buFont typeface="Wingdings 3" panose="05040102010807070707" pitchFamily="18" charset="2"/>
                  <a:buChar char=""/>
                  <a:defRPr sz="2300">
                    <a:solidFill>
                      <a:schemeClr val="tx2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2pPr>
                <a:lvl3pPr marL="822325" indent="-228600">
                  <a:spcBef>
                    <a:spcPts val="500"/>
                  </a:spcBef>
                  <a:buClr>
                    <a:srgbClr val="BCBCBC"/>
                  </a:buClr>
                  <a:buSzPct val="76000"/>
                  <a:buFont typeface="Wingdings 3" panose="05040102010807070707" pitchFamily="18" charset="2"/>
                  <a:buChar char=""/>
                  <a:defRPr sz="20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3pPr>
                <a:lvl4pPr marL="1096963" indent="-228600">
                  <a:spcBef>
                    <a:spcPts val="400"/>
                  </a:spcBef>
                  <a:buClr>
                    <a:srgbClr val="8BA2B4"/>
                  </a:buClr>
                  <a:buSzPct val="70000"/>
                  <a:buFont typeface="Wingdings" panose="05000000000000000000" pitchFamily="2" charset="2"/>
                  <a:buChar char=""/>
                  <a:defRPr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4pPr>
                <a:lvl5pPr marL="1371600" indent="-228600">
                  <a:spcBef>
                    <a:spcPts val="3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5pPr>
                <a:lvl6pPr marL="1828800" indent="-228600" defTabSz="45720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6pPr>
                <a:lvl7pPr marL="2286000" indent="-228600" defTabSz="45720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7pPr>
                <a:lvl8pPr marL="2743200" indent="-228600" defTabSz="45720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8pPr>
                <a:lvl9pPr marL="3200400" indent="-228600" defTabSz="45720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9pPr>
              </a:lstStyle>
              <a:p>
                <a:pPr marL="0" marR="0" lvl="0" indent="0" algn="ctr" defTabSz="4572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MS PGothic" panose="020B0600070205080204" pitchFamily="34" charset="-128"/>
                    <a:cs typeface="+mn-cs"/>
                  </a:rPr>
                  <a:t>b</a:t>
                </a:r>
              </a:p>
            </p:txBody>
          </p:sp>
          <p:sp>
            <p:nvSpPr>
              <p:cNvPr id="15370" name="Rectangle 4">
                <a:extLst>
                  <a:ext uri="{FF2B5EF4-FFF2-40B4-BE49-F238E27FC236}">
                    <a16:creationId xmlns:a16="http://schemas.microsoft.com/office/drawing/2014/main" id="{799013B9-D547-1F12-CB76-5CD030F54C38}"/>
                  </a:ext>
                </a:extLst>
              </p:cNvPr>
              <p:cNvSpPr>
                <a:spLocks noChangeArrowheads="1"/>
              </p:cNvSpPr>
              <p:nvPr>
                <p:custDataLst>
                  <p:tags r:id="rId4"/>
                </p:custDataLst>
              </p:nvPr>
            </p:nvSpPr>
            <p:spPr bwMode="auto">
              <a:xfrm>
                <a:off x="1536" y="1190"/>
                <a:ext cx="192" cy="192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spcBef>
                    <a:spcPts val="600"/>
                  </a:spcBef>
                  <a:buClr>
                    <a:schemeClr val="accent1"/>
                  </a:buClr>
                  <a:buSzPct val="76000"/>
                  <a:buFont typeface="Wingdings 3" panose="05040102010807070707" pitchFamily="18" charset="2"/>
                  <a:buChar char=""/>
                  <a:defRPr sz="2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1pPr>
                <a:lvl2pPr marL="37931725" indent="-37474525">
                  <a:spcBef>
                    <a:spcPts val="500"/>
                  </a:spcBef>
                  <a:buClr>
                    <a:schemeClr val="accent2"/>
                  </a:buClr>
                  <a:buSzPct val="76000"/>
                  <a:buFont typeface="Wingdings 3" panose="05040102010807070707" pitchFamily="18" charset="2"/>
                  <a:buChar char=""/>
                  <a:defRPr sz="2300">
                    <a:solidFill>
                      <a:schemeClr val="tx2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2pPr>
                <a:lvl3pPr marL="822325" indent="-228600">
                  <a:spcBef>
                    <a:spcPts val="500"/>
                  </a:spcBef>
                  <a:buClr>
                    <a:srgbClr val="BCBCBC"/>
                  </a:buClr>
                  <a:buSzPct val="76000"/>
                  <a:buFont typeface="Wingdings 3" panose="05040102010807070707" pitchFamily="18" charset="2"/>
                  <a:buChar char=""/>
                  <a:defRPr sz="20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3pPr>
                <a:lvl4pPr marL="1096963" indent="-228600">
                  <a:spcBef>
                    <a:spcPts val="400"/>
                  </a:spcBef>
                  <a:buClr>
                    <a:srgbClr val="8BA2B4"/>
                  </a:buClr>
                  <a:buSzPct val="70000"/>
                  <a:buFont typeface="Wingdings" panose="05000000000000000000" pitchFamily="2" charset="2"/>
                  <a:buChar char=""/>
                  <a:defRPr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4pPr>
                <a:lvl5pPr marL="1371600" indent="-228600">
                  <a:spcBef>
                    <a:spcPts val="3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5pPr>
                <a:lvl6pPr marL="1828800" indent="-228600" defTabSz="45720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6pPr>
                <a:lvl7pPr marL="2286000" indent="-228600" defTabSz="45720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7pPr>
                <a:lvl8pPr marL="2743200" indent="-228600" defTabSz="45720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8pPr>
                <a:lvl9pPr marL="3200400" indent="-228600" defTabSz="45720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9pPr>
              </a:lstStyle>
              <a:p>
                <a:pPr marL="0" marR="0" lvl="0" indent="0" algn="l" defTabSz="4572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MS PGothic" panose="020B0600070205080204" pitchFamily="34" charset="-128"/>
                  <a:cs typeface="+mn-cs"/>
                </a:endParaRPr>
              </a:p>
            </p:txBody>
          </p:sp>
          <p:sp>
            <p:nvSpPr>
              <p:cNvPr id="15371" name="Rectangle 5">
                <a:extLst>
                  <a:ext uri="{FF2B5EF4-FFF2-40B4-BE49-F238E27FC236}">
                    <a16:creationId xmlns:a16="http://schemas.microsoft.com/office/drawing/2014/main" id="{2BF43EE0-8510-845D-92D9-EB8B6F2A5EDC}"/>
                  </a:ext>
                </a:extLst>
              </p:cNvPr>
              <p:cNvSpPr>
                <a:spLocks noChangeArrowheads="1"/>
              </p:cNvSpPr>
              <p:nvPr>
                <p:custDataLst>
                  <p:tags r:id="rId5"/>
                </p:custDataLst>
              </p:nvPr>
            </p:nvSpPr>
            <p:spPr bwMode="auto">
              <a:xfrm>
                <a:off x="1440" y="1190"/>
                <a:ext cx="192" cy="19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spcBef>
                    <a:spcPts val="600"/>
                  </a:spcBef>
                  <a:buClr>
                    <a:schemeClr val="accent1"/>
                  </a:buClr>
                  <a:buSzPct val="76000"/>
                  <a:buFont typeface="Wingdings 3" panose="05040102010807070707" pitchFamily="18" charset="2"/>
                  <a:buChar char=""/>
                  <a:defRPr sz="2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1pPr>
                <a:lvl2pPr marL="37931725" indent="-37474525">
                  <a:spcBef>
                    <a:spcPts val="500"/>
                  </a:spcBef>
                  <a:buClr>
                    <a:schemeClr val="accent2"/>
                  </a:buClr>
                  <a:buSzPct val="76000"/>
                  <a:buFont typeface="Wingdings 3" panose="05040102010807070707" pitchFamily="18" charset="2"/>
                  <a:buChar char=""/>
                  <a:defRPr sz="2300">
                    <a:solidFill>
                      <a:schemeClr val="tx2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2pPr>
                <a:lvl3pPr marL="822325" indent="-228600">
                  <a:spcBef>
                    <a:spcPts val="500"/>
                  </a:spcBef>
                  <a:buClr>
                    <a:srgbClr val="BCBCBC"/>
                  </a:buClr>
                  <a:buSzPct val="76000"/>
                  <a:buFont typeface="Wingdings 3" panose="05040102010807070707" pitchFamily="18" charset="2"/>
                  <a:buChar char=""/>
                  <a:defRPr sz="20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3pPr>
                <a:lvl4pPr marL="1096963" indent="-228600">
                  <a:spcBef>
                    <a:spcPts val="400"/>
                  </a:spcBef>
                  <a:buClr>
                    <a:srgbClr val="8BA2B4"/>
                  </a:buClr>
                  <a:buSzPct val="70000"/>
                  <a:buFont typeface="Wingdings" panose="05000000000000000000" pitchFamily="2" charset="2"/>
                  <a:buChar char=""/>
                  <a:defRPr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4pPr>
                <a:lvl5pPr marL="1371600" indent="-228600">
                  <a:spcBef>
                    <a:spcPts val="3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5pPr>
                <a:lvl6pPr marL="1828800" indent="-228600" defTabSz="45720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6pPr>
                <a:lvl7pPr marL="2286000" indent="-228600" defTabSz="45720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7pPr>
                <a:lvl8pPr marL="2743200" indent="-228600" defTabSz="45720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8pPr>
                <a:lvl9pPr marL="3200400" indent="-228600" defTabSz="45720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9pPr>
              </a:lstStyle>
              <a:p>
                <a:pPr marL="0" marR="0" lvl="0" indent="0" algn="l" defTabSz="4572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MS PGothic" panose="020B0600070205080204" pitchFamily="34" charset="-128"/>
                  <a:cs typeface="+mn-cs"/>
                </a:endParaRPr>
              </a:p>
            </p:txBody>
          </p:sp>
          <p:sp>
            <p:nvSpPr>
              <p:cNvPr id="15372" name="Rectangle 6">
                <a:extLst>
                  <a:ext uri="{FF2B5EF4-FFF2-40B4-BE49-F238E27FC236}">
                    <a16:creationId xmlns:a16="http://schemas.microsoft.com/office/drawing/2014/main" id="{A3506637-2A58-8248-2A94-323411C00B4D}"/>
                  </a:ext>
                </a:extLst>
              </p:cNvPr>
              <p:cNvSpPr>
                <a:spLocks noChangeArrowheads="1"/>
              </p:cNvSpPr>
              <p:nvPr>
                <p:custDataLst>
                  <p:tags r:id="rId6"/>
                </p:custDataLst>
              </p:nvPr>
            </p:nvSpPr>
            <p:spPr bwMode="auto">
              <a:xfrm>
                <a:off x="1968" y="1190"/>
                <a:ext cx="192" cy="192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spcBef>
                    <a:spcPts val="600"/>
                  </a:spcBef>
                  <a:buClr>
                    <a:schemeClr val="accent1"/>
                  </a:buClr>
                  <a:buSzPct val="76000"/>
                  <a:buFont typeface="Wingdings 3" panose="05040102010807070707" pitchFamily="18" charset="2"/>
                  <a:buChar char=""/>
                  <a:defRPr sz="2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1pPr>
                <a:lvl2pPr marL="37931725" indent="-37474525">
                  <a:spcBef>
                    <a:spcPts val="500"/>
                  </a:spcBef>
                  <a:buClr>
                    <a:schemeClr val="accent2"/>
                  </a:buClr>
                  <a:buSzPct val="76000"/>
                  <a:buFont typeface="Wingdings 3" panose="05040102010807070707" pitchFamily="18" charset="2"/>
                  <a:buChar char=""/>
                  <a:defRPr sz="2300">
                    <a:solidFill>
                      <a:schemeClr val="tx2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2pPr>
                <a:lvl3pPr marL="822325" indent="-228600">
                  <a:spcBef>
                    <a:spcPts val="500"/>
                  </a:spcBef>
                  <a:buClr>
                    <a:srgbClr val="BCBCBC"/>
                  </a:buClr>
                  <a:buSzPct val="76000"/>
                  <a:buFont typeface="Wingdings 3" panose="05040102010807070707" pitchFamily="18" charset="2"/>
                  <a:buChar char=""/>
                  <a:defRPr sz="20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3pPr>
                <a:lvl4pPr marL="1096963" indent="-228600">
                  <a:spcBef>
                    <a:spcPts val="400"/>
                  </a:spcBef>
                  <a:buClr>
                    <a:srgbClr val="8BA2B4"/>
                  </a:buClr>
                  <a:buSzPct val="70000"/>
                  <a:buFont typeface="Wingdings" panose="05000000000000000000" pitchFamily="2" charset="2"/>
                  <a:buChar char=""/>
                  <a:defRPr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4pPr>
                <a:lvl5pPr marL="1371600" indent="-228600">
                  <a:spcBef>
                    <a:spcPts val="3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5pPr>
                <a:lvl6pPr marL="1828800" indent="-228600" defTabSz="45720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6pPr>
                <a:lvl7pPr marL="2286000" indent="-228600" defTabSz="45720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7pPr>
                <a:lvl8pPr marL="2743200" indent="-228600" defTabSz="45720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8pPr>
                <a:lvl9pPr marL="3200400" indent="-228600" defTabSz="45720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9pPr>
              </a:lstStyle>
              <a:p>
                <a:pPr marL="0" marR="0" lvl="0" indent="0" algn="ctr" defTabSz="4572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MS PGothic" panose="020B0600070205080204" pitchFamily="34" charset="-128"/>
                    <a:cs typeface="+mn-cs"/>
                  </a:rPr>
                  <a:t>c</a:t>
                </a:r>
              </a:p>
            </p:txBody>
          </p:sp>
          <p:sp>
            <p:nvSpPr>
              <p:cNvPr id="15373" name="Rectangle 7">
                <a:extLst>
                  <a:ext uri="{FF2B5EF4-FFF2-40B4-BE49-F238E27FC236}">
                    <a16:creationId xmlns:a16="http://schemas.microsoft.com/office/drawing/2014/main" id="{393D563A-7EE6-6CAB-B57D-8E365CABC0B5}"/>
                  </a:ext>
                </a:extLst>
              </p:cNvPr>
              <p:cNvSpPr>
                <a:spLocks noChangeArrowheads="1"/>
              </p:cNvSpPr>
              <p:nvPr>
                <p:custDataLst>
                  <p:tags r:id="rId7"/>
                </p:custDataLst>
              </p:nvPr>
            </p:nvSpPr>
            <p:spPr bwMode="auto">
              <a:xfrm>
                <a:off x="2160" y="1190"/>
                <a:ext cx="192" cy="192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spcBef>
                    <a:spcPts val="600"/>
                  </a:spcBef>
                  <a:buClr>
                    <a:schemeClr val="accent1"/>
                  </a:buClr>
                  <a:buSzPct val="76000"/>
                  <a:buFont typeface="Wingdings 3" panose="05040102010807070707" pitchFamily="18" charset="2"/>
                  <a:buChar char=""/>
                  <a:defRPr sz="2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1pPr>
                <a:lvl2pPr marL="37931725" indent="-37474525">
                  <a:spcBef>
                    <a:spcPts val="500"/>
                  </a:spcBef>
                  <a:buClr>
                    <a:schemeClr val="accent2"/>
                  </a:buClr>
                  <a:buSzPct val="76000"/>
                  <a:buFont typeface="Wingdings 3" panose="05040102010807070707" pitchFamily="18" charset="2"/>
                  <a:buChar char=""/>
                  <a:defRPr sz="2300">
                    <a:solidFill>
                      <a:schemeClr val="tx2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2pPr>
                <a:lvl3pPr marL="822325" indent="-228600">
                  <a:spcBef>
                    <a:spcPts val="500"/>
                  </a:spcBef>
                  <a:buClr>
                    <a:srgbClr val="BCBCBC"/>
                  </a:buClr>
                  <a:buSzPct val="76000"/>
                  <a:buFont typeface="Wingdings 3" panose="05040102010807070707" pitchFamily="18" charset="2"/>
                  <a:buChar char=""/>
                  <a:defRPr sz="20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3pPr>
                <a:lvl4pPr marL="1096963" indent="-228600">
                  <a:spcBef>
                    <a:spcPts val="400"/>
                  </a:spcBef>
                  <a:buClr>
                    <a:srgbClr val="8BA2B4"/>
                  </a:buClr>
                  <a:buSzPct val="70000"/>
                  <a:buFont typeface="Wingdings" panose="05000000000000000000" pitchFamily="2" charset="2"/>
                  <a:buChar char=""/>
                  <a:defRPr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4pPr>
                <a:lvl5pPr marL="1371600" indent="-228600">
                  <a:spcBef>
                    <a:spcPts val="3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5pPr>
                <a:lvl6pPr marL="1828800" indent="-228600" defTabSz="45720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6pPr>
                <a:lvl7pPr marL="2286000" indent="-228600" defTabSz="45720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7pPr>
                <a:lvl8pPr marL="2743200" indent="-228600" defTabSz="45720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8pPr>
                <a:lvl9pPr marL="3200400" indent="-228600" defTabSz="45720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9pPr>
              </a:lstStyle>
              <a:p>
                <a:pPr marL="0" marR="0" lvl="0" indent="0" algn="l" defTabSz="4572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MS PGothic" panose="020B0600070205080204" pitchFamily="34" charset="-128"/>
                  <a:cs typeface="+mn-cs"/>
                </a:endParaRPr>
              </a:p>
            </p:txBody>
          </p:sp>
          <p:sp>
            <p:nvSpPr>
              <p:cNvPr id="15374" name="Rectangle 8">
                <a:extLst>
                  <a:ext uri="{FF2B5EF4-FFF2-40B4-BE49-F238E27FC236}">
                    <a16:creationId xmlns:a16="http://schemas.microsoft.com/office/drawing/2014/main" id="{58E189DE-63BE-65D8-7A7E-615F33D96603}"/>
                  </a:ext>
                </a:extLst>
              </p:cNvPr>
              <p:cNvSpPr>
                <a:spLocks noChangeArrowheads="1"/>
              </p:cNvSpPr>
              <p:nvPr>
                <p:custDataLst>
                  <p:tags r:id="rId8"/>
                </p:custDataLst>
              </p:nvPr>
            </p:nvSpPr>
            <p:spPr bwMode="auto">
              <a:xfrm>
                <a:off x="2064" y="1190"/>
                <a:ext cx="192" cy="19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spcBef>
                    <a:spcPts val="600"/>
                  </a:spcBef>
                  <a:buClr>
                    <a:schemeClr val="accent1"/>
                  </a:buClr>
                  <a:buSzPct val="76000"/>
                  <a:buFont typeface="Wingdings 3" panose="05040102010807070707" pitchFamily="18" charset="2"/>
                  <a:buChar char=""/>
                  <a:defRPr sz="2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1pPr>
                <a:lvl2pPr marL="37931725" indent="-37474525">
                  <a:spcBef>
                    <a:spcPts val="500"/>
                  </a:spcBef>
                  <a:buClr>
                    <a:schemeClr val="accent2"/>
                  </a:buClr>
                  <a:buSzPct val="76000"/>
                  <a:buFont typeface="Wingdings 3" panose="05040102010807070707" pitchFamily="18" charset="2"/>
                  <a:buChar char=""/>
                  <a:defRPr sz="2300">
                    <a:solidFill>
                      <a:schemeClr val="tx2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2pPr>
                <a:lvl3pPr marL="822325" indent="-228600">
                  <a:spcBef>
                    <a:spcPts val="500"/>
                  </a:spcBef>
                  <a:buClr>
                    <a:srgbClr val="BCBCBC"/>
                  </a:buClr>
                  <a:buSzPct val="76000"/>
                  <a:buFont typeface="Wingdings 3" panose="05040102010807070707" pitchFamily="18" charset="2"/>
                  <a:buChar char=""/>
                  <a:defRPr sz="20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3pPr>
                <a:lvl4pPr marL="1096963" indent="-228600">
                  <a:spcBef>
                    <a:spcPts val="400"/>
                  </a:spcBef>
                  <a:buClr>
                    <a:srgbClr val="8BA2B4"/>
                  </a:buClr>
                  <a:buSzPct val="70000"/>
                  <a:buFont typeface="Wingdings" panose="05000000000000000000" pitchFamily="2" charset="2"/>
                  <a:buChar char=""/>
                  <a:defRPr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4pPr>
                <a:lvl5pPr marL="1371600" indent="-228600">
                  <a:spcBef>
                    <a:spcPts val="3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5pPr>
                <a:lvl6pPr marL="1828800" indent="-228600" defTabSz="45720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6pPr>
                <a:lvl7pPr marL="2286000" indent="-228600" defTabSz="45720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7pPr>
                <a:lvl8pPr marL="2743200" indent="-228600" defTabSz="45720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8pPr>
                <a:lvl9pPr marL="3200400" indent="-228600" defTabSz="45720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9pPr>
              </a:lstStyle>
              <a:p>
                <a:pPr marL="0" marR="0" lvl="0" indent="0" algn="l" defTabSz="4572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MS PGothic" panose="020B0600070205080204" pitchFamily="34" charset="-128"/>
                  <a:cs typeface="+mn-cs"/>
                </a:endParaRPr>
              </a:p>
            </p:txBody>
          </p:sp>
          <p:cxnSp>
            <p:nvCxnSpPr>
              <p:cNvPr id="15375" name="AutoShape 9">
                <a:extLst>
                  <a:ext uri="{FF2B5EF4-FFF2-40B4-BE49-F238E27FC236}">
                    <a16:creationId xmlns:a16="http://schemas.microsoft.com/office/drawing/2014/main" id="{9D45B576-05C9-95BE-174C-DE1517C37CF3}"/>
                  </a:ext>
                </a:extLst>
              </p:cNvPr>
              <p:cNvCxnSpPr>
                <a:cxnSpLocks noChangeShapeType="1"/>
                <a:stCxn id="15371" idx="3"/>
                <a:endCxn id="15372" idx="1"/>
              </p:cNvCxnSpPr>
              <p:nvPr>
                <p:custDataLst>
                  <p:tags r:id="rId9"/>
                </p:custDataLst>
              </p:nvPr>
            </p:nvCxnSpPr>
            <p:spPr bwMode="auto">
              <a:xfrm>
                <a:off x="1632" y="1286"/>
                <a:ext cx="336" cy="0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15376" name="Rectangle 10">
                <a:extLst>
                  <a:ext uri="{FF2B5EF4-FFF2-40B4-BE49-F238E27FC236}">
                    <a16:creationId xmlns:a16="http://schemas.microsoft.com/office/drawing/2014/main" id="{22169BED-173B-A8FB-55EB-9C1DBFF3BB45}"/>
                  </a:ext>
                </a:extLst>
              </p:cNvPr>
              <p:cNvSpPr>
                <a:spLocks noChangeArrowheads="1"/>
              </p:cNvSpPr>
              <p:nvPr>
                <p:custDataLst>
                  <p:tags r:id="rId10"/>
                </p:custDataLst>
              </p:nvPr>
            </p:nvSpPr>
            <p:spPr bwMode="auto">
              <a:xfrm>
                <a:off x="2592" y="1190"/>
                <a:ext cx="192" cy="192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spcBef>
                    <a:spcPts val="600"/>
                  </a:spcBef>
                  <a:buClr>
                    <a:schemeClr val="accent1"/>
                  </a:buClr>
                  <a:buSzPct val="76000"/>
                  <a:buFont typeface="Wingdings 3" panose="05040102010807070707" pitchFamily="18" charset="2"/>
                  <a:buChar char=""/>
                  <a:defRPr sz="2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1pPr>
                <a:lvl2pPr marL="37931725" indent="-37474525">
                  <a:spcBef>
                    <a:spcPts val="500"/>
                  </a:spcBef>
                  <a:buClr>
                    <a:schemeClr val="accent2"/>
                  </a:buClr>
                  <a:buSzPct val="76000"/>
                  <a:buFont typeface="Wingdings 3" panose="05040102010807070707" pitchFamily="18" charset="2"/>
                  <a:buChar char=""/>
                  <a:defRPr sz="2300">
                    <a:solidFill>
                      <a:schemeClr val="tx2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2pPr>
                <a:lvl3pPr marL="822325" indent="-228600">
                  <a:spcBef>
                    <a:spcPts val="500"/>
                  </a:spcBef>
                  <a:buClr>
                    <a:srgbClr val="BCBCBC"/>
                  </a:buClr>
                  <a:buSzPct val="76000"/>
                  <a:buFont typeface="Wingdings 3" panose="05040102010807070707" pitchFamily="18" charset="2"/>
                  <a:buChar char=""/>
                  <a:defRPr sz="20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3pPr>
                <a:lvl4pPr marL="1096963" indent="-228600">
                  <a:spcBef>
                    <a:spcPts val="400"/>
                  </a:spcBef>
                  <a:buClr>
                    <a:srgbClr val="8BA2B4"/>
                  </a:buClr>
                  <a:buSzPct val="70000"/>
                  <a:buFont typeface="Wingdings" panose="05000000000000000000" pitchFamily="2" charset="2"/>
                  <a:buChar char=""/>
                  <a:defRPr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4pPr>
                <a:lvl5pPr marL="1371600" indent="-228600">
                  <a:spcBef>
                    <a:spcPts val="3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5pPr>
                <a:lvl6pPr marL="1828800" indent="-228600" defTabSz="45720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6pPr>
                <a:lvl7pPr marL="2286000" indent="-228600" defTabSz="45720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7pPr>
                <a:lvl8pPr marL="2743200" indent="-228600" defTabSz="45720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8pPr>
                <a:lvl9pPr marL="3200400" indent="-228600" defTabSz="45720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9pPr>
              </a:lstStyle>
              <a:p>
                <a:pPr marL="0" marR="0" lvl="0" indent="0" algn="ctr" defTabSz="4572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MS PGothic" panose="020B0600070205080204" pitchFamily="34" charset="-128"/>
                    <a:cs typeface="+mn-cs"/>
                  </a:rPr>
                  <a:t>d</a:t>
                </a:r>
              </a:p>
            </p:txBody>
          </p:sp>
          <p:sp>
            <p:nvSpPr>
              <p:cNvPr id="15377" name="Rectangle 11">
                <a:extLst>
                  <a:ext uri="{FF2B5EF4-FFF2-40B4-BE49-F238E27FC236}">
                    <a16:creationId xmlns:a16="http://schemas.microsoft.com/office/drawing/2014/main" id="{F02D7BD3-850E-7C7A-BE55-975E5ACA8DED}"/>
                  </a:ext>
                </a:extLst>
              </p:cNvPr>
              <p:cNvSpPr>
                <a:spLocks noChangeArrowheads="1"/>
              </p:cNvSpPr>
              <p:nvPr>
                <p:custDataLst>
                  <p:tags r:id="rId11"/>
                </p:custDataLst>
              </p:nvPr>
            </p:nvSpPr>
            <p:spPr bwMode="auto">
              <a:xfrm>
                <a:off x="2784" y="1190"/>
                <a:ext cx="192" cy="192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spcBef>
                    <a:spcPts val="600"/>
                  </a:spcBef>
                  <a:buClr>
                    <a:schemeClr val="accent1"/>
                  </a:buClr>
                  <a:buSzPct val="76000"/>
                  <a:buFont typeface="Wingdings 3" panose="05040102010807070707" pitchFamily="18" charset="2"/>
                  <a:buChar char=""/>
                  <a:defRPr sz="2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1pPr>
                <a:lvl2pPr marL="37931725" indent="-37474525">
                  <a:spcBef>
                    <a:spcPts val="500"/>
                  </a:spcBef>
                  <a:buClr>
                    <a:schemeClr val="accent2"/>
                  </a:buClr>
                  <a:buSzPct val="76000"/>
                  <a:buFont typeface="Wingdings 3" panose="05040102010807070707" pitchFamily="18" charset="2"/>
                  <a:buChar char=""/>
                  <a:defRPr sz="2300">
                    <a:solidFill>
                      <a:schemeClr val="tx2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2pPr>
                <a:lvl3pPr marL="822325" indent="-228600">
                  <a:spcBef>
                    <a:spcPts val="500"/>
                  </a:spcBef>
                  <a:buClr>
                    <a:srgbClr val="BCBCBC"/>
                  </a:buClr>
                  <a:buSzPct val="76000"/>
                  <a:buFont typeface="Wingdings 3" panose="05040102010807070707" pitchFamily="18" charset="2"/>
                  <a:buChar char=""/>
                  <a:defRPr sz="20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3pPr>
                <a:lvl4pPr marL="1096963" indent="-228600">
                  <a:spcBef>
                    <a:spcPts val="400"/>
                  </a:spcBef>
                  <a:buClr>
                    <a:srgbClr val="8BA2B4"/>
                  </a:buClr>
                  <a:buSzPct val="70000"/>
                  <a:buFont typeface="Wingdings" panose="05000000000000000000" pitchFamily="2" charset="2"/>
                  <a:buChar char=""/>
                  <a:defRPr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4pPr>
                <a:lvl5pPr marL="1371600" indent="-228600">
                  <a:spcBef>
                    <a:spcPts val="3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5pPr>
                <a:lvl6pPr marL="1828800" indent="-228600" defTabSz="45720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6pPr>
                <a:lvl7pPr marL="2286000" indent="-228600" defTabSz="45720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7pPr>
                <a:lvl8pPr marL="2743200" indent="-228600" defTabSz="45720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8pPr>
                <a:lvl9pPr marL="3200400" indent="-228600" defTabSz="45720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9pPr>
              </a:lstStyle>
              <a:p>
                <a:pPr marL="0" marR="0" lvl="0" indent="0" algn="l" defTabSz="4572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MS PGothic" panose="020B0600070205080204" pitchFamily="34" charset="-128"/>
                  <a:cs typeface="+mn-cs"/>
                </a:endParaRPr>
              </a:p>
            </p:txBody>
          </p:sp>
          <p:sp>
            <p:nvSpPr>
              <p:cNvPr id="15378" name="Rectangle 12">
                <a:extLst>
                  <a:ext uri="{FF2B5EF4-FFF2-40B4-BE49-F238E27FC236}">
                    <a16:creationId xmlns:a16="http://schemas.microsoft.com/office/drawing/2014/main" id="{AC0EA7E6-9B1D-4C38-369F-B0EB705A60FC}"/>
                  </a:ext>
                </a:extLst>
              </p:cNvPr>
              <p:cNvSpPr>
                <a:spLocks noChangeArrowheads="1"/>
              </p:cNvSpPr>
              <p:nvPr>
                <p:custDataLst>
                  <p:tags r:id="rId12"/>
                </p:custDataLst>
              </p:nvPr>
            </p:nvSpPr>
            <p:spPr bwMode="auto">
              <a:xfrm>
                <a:off x="2688" y="1190"/>
                <a:ext cx="192" cy="19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spcBef>
                    <a:spcPts val="600"/>
                  </a:spcBef>
                  <a:buClr>
                    <a:schemeClr val="accent1"/>
                  </a:buClr>
                  <a:buSzPct val="76000"/>
                  <a:buFont typeface="Wingdings 3" panose="05040102010807070707" pitchFamily="18" charset="2"/>
                  <a:buChar char=""/>
                  <a:defRPr sz="2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1pPr>
                <a:lvl2pPr marL="37931725" indent="-37474525">
                  <a:spcBef>
                    <a:spcPts val="500"/>
                  </a:spcBef>
                  <a:buClr>
                    <a:schemeClr val="accent2"/>
                  </a:buClr>
                  <a:buSzPct val="76000"/>
                  <a:buFont typeface="Wingdings 3" panose="05040102010807070707" pitchFamily="18" charset="2"/>
                  <a:buChar char=""/>
                  <a:defRPr sz="2300">
                    <a:solidFill>
                      <a:schemeClr val="tx2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2pPr>
                <a:lvl3pPr marL="822325" indent="-228600">
                  <a:spcBef>
                    <a:spcPts val="500"/>
                  </a:spcBef>
                  <a:buClr>
                    <a:srgbClr val="BCBCBC"/>
                  </a:buClr>
                  <a:buSzPct val="76000"/>
                  <a:buFont typeface="Wingdings 3" panose="05040102010807070707" pitchFamily="18" charset="2"/>
                  <a:buChar char=""/>
                  <a:defRPr sz="20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3pPr>
                <a:lvl4pPr marL="1096963" indent="-228600">
                  <a:spcBef>
                    <a:spcPts val="400"/>
                  </a:spcBef>
                  <a:buClr>
                    <a:srgbClr val="8BA2B4"/>
                  </a:buClr>
                  <a:buSzPct val="70000"/>
                  <a:buFont typeface="Wingdings" panose="05000000000000000000" pitchFamily="2" charset="2"/>
                  <a:buChar char=""/>
                  <a:defRPr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4pPr>
                <a:lvl5pPr marL="1371600" indent="-228600">
                  <a:spcBef>
                    <a:spcPts val="3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5pPr>
                <a:lvl6pPr marL="1828800" indent="-228600" defTabSz="45720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6pPr>
                <a:lvl7pPr marL="2286000" indent="-228600" defTabSz="45720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7pPr>
                <a:lvl8pPr marL="2743200" indent="-228600" defTabSz="45720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8pPr>
                <a:lvl9pPr marL="3200400" indent="-228600" defTabSz="45720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9pPr>
              </a:lstStyle>
              <a:p>
                <a:pPr marL="0" marR="0" lvl="0" indent="0" algn="l" defTabSz="4572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MS PGothic" panose="020B0600070205080204" pitchFamily="34" charset="-128"/>
                  <a:cs typeface="+mn-cs"/>
                </a:endParaRPr>
              </a:p>
            </p:txBody>
          </p:sp>
          <p:cxnSp>
            <p:nvCxnSpPr>
              <p:cNvPr id="15379" name="AutoShape 13">
                <a:extLst>
                  <a:ext uri="{FF2B5EF4-FFF2-40B4-BE49-F238E27FC236}">
                    <a16:creationId xmlns:a16="http://schemas.microsoft.com/office/drawing/2014/main" id="{11946A20-5DCA-9965-D61E-227B4457A368}"/>
                  </a:ext>
                </a:extLst>
              </p:cNvPr>
              <p:cNvCxnSpPr>
                <a:cxnSpLocks noChangeShapeType="1"/>
                <a:stCxn id="15374" idx="3"/>
                <a:endCxn id="15376" idx="1"/>
              </p:cNvCxnSpPr>
              <p:nvPr>
                <p:custDataLst>
                  <p:tags r:id="rId13"/>
                </p:custDataLst>
              </p:nvPr>
            </p:nvCxnSpPr>
            <p:spPr bwMode="auto">
              <a:xfrm>
                <a:off x="2256" y="1286"/>
                <a:ext cx="336" cy="0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15380" name="Rectangle 14">
                <a:extLst>
                  <a:ext uri="{FF2B5EF4-FFF2-40B4-BE49-F238E27FC236}">
                    <a16:creationId xmlns:a16="http://schemas.microsoft.com/office/drawing/2014/main" id="{73B275A3-EA4F-2B76-751E-0BBE27CD58C2}"/>
                  </a:ext>
                </a:extLst>
              </p:cNvPr>
              <p:cNvSpPr>
                <a:spLocks noChangeArrowheads="1"/>
              </p:cNvSpPr>
              <p:nvPr>
                <p:custDataLst>
                  <p:tags r:id="rId14"/>
                </p:custDataLst>
              </p:nvPr>
            </p:nvSpPr>
            <p:spPr bwMode="auto">
              <a:xfrm>
                <a:off x="3216" y="1190"/>
                <a:ext cx="192" cy="192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spcBef>
                    <a:spcPts val="600"/>
                  </a:spcBef>
                  <a:buClr>
                    <a:schemeClr val="accent1"/>
                  </a:buClr>
                  <a:buSzPct val="76000"/>
                  <a:buFont typeface="Wingdings 3" panose="05040102010807070707" pitchFamily="18" charset="2"/>
                  <a:buChar char=""/>
                  <a:defRPr sz="2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1pPr>
                <a:lvl2pPr marL="37931725" indent="-37474525">
                  <a:spcBef>
                    <a:spcPts val="500"/>
                  </a:spcBef>
                  <a:buClr>
                    <a:schemeClr val="accent2"/>
                  </a:buClr>
                  <a:buSzPct val="76000"/>
                  <a:buFont typeface="Wingdings 3" panose="05040102010807070707" pitchFamily="18" charset="2"/>
                  <a:buChar char=""/>
                  <a:defRPr sz="2300">
                    <a:solidFill>
                      <a:schemeClr val="tx2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2pPr>
                <a:lvl3pPr marL="822325" indent="-228600">
                  <a:spcBef>
                    <a:spcPts val="500"/>
                  </a:spcBef>
                  <a:buClr>
                    <a:srgbClr val="BCBCBC"/>
                  </a:buClr>
                  <a:buSzPct val="76000"/>
                  <a:buFont typeface="Wingdings 3" panose="05040102010807070707" pitchFamily="18" charset="2"/>
                  <a:buChar char=""/>
                  <a:defRPr sz="20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3pPr>
                <a:lvl4pPr marL="1096963" indent="-228600">
                  <a:spcBef>
                    <a:spcPts val="400"/>
                  </a:spcBef>
                  <a:buClr>
                    <a:srgbClr val="8BA2B4"/>
                  </a:buClr>
                  <a:buSzPct val="70000"/>
                  <a:buFont typeface="Wingdings" panose="05000000000000000000" pitchFamily="2" charset="2"/>
                  <a:buChar char=""/>
                  <a:defRPr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4pPr>
                <a:lvl5pPr marL="1371600" indent="-228600">
                  <a:spcBef>
                    <a:spcPts val="3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5pPr>
                <a:lvl6pPr marL="1828800" indent="-228600" defTabSz="45720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6pPr>
                <a:lvl7pPr marL="2286000" indent="-228600" defTabSz="45720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7pPr>
                <a:lvl8pPr marL="2743200" indent="-228600" defTabSz="45720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8pPr>
                <a:lvl9pPr marL="3200400" indent="-228600" defTabSz="45720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9pPr>
              </a:lstStyle>
              <a:p>
                <a:pPr marL="0" marR="0" lvl="0" indent="0" algn="ctr" defTabSz="4572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MS PGothic" panose="020B0600070205080204" pitchFamily="34" charset="-128"/>
                    <a:cs typeface="+mn-cs"/>
                  </a:rPr>
                  <a:t>e</a:t>
                </a:r>
              </a:p>
            </p:txBody>
          </p:sp>
          <p:sp>
            <p:nvSpPr>
              <p:cNvPr id="15381" name="Rectangle 15">
                <a:extLst>
                  <a:ext uri="{FF2B5EF4-FFF2-40B4-BE49-F238E27FC236}">
                    <a16:creationId xmlns:a16="http://schemas.microsoft.com/office/drawing/2014/main" id="{FE5A93BA-FFB1-D7DC-0DEF-D7482FEC71B8}"/>
                  </a:ext>
                </a:extLst>
              </p:cNvPr>
              <p:cNvSpPr>
                <a:spLocks noChangeArrowheads="1"/>
              </p:cNvSpPr>
              <p:nvPr>
                <p:custDataLst>
                  <p:tags r:id="rId15"/>
                </p:custDataLst>
              </p:nvPr>
            </p:nvSpPr>
            <p:spPr bwMode="auto">
              <a:xfrm>
                <a:off x="3408" y="1190"/>
                <a:ext cx="192" cy="192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spcBef>
                    <a:spcPts val="600"/>
                  </a:spcBef>
                  <a:buClr>
                    <a:schemeClr val="accent1"/>
                  </a:buClr>
                  <a:buSzPct val="76000"/>
                  <a:buFont typeface="Wingdings 3" panose="05040102010807070707" pitchFamily="18" charset="2"/>
                  <a:buChar char=""/>
                  <a:defRPr sz="2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1pPr>
                <a:lvl2pPr marL="37931725" indent="-37474525">
                  <a:spcBef>
                    <a:spcPts val="500"/>
                  </a:spcBef>
                  <a:buClr>
                    <a:schemeClr val="accent2"/>
                  </a:buClr>
                  <a:buSzPct val="76000"/>
                  <a:buFont typeface="Wingdings 3" panose="05040102010807070707" pitchFamily="18" charset="2"/>
                  <a:buChar char=""/>
                  <a:defRPr sz="2300">
                    <a:solidFill>
                      <a:schemeClr val="tx2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2pPr>
                <a:lvl3pPr marL="822325" indent="-228600">
                  <a:spcBef>
                    <a:spcPts val="500"/>
                  </a:spcBef>
                  <a:buClr>
                    <a:srgbClr val="BCBCBC"/>
                  </a:buClr>
                  <a:buSzPct val="76000"/>
                  <a:buFont typeface="Wingdings 3" panose="05040102010807070707" pitchFamily="18" charset="2"/>
                  <a:buChar char=""/>
                  <a:defRPr sz="20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3pPr>
                <a:lvl4pPr marL="1096963" indent="-228600">
                  <a:spcBef>
                    <a:spcPts val="400"/>
                  </a:spcBef>
                  <a:buClr>
                    <a:srgbClr val="8BA2B4"/>
                  </a:buClr>
                  <a:buSzPct val="70000"/>
                  <a:buFont typeface="Wingdings" panose="05000000000000000000" pitchFamily="2" charset="2"/>
                  <a:buChar char=""/>
                  <a:defRPr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4pPr>
                <a:lvl5pPr marL="1371600" indent="-228600">
                  <a:spcBef>
                    <a:spcPts val="3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5pPr>
                <a:lvl6pPr marL="1828800" indent="-228600" defTabSz="45720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6pPr>
                <a:lvl7pPr marL="2286000" indent="-228600" defTabSz="45720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7pPr>
                <a:lvl8pPr marL="2743200" indent="-228600" defTabSz="45720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8pPr>
                <a:lvl9pPr marL="3200400" indent="-228600" defTabSz="45720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9pPr>
              </a:lstStyle>
              <a:p>
                <a:pPr marL="0" marR="0" lvl="0" indent="0" algn="l" defTabSz="4572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MS PGothic" panose="020B0600070205080204" pitchFamily="34" charset="-128"/>
                  <a:cs typeface="+mn-cs"/>
                </a:endParaRPr>
              </a:p>
            </p:txBody>
          </p:sp>
          <p:sp>
            <p:nvSpPr>
              <p:cNvPr id="15382" name="Rectangle 16">
                <a:extLst>
                  <a:ext uri="{FF2B5EF4-FFF2-40B4-BE49-F238E27FC236}">
                    <a16:creationId xmlns:a16="http://schemas.microsoft.com/office/drawing/2014/main" id="{D9604D7C-34FD-9E3C-100A-F0A688AD1909}"/>
                  </a:ext>
                </a:extLst>
              </p:cNvPr>
              <p:cNvSpPr>
                <a:spLocks noChangeArrowheads="1"/>
              </p:cNvSpPr>
              <p:nvPr>
                <p:custDataLst>
                  <p:tags r:id="rId16"/>
                </p:custDataLst>
              </p:nvPr>
            </p:nvSpPr>
            <p:spPr bwMode="auto">
              <a:xfrm>
                <a:off x="3312" y="1190"/>
                <a:ext cx="192" cy="19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spcBef>
                    <a:spcPts val="600"/>
                  </a:spcBef>
                  <a:buClr>
                    <a:schemeClr val="accent1"/>
                  </a:buClr>
                  <a:buSzPct val="76000"/>
                  <a:buFont typeface="Wingdings 3" panose="05040102010807070707" pitchFamily="18" charset="2"/>
                  <a:buChar char=""/>
                  <a:defRPr sz="2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1pPr>
                <a:lvl2pPr marL="37931725" indent="-37474525">
                  <a:spcBef>
                    <a:spcPts val="500"/>
                  </a:spcBef>
                  <a:buClr>
                    <a:schemeClr val="accent2"/>
                  </a:buClr>
                  <a:buSzPct val="76000"/>
                  <a:buFont typeface="Wingdings 3" panose="05040102010807070707" pitchFamily="18" charset="2"/>
                  <a:buChar char=""/>
                  <a:defRPr sz="2300">
                    <a:solidFill>
                      <a:schemeClr val="tx2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2pPr>
                <a:lvl3pPr marL="822325" indent="-228600">
                  <a:spcBef>
                    <a:spcPts val="500"/>
                  </a:spcBef>
                  <a:buClr>
                    <a:srgbClr val="BCBCBC"/>
                  </a:buClr>
                  <a:buSzPct val="76000"/>
                  <a:buFont typeface="Wingdings 3" panose="05040102010807070707" pitchFamily="18" charset="2"/>
                  <a:buChar char=""/>
                  <a:defRPr sz="20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3pPr>
                <a:lvl4pPr marL="1096963" indent="-228600">
                  <a:spcBef>
                    <a:spcPts val="400"/>
                  </a:spcBef>
                  <a:buClr>
                    <a:srgbClr val="8BA2B4"/>
                  </a:buClr>
                  <a:buSzPct val="70000"/>
                  <a:buFont typeface="Wingdings" panose="05000000000000000000" pitchFamily="2" charset="2"/>
                  <a:buChar char=""/>
                  <a:defRPr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4pPr>
                <a:lvl5pPr marL="1371600" indent="-228600">
                  <a:spcBef>
                    <a:spcPts val="3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5pPr>
                <a:lvl6pPr marL="1828800" indent="-228600" defTabSz="45720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6pPr>
                <a:lvl7pPr marL="2286000" indent="-228600" defTabSz="45720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7pPr>
                <a:lvl8pPr marL="2743200" indent="-228600" defTabSz="45720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8pPr>
                <a:lvl9pPr marL="3200400" indent="-228600" defTabSz="45720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9pPr>
              </a:lstStyle>
              <a:p>
                <a:pPr marL="0" marR="0" lvl="0" indent="0" algn="l" defTabSz="4572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MS PGothic" panose="020B0600070205080204" pitchFamily="34" charset="-128"/>
                  <a:cs typeface="+mn-cs"/>
                </a:endParaRPr>
              </a:p>
            </p:txBody>
          </p:sp>
          <p:cxnSp>
            <p:nvCxnSpPr>
              <p:cNvPr id="15383" name="AutoShape 17">
                <a:extLst>
                  <a:ext uri="{FF2B5EF4-FFF2-40B4-BE49-F238E27FC236}">
                    <a16:creationId xmlns:a16="http://schemas.microsoft.com/office/drawing/2014/main" id="{98646BD5-014E-6743-CB26-A17C4EF922EE}"/>
                  </a:ext>
                </a:extLst>
              </p:cNvPr>
              <p:cNvCxnSpPr>
                <a:cxnSpLocks noChangeShapeType="1"/>
                <a:stCxn id="15378" idx="3"/>
                <a:endCxn id="15380" idx="1"/>
              </p:cNvCxnSpPr>
              <p:nvPr>
                <p:custDataLst>
                  <p:tags r:id="rId17"/>
                </p:custDataLst>
              </p:nvPr>
            </p:nvCxnSpPr>
            <p:spPr bwMode="auto">
              <a:xfrm>
                <a:off x="2880" y="1286"/>
                <a:ext cx="336" cy="0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15384" name="Rectangle 18">
                <a:extLst>
                  <a:ext uri="{FF2B5EF4-FFF2-40B4-BE49-F238E27FC236}">
                    <a16:creationId xmlns:a16="http://schemas.microsoft.com/office/drawing/2014/main" id="{B692D33F-82A4-D5C0-5BCF-97494307F68D}"/>
                  </a:ext>
                </a:extLst>
              </p:cNvPr>
              <p:cNvSpPr>
                <a:spLocks noChangeArrowheads="1"/>
              </p:cNvSpPr>
              <p:nvPr>
                <p:custDataLst>
                  <p:tags r:id="rId18"/>
                </p:custDataLst>
              </p:nvPr>
            </p:nvSpPr>
            <p:spPr bwMode="auto">
              <a:xfrm>
                <a:off x="3840" y="1190"/>
                <a:ext cx="192" cy="192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spcBef>
                    <a:spcPts val="600"/>
                  </a:spcBef>
                  <a:buClr>
                    <a:schemeClr val="accent1"/>
                  </a:buClr>
                  <a:buSzPct val="76000"/>
                  <a:buFont typeface="Wingdings 3" panose="05040102010807070707" pitchFamily="18" charset="2"/>
                  <a:buChar char=""/>
                  <a:defRPr sz="2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1pPr>
                <a:lvl2pPr marL="37931725" indent="-37474525">
                  <a:spcBef>
                    <a:spcPts val="500"/>
                  </a:spcBef>
                  <a:buClr>
                    <a:schemeClr val="accent2"/>
                  </a:buClr>
                  <a:buSzPct val="76000"/>
                  <a:buFont typeface="Wingdings 3" panose="05040102010807070707" pitchFamily="18" charset="2"/>
                  <a:buChar char=""/>
                  <a:defRPr sz="2300">
                    <a:solidFill>
                      <a:schemeClr val="tx2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2pPr>
                <a:lvl3pPr marL="822325" indent="-228600">
                  <a:spcBef>
                    <a:spcPts val="500"/>
                  </a:spcBef>
                  <a:buClr>
                    <a:srgbClr val="BCBCBC"/>
                  </a:buClr>
                  <a:buSzPct val="76000"/>
                  <a:buFont typeface="Wingdings 3" panose="05040102010807070707" pitchFamily="18" charset="2"/>
                  <a:buChar char=""/>
                  <a:defRPr sz="20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3pPr>
                <a:lvl4pPr marL="1096963" indent="-228600">
                  <a:spcBef>
                    <a:spcPts val="400"/>
                  </a:spcBef>
                  <a:buClr>
                    <a:srgbClr val="8BA2B4"/>
                  </a:buClr>
                  <a:buSzPct val="70000"/>
                  <a:buFont typeface="Wingdings" panose="05000000000000000000" pitchFamily="2" charset="2"/>
                  <a:buChar char=""/>
                  <a:defRPr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4pPr>
                <a:lvl5pPr marL="1371600" indent="-228600">
                  <a:spcBef>
                    <a:spcPts val="3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5pPr>
                <a:lvl6pPr marL="1828800" indent="-228600" defTabSz="45720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6pPr>
                <a:lvl7pPr marL="2286000" indent="-228600" defTabSz="45720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7pPr>
                <a:lvl8pPr marL="2743200" indent="-228600" defTabSz="45720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8pPr>
                <a:lvl9pPr marL="3200400" indent="-228600" defTabSz="45720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9pPr>
              </a:lstStyle>
              <a:p>
                <a:pPr marL="0" marR="0" lvl="0" indent="0" algn="ctr" defTabSz="4572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MS PGothic" panose="020B0600070205080204" pitchFamily="34" charset="-128"/>
                    <a:cs typeface="+mn-cs"/>
                  </a:rPr>
                  <a:t>f</a:t>
                </a:r>
              </a:p>
            </p:txBody>
          </p:sp>
          <p:sp>
            <p:nvSpPr>
              <p:cNvPr id="15385" name="Rectangle 19">
                <a:extLst>
                  <a:ext uri="{FF2B5EF4-FFF2-40B4-BE49-F238E27FC236}">
                    <a16:creationId xmlns:a16="http://schemas.microsoft.com/office/drawing/2014/main" id="{40C451C9-1B2B-569A-2441-1751B24BE3B7}"/>
                  </a:ext>
                </a:extLst>
              </p:cNvPr>
              <p:cNvSpPr>
                <a:spLocks noChangeArrowheads="1"/>
              </p:cNvSpPr>
              <p:nvPr>
                <p:custDataLst>
                  <p:tags r:id="rId19"/>
                </p:custDataLst>
              </p:nvPr>
            </p:nvSpPr>
            <p:spPr bwMode="auto">
              <a:xfrm>
                <a:off x="4032" y="1190"/>
                <a:ext cx="192" cy="192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spcBef>
                    <a:spcPts val="600"/>
                  </a:spcBef>
                  <a:buClr>
                    <a:schemeClr val="accent1"/>
                  </a:buClr>
                  <a:buSzPct val="76000"/>
                  <a:buFont typeface="Wingdings 3" panose="05040102010807070707" pitchFamily="18" charset="2"/>
                  <a:buChar char=""/>
                  <a:defRPr sz="2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1pPr>
                <a:lvl2pPr marL="37931725" indent="-37474525">
                  <a:spcBef>
                    <a:spcPts val="500"/>
                  </a:spcBef>
                  <a:buClr>
                    <a:schemeClr val="accent2"/>
                  </a:buClr>
                  <a:buSzPct val="76000"/>
                  <a:buFont typeface="Wingdings 3" panose="05040102010807070707" pitchFamily="18" charset="2"/>
                  <a:buChar char=""/>
                  <a:defRPr sz="2300">
                    <a:solidFill>
                      <a:schemeClr val="tx2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2pPr>
                <a:lvl3pPr marL="822325" indent="-228600">
                  <a:spcBef>
                    <a:spcPts val="500"/>
                  </a:spcBef>
                  <a:buClr>
                    <a:srgbClr val="BCBCBC"/>
                  </a:buClr>
                  <a:buSzPct val="76000"/>
                  <a:buFont typeface="Wingdings 3" panose="05040102010807070707" pitchFamily="18" charset="2"/>
                  <a:buChar char=""/>
                  <a:defRPr sz="20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3pPr>
                <a:lvl4pPr marL="1096963" indent="-228600">
                  <a:spcBef>
                    <a:spcPts val="400"/>
                  </a:spcBef>
                  <a:buClr>
                    <a:srgbClr val="8BA2B4"/>
                  </a:buClr>
                  <a:buSzPct val="70000"/>
                  <a:buFont typeface="Wingdings" panose="05000000000000000000" pitchFamily="2" charset="2"/>
                  <a:buChar char=""/>
                  <a:defRPr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4pPr>
                <a:lvl5pPr marL="1371600" indent="-228600">
                  <a:spcBef>
                    <a:spcPts val="3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5pPr>
                <a:lvl6pPr marL="1828800" indent="-228600" defTabSz="45720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6pPr>
                <a:lvl7pPr marL="2286000" indent="-228600" defTabSz="45720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7pPr>
                <a:lvl8pPr marL="2743200" indent="-228600" defTabSz="45720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8pPr>
                <a:lvl9pPr marL="3200400" indent="-228600" defTabSz="45720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9pPr>
              </a:lstStyle>
              <a:p>
                <a:pPr marL="0" marR="0" lvl="0" indent="0" algn="l" defTabSz="4572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MS PGothic" panose="020B0600070205080204" pitchFamily="34" charset="-128"/>
                  <a:cs typeface="+mn-cs"/>
                </a:endParaRPr>
              </a:p>
            </p:txBody>
          </p:sp>
          <p:sp>
            <p:nvSpPr>
              <p:cNvPr id="15386" name="Rectangle 20">
                <a:extLst>
                  <a:ext uri="{FF2B5EF4-FFF2-40B4-BE49-F238E27FC236}">
                    <a16:creationId xmlns:a16="http://schemas.microsoft.com/office/drawing/2014/main" id="{2BF16B45-6FC3-595B-0063-EA76D83D23B0}"/>
                  </a:ext>
                </a:extLst>
              </p:cNvPr>
              <p:cNvSpPr>
                <a:spLocks noChangeArrowheads="1"/>
              </p:cNvSpPr>
              <p:nvPr>
                <p:custDataLst>
                  <p:tags r:id="rId20"/>
                </p:custDataLst>
              </p:nvPr>
            </p:nvSpPr>
            <p:spPr bwMode="auto">
              <a:xfrm>
                <a:off x="3936" y="1190"/>
                <a:ext cx="192" cy="19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spcBef>
                    <a:spcPts val="600"/>
                  </a:spcBef>
                  <a:buClr>
                    <a:schemeClr val="accent1"/>
                  </a:buClr>
                  <a:buSzPct val="76000"/>
                  <a:buFont typeface="Wingdings 3" panose="05040102010807070707" pitchFamily="18" charset="2"/>
                  <a:buChar char=""/>
                  <a:defRPr sz="2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1pPr>
                <a:lvl2pPr marL="37931725" indent="-37474525">
                  <a:spcBef>
                    <a:spcPts val="500"/>
                  </a:spcBef>
                  <a:buClr>
                    <a:schemeClr val="accent2"/>
                  </a:buClr>
                  <a:buSzPct val="76000"/>
                  <a:buFont typeface="Wingdings 3" panose="05040102010807070707" pitchFamily="18" charset="2"/>
                  <a:buChar char=""/>
                  <a:defRPr sz="2300">
                    <a:solidFill>
                      <a:schemeClr val="tx2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2pPr>
                <a:lvl3pPr marL="822325" indent="-228600">
                  <a:spcBef>
                    <a:spcPts val="500"/>
                  </a:spcBef>
                  <a:buClr>
                    <a:srgbClr val="BCBCBC"/>
                  </a:buClr>
                  <a:buSzPct val="76000"/>
                  <a:buFont typeface="Wingdings 3" panose="05040102010807070707" pitchFamily="18" charset="2"/>
                  <a:buChar char=""/>
                  <a:defRPr sz="20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3pPr>
                <a:lvl4pPr marL="1096963" indent="-228600">
                  <a:spcBef>
                    <a:spcPts val="400"/>
                  </a:spcBef>
                  <a:buClr>
                    <a:srgbClr val="8BA2B4"/>
                  </a:buClr>
                  <a:buSzPct val="70000"/>
                  <a:buFont typeface="Wingdings" panose="05000000000000000000" pitchFamily="2" charset="2"/>
                  <a:buChar char=""/>
                  <a:defRPr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4pPr>
                <a:lvl5pPr marL="1371600" indent="-228600">
                  <a:spcBef>
                    <a:spcPts val="3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5pPr>
                <a:lvl6pPr marL="1828800" indent="-228600" defTabSz="45720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6pPr>
                <a:lvl7pPr marL="2286000" indent="-228600" defTabSz="45720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7pPr>
                <a:lvl8pPr marL="2743200" indent="-228600" defTabSz="45720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8pPr>
                <a:lvl9pPr marL="3200400" indent="-228600" defTabSz="45720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9pPr>
              </a:lstStyle>
              <a:p>
                <a:pPr marL="0" marR="0" lvl="0" indent="0" algn="l" defTabSz="4572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MS PGothic" panose="020B0600070205080204" pitchFamily="34" charset="-128"/>
                  <a:cs typeface="+mn-cs"/>
                </a:endParaRPr>
              </a:p>
            </p:txBody>
          </p:sp>
          <p:cxnSp>
            <p:nvCxnSpPr>
              <p:cNvPr id="15387" name="AutoShape 21">
                <a:extLst>
                  <a:ext uri="{FF2B5EF4-FFF2-40B4-BE49-F238E27FC236}">
                    <a16:creationId xmlns:a16="http://schemas.microsoft.com/office/drawing/2014/main" id="{CA9CC74D-D426-856E-C687-23ECE62FD022}"/>
                  </a:ext>
                </a:extLst>
              </p:cNvPr>
              <p:cNvCxnSpPr>
                <a:cxnSpLocks noChangeShapeType="1"/>
                <a:stCxn id="15382" idx="3"/>
                <a:endCxn id="15384" idx="1"/>
              </p:cNvCxnSpPr>
              <p:nvPr>
                <p:custDataLst>
                  <p:tags r:id="rId21"/>
                </p:custDataLst>
              </p:nvPr>
            </p:nvCxnSpPr>
            <p:spPr bwMode="auto">
              <a:xfrm>
                <a:off x="3504" y="1286"/>
                <a:ext cx="336" cy="0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15388" name="Line 22">
                <a:extLst>
                  <a:ext uri="{FF2B5EF4-FFF2-40B4-BE49-F238E27FC236}">
                    <a16:creationId xmlns:a16="http://schemas.microsoft.com/office/drawing/2014/main" id="{6D7C96C6-8718-1281-16E8-090F86059FB0}"/>
                  </a:ext>
                </a:extLst>
              </p:cNvPr>
              <p:cNvSpPr>
                <a:spLocks noChangeShapeType="1"/>
              </p:cNvSpPr>
              <p:nvPr>
                <p:custDataLst>
                  <p:tags r:id="rId22"/>
                </p:custDataLst>
              </p:nvPr>
            </p:nvSpPr>
            <p:spPr bwMode="auto">
              <a:xfrm>
                <a:off x="4032" y="1190"/>
                <a:ext cx="192" cy="19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algn="l" defTabSz="4572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+mn-cs"/>
                </a:endParaRPr>
              </a:p>
            </p:txBody>
          </p:sp>
          <p:sp>
            <p:nvSpPr>
              <p:cNvPr id="15389" name="Text Box 23">
                <a:extLst>
                  <a:ext uri="{FF2B5EF4-FFF2-40B4-BE49-F238E27FC236}">
                    <a16:creationId xmlns:a16="http://schemas.microsoft.com/office/drawing/2014/main" id="{28AAC71A-23E0-8863-5FE2-187BB41905D8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23"/>
                </p:custDataLst>
              </p:nvPr>
            </p:nvSpPr>
            <p:spPr bwMode="auto">
              <a:xfrm>
                <a:off x="1200" y="1554"/>
                <a:ext cx="438" cy="25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ts val="600"/>
                  </a:spcBef>
                  <a:buClr>
                    <a:schemeClr val="accent1"/>
                  </a:buClr>
                  <a:buSzPct val="76000"/>
                  <a:buFont typeface="Wingdings 3" panose="05040102010807070707" pitchFamily="18" charset="2"/>
                  <a:buChar char=""/>
                  <a:defRPr sz="2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1pPr>
                <a:lvl2pPr marL="37931725" indent="-37474525">
                  <a:spcBef>
                    <a:spcPts val="500"/>
                  </a:spcBef>
                  <a:buClr>
                    <a:schemeClr val="accent2"/>
                  </a:buClr>
                  <a:buSzPct val="76000"/>
                  <a:buFont typeface="Wingdings 3" panose="05040102010807070707" pitchFamily="18" charset="2"/>
                  <a:buChar char=""/>
                  <a:defRPr sz="2300">
                    <a:solidFill>
                      <a:schemeClr val="tx2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2pPr>
                <a:lvl3pPr marL="822325" indent="-228600">
                  <a:spcBef>
                    <a:spcPts val="500"/>
                  </a:spcBef>
                  <a:buClr>
                    <a:srgbClr val="BCBCBC"/>
                  </a:buClr>
                  <a:buSzPct val="76000"/>
                  <a:buFont typeface="Wingdings 3" panose="05040102010807070707" pitchFamily="18" charset="2"/>
                  <a:buChar char=""/>
                  <a:defRPr sz="20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3pPr>
                <a:lvl4pPr marL="1096963" indent="-228600">
                  <a:spcBef>
                    <a:spcPts val="400"/>
                  </a:spcBef>
                  <a:buClr>
                    <a:srgbClr val="8BA2B4"/>
                  </a:buClr>
                  <a:buSzPct val="70000"/>
                  <a:buFont typeface="Wingdings" panose="05000000000000000000" pitchFamily="2" charset="2"/>
                  <a:buChar char=""/>
                  <a:defRPr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4pPr>
                <a:lvl5pPr marL="1371600" indent="-228600">
                  <a:spcBef>
                    <a:spcPts val="3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5pPr>
                <a:lvl6pPr marL="1828800" indent="-228600" defTabSz="45720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6pPr>
                <a:lvl7pPr marL="2286000" indent="-228600" defTabSz="45720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7pPr>
                <a:lvl8pPr marL="2743200" indent="-228600" defTabSz="45720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8pPr>
                <a:lvl9pPr marL="3200400" indent="-228600" defTabSz="45720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9pPr>
              </a:lstStyle>
              <a:p>
                <a:pPr marL="0" marR="0" lvl="0" indent="0" algn="l" defTabSz="4572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MS PGothic" panose="020B0600070205080204" pitchFamily="34" charset="-128"/>
                    <a:cs typeface="+mn-cs"/>
                  </a:rPr>
                  <a:t>front</a:t>
                </a:r>
              </a:p>
            </p:txBody>
          </p:sp>
          <p:sp>
            <p:nvSpPr>
              <p:cNvPr id="15390" name="Text Box 24">
                <a:extLst>
                  <a:ext uri="{FF2B5EF4-FFF2-40B4-BE49-F238E27FC236}">
                    <a16:creationId xmlns:a16="http://schemas.microsoft.com/office/drawing/2014/main" id="{5AE37E6A-EEBE-F1D3-DF2C-25FDB27BFDBC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24"/>
                </p:custDataLst>
              </p:nvPr>
            </p:nvSpPr>
            <p:spPr bwMode="auto">
              <a:xfrm>
                <a:off x="3696" y="1554"/>
                <a:ext cx="458" cy="25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ts val="600"/>
                  </a:spcBef>
                  <a:buClr>
                    <a:schemeClr val="accent1"/>
                  </a:buClr>
                  <a:buSzPct val="76000"/>
                  <a:buFont typeface="Wingdings 3" panose="05040102010807070707" pitchFamily="18" charset="2"/>
                  <a:buChar char=""/>
                  <a:defRPr sz="2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1pPr>
                <a:lvl2pPr marL="37931725" indent="-37474525">
                  <a:spcBef>
                    <a:spcPts val="500"/>
                  </a:spcBef>
                  <a:buClr>
                    <a:schemeClr val="accent2"/>
                  </a:buClr>
                  <a:buSzPct val="76000"/>
                  <a:buFont typeface="Wingdings 3" panose="05040102010807070707" pitchFamily="18" charset="2"/>
                  <a:buChar char=""/>
                  <a:defRPr sz="2300">
                    <a:solidFill>
                      <a:schemeClr val="tx2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2pPr>
                <a:lvl3pPr marL="822325" indent="-228600">
                  <a:spcBef>
                    <a:spcPts val="500"/>
                  </a:spcBef>
                  <a:buClr>
                    <a:srgbClr val="BCBCBC"/>
                  </a:buClr>
                  <a:buSzPct val="76000"/>
                  <a:buFont typeface="Wingdings 3" panose="05040102010807070707" pitchFamily="18" charset="2"/>
                  <a:buChar char=""/>
                  <a:defRPr sz="20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3pPr>
                <a:lvl4pPr marL="1096963" indent="-228600">
                  <a:spcBef>
                    <a:spcPts val="400"/>
                  </a:spcBef>
                  <a:buClr>
                    <a:srgbClr val="8BA2B4"/>
                  </a:buClr>
                  <a:buSzPct val="70000"/>
                  <a:buFont typeface="Wingdings" panose="05000000000000000000" pitchFamily="2" charset="2"/>
                  <a:buChar char=""/>
                  <a:defRPr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4pPr>
                <a:lvl5pPr marL="1371600" indent="-228600">
                  <a:spcBef>
                    <a:spcPts val="3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5pPr>
                <a:lvl6pPr marL="1828800" indent="-228600" defTabSz="45720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6pPr>
                <a:lvl7pPr marL="2286000" indent="-228600" defTabSz="45720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7pPr>
                <a:lvl8pPr marL="2743200" indent="-228600" defTabSz="45720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8pPr>
                <a:lvl9pPr marL="3200400" indent="-228600" defTabSz="45720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9pPr>
              </a:lstStyle>
              <a:p>
                <a:pPr marL="0" marR="0" lvl="0" indent="0" algn="l" defTabSz="4572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MS PGothic" panose="020B0600070205080204" pitchFamily="34" charset="-128"/>
                    <a:cs typeface="+mn-cs"/>
                  </a:rPr>
                  <a:t>back</a:t>
                </a:r>
              </a:p>
            </p:txBody>
          </p:sp>
          <p:cxnSp>
            <p:nvCxnSpPr>
              <p:cNvPr id="15391" name="AutoShape 25">
                <a:extLst>
                  <a:ext uri="{FF2B5EF4-FFF2-40B4-BE49-F238E27FC236}">
                    <a16:creationId xmlns:a16="http://schemas.microsoft.com/office/drawing/2014/main" id="{CF22934C-DFFD-C727-1465-DDF448F89A5F}"/>
                  </a:ext>
                </a:extLst>
              </p:cNvPr>
              <p:cNvCxnSpPr>
                <a:cxnSpLocks noChangeShapeType="1"/>
                <a:stCxn id="15389" idx="0"/>
                <a:endCxn id="15369" idx="2"/>
              </p:cNvCxnSpPr>
              <p:nvPr>
                <p:custDataLst>
                  <p:tags r:id="rId25"/>
                </p:custDataLst>
              </p:nvPr>
            </p:nvCxnSpPr>
            <p:spPr bwMode="auto">
              <a:xfrm rot="5400000" flipH="1" flipV="1">
                <a:off x="1344" y="1458"/>
                <a:ext cx="172" cy="21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15392" name="AutoShape 26">
                <a:extLst>
                  <a:ext uri="{FF2B5EF4-FFF2-40B4-BE49-F238E27FC236}">
                    <a16:creationId xmlns:a16="http://schemas.microsoft.com/office/drawing/2014/main" id="{10FBE8B6-926F-E9B3-8CB1-9781F37826B1}"/>
                  </a:ext>
                </a:extLst>
              </p:cNvPr>
              <p:cNvCxnSpPr>
                <a:cxnSpLocks noChangeShapeType="1"/>
                <a:stCxn id="15390" idx="0"/>
                <a:endCxn id="15384" idx="2"/>
              </p:cNvCxnSpPr>
              <p:nvPr>
                <p:custDataLst>
                  <p:tags r:id="rId26"/>
                </p:custDataLst>
              </p:nvPr>
            </p:nvCxnSpPr>
            <p:spPr bwMode="auto">
              <a:xfrm rot="5400000" flipH="1" flipV="1">
                <a:off x="3844" y="1462"/>
                <a:ext cx="172" cy="11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</p:grpSp>
      <p:sp>
        <p:nvSpPr>
          <p:cNvPr id="33" name="Rectangle 3">
            <a:extLst>
              <a:ext uri="{FF2B5EF4-FFF2-40B4-BE49-F238E27FC236}">
                <a16:creationId xmlns:a16="http://schemas.microsoft.com/office/drawing/2014/main" id="{AB74B869-6D65-1032-F33E-7F72B07444F4}"/>
              </a:ext>
            </a:extLst>
          </p:cNvPr>
          <p:cNvSpPr txBox="1"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467544" y="3360182"/>
            <a:ext cx="8098531" cy="2859881"/>
          </a:xfrm>
          <a:prstGeom prst="rect">
            <a:avLst/>
          </a:prstGeom>
          <a:solidFill>
            <a:srgbClr val="FFFF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spcBef>
                <a:spcPts val="600"/>
              </a:spcBef>
              <a:buClr>
                <a:schemeClr val="accent1"/>
              </a:buClr>
              <a:buSzPct val="76000"/>
              <a:buFont typeface="Wingdings 3" panose="05040102010807070707" pitchFamily="18" charset="2"/>
              <a:buChar char=""/>
              <a:defRPr sz="26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</a:defRPr>
            </a:lvl1pPr>
            <a:lvl2pPr marL="37931725" indent="-37474525">
              <a:spcBef>
                <a:spcPts val="500"/>
              </a:spcBef>
              <a:buClr>
                <a:schemeClr val="accent2"/>
              </a:buClr>
              <a:buSzPct val="76000"/>
              <a:buFont typeface="Wingdings 3" panose="05040102010807070707" pitchFamily="18" charset="2"/>
              <a:buChar char=""/>
              <a:defRPr sz="2300">
                <a:solidFill>
                  <a:schemeClr val="tx2"/>
                </a:solidFill>
                <a:latin typeface="Gill Sans MT" panose="020B0502020104020203" pitchFamily="34" charset="0"/>
                <a:ea typeface="MS PGothic" panose="020B0600070205080204" pitchFamily="34" charset="-128"/>
              </a:defRPr>
            </a:lvl2pPr>
            <a:lvl3pPr marL="822325" indent="-228600">
              <a:spcBef>
                <a:spcPts val="500"/>
              </a:spcBef>
              <a:buClr>
                <a:srgbClr val="BCBCBC"/>
              </a:buClr>
              <a:buSzPct val="76000"/>
              <a:buFont typeface="Wingdings 3" panose="05040102010807070707" pitchFamily="18" charset="2"/>
              <a:buChar char=""/>
              <a:defRPr sz="20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</a:defRPr>
            </a:lvl3pPr>
            <a:lvl4pPr marL="1096963" indent="-228600">
              <a:spcBef>
                <a:spcPts val="400"/>
              </a:spcBef>
              <a:buClr>
                <a:srgbClr val="8BA2B4"/>
              </a:buClr>
              <a:buSzPct val="70000"/>
              <a:buFont typeface="Wingdings" panose="05000000000000000000" pitchFamily="2" charset="2"/>
              <a:buChar char=""/>
              <a:defRPr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</a:defRPr>
            </a:lvl4pPr>
            <a:lvl5pPr marL="1371600" indent="-228600">
              <a:spcBef>
                <a:spcPts val="3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"/>
              <a:defRPr sz="16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</a:defRPr>
            </a:lvl5pPr>
            <a:lvl6pPr marL="1828800" indent="-228600" eaLnBrk="0" fontAlgn="base" hangingPunct="0">
              <a:spcBef>
                <a:spcPts val="3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anose="05000000000000000000" pitchFamily="2" charset="2"/>
              <a:buChar char=""/>
              <a:defRPr sz="16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</a:defRPr>
            </a:lvl6pPr>
            <a:lvl7pPr marL="2286000" indent="-228600" eaLnBrk="0" fontAlgn="base" hangingPunct="0">
              <a:spcBef>
                <a:spcPts val="3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anose="05000000000000000000" pitchFamily="2" charset="2"/>
              <a:buChar char=""/>
              <a:defRPr sz="16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</a:defRPr>
            </a:lvl7pPr>
            <a:lvl8pPr marL="2743200" indent="-228600" eaLnBrk="0" fontAlgn="base" hangingPunct="0">
              <a:spcBef>
                <a:spcPts val="3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anose="05000000000000000000" pitchFamily="2" charset="2"/>
              <a:buChar char=""/>
              <a:defRPr sz="16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</a:defRPr>
            </a:lvl8pPr>
            <a:lvl9pPr marL="3200400" indent="-228600" eaLnBrk="0" fontAlgn="base" hangingPunct="0">
              <a:spcBef>
                <a:spcPts val="3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anose="05000000000000000000" pitchFamily="2" charset="2"/>
              <a:buChar char=""/>
              <a:defRPr sz="16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</a:defRPr>
            </a:lvl9pPr>
          </a:lstStyle>
          <a:p>
            <a:pPr marL="342900" marR="0" lvl="0" indent="-342900" algn="l" defTabSz="914400" rtl="0" eaLnBrk="1" fontAlgn="base" latinLnBrk="0" hangingPunct="1">
              <a:lnSpc>
                <a:spcPct val="90000"/>
              </a:lnSpc>
              <a:spcBef>
                <a:spcPts val="2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373D54"/>
                </a:solidFill>
                <a:effectLst/>
                <a:uLnTx/>
                <a:uFillTx/>
                <a:latin typeface="Courier New" panose="02070309020205020404" pitchFamily="49" charset="0"/>
                <a:ea typeface="MS PGothic" panose="020B0600070205080204" pitchFamily="34" charset="-128"/>
                <a:cs typeface="+mn-cs"/>
              </a:rPr>
              <a:t> enqueue</a:t>
            </a:r>
            <a:r>
              <a:rPr kumimoji="0" lang="en-US" altLang="en-US" sz="3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ea typeface="MS PGothic" panose="020B0600070205080204" pitchFamily="34" charset="-128"/>
                <a:cs typeface="+mn-cs"/>
              </a:rPr>
              <a:t>(x) {</a:t>
            </a:r>
          </a:p>
          <a:p>
            <a:pPr marL="342900" marR="0" lvl="0" indent="-342900" algn="l" defTabSz="914400" rtl="0" eaLnBrk="1" fontAlgn="base" latinLnBrk="0" hangingPunct="1">
              <a:lnSpc>
                <a:spcPct val="90000"/>
              </a:lnSpc>
              <a:spcBef>
                <a:spcPts val="2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ea typeface="MS PGothic" panose="020B0600070205080204" pitchFamily="34" charset="-128"/>
                <a:cs typeface="+mn-cs"/>
              </a:rPr>
              <a:t>   </a:t>
            </a:r>
            <a:r>
              <a:rPr kumimoji="0" lang="en-US" altLang="en-US" sz="36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ea typeface="MS PGothic" panose="020B0600070205080204" pitchFamily="34" charset="-128"/>
                <a:cs typeface="+mn-cs"/>
              </a:rPr>
              <a:t>back.next</a:t>
            </a:r>
            <a:r>
              <a:rPr kumimoji="0" lang="en-US" altLang="en-US" sz="3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ea typeface="MS PGothic" panose="020B0600070205080204" pitchFamily="34" charset="-128"/>
                <a:cs typeface="+mn-cs"/>
              </a:rPr>
              <a:t> = new Node(x);</a:t>
            </a:r>
          </a:p>
          <a:p>
            <a:pPr marL="342900" marR="0" lvl="0" indent="-342900" algn="l" defTabSz="914400" rtl="0" eaLnBrk="1" fontAlgn="base" latinLnBrk="0" hangingPunct="1">
              <a:lnSpc>
                <a:spcPct val="90000"/>
              </a:lnSpc>
              <a:spcBef>
                <a:spcPts val="2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ea typeface="MS PGothic" panose="020B0600070205080204" pitchFamily="34" charset="-128"/>
                <a:cs typeface="+mn-cs"/>
              </a:rPr>
              <a:t>   back = </a:t>
            </a:r>
            <a:r>
              <a:rPr kumimoji="0" lang="en-US" altLang="en-US" sz="3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ea typeface="MS PGothic" panose="020B0600070205080204" pitchFamily="34" charset="-128"/>
                <a:cs typeface="+mn-cs"/>
              </a:rPr>
              <a:t>back.next</a:t>
            </a:r>
            <a:r>
              <a:rPr kumimoji="0" lang="en-US" alt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ea typeface="MS PGothic" panose="020B0600070205080204" pitchFamily="34" charset="-128"/>
                <a:cs typeface="+mn-cs"/>
              </a:rPr>
              <a:t>;</a:t>
            </a:r>
            <a:r>
              <a:rPr kumimoji="0" lang="en-US" altLang="en-US" sz="3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ea typeface="MS PGothic" panose="020B0600070205080204" pitchFamily="34" charset="-128"/>
                <a:cs typeface="+mn-cs"/>
              </a:rPr>
              <a:t> </a:t>
            </a:r>
          </a:p>
          <a:p>
            <a:pPr marL="342900" marR="0" lvl="0" indent="-342900" algn="l" defTabSz="914400" rtl="0" eaLnBrk="1" fontAlgn="base" latinLnBrk="0" hangingPunct="1">
              <a:lnSpc>
                <a:spcPct val="90000"/>
              </a:lnSpc>
              <a:spcBef>
                <a:spcPts val="2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3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ea typeface="MS PGothic" panose="020B0600070205080204" pitchFamily="34" charset="-128"/>
                <a:cs typeface="+mn-cs"/>
              </a:rPr>
              <a:t> }</a:t>
            </a:r>
          </a:p>
          <a:p>
            <a:pPr algn="r">
              <a:lnSpc>
                <a:spcPct val="90000"/>
              </a:lnSpc>
              <a:spcBef>
                <a:spcPts val="200"/>
              </a:spcBef>
              <a:buClrTx/>
              <a:buSzTx/>
              <a:buNone/>
              <a:defRPr/>
            </a:pPr>
            <a:r>
              <a:rPr lang="en-US" altLang="en-US" sz="3600" dirty="0">
                <a:solidFill>
                  <a:srgbClr val="339933"/>
                </a:solidFill>
                <a:latin typeface="Courier New" panose="02070309020205020404" pitchFamily="49" charset="0"/>
              </a:rPr>
              <a:t>// Basic idea only!</a:t>
            </a:r>
          </a:p>
        </p:txBody>
      </p:sp>
    </p:spTree>
    <p:extLst>
      <p:ext uri="{BB962C8B-B14F-4D97-AF65-F5344CB8AC3E}">
        <p14:creationId xmlns:p14="http://schemas.microsoft.com/office/powerpoint/2010/main" val="1864693700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2" name="Rectangle 2"/>
          <p:cNvSpPr>
            <a:spLocks noGrp="1" noChangeArrowheads="1"/>
          </p:cNvSpPr>
          <p:nvPr>
            <p:ph type="title"/>
          </p:nvPr>
        </p:nvSpPr>
        <p:spPr>
          <a:xfrm>
            <a:off x="107504" y="152400"/>
            <a:ext cx="8350696" cy="1143000"/>
          </a:xfrm>
        </p:spPr>
        <p:txBody>
          <a:bodyPr/>
          <a:lstStyle/>
          <a:p>
            <a:r>
              <a:rPr lang="en-US" dirty="0"/>
              <a:t>Queue After Adding Green Element</a:t>
            </a:r>
          </a:p>
        </p:txBody>
      </p:sp>
      <p:sp>
        <p:nvSpPr>
          <p:cNvPr id="46115" name="Rectangle 3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rrowheads="1"/>
          </p:cNvSpPr>
          <p:nvPr/>
        </p:nvSpPr>
        <p:spPr bwMode="auto">
          <a:xfrm>
            <a:off x="8458200" y="495300"/>
            <a:ext cx="457200" cy="457200"/>
          </a:xfrm>
          <a:prstGeom prst="rect">
            <a:avLst/>
          </a:prstGeom>
          <a:solidFill>
            <a:schemeClr val="hlink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CA"/>
          </a:p>
        </p:txBody>
      </p:sp>
      <p:sp>
        <p:nvSpPr>
          <p:cNvPr id="46123" name="Text Box 43"/>
          <p:cNvSpPr txBox="1">
            <a:spLocks noChangeArrowheads="1"/>
          </p:cNvSpPr>
          <p:nvPr/>
        </p:nvSpPr>
        <p:spPr bwMode="auto">
          <a:xfrm>
            <a:off x="624143" y="1556355"/>
            <a:ext cx="8062657" cy="830997"/>
          </a:xfrm>
          <a:prstGeom prst="rect">
            <a:avLst/>
          </a:prstGeom>
          <a:solidFill>
            <a:schemeClr val="bg2"/>
          </a:solidFill>
          <a:ln w="38100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spcBef>
                <a:spcPct val="50000"/>
              </a:spcBef>
            </a:pPr>
            <a:r>
              <a:rPr lang="en-US" sz="2400" dirty="0"/>
              <a:t>New element is added in a node at the end of the list, </a:t>
            </a:r>
            <a:r>
              <a:rPr lang="en-US" sz="2400" dirty="0">
                <a:solidFill>
                  <a:schemeClr val="accent2"/>
                </a:solidFill>
              </a:rPr>
              <a:t>rear</a:t>
            </a:r>
            <a:r>
              <a:rPr lang="en-US" sz="2400" dirty="0"/>
              <a:t> points to the new node, and </a:t>
            </a:r>
            <a:r>
              <a:rPr lang="en-US" sz="2400" dirty="0">
                <a:solidFill>
                  <a:schemeClr val="accent2"/>
                </a:solidFill>
              </a:rPr>
              <a:t>count</a:t>
            </a:r>
            <a:r>
              <a:rPr lang="en-US" sz="2400" dirty="0"/>
              <a:t> is incremented</a:t>
            </a:r>
          </a:p>
        </p:txBody>
      </p:sp>
      <p:grpSp>
        <p:nvGrpSpPr>
          <p:cNvPr id="2" name="Group 1" descr="The list:&#10;yellow --&gt; red --&gt; cream --&gt; blue --&gt; green&#10;&#10;front --&gt; yellow&#10;rear --&gt; green&#10;count = 5&#10;&#10;front, rear, and count are encapsulated in a queue object, a reference to which is stored in variable q.&#10;This is a diagram of a singly linked list composed of nodes storing colored squares in this order: yellow, red, cream, blue, and green.&#10;&#10;There are Node variables front and rear that store references to the yellow node and green node, respectively. There is also a count variable that stores 5 currently.">
            <a:extLst>
              <a:ext uri="{FF2B5EF4-FFF2-40B4-BE49-F238E27FC236}">
                <a16:creationId xmlns:a16="http://schemas.microsoft.com/office/drawing/2014/main" id="{BC849080-99A0-54DE-FD72-728E656D4DBB}"/>
              </a:ext>
            </a:extLst>
          </p:cNvPr>
          <p:cNvGrpSpPr/>
          <p:nvPr/>
        </p:nvGrpSpPr>
        <p:grpSpPr>
          <a:xfrm>
            <a:off x="753865" y="2819400"/>
            <a:ext cx="7848351" cy="2759075"/>
            <a:chOff x="900113" y="2819400"/>
            <a:chExt cx="7848351" cy="2759075"/>
          </a:xfrm>
        </p:grpSpPr>
        <p:sp>
          <p:nvSpPr>
            <p:cNvPr id="46084" name="Rectangle 4"/>
            <p:cNvSpPr>
              <a:spLocks noChangeArrowheads="1"/>
            </p:cNvSpPr>
            <p:nvPr/>
          </p:nvSpPr>
          <p:spPr bwMode="auto">
            <a:xfrm>
              <a:off x="2209800" y="4724400"/>
              <a:ext cx="457200" cy="4572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46085" name="Text Box 5"/>
            <p:cNvSpPr txBox="1">
              <a:spLocks noChangeArrowheads="1"/>
            </p:cNvSpPr>
            <p:nvPr/>
          </p:nvSpPr>
          <p:spPr bwMode="auto">
            <a:xfrm>
              <a:off x="2133600" y="5181600"/>
              <a:ext cx="838200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b="0"/>
                <a:t>count</a:t>
              </a:r>
            </a:p>
          </p:txBody>
        </p:sp>
        <p:sp>
          <p:nvSpPr>
            <p:cNvPr id="46086" name="Text Box 6"/>
            <p:cNvSpPr txBox="1">
              <a:spLocks noChangeArrowheads="1"/>
            </p:cNvSpPr>
            <p:nvPr/>
          </p:nvSpPr>
          <p:spPr bwMode="auto">
            <a:xfrm>
              <a:off x="2286000" y="4800600"/>
              <a:ext cx="360363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>
                  <a:solidFill>
                    <a:schemeClr val="accent2"/>
                  </a:solidFill>
                </a:rPr>
                <a:t>5</a:t>
              </a:r>
            </a:p>
          </p:txBody>
        </p:sp>
        <p:sp>
          <p:nvSpPr>
            <p:cNvPr id="46087" name="Rectangle 7"/>
            <p:cNvSpPr>
              <a:spLocks noChangeArrowheads="1"/>
            </p:cNvSpPr>
            <p:nvPr/>
          </p:nvSpPr>
          <p:spPr bwMode="auto">
            <a:xfrm>
              <a:off x="1905000" y="2819400"/>
              <a:ext cx="1143000" cy="2743200"/>
            </a:xfrm>
            <a:prstGeom prst="rect">
              <a:avLst/>
            </a:prstGeom>
            <a:noFill/>
            <a:ln w="38100">
              <a:solidFill>
                <a:schemeClr val="accent2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46088" name="Text Box 8"/>
            <p:cNvSpPr txBox="1">
              <a:spLocks noChangeArrowheads="1"/>
            </p:cNvSpPr>
            <p:nvPr/>
          </p:nvSpPr>
          <p:spPr bwMode="auto">
            <a:xfrm>
              <a:off x="2133600" y="3429000"/>
              <a:ext cx="762000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b="0"/>
                <a:t>rear</a:t>
              </a:r>
            </a:p>
          </p:txBody>
        </p:sp>
        <p:sp>
          <p:nvSpPr>
            <p:cNvPr id="46089" name="Rectangle 9"/>
            <p:cNvSpPr>
              <a:spLocks noChangeArrowheads="1"/>
            </p:cNvSpPr>
            <p:nvPr/>
          </p:nvSpPr>
          <p:spPr bwMode="auto">
            <a:xfrm>
              <a:off x="2209800" y="2971800"/>
              <a:ext cx="457200" cy="4572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46090" name="Text Box 10"/>
            <p:cNvSpPr txBox="1">
              <a:spLocks noChangeArrowheads="1"/>
            </p:cNvSpPr>
            <p:nvPr/>
          </p:nvSpPr>
          <p:spPr bwMode="auto">
            <a:xfrm>
              <a:off x="2133600" y="4267200"/>
              <a:ext cx="762000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b="0"/>
                <a:t>front</a:t>
              </a:r>
            </a:p>
          </p:txBody>
        </p:sp>
        <p:sp>
          <p:nvSpPr>
            <p:cNvPr id="46091" name="Rectangle 11"/>
            <p:cNvSpPr>
              <a:spLocks noChangeArrowheads="1"/>
            </p:cNvSpPr>
            <p:nvPr/>
          </p:nvSpPr>
          <p:spPr bwMode="auto">
            <a:xfrm>
              <a:off x="2209800" y="3810000"/>
              <a:ext cx="457200" cy="4572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46092" name="Rectangle 12"/>
            <p:cNvSpPr>
              <a:spLocks noChangeArrowheads="1"/>
            </p:cNvSpPr>
            <p:nvPr/>
          </p:nvSpPr>
          <p:spPr bwMode="auto">
            <a:xfrm>
              <a:off x="3657600" y="4572000"/>
              <a:ext cx="457200" cy="457200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46093" name="Rectangle 13"/>
            <p:cNvSpPr>
              <a:spLocks noChangeArrowheads="1"/>
            </p:cNvSpPr>
            <p:nvPr/>
          </p:nvSpPr>
          <p:spPr bwMode="auto">
            <a:xfrm>
              <a:off x="3733800" y="3886200"/>
              <a:ext cx="304800" cy="3810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46094" name="Rectangle 14"/>
            <p:cNvSpPr>
              <a:spLocks noChangeArrowheads="1"/>
            </p:cNvSpPr>
            <p:nvPr/>
          </p:nvSpPr>
          <p:spPr bwMode="auto">
            <a:xfrm>
              <a:off x="4038600" y="3886200"/>
              <a:ext cx="304800" cy="3810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46095" name="Line 15"/>
            <p:cNvSpPr>
              <a:spLocks noChangeShapeType="1"/>
            </p:cNvSpPr>
            <p:nvPr/>
          </p:nvSpPr>
          <p:spPr bwMode="auto">
            <a:xfrm>
              <a:off x="3886200" y="4114800"/>
              <a:ext cx="0" cy="457200"/>
            </a:xfrm>
            <a:prstGeom prst="line">
              <a:avLst/>
            </a:prstGeom>
            <a:noFill/>
            <a:ln w="38100">
              <a:solidFill>
                <a:schemeClr val="hlink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CA"/>
            </a:p>
          </p:txBody>
        </p:sp>
        <p:sp>
          <p:nvSpPr>
            <p:cNvPr id="46096" name="Line 16"/>
            <p:cNvSpPr>
              <a:spLocks noChangeShapeType="1"/>
            </p:cNvSpPr>
            <p:nvPr/>
          </p:nvSpPr>
          <p:spPr bwMode="auto">
            <a:xfrm>
              <a:off x="2438400" y="4038600"/>
              <a:ext cx="1295400" cy="0"/>
            </a:xfrm>
            <a:prstGeom prst="line">
              <a:avLst/>
            </a:prstGeom>
            <a:noFill/>
            <a:ln w="38100">
              <a:solidFill>
                <a:schemeClr val="hlink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CA"/>
            </a:p>
          </p:txBody>
        </p:sp>
        <p:sp>
          <p:nvSpPr>
            <p:cNvPr id="46097" name="Rectangle 17"/>
            <p:cNvSpPr>
              <a:spLocks noChangeArrowheads="1"/>
            </p:cNvSpPr>
            <p:nvPr/>
          </p:nvSpPr>
          <p:spPr bwMode="auto">
            <a:xfrm>
              <a:off x="4648200" y="4572000"/>
              <a:ext cx="457200" cy="457200"/>
            </a:xfrm>
            <a:prstGeom prst="rect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46098" name="Rectangle 18"/>
            <p:cNvSpPr>
              <a:spLocks noChangeArrowheads="1"/>
            </p:cNvSpPr>
            <p:nvPr/>
          </p:nvSpPr>
          <p:spPr bwMode="auto">
            <a:xfrm>
              <a:off x="4724400" y="3886200"/>
              <a:ext cx="304800" cy="3810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46099" name="Rectangle 19"/>
            <p:cNvSpPr>
              <a:spLocks noChangeArrowheads="1"/>
            </p:cNvSpPr>
            <p:nvPr/>
          </p:nvSpPr>
          <p:spPr bwMode="auto">
            <a:xfrm>
              <a:off x="5029200" y="3886200"/>
              <a:ext cx="304800" cy="3810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46100" name="Line 20"/>
            <p:cNvSpPr>
              <a:spLocks noChangeShapeType="1"/>
            </p:cNvSpPr>
            <p:nvPr/>
          </p:nvSpPr>
          <p:spPr bwMode="auto">
            <a:xfrm>
              <a:off x="4876800" y="4114800"/>
              <a:ext cx="0" cy="457200"/>
            </a:xfrm>
            <a:prstGeom prst="line">
              <a:avLst/>
            </a:prstGeom>
            <a:noFill/>
            <a:ln w="38100">
              <a:solidFill>
                <a:schemeClr val="hlink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CA"/>
            </a:p>
          </p:txBody>
        </p:sp>
        <p:sp>
          <p:nvSpPr>
            <p:cNvPr id="46101" name="Rectangle 21"/>
            <p:cNvSpPr>
              <a:spLocks noChangeArrowheads="1"/>
            </p:cNvSpPr>
            <p:nvPr/>
          </p:nvSpPr>
          <p:spPr bwMode="auto">
            <a:xfrm>
              <a:off x="5638800" y="4572000"/>
              <a:ext cx="457200" cy="457200"/>
            </a:xfrm>
            <a:prstGeom prst="rect">
              <a:avLst/>
            </a:prstGeom>
            <a:solidFill>
              <a:schemeClr val="bg2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46102" name="Rectangle 22"/>
            <p:cNvSpPr>
              <a:spLocks noChangeArrowheads="1"/>
            </p:cNvSpPr>
            <p:nvPr/>
          </p:nvSpPr>
          <p:spPr bwMode="auto">
            <a:xfrm>
              <a:off x="5715000" y="3886200"/>
              <a:ext cx="304800" cy="3810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46103" name="Rectangle 23"/>
            <p:cNvSpPr>
              <a:spLocks noChangeArrowheads="1"/>
            </p:cNvSpPr>
            <p:nvPr/>
          </p:nvSpPr>
          <p:spPr bwMode="auto">
            <a:xfrm>
              <a:off x="6019800" y="3886200"/>
              <a:ext cx="304800" cy="3810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46104" name="Line 24"/>
            <p:cNvSpPr>
              <a:spLocks noChangeShapeType="1"/>
            </p:cNvSpPr>
            <p:nvPr/>
          </p:nvSpPr>
          <p:spPr bwMode="auto">
            <a:xfrm>
              <a:off x="5867400" y="4114800"/>
              <a:ext cx="0" cy="457200"/>
            </a:xfrm>
            <a:prstGeom prst="line">
              <a:avLst/>
            </a:prstGeom>
            <a:noFill/>
            <a:ln w="38100">
              <a:solidFill>
                <a:schemeClr val="hlink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CA"/>
            </a:p>
          </p:txBody>
        </p:sp>
        <p:sp>
          <p:nvSpPr>
            <p:cNvPr id="46105" name="Line 25"/>
            <p:cNvSpPr>
              <a:spLocks noChangeShapeType="1"/>
            </p:cNvSpPr>
            <p:nvPr/>
          </p:nvSpPr>
          <p:spPr bwMode="auto">
            <a:xfrm>
              <a:off x="4191000" y="4038600"/>
              <a:ext cx="533400" cy="0"/>
            </a:xfrm>
            <a:prstGeom prst="line">
              <a:avLst/>
            </a:prstGeom>
            <a:noFill/>
            <a:ln w="38100">
              <a:solidFill>
                <a:schemeClr val="hlink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CA"/>
            </a:p>
          </p:txBody>
        </p:sp>
        <p:sp>
          <p:nvSpPr>
            <p:cNvPr id="46106" name="Line 26"/>
            <p:cNvSpPr>
              <a:spLocks noChangeShapeType="1"/>
            </p:cNvSpPr>
            <p:nvPr/>
          </p:nvSpPr>
          <p:spPr bwMode="auto">
            <a:xfrm>
              <a:off x="5181600" y="4038600"/>
              <a:ext cx="533400" cy="0"/>
            </a:xfrm>
            <a:prstGeom prst="line">
              <a:avLst/>
            </a:prstGeom>
            <a:noFill/>
            <a:ln w="38100">
              <a:solidFill>
                <a:schemeClr val="hlink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CA"/>
            </a:p>
          </p:txBody>
        </p:sp>
        <p:sp>
          <p:nvSpPr>
            <p:cNvPr id="46107" name="Rectangle 27"/>
            <p:cNvSpPr>
              <a:spLocks noChangeArrowheads="1"/>
            </p:cNvSpPr>
            <p:nvPr/>
          </p:nvSpPr>
          <p:spPr bwMode="auto">
            <a:xfrm>
              <a:off x="6629400" y="4572000"/>
              <a:ext cx="457200" cy="457200"/>
            </a:xfrm>
            <a:prstGeom prst="rect">
              <a:avLst/>
            </a:prstGeom>
            <a:solidFill>
              <a:schemeClr val="tx2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46108" name="Rectangle 28"/>
            <p:cNvSpPr>
              <a:spLocks noChangeArrowheads="1"/>
            </p:cNvSpPr>
            <p:nvPr/>
          </p:nvSpPr>
          <p:spPr bwMode="auto">
            <a:xfrm>
              <a:off x="6705600" y="3886200"/>
              <a:ext cx="304800" cy="3810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46109" name="Rectangle 29"/>
            <p:cNvSpPr>
              <a:spLocks noChangeArrowheads="1"/>
            </p:cNvSpPr>
            <p:nvPr/>
          </p:nvSpPr>
          <p:spPr bwMode="auto">
            <a:xfrm>
              <a:off x="7010400" y="3886200"/>
              <a:ext cx="304800" cy="3810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46111" name="Line 31"/>
            <p:cNvSpPr>
              <a:spLocks noChangeShapeType="1"/>
            </p:cNvSpPr>
            <p:nvPr/>
          </p:nvSpPr>
          <p:spPr bwMode="auto">
            <a:xfrm>
              <a:off x="6172200" y="4038600"/>
              <a:ext cx="533400" cy="0"/>
            </a:xfrm>
            <a:prstGeom prst="line">
              <a:avLst/>
            </a:prstGeom>
            <a:noFill/>
            <a:ln w="38100">
              <a:solidFill>
                <a:schemeClr val="hlink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CA"/>
            </a:p>
          </p:txBody>
        </p:sp>
        <p:sp>
          <p:nvSpPr>
            <p:cNvPr id="46112" name="Line 32"/>
            <p:cNvSpPr>
              <a:spLocks noChangeShapeType="1"/>
            </p:cNvSpPr>
            <p:nvPr/>
          </p:nvSpPr>
          <p:spPr bwMode="auto">
            <a:xfrm>
              <a:off x="6858000" y="4114800"/>
              <a:ext cx="0" cy="457200"/>
            </a:xfrm>
            <a:prstGeom prst="line">
              <a:avLst/>
            </a:prstGeom>
            <a:noFill/>
            <a:ln w="38100">
              <a:solidFill>
                <a:schemeClr val="hlink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CA"/>
            </a:p>
          </p:txBody>
        </p:sp>
        <p:sp>
          <p:nvSpPr>
            <p:cNvPr id="46116" name="Rectangle 36"/>
            <p:cNvSpPr>
              <a:spLocks noChangeArrowheads="1"/>
            </p:cNvSpPr>
            <p:nvPr/>
          </p:nvSpPr>
          <p:spPr bwMode="auto">
            <a:xfrm>
              <a:off x="7620000" y="4572000"/>
              <a:ext cx="457200" cy="457200"/>
            </a:xfrm>
            <a:prstGeom prst="rect">
              <a:avLst/>
            </a:prstGeom>
            <a:solidFill>
              <a:schemeClr val="hlink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46117" name="Rectangle 37"/>
            <p:cNvSpPr>
              <a:spLocks noChangeArrowheads="1"/>
            </p:cNvSpPr>
            <p:nvPr/>
          </p:nvSpPr>
          <p:spPr bwMode="auto">
            <a:xfrm>
              <a:off x="7696200" y="3886200"/>
              <a:ext cx="304800" cy="3810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46118" name="Rectangle 38"/>
            <p:cNvSpPr>
              <a:spLocks noChangeArrowheads="1"/>
            </p:cNvSpPr>
            <p:nvPr/>
          </p:nvSpPr>
          <p:spPr bwMode="auto">
            <a:xfrm>
              <a:off x="8001000" y="3886200"/>
              <a:ext cx="304800" cy="3810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46120" name="Line 40"/>
            <p:cNvSpPr>
              <a:spLocks noChangeShapeType="1"/>
            </p:cNvSpPr>
            <p:nvPr/>
          </p:nvSpPr>
          <p:spPr bwMode="auto">
            <a:xfrm>
              <a:off x="7162800" y="4038600"/>
              <a:ext cx="533400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CA"/>
            </a:p>
          </p:txBody>
        </p:sp>
        <p:sp>
          <p:nvSpPr>
            <p:cNvPr id="46121" name="Line 41"/>
            <p:cNvSpPr>
              <a:spLocks noChangeShapeType="1"/>
            </p:cNvSpPr>
            <p:nvPr/>
          </p:nvSpPr>
          <p:spPr bwMode="auto">
            <a:xfrm>
              <a:off x="7848600" y="4114800"/>
              <a:ext cx="0" cy="457200"/>
            </a:xfrm>
            <a:prstGeom prst="line">
              <a:avLst/>
            </a:prstGeom>
            <a:noFill/>
            <a:ln w="38100">
              <a:solidFill>
                <a:schemeClr val="hlink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CA"/>
            </a:p>
          </p:txBody>
        </p:sp>
        <p:sp>
          <p:nvSpPr>
            <p:cNvPr id="46122" name="Freeform 42"/>
            <p:cNvSpPr>
              <a:spLocks/>
            </p:cNvSpPr>
            <p:nvPr/>
          </p:nvSpPr>
          <p:spPr bwMode="auto">
            <a:xfrm>
              <a:off x="2438400" y="3086100"/>
              <a:ext cx="5410200" cy="800100"/>
            </a:xfrm>
            <a:custGeom>
              <a:avLst/>
              <a:gdLst/>
              <a:ahLst/>
              <a:cxnLst>
                <a:cxn ang="0">
                  <a:pos x="0" y="72"/>
                </a:cxn>
                <a:cxn ang="0">
                  <a:pos x="2640" y="72"/>
                </a:cxn>
                <a:cxn ang="0">
                  <a:pos x="3408" y="504"/>
                </a:cxn>
              </a:cxnLst>
              <a:rect l="0" t="0" r="r" b="b"/>
              <a:pathLst>
                <a:path w="3408" h="504">
                  <a:moveTo>
                    <a:pt x="0" y="72"/>
                  </a:moveTo>
                  <a:cubicBezTo>
                    <a:pt x="1036" y="36"/>
                    <a:pt x="2072" y="0"/>
                    <a:pt x="2640" y="72"/>
                  </a:cubicBezTo>
                  <a:cubicBezTo>
                    <a:pt x="3208" y="144"/>
                    <a:pt x="3308" y="324"/>
                    <a:pt x="3408" y="504"/>
                  </a:cubicBezTo>
                </a:path>
              </a:pathLst>
            </a:custGeom>
            <a:noFill/>
            <a:ln w="3810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  <p:txBody>
            <a:bodyPr/>
            <a:lstStyle/>
            <a:p>
              <a:endParaRPr lang="en-CA"/>
            </a:p>
          </p:txBody>
        </p:sp>
        <p:sp>
          <p:nvSpPr>
            <p:cNvPr id="46126" name="Text Box 46"/>
            <p:cNvSpPr txBox="1">
              <a:spLocks noChangeArrowheads="1"/>
            </p:cNvSpPr>
            <p:nvPr/>
          </p:nvSpPr>
          <p:spPr bwMode="auto">
            <a:xfrm>
              <a:off x="900113" y="3860800"/>
              <a:ext cx="457200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 eaLnBrk="0" hangingPunct="0">
                <a:spcBef>
                  <a:spcPct val="50000"/>
                </a:spcBef>
              </a:pPr>
              <a:r>
                <a:rPr lang="en-US">
                  <a:solidFill>
                    <a:schemeClr val="accent2"/>
                  </a:solidFill>
                </a:rPr>
                <a:t>q</a:t>
              </a:r>
            </a:p>
          </p:txBody>
        </p:sp>
        <p:sp>
          <p:nvSpPr>
            <p:cNvPr id="46127" name="Rectangle 47"/>
            <p:cNvSpPr>
              <a:spLocks noChangeArrowheads="1"/>
            </p:cNvSpPr>
            <p:nvPr/>
          </p:nvSpPr>
          <p:spPr bwMode="auto">
            <a:xfrm>
              <a:off x="1204913" y="3860800"/>
              <a:ext cx="457200" cy="4572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46128" name="Line 48"/>
            <p:cNvSpPr>
              <a:spLocks noChangeShapeType="1"/>
            </p:cNvSpPr>
            <p:nvPr/>
          </p:nvSpPr>
          <p:spPr bwMode="auto">
            <a:xfrm>
              <a:off x="1433513" y="4089400"/>
              <a:ext cx="457200" cy="0"/>
            </a:xfrm>
            <a:prstGeom prst="line">
              <a:avLst/>
            </a:prstGeom>
            <a:noFill/>
            <a:ln w="38100">
              <a:solidFill>
                <a:srgbClr val="339966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CA"/>
            </a:p>
          </p:txBody>
        </p:sp>
        <p:cxnSp>
          <p:nvCxnSpPr>
            <p:cNvPr id="46" name="Straight Connector 45"/>
            <p:cNvCxnSpPr/>
            <p:nvPr/>
          </p:nvCxnSpPr>
          <p:spPr bwMode="auto">
            <a:xfrm>
              <a:off x="8100392" y="4077072"/>
              <a:ext cx="504056" cy="0"/>
            </a:xfrm>
            <a:prstGeom prst="line">
              <a:avLst/>
            </a:prstGeom>
            <a:noFill/>
            <a:ln w="38100" cap="flat" cmpd="sng" algn="ctr">
              <a:solidFill>
                <a:schemeClr val="hlink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47" name="Straight Connector 46"/>
            <p:cNvCxnSpPr/>
            <p:nvPr/>
          </p:nvCxnSpPr>
          <p:spPr bwMode="auto">
            <a:xfrm>
              <a:off x="8604448" y="4077072"/>
              <a:ext cx="0" cy="216024"/>
            </a:xfrm>
            <a:prstGeom prst="line">
              <a:avLst/>
            </a:prstGeom>
            <a:noFill/>
            <a:ln w="38100" cap="flat" cmpd="sng" algn="ctr">
              <a:solidFill>
                <a:schemeClr val="hlink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48" name="Straight Connector 47"/>
            <p:cNvCxnSpPr/>
            <p:nvPr/>
          </p:nvCxnSpPr>
          <p:spPr bwMode="auto">
            <a:xfrm>
              <a:off x="8460432" y="4293096"/>
              <a:ext cx="288032" cy="0"/>
            </a:xfrm>
            <a:prstGeom prst="line">
              <a:avLst/>
            </a:prstGeom>
            <a:noFill/>
            <a:ln w="38100" cap="flat" cmpd="sng" algn="ctr">
              <a:solidFill>
                <a:schemeClr val="hlink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Title 1">
            <a:extLst>
              <a:ext uri="{FF2B5EF4-FFF2-40B4-BE49-F238E27FC236}">
                <a16:creationId xmlns:a16="http://schemas.microsoft.com/office/drawing/2014/main" id="{AD6FF20E-A64C-802C-FC04-F1D7E4B0E3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/>
              <a:t>Linked List Queue</a:t>
            </a:r>
          </a:p>
        </p:txBody>
      </p:sp>
      <p:grpSp>
        <p:nvGrpSpPr>
          <p:cNvPr id="2" name="Group 35" descr="front --&gt; b --&gt; c --&gt; d --&gt; e --&gt; f&#10;back --&gt; f&#10;&#10;This is a diagram of a singly linked list composed of nodes storing the values b, c, d, e, and f.&#10;&#10;There are Node variables front and back that store references to the b node and f node, respectively.">
            <a:extLst>
              <a:ext uri="{FF2B5EF4-FFF2-40B4-BE49-F238E27FC236}">
                <a16:creationId xmlns:a16="http://schemas.microsoft.com/office/drawing/2014/main" id="{202AF3A1-0EF0-7779-6805-0B7286A7CD78}"/>
              </a:ext>
            </a:extLst>
          </p:cNvPr>
          <p:cNvGrpSpPr>
            <a:grpSpLocks/>
          </p:cNvGrpSpPr>
          <p:nvPr/>
        </p:nvGrpSpPr>
        <p:grpSpPr bwMode="auto">
          <a:xfrm>
            <a:off x="323528" y="1340768"/>
            <a:ext cx="8400933" cy="1800200"/>
            <a:chOff x="1752600" y="1295400"/>
            <a:chExt cx="5334000" cy="1143000"/>
          </a:xfrm>
        </p:grpSpPr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1102872D-9C27-202C-340B-A5D3F81B0A0A}"/>
                </a:ext>
              </a:extLst>
            </p:cNvPr>
            <p:cNvSpPr/>
            <p:nvPr/>
          </p:nvSpPr>
          <p:spPr bwMode="auto">
            <a:xfrm>
              <a:off x="1752600" y="1295400"/>
              <a:ext cx="5334000" cy="11430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itchFamily="18" charset="0"/>
                <a:ea typeface="MS PGothic" panose="020B0600070205080204" pitchFamily="34" charset="-128"/>
                <a:cs typeface="+mn-cs"/>
              </a:endParaRPr>
            </a:p>
          </p:txBody>
        </p:sp>
        <p:grpSp>
          <p:nvGrpSpPr>
            <p:cNvPr id="15368" name="Group 29">
              <a:extLst>
                <a:ext uri="{FF2B5EF4-FFF2-40B4-BE49-F238E27FC236}">
                  <a16:creationId xmlns:a16="http://schemas.microsoft.com/office/drawing/2014/main" id="{0C18A747-0281-C24C-AA13-C68689863E7F}"/>
                </a:ext>
              </a:extLst>
            </p:cNvPr>
            <p:cNvGrpSpPr>
              <a:grpSpLocks/>
            </p:cNvGrpSpPr>
            <p:nvPr>
              <p:custDataLst>
                <p:tags r:id="rId2"/>
              </p:custDataLst>
            </p:nvPr>
          </p:nvGrpSpPr>
          <p:grpSpPr bwMode="auto">
            <a:xfrm>
              <a:off x="1905000" y="1371600"/>
              <a:ext cx="4800600" cy="977900"/>
              <a:chOff x="1200" y="1190"/>
              <a:chExt cx="3024" cy="616"/>
            </a:xfrm>
          </p:grpSpPr>
          <p:sp>
            <p:nvSpPr>
              <p:cNvPr id="15369" name="Rectangle 3">
                <a:extLst>
                  <a:ext uri="{FF2B5EF4-FFF2-40B4-BE49-F238E27FC236}">
                    <a16:creationId xmlns:a16="http://schemas.microsoft.com/office/drawing/2014/main" id="{08AE3D8C-D8E2-2F0C-0D6D-331319F3DAEE}"/>
                  </a:ext>
                </a:extLst>
              </p:cNvPr>
              <p:cNvSpPr>
                <a:spLocks noChangeArrowheads="1"/>
              </p:cNvSpPr>
              <p:nvPr>
                <p:custDataLst>
                  <p:tags r:id="rId3"/>
                </p:custDataLst>
              </p:nvPr>
            </p:nvSpPr>
            <p:spPr bwMode="auto">
              <a:xfrm>
                <a:off x="1344" y="1190"/>
                <a:ext cx="192" cy="192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spcBef>
                    <a:spcPts val="600"/>
                  </a:spcBef>
                  <a:buClr>
                    <a:schemeClr val="accent1"/>
                  </a:buClr>
                  <a:buSzPct val="76000"/>
                  <a:buFont typeface="Wingdings 3" panose="05040102010807070707" pitchFamily="18" charset="2"/>
                  <a:buChar char=""/>
                  <a:defRPr sz="2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1pPr>
                <a:lvl2pPr marL="37931725" indent="-37474525">
                  <a:spcBef>
                    <a:spcPts val="500"/>
                  </a:spcBef>
                  <a:buClr>
                    <a:schemeClr val="accent2"/>
                  </a:buClr>
                  <a:buSzPct val="76000"/>
                  <a:buFont typeface="Wingdings 3" panose="05040102010807070707" pitchFamily="18" charset="2"/>
                  <a:buChar char=""/>
                  <a:defRPr sz="2300">
                    <a:solidFill>
                      <a:schemeClr val="tx2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2pPr>
                <a:lvl3pPr marL="822325" indent="-228600">
                  <a:spcBef>
                    <a:spcPts val="500"/>
                  </a:spcBef>
                  <a:buClr>
                    <a:srgbClr val="BCBCBC"/>
                  </a:buClr>
                  <a:buSzPct val="76000"/>
                  <a:buFont typeface="Wingdings 3" panose="05040102010807070707" pitchFamily="18" charset="2"/>
                  <a:buChar char=""/>
                  <a:defRPr sz="20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3pPr>
                <a:lvl4pPr marL="1096963" indent="-228600">
                  <a:spcBef>
                    <a:spcPts val="400"/>
                  </a:spcBef>
                  <a:buClr>
                    <a:srgbClr val="8BA2B4"/>
                  </a:buClr>
                  <a:buSzPct val="70000"/>
                  <a:buFont typeface="Wingdings" panose="05000000000000000000" pitchFamily="2" charset="2"/>
                  <a:buChar char=""/>
                  <a:defRPr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4pPr>
                <a:lvl5pPr marL="1371600" indent="-228600">
                  <a:spcBef>
                    <a:spcPts val="3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5pPr>
                <a:lvl6pPr marL="1828800" indent="-228600" defTabSz="45720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6pPr>
                <a:lvl7pPr marL="2286000" indent="-228600" defTabSz="45720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7pPr>
                <a:lvl8pPr marL="2743200" indent="-228600" defTabSz="45720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8pPr>
                <a:lvl9pPr marL="3200400" indent="-228600" defTabSz="45720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9pPr>
              </a:lstStyle>
              <a:p>
                <a:pPr marL="0" marR="0" lvl="0" indent="0" algn="ctr" defTabSz="4572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MS PGothic" panose="020B0600070205080204" pitchFamily="34" charset="-128"/>
                    <a:cs typeface="+mn-cs"/>
                  </a:rPr>
                  <a:t>b</a:t>
                </a:r>
              </a:p>
            </p:txBody>
          </p:sp>
          <p:sp>
            <p:nvSpPr>
              <p:cNvPr id="15370" name="Rectangle 4">
                <a:extLst>
                  <a:ext uri="{FF2B5EF4-FFF2-40B4-BE49-F238E27FC236}">
                    <a16:creationId xmlns:a16="http://schemas.microsoft.com/office/drawing/2014/main" id="{799013B9-D547-1F12-CB76-5CD030F54C38}"/>
                  </a:ext>
                </a:extLst>
              </p:cNvPr>
              <p:cNvSpPr>
                <a:spLocks noChangeArrowheads="1"/>
              </p:cNvSpPr>
              <p:nvPr>
                <p:custDataLst>
                  <p:tags r:id="rId4"/>
                </p:custDataLst>
              </p:nvPr>
            </p:nvSpPr>
            <p:spPr bwMode="auto">
              <a:xfrm>
                <a:off x="1536" y="1190"/>
                <a:ext cx="192" cy="192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spcBef>
                    <a:spcPts val="600"/>
                  </a:spcBef>
                  <a:buClr>
                    <a:schemeClr val="accent1"/>
                  </a:buClr>
                  <a:buSzPct val="76000"/>
                  <a:buFont typeface="Wingdings 3" panose="05040102010807070707" pitchFamily="18" charset="2"/>
                  <a:buChar char=""/>
                  <a:defRPr sz="2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1pPr>
                <a:lvl2pPr marL="37931725" indent="-37474525">
                  <a:spcBef>
                    <a:spcPts val="500"/>
                  </a:spcBef>
                  <a:buClr>
                    <a:schemeClr val="accent2"/>
                  </a:buClr>
                  <a:buSzPct val="76000"/>
                  <a:buFont typeface="Wingdings 3" panose="05040102010807070707" pitchFamily="18" charset="2"/>
                  <a:buChar char=""/>
                  <a:defRPr sz="2300">
                    <a:solidFill>
                      <a:schemeClr val="tx2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2pPr>
                <a:lvl3pPr marL="822325" indent="-228600">
                  <a:spcBef>
                    <a:spcPts val="500"/>
                  </a:spcBef>
                  <a:buClr>
                    <a:srgbClr val="BCBCBC"/>
                  </a:buClr>
                  <a:buSzPct val="76000"/>
                  <a:buFont typeface="Wingdings 3" panose="05040102010807070707" pitchFamily="18" charset="2"/>
                  <a:buChar char=""/>
                  <a:defRPr sz="20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3pPr>
                <a:lvl4pPr marL="1096963" indent="-228600">
                  <a:spcBef>
                    <a:spcPts val="400"/>
                  </a:spcBef>
                  <a:buClr>
                    <a:srgbClr val="8BA2B4"/>
                  </a:buClr>
                  <a:buSzPct val="70000"/>
                  <a:buFont typeface="Wingdings" panose="05000000000000000000" pitchFamily="2" charset="2"/>
                  <a:buChar char=""/>
                  <a:defRPr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4pPr>
                <a:lvl5pPr marL="1371600" indent="-228600">
                  <a:spcBef>
                    <a:spcPts val="3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5pPr>
                <a:lvl6pPr marL="1828800" indent="-228600" defTabSz="45720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6pPr>
                <a:lvl7pPr marL="2286000" indent="-228600" defTabSz="45720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7pPr>
                <a:lvl8pPr marL="2743200" indent="-228600" defTabSz="45720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8pPr>
                <a:lvl9pPr marL="3200400" indent="-228600" defTabSz="45720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9pPr>
              </a:lstStyle>
              <a:p>
                <a:pPr marL="0" marR="0" lvl="0" indent="0" algn="l" defTabSz="4572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MS PGothic" panose="020B0600070205080204" pitchFamily="34" charset="-128"/>
                  <a:cs typeface="+mn-cs"/>
                </a:endParaRPr>
              </a:p>
            </p:txBody>
          </p:sp>
          <p:sp>
            <p:nvSpPr>
              <p:cNvPr id="15371" name="Rectangle 5">
                <a:extLst>
                  <a:ext uri="{FF2B5EF4-FFF2-40B4-BE49-F238E27FC236}">
                    <a16:creationId xmlns:a16="http://schemas.microsoft.com/office/drawing/2014/main" id="{2BF43EE0-8510-845D-92D9-EB8B6F2A5EDC}"/>
                  </a:ext>
                </a:extLst>
              </p:cNvPr>
              <p:cNvSpPr>
                <a:spLocks noChangeArrowheads="1"/>
              </p:cNvSpPr>
              <p:nvPr>
                <p:custDataLst>
                  <p:tags r:id="rId5"/>
                </p:custDataLst>
              </p:nvPr>
            </p:nvSpPr>
            <p:spPr bwMode="auto">
              <a:xfrm>
                <a:off x="1440" y="1190"/>
                <a:ext cx="192" cy="19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spcBef>
                    <a:spcPts val="600"/>
                  </a:spcBef>
                  <a:buClr>
                    <a:schemeClr val="accent1"/>
                  </a:buClr>
                  <a:buSzPct val="76000"/>
                  <a:buFont typeface="Wingdings 3" panose="05040102010807070707" pitchFamily="18" charset="2"/>
                  <a:buChar char=""/>
                  <a:defRPr sz="2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1pPr>
                <a:lvl2pPr marL="37931725" indent="-37474525">
                  <a:spcBef>
                    <a:spcPts val="500"/>
                  </a:spcBef>
                  <a:buClr>
                    <a:schemeClr val="accent2"/>
                  </a:buClr>
                  <a:buSzPct val="76000"/>
                  <a:buFont typeface="Wingdings 3" panose="05040102010807070707" pitchFamily="18" charset="2"/>
                  <a:buChar char=""/>
                  <a:defRPr sz="2300">
                    <a:solidFill>
                      <a:schemeClr val="tx2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2pPr>
                <a:lvl3pPr marL="822325" indent="-228600">
                  <a:spcBef>
                    <a:spcPts val="500"/>
                  </a:spcBef>
                  <a:buClr>
                    <a:srgbClr val="BCBCBC"/>
                  </a:buClr>
                  <a:buSzPct val="76000"/>
                  <a:buFont typeface="Wingdings 3" panose="05040102010807070707" pitchFamily="18" charset="2"/>
                  <a:buChar char=""/>
                  <a:defRPr sz="20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3pPr>
                <a:lvl4pPr marL="1096963" indent="-228600">
                  <a:spcBef>
                    <a:spcPts val="400"/>
                  </a:spcBef>
                  <a:buClr>
                    <a:srgbClr val="8BA2B4"/>
                  </a:buClr>
                  <a:buSzPct val="70000"/>
                  <a:buFont typeface="Wingdings" panose="05000000000000000000" pitchFamily="2" charset="2"/>
                  <a:buChar char=""/>
                  <a:defRPr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4pPr>
                <a:lvl5pPr marL="1371600" indent="-228600">
                  <a:spcBef>
                    <a:spcPts val="3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5pPr>
                <a:lvl6pPr marL="1828800" indent="-228600" defTabSz="45720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6pPr>
                <a:lvl7pPr marL="2286000" indent="-228600" defTabSz="45720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7pPr>
                <a:lvl8pPr marL="2743200" indent="-228600" defTabSz="45720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8pPr>
                <a:lvl9pPr marL="3200400" indent="-228600" defTabSz="45720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9pPr>
              </a:lstStyle>
              <a:p>
                <a:pPr marL="0" marR="0" lvl="0" indent="0" algn="l" defTabSz="4572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MS PGothic" panose="020B0600070205080204" pitchFamily="34" charset="-128"/>
                  <a:cs typeface="+mn-cs"/>
                </a:endParaRPr>
              </a:p>
            </p:txBody>
          </p:sp>
          <p:sp>
            <p:nvSpPr>
              <p:cNvPr id="15372" name="Rectangle 6">
                <a:extLst>
                  <a:ext uri="{FF2B5EF4-FFF2-40B4-BE49-F238E27FC236}">
                    <a16:creationId xmlns:a16="http://schemas.microsoft.com/office/drawing/2014/main" id="{A3506637-2A58-8248-2A94-323411C00B4D}"/>
                  </a:ext>
                </a:extLst>
              </p:cNvPr>
              <p:cNvSpPr>
                <a:spLocks noChangeArrowheads="1"/>
              </p:cNvSpPr>
              <p:nvPr>
                <p:custDataLst>
                  <p:tags r:id="rId6"/>
                </p:custDataLst>
              </p:nvPr>
            </p:nvSpPr>
            <p:spPr bwMode="auto">
              <a:xfrm>
                <a:off x="1968" y="1190"/>
                <a:ext cx="192" cy="192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spcBef>
                    <a:spcPts val="600"/>
                  </a:spcBef>
                  <a:buClr>
                    <a:schemeClr val="accent1"/>
                  </a:buClr>
                  <a:buSzPct val="76000"/>
                  <a:buFont typeface="Wingdings 3" panose="05040102010807070707" pitchFamily="18" charset="2"/>
                  <a:buChar char=""/>
                  <a:defRPr sz="2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1pPr>
                <a:lvl2pPr marL="37931725" indent="-37474525">
                  <a:spcBef>
                    <a:spcPts val="500"/>
                  </a:spcBef>
                  <a:buClr>
                    <a:schemeClr val="accent2"/>
                  </a:buClr>
                  <a:buSzPct val="76000"/>
                  <a:buFont typeface="Wingdings 3" panose="05040102010807070707" pitchFamily="18" charset="2"/>
                  <a:buChar char=""/>
                  <a:defRPr sz="2300">
                    <a:solidFill>
                      <a:schemeClr val="tx2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2pPr>
                <a:lvl3pPr marL="822325" indent="-228600">
                  <a:spcBef>
                    <a:spcPts val="500"/>
                  </a:spcBef>
                  <a:buClr>
                    <a:srgbClr val="BCBCBC"/>
                  </a:buClr>
                  <a:buSzPct val="76000"/>
                  <a:buFont typeface="Wingdings 3" panose="05040102010807070707" pitchFamily="18" charset="2"/>
                  <a:buChar char=""/>
                  <a:defRPr sz="20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3pPr>
                <a:lvl4pPr marL="1096963" indent="-228600">
                  <a:spcBef>
                    <a:spcPts val="400"/>
                  </a:spcBef>
                  <a:buClr>
                    <a:srgbClr val="8BA2B4"/>
                  </a:buClr>
                  <a:buSzPct val="70000"/>
                  <a:buFont typeface="Wingdings" panose="05000000000000000000" pitchFamily="2" charset="2"/>
                  <a:buChar char=""/>
                  <a:defRPr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4pPr>
                <a:lvl5pPr marL="1371600" indent="-228600">
                  <a:spcBef>
                    <a:spcPts val="3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5pPr>
                <a:lvl6pPr marL="1828800" indent="-228600" defTabSz="45720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6pPr>
                <a:lvl7pPr marL="2286000" indent="-228600" defTabSz="45720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7pPr>
                <a:lvl8pPr marL="2743200" indent="-228600" defTabSz="45720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8pPr>
                <a:lvl9pPr marL="3200400" indent="-228600" defTabSz="45720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9pPr>
              </a:lstStyle>
              <a:p>
                <a:pPr marL="0" marR="0" lvl="0" indent="0" algn="ctr" defTabSz="4572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MS PGothic" panose="020B0600070205080204" pitchFamily="34" charset="-128"/>
                    <a:cs typeface="+mn-cs"/>
                  </a:rPr>
                  <a:t>c</a:t>
                </a:r>
              </a:p>
            </p:txBody>
          </p:sp>
          <p:sp>
            <p:nvSpPr>
              <p:cNvPr id="15373" name="Rectangle 7">
                <a:extLst>
                  <a:ext uri="{FF2B5EF4-FFF2-40B4-BE49-F238E27FC236}">
                    <a16:creationId xmlns:a16="http://schemas.microsoft.com/office/drawing/2014/main" id="{393D563A-7EE6-6CAB-B57D-8E365CABC0B5}"/>
                  </a:ext>
                </a:extLst>
              </p:cNvPr>
              <p:cNvSpPr>
                <a:spLocks noChangeArrowheads="1"/>
              </p:cNvSpPr>
              <p:nvPr>
                <p:custDataLst>
                  <p:tags r:id="rId7"/>
                </p:custDataLst>
              </p:nvPr>
            </p:nvSpPr>
            <p:spPr bwMode="auto">
              <a:xfrm>
                <a:off x="2160" y="1190"/>
                <a:ext cx="192" cy="192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spcBef>
                    <a:spcPts val="600"/>
                  </a:spcBef>
                  <a:buClr>
                    <a:schemeClr val="accent1"/>
                  </a:buClr>
                  <a:buSzPct val="76000"/>
                  <a:buFont typeface="Wingdings 3" panose="05040102010807070707" pitchFamily="18" charset="2"/>
                  <a:buChar char=""/>
                  <a:defRPr sz="2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1pPr>
                <a:lvl2pPr marL="37931725" indent="-37474525">
                  <a:spcBef>
                    <a:spcPts val="500"/>
                  </a:spcBef>
                  <a:buClr>
                    <a:schemeClr val="accent2"/>
                  </a:buClr>
                  <a:buSzPct val="76000"/>
                  <a:buFont typeface="Wingdings 3" panose="05040102010807070707" pitchFamily="18" charset="2"/>
                  <a:buChar char=""/>
                  <a:defRPr sz="2300">
                    <a:solidFill>
                      <a:schemeClr val="tx2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2pPr>
                <a:lvl3pPr marL="822325" indent="-228600">
                  <a:spcBef>
                    <a:spcPts val="500"/>
                  </a:spcBef>
                  <a:buClr>
                    <a:srgbClr val="BCBCBC"/>
                  </a:buClr>
                  <a:buSzPct val="76000"/>
                  <a:buFont typeface="Wingdings 3" panose="05040102010807070707" pitchFamily="18" charset="2"/>
                  <a:buChar char=""/>
                  <a:defRPr sz="20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3pPr>
                <a:lvl4pPr marL="1096963" indent="-228600">
                  <a:spcBef>
                    <a:spcPts val="400"/>
                  </a:spcBef>
                  <a:buClr>
                    <a:srgbClr val="8BA2B4"/>
                  </a:buClr>
                  <a:buSzPct val="70000"/>
                  <a:buFont typeface="Wingdings" panose="05000000000000000000" pitchFamily="2" charset="2"/>
                  <a:buChar char=""/>
                  <a:defRPr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4pPr>
                <a:lvl5pPr marL="1371600" indent="-228600">
                  <a:spcBef>
                    <a:spcPts val="3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5pPr>
                <a:lvl6pPr marL="1828800" indent="-228600" defTabSz="45720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6pPr>
                <a:lvl7pPr marL="2286000" indent="-228600" defTabSz="45720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7pPr>
                <a:lvl8pPr marL="2743200" indent="-228600" defTabSz="45720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8pPr>
                <a:lvl9pPr marL="3200400" indent="-228600" defTabSz="45720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9pPr>
              </a:lstStyle>
              <a:p>
                <a:pPr marL="0" marR="0" lvl="0" indent="0" algn="l" defTabSz="4572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MS PGothic" panose="020B0600070205080204" pitchFamily="34" charset="-128"/>
                  <a:cs typeface="+mn-cs"/>
                </a:endParaRPr>
              </a:p>
            </p:txBody>
          </p:sp>
          <p:sp>
            <p:nvSpPr>
              <p:cNvPr id="15374" name="Rectangle 8">
                <a:extLst>
                  <a:ext uri="{FF2B5EF4-FFF2-40B4-BE49-F238E27FC236}">
                    <a16:creationId xmlns:a16="http://schemas.microsoft.com/office/drawing/2014/main" id="{58E189DE-63BE-65D8-7A7E-615F33D96603}"/>
                  </a:ext>
                </a:extLst>
              </p:cNvPr>
              <p:cNvSpPr>
                <a:spLocks noChangeArrowheads="1"/>
              </p:cNvSpPr>
              <p:nvPr>
                <p:custDataLst>
                  <p:tags r:id="rId8"/>
                </p:custDataLst>
              </p:nvPr>
            </p:nvSpPr>
            <p:spPr bwMode="auto">
              <a:xfrm>
                <a:off x="2064" y="1190"/>
                <a:ext cx="192" cy="19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spcBef>
                    <a:spcPts val="600"/>
                  </a:spcBef>
                  <a:buClr>
                    <a:schemeClr val="accent1"/>
                  </a:buClr>
                  <a:buSzPct val="76000"/>
                  <a:buFont typeface="Wingdings 3" panose="05040102010807070707" pitchFamily="18" charset="2"/>
                  <a:buChar char=""/>
                  <a:defRPr sz="2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1pPr>
                <a:lvl2pPr marL="37931725" indent="-37474525">
                  <a:spcBef>
                    <a:spcPts val="500"/>
                  </a:spcBef>
                  <a:buClr>
                    <a:schemeClr val="accent2"/>
                  </a:buClr>
                  <a:buSzPct val="76000"/>
                  <a:buFont typeface="Wingdings 3" panose="05040102010807070707" pitchFamily="18" charset="2"/>
                  <a:buChar char=""/>
                  <a:defRPr sz="2300">
                    <a:solidFill>
                      <a:schemeClr val="tx2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2pPr>
                <a:lvl3pPr marL="822325" indent="-228600">
                  <a:spcBef>
                    <a:spcPts val="500"/>
                  </a:spcBef>
                  <a:buClr>
                    <a:srgbClr val="BCBCBC"/>
                  </a:buClr>
                  <a:buSzPct val="76000"/>
                  <a:buFont typeface="Wingdings 3" panose="05040102010807070707" pitchFamily="18" charset="2"/>
                  <a:buChar char=""/>
                  <a:defRPr sz="20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3pPr>
                <a:lvl4pPr marL="1096963" indent="-228600">
                  <a:spcBef>
                    <a:spcPts val="400"/>
                  </a:spcBef>
                  <a:buClr>
                    <a:srgbClr val="8BA2B4"/>
                  </a:buClr>
                  <a:buSzPct val="70000"/>
                  <a:buFont typeface="Wingdings" panose="05000000000000000000" pitchFamily="2" charset="2"/>
                  <a:buChar char=""/>
                  <a:defRPr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4pPr>
                <a:lvl5pPr marL="1371600" indent="-228600">
                  <a:spcBef>
                    <a:spcPts val="3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5pPr>
                <a:lvl6pPr marL="1828800" indent="-228600" defTabSz="45720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6pPr>
                <a:lvl7pPr marL="2286000" indent="-228600" defTabSz="45720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7pPr>
                <a:lvl8pPr marL="2743200" indent="-228600" defTabSz="45720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8pPr>
                <a:lvl9pPr marL="3200400" indent="-228600" defTabSz="45720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9pPr>
              </a:lstStyle>
              <a:p>
                <a:pPr marL="0" marR="0" lvl="0" indent="0" algn="l" defTabSz="4572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MS PGothic" panose="020B0600070205080204" pitchFamily="34" charset="-128"/>
                  <a:cs typeface="+mn-cs"/>
                </a:endParaRPr>
              </a:p>
            </p:txBody>
          </p:sp>
          <p:cxnSp>
            <p:nvCxnSpPr>
              <p:cNvPr id="15375" name="AutoShape 9">
                <a:extLst>
                  <a:ext uri="{FF2B5EF4-FFF2-40B4-BE49-F238E27FC236}">
                    <a16:creationId xmlns:a16="http://schemas.microsoft.com/office/drawing/2014/main" id="{9D45B576-05C9-95BE-174C-DE1517C37CF3}"/>
                  </a:ext>
                </a:extLst>
              </p:cNvPr>
              <p:cNvCxnSpPr>
                <a:cxnSpLocks noChangeShapeType="1"/>
                <a:stCxn id="15371" idx="3"/>
                <a:endCxn id="15372" idx="1"/>
              </p:cNvCxnSpPr>
              <p:nvPr>
                <p:custDataLst>
                  <p:tags r:id="rId9"/>
                </p:custDataLst>
              </p:nvPr>
            </p:nvCxnSpPr>
            <p:spPr bwMode="auto">
              <a:xfrm>
                <a:off x="1632" y="1286"/>
                <a:ext cx="336" cy="0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15376" name="Rectangle 10">
                <a:extLst>
                  <a:ext uri="{FF2B5EF4-FFF2-40B4-BE49-F238E27FC236}">
                    <a16:creationId xmlns:a16="http://schemas.microsoft.com/office/drawing/2014/main" id="{22169BED-173B-A8FB-55EB-9C1DBFF3BB45}"/>
                  </a:ext>
                </a:extLst>
              </p:cNvPr>
              <p:cNvSpPr>
                <a:spLocks noChangeArrowheads="1"/>
              </p:cNvSpPr>
              <p:nvPr>
                <p:custDataLst>
                  <p:tags r:id="rId10"/>
                </p:custDataLst>
              </p:nvPr>
            </p:nvSpPr>
            <p:spPr bwMode="auto">
              <a:xfrm>
                <a:off x="2592" y="1190"/>
                <a:ext cx="192" cy="192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spcBef>
                    <a:spcPts val="600"/>
                  </a:spcBef>
                  <a:buClr>
                    <a:schemeClr val="accent1"/>
                  </a:buClr>
                  <a:buSzPct val="76000"/>
                  <a:buFont typeface="Wingdings 3" panose="05040102010807070707" pitchFamily="18" charset="2"/>
                  <a:buChar char=""/>
                  <a:defRPr sz="2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1pPr>
                <a:lvl2pPr marL="37931725" indent="-37474525">
                  <a:spcBef>
                    <a:spcPts val="500"/>
                  </a:spcBef>
                  <a:buClr>
                    <a:schemeClr val="accent2"/>
                  </a:buClr>
                  <a:buSzPct val="76000"/>
                  <a:buFont typeface="Wingdings 3" panose="05040102010807070707" pitchFamily="18" charset="2"/>
                  <a:buChar char=""/>
                  <a:defRPr sz="2300">
                    <a:solidFill>
                      <a:schemeClr val="tx2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2pPr>
                <a:lvl3pPr marL="822325" indent="-228600">
                  <a:spcBef>
                    <a:spcPts val="500"/>
                  </a:spcBef>
                  <a:buClr>
                    <a:srgbClr val="BCBCBC"/>
                  </a:buClr>
                  <a:buSzPct val="76000"/>
                  <a:buFont typeface="Wingdings 3" panose="05040102010807070707" pitchFamily="18" charset="2"/>
                  <a:buChar char=""/>
                  <a:defRPr sz="20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3pPr>
                <a:lvl4pPr marL="1096963" indent="-228600">
                  <a:spcBef>
                    <a:spcPts val="400"/>
                  </a:spcBef>
                  <a:buClr>
                    <a:srgbClr val="8BA2B4"/>
                  </a:buClr>
                  <a:buSzPct val="70000"/>
                  <a:buFont typeface="Wingdings" panose="05000000000000000000" pitchFamily="2" charset="2"/>
                  <a:buChar char=""/>
                  <a:defRPr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4pPr>
                <a:lvl5pPr marL="1371600" indent="-228600">
                  <a:spcBef>
                    <a:spcPts val="3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5pPr>
                <a:lvl6pPr marL="1828800" indent="-228600" defTabSz="45720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6pPr>
                <a:lvl7pPr marL="2286000" indent="-228600" defTabSz="45720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7pPr>
                <a:lvl8pPr marL="2743200" indent="-228600" defTabSz="45720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8pPr>
                <a:lvl9pPr marL="3200400" indent="-228600" defTabSz="45720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9pPr>
              </a:lstStyle>
              <a:p>
                <a:pPr marL="0" marR="0" lvl="0" indent="0" algn="ctr" defTabSz="4572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MS PGothic" panose="020B0600070205080204" pitchFamily="34" charset="-128"/>
                    <a:cs typeface="+mn-cs"/>
                  </a:rPr>
                  <a:t>d</a:t>
                </a:r>
              </a:p>
            </p:txBody>
          </p:sp>
          <p:sp>
            <p:nvSpPr>
              <p:cNvPr id="15377" name="Rectangle 11">
                <a:extLst>
                  <a:ext uri="{FF2B5EF4-FFF2-40B4-BE49-F238E27FC236}">
                    <a16:creationId xmlns:a16="http://schemas.microsoft.com/office/drawing/2014/main" id="{F02D7BD3-850E-7C7A-BE55-975E5ACA8DED}"/>
                  </a:ext>
                </a:extLst>
              </p:cNvPr>
              <p:cNvSpPr>
                <a:spLocks noChangeArrowheads="1"/>
              </p:cNvSpPr>
              <p:nvPr>
                <p:custDataLst>
                  <p:tags r:id="rId11"/>
                </p:custDataLst>
              </p:nvPr>
            </p:nvSpPr>
            <p:spPr bwMode="auto">
              <a:xfrm>
                <a:off x="2784" y="1190"/>
                <a:ext cx="192" cy="192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spcBef>
                    <a:spcPts val="600"/>
                  </a:spcBef>
                  <a:buClr>
                    <a:schemeClr val="accent1"/>
                  </a:buClr>
                  <a:buSzPct val="76000"/>
                  <a:buFont typeface="Wingdings 3" panose="05040102010807070707" pitchFamily="18" charset="2"/>
                  <a:buChar char=""/>
                  <a:defRPr sz="2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1pPr>
                <a:lvl2pPr marL="37931725" indent="-37474525">
                  <a:spcBef>
                    <a:spcPts val="500"/>
                  </a:spcBef>
                  <a:buClr>
                    <a:schemeClr val="accent2"/>
                  </a:buClr>
                  <a:buSzPct val="76000"/>
                  <a:buFont typeface="Wingdings 3" panose="05040102010807070707" pitchFamily="18" charset="2"/>
                  <a:buChar char=""/>
                  <a:defRPr sz="2300">
                    <a:solidFill>
                      <a:schemeClr val="tx2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2pPr>
                <a:lvl3pPr marL="822325" indent="-228600">
                  <a:spcBef>
                    <a:spcPts val="500"/>
                  </a:spcBef>
                  <a:buClr>
                    <a:srgbClr val="BCBCBC"/>
                  </a:buClr>
                  <a:buSzPct val="76000"/>
                  <a:buFont typeface="Wingdings 3" panose="05040102010807070707" pitchFamily="18" charset="2"/>
                  <a:buChar char=""/>
                  <a:defRPr sz="20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3pPr>
                <a:lvl4pPr marL="1096963" indent="-228600">
                  <a:spcBef>
                    <a:spcPts val="400"/>
                  </a:spcBef>
                  <a:buClr>
                    <a:srgbClr val="8BA2B4"/>
                  </a:buClr>
                  <a:buSzPct val="70000"/>
                  <a:buFont typeface="Wingdings" panose="05000000000000000000" pitchFamily="2" charset="2"/>
                  <a:buChar char=""/>
                  <a:defRPr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4pPr>
                <a:lvl5pPr marL="1371600" indent="-228600">
                  <a:spcBef>
                    <a:spcPts val="3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5pPr>
                <a:lvl6pPr marL="1828800" indent="-228600" defTabSz="45720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6pPr>
                <a:lvl7pPr marL="2286000" indent="-228600" defTabSz="45720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7pPr>
                <a:lvl8pPr marL="2743200" indent="-228600" defTabSz="45720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8pPr>
                <a:lvl9pPr marL="3200400" indent="-228600" defTabSz="45720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9pPr>
              </a:lstStyle>
              <a:p>
                <a:pPr marL="0" marR="0" lvl="0" indent="0" algn="l" defTabSz="4572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MS PGothic" panose="020B0600070205080204" pitchFamily="34" charset="-128"/>
                  <a:cs typeface="+mn-cs"/>
                </a:endParaRPr>
              </a:p>
            </p:txBody>
          </p:sp>
          <p:sp>
            <p:nvSpPr>
              <p:cNvPr id="15378" name="Rectangle 12">
                <a:extLst>
                  <a:ext uri="{FF2B5EF4-FFF2-40B4-BE49-F238E27FC236}">
                    <a16:creationId xmlns:a16="http://schemas.microsoft.com/office/drawing/2014/main" id="{AC0EA7E6-9B1D-4C38-369F-B0EB705A60FC}"/>
                  </a:ext>
                </a:extLst>
              </p:cNvPr>
              <p:cNvSpPr>
                <a:spLocks noChangeArrowheads="1"/>
              </p:cNvSpPr>
              <p:nvPr>
                <p:custDataLst>
                  <p:tags r:id="rId12"/>
                </p:custDataLst>
              </p:nvPr>
            </p:nvSpPr>
            <p:spPr bwMode="auto">
              <a:xfrm>
                <a:off x="2688" y="1190"/>
                <a:ext cx="192" cy="19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spcBef>
                    <a:spcPts val="600"/>
                  </a:spcBef>
                  <a:buClr>
                    <a:schemeClr val="accent1"/>
                  </a:buClr>
                  <a:buSzPct val="76000"/>
                  <a:buFont typeface="Wingdings 3" panose="05040102010807070707" pitchFamily="18" charset="2"/>
                  <a:buChar char=""/>
                  <a:defRPr sz="2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1pPr>
                <a:lvl2pPr marL="37931725" indent="-37474525">
                  <a:spcBef>
                    <a:spcPts val="500"/>
                  </a:spcBef>
                  <a:buClr>
                    <a:schemeClr val="accent2"/>
                  </a:buClr>
                  <a:buSzPct val="76000"/>
                  <a:buFont typeface="Wingdings 3" panose="05040102010807070707" pitchFamily="18" charset="2"/>
                  <a:buChar char=""/>
                  <a:defRPr sz="2300">
                    <a:solidFill>
                      <a:schemeClr val="tx2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2pPr>
                <a:lvl3pPr marL="822325" indent="-228600">
                  <a:spcBef>
                    <a:spcPts val="500"/>
                  </a:spcBef>
                  <a:buClr>
                    <a:srgbClr val="BCBCBC"/>
                  </a:buClr>
                  <a:buSzPct val="76000"/>
                  <a:buFont typeface="Wingdings 3" panose="05040102010807070707" pitchFamily="18" charset="2"/>
                  <a:buChar char=""/>
                  <a:defRPr sz="20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3pPr>
                <a:lvl4pPr marL="1096963" indent="-228600">
                  <a:spcBef>
                    <a:spcPts val="400"/>
                  </a:spcBef>
                  <a:buClr>
                    <a:srgbClr val="8BA2B4"/>
                  </a:buClr>
                  <a:buSzPct val="70000"/>
                  <a:buFont typeface="Wingdings" panose="05000000000000000000" pitchFamily="2" charset="2"/>
                  <a:buChar char=""/>
                  <a:defRPr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4pPr>
                <a:lvl5pPr marL="1371600" indent="-228600">
                  <a:spcBef>
                    <a:spcPts val="3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5pPr>
                <a:lvl6pPr marL="1828800" indent="-228600" defTabSz="45720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6pPr>
                <a:lvl7pPr marL="2286000" indent="-228600" defTabSz="45720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7pPr>
                <a:lvl8pPr marL="2743200" indent="-228600" defTabSz="45720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8pPr>
                <a:lvl9pPr marL="3200400" indent="-228600" defTabSz="45720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9pPr>
              </a:lstStyle>
              <a:p>
                <a:pPr marL="0" marR="0" lvl="0" indent="0" algn="l" defTabSz="4572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MS PGothic" panose="020B0600070205080204" pitchFamily="34" charset="-128"/>
                  <a:cs typeface="+mn-cs"/>
                </a:endParaRPr>
              </a:p>
            </p:txBody>
          </p:sp>
          <p:cxnSp>
            <p:nvCxnSpPr>
              <p:cNvPr id="15379" name="AutoShape 13">
                <a:extLst>
                  <a:ext uri="{FF2B5EF4-FFF2-40B4-BE49-F238E27FC236}">
                    <a16:creationId xmlns:a16="http://schemas.microsoft.com/office/drawing/2014/main" id="{11946A20-5DCA-9965-D61E-227B4457A368}"/>
                  </a:ext>
                </a:extLst>
              </p:cNvPr>
              <p:cNvCxnSpPr>
                <a:cxnSpLocks noChangeShapeType="1"/>
                <a:stCxn id="15374" idx="3"/>
                <a:endCxn id="15376" idx="1"/>
              </p:cNvCxnSpPr>
              <p:nvPr>
                <p:custDataLst>
                  <p:tags r:id="rId13"/>
                </p:custDataLst>
              </p:nvPr>
            </p:nvCxnSpPr>
            <p:spPr bwMode="auto">
              <a:xfrm>
                <a:off x="2256" y="1286"/>
                <a:ext cx="336" cy="0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15380" name="Rectangle 14">
                <a:extLst>
                  <a:ext uri="{FF2B5EF4-FFF2-40B4-BE49-F238E27FC236}">
                    <a16:creationId xmlns:a16="http://schemas.microsoft.com/office/drawing/2014/main" id="{73B275A3-EA4F-2B76-751E-0BBE27CD58C2}"/>
                  </a:ext>
                </a:extLst>
              </p:cNvPr>
              <p:cNvSpPr>
                <a:spLocks noChangeArrowheads="1"/>
              </p:cNvSpPr>
              <p:nvPr>
                <p:custDataLst>
                  <p:tags r:id="rId14"/>
                </p:custDataLst>
              </p:nvPr>
            </p:nvSpPr>
            <p:spPr bwMode="auto">
              <a:xfrm>
                <a:off x="3216" y="1190"/>
                <a:ext cx="192" cy="192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spcBef>
                    <a:spcPts val="600"/>
                  </a:spcBef>
                  <a:buClr>
                    <a:schemeClr val="accent1"/>
                  </a:buClr>
                  <a:buSzPct val="76000"/>
                  <a:buFont typeface="Wingdings 3" panose="05040102010807070707" pitchFamily="18" charset="2"/>
                  <a:buChar char=""/>
                  <a:defRPr sz="2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1pPr>
                <a:lvl2pPr marL="37931725" indent="-37474525">
                  <a:spcBef>
                    <a:spcPts val="500"/>
                  </a:spcBef>
                  <a:buClr>
                    <a:schemeClr val="accent2"/>
                  </a:buClr>
                  <a:buSzPct val="76000"/>
                  <a:buFont typeface="Wingdings 3" panose="05040102010807070707" pitchFamily="18" charset="2"/>
                  <a:buChar char=""/>
                  <a:defRPr sz="2300">
                    <a:solidFill>
                      <a:schemeClr val="tx2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2pPr>
                <a:lvl3pPr marL="822325" indent="-228600">
                  <a:spcBef>
                    <a:spcPts val="500"/>
                  </a:spcBef>
                  <a:buClr>
                    <a:srgbClr val="BCBCBC"/>
                  </a:buClr>
                  <a:buSzPct val="76000"/>
                  <a:buFont typeface="Wingdings 3" panose="05040102010807070707" pitchFamily="18" charset="2"/>
                  <a:buChar char=""/>
                  <a:defRPr sz="20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3pPr>
                <a:lvl4pPr marL="1096963" indent="-228600">
                  <a:spcBef>
                    <a:spcPts val="400"/>
                  </a:spcBef>
                  <a:buClr>
                    <a:srgbClr val="8BA2B4"/>
                  </a:buClr>
                  <a:buSzPct val="70000"/>
                  <a:buFont typeface="Wingdings" panose="05000000000000000000" pitchFamily="2" charset="2"/>
                  <a:buChar char=""/>
                  <a:defRPr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4pPr>
                <a:lvl5pPr marL="1371600" indent="-228600">
                  <a:spcBef>
                    <a:spcPts val="3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5pPr>
                <a:lvl6pPr marL="1828800" indent="-228600" defTabSz="45720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6pPr>
                <a:lvl7pPr marL="2286000" indent="-228600" defTabSz="45720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7pPr>
                <a:lvl8pPr marL="2743200" indent="-228600" defTabSz="45720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8pPr>
                <a:lvl9pPr marL="3200400" indent="-228600" defTabSz="45720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9pPr>
              </a:lstStyle>
              <a:p>
                <a:pPr marL="0" marR="0" lvl="0" indent="0" algn="ctr" defTabSz="4572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MS PGothic" panose="020B0600070205080204" pitchFamily="34" charset="-128"/>
                    <a:cs typeface="+mn-cs"/>
                  </a:rPr>
                  <a:t>e</a:t>
                </a:r>
              </a:p>
            </p:txBody>
          </p:sp>
          <p:sp>
            <p:nvSpPr>
              <p:cNvPr id="15381" name="Rectangle 15">
                <a:extLst>
                  <a:ext uri="{FF2B5EF4-FFF2-40B4-BE49-F238E27FC236}">
                    <a16:creationId xmlns:a16="http://schemas.microsoft.com/office/drawing/2014/main" id="{FE5A93BA-FFB1-D7DC-0DEF-D7482FEC71B8}"/>
                  </a:ext>
                </a:extLst>
              </p:cNvPr>
              <p:cNvSpPr>
                <a:spLocks noChangeArrowheads="1"/>
              </p:cNvSpPr>
              <p:nvPr>
                <p:custDataLst>
                  <p:tags r:id="rId15"/>
                </p:custDataLst>
              </p:nvPr>
            </p:nvSpPr>
            <p:spPr bwMode="auto">
              <a:xfrm>
                <a:off x="3408" y="1190"/>
                <a:ext cx="192" cy="192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spcBef>
                    <a:spcPts val="600"/>
                  </a:spcBef>
                  <a:buClr>
                    <a:schemeClr val="accent1"/>
                  </a:buClr>
                  <a:buSzPct val="76000"/>
                  <a:buFont typeface="Wingdings 3" panose="05040102010807070707" pitchFamily="18" charset="2"/>
                  <a:buChar char=""/>
                  <a:defRPr sz="2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1pPr>
                <a:lvl2pPr marL="37931725" indent="-37474525">
                  <a:spcBef>
                    <a:spcPts val="500"/>
                  </a:spcBef>
                  <a:buClr>
                    <a:schemeClr val="accent2"/>
                  </a:buClr>
                  <a:buSzPct val="76000"/>
                  <a:buFont typeface="Wingdings 3" panose="05040102010807070707" pitchFamily="18" charset="2"/>
                  <a:buChar char=""/>
                  <a:defRPr sz="2300">
                    <a:solidFill>
                      <a:schemeClr val="tx2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2pPr>
                <a:lvl3pPr marL="822325" indent="-228600">
                  <a:spcBef>
                    <a:spcPts val="500"/>
                  </a:spcBef>
                  <a:buClr>
                    <a:srgbClr val="BCBCBC"/>
                  </a:buClr>
                  <a:buSzPct val="76000"/>
                  <a:buFont typeface="Wingdings 3" panose="05040102010807070707" pitchFamily="18" charset="2"/>
                  <a:buChar char=""/>
                  <a:defRPr sz="20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3pPr>
                <a:lvl4pPr marL="1096963" indent="-228600">
                  <a:spcBef>
                    <a:spcPts val="400"/>
                  </a:spcBef>
                  <a:buClr>
                    <a:srgbClr val="8BA2B4"/>
                  </a:buClr>
                  <a:buSzPct val="70000"/>
                  <a:buFont typeface="Wingdings" panose="05000000000000000000" pitchFamily="2" charset="2"/>
                  <a:buChar char=""/>
                  <a:defRPr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4pPr>
                <a:lvl5pPr marL="1371600" indent="-228600">
                  <a:spcBef>
                    <a:spcPts val="3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5pPr>
                <a:lvl6pPr marL="1828800" indent="-228600" defTabSz="45720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6pPr>
                <a:lvl7pPr marL="2286000" indent="-228600" defTabSz="45720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7pPr>
                <a:lvl8pPr marL="2743200" indent="-228600" defTabSz="45720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8pPr>
                <a:lvl9pPr marL="3200400" indent="-228600" defTabSz="45720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9pPr>
              </a:lstStyle>
              <a:p>
                <a:pPr marL="0" marR="0" lvl="0" indent="0" algn="l" defTabSz="4572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MS PGothic" panose="020B0600070205080204" pitchFamily="34" charset="-128"/>
                  <a:cs typeface="+mn-cs"/>
                </a:endParaRPr>
              </a:p>
            </p:txBody>
          </p:sp>
          <p:sp>
            <p:nvSpPr>
              <p:cNvPr id="15382" name="Rectangle 16">
                <a:extLst>
                  <a:ext uri="{FF2B5EF4-FFF2-40B4-BE49-F238E27FC236}">
                    <a16:creationId xmlns:a16="http://schemas.microsoft.com/office/drawing/2014/main" id="{D9604D7C-34FD-9E3C-100A-F0A688AD1909}"/>
                  </a:ext>
                </a:extLst>
              </p:cNvPr>
              <p:cNvSpPr>
                <a:spLocks noChangeArrowheads="1"/>
              </p:cNvSpPr>
              <p:nvPr>
                <p:custDataLst>
                  <p:tags r:id="rId16"/>
                </p:custDataLst>
              </p:nvPr>
            </p:nvSpPr>
            <p:spPr bwMode="auto">
              <a:xfrm>
                <a:off x="3312" y="1190"/>
                <a:ext cx="192" cy="19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spcBef>
                    <a:spcPts val="600"/>
                  </a:spcBef>
                  <a:buClr>
                    <a:schemeClr val="accent1"/>
                  </a:buClr>
                  <a:buSzPct val="76000"/>
                  <a:buFont typeface="Wingdings 3" panose="05040102010807070707" pitchFamily="18" charset="2"/>
                  <a:buChar char=""/>
                  <a:defRPr sz="2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1pPr>
                <a:lvl2pPr marL="37931725" indent="-37474525">
                  <a:spcBef>
                    <a:spcPts val="500"/>
                  </a:spcBef>
                  <a:buClr>
                    <a:schemeClr val="accent2"/>
                  </a:buClr>
                  <a:buSzPct val="76000"/>
                  <a:buFont typeface="Wingdings 3" panose="05040102010807070707" pitchFamily="18" charset="2"/>
                  <a:buChar char=""/>
                  <a:defRPr sz="2300">
                    <a:solidFill>
                      <a:schemeClr val="tx2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2pPr>
                <a:lvl3pPr marL="822325" indent="-228600">
                  <a:spcBef>
                    <a:spcPts val="500"/>
                  </a:spcBef>
                  <a:buClr>
                    <a:srgbClr val="BCBCBC"/>
                  </a:buClr>
                  <a:buSzPct val="76000"/>
                  <a:buFont typeface="Wingdings 3" panose="05040102010807070707" pitchFamily="18" charset="2"/>
                  <a:buChar char=""/>
                  <a:defRPr sz="20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3pPr>
                <a:lvl4pPr marL="1096963" indent="-228600">
                  <a:spcBef>
                    <a:spcPts val="400"/>
                  </a:spcBef>
                  <a:buClr>
                    <a:srgbClr val="8BA2B4"/>
                  </a:buClr>
                  <a:buSzPct val="70000"/>
                  <a:buFont typeface="Wingdings" panose="05000000000000000000" pitchFamily="2" charset="2"/>
                  <a:buChar char=""/>
                  <a:defRPr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4pPr>
                <a:lvl5pPr marL="1371600" indent="-228600">
                  <a:spcBef>
                    <a:spcPts val="3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5pPr>
                <a:lvl6pPr marL="1828800" indent="-228600" defTabSz="45720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6pPr>
                <a:lvl7pPr marL="2286000" indent="-228600" defTabSz="45720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7pPr>
                <a:lvl8pPr marL="2743200" indent="-228600" defTabSz="45720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8pPr>
                <a:lvl9pPr marL="3200400" indent="-228600" defTabSz="45720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9pPr>
              </a:lstStyle>
              <a:p>
                <a:pPr marL="0" marR="0" lvl="0" indent="0" algn="l" defTabSz="4572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MS PGothic" panose="020B0600070205080204" pitchFamily="34" charset="-128"/>
                  <a:cs typeface="+mn-cs"/>
                </a:endParaRPr>
              </a:p>
            </p:txBody>
          </p:sp>
          <p:cxnSp>
            <p:nvCxnSpPr>
              <p:cNvPr id="15383" name="AutoShape 17">
                <a:extLst>
                  <a:ext uri="{FF2B5EF4-FFF2-40B4-BE49-F238E27FC236}">
                    <a16:creationId xmlns:a16="http://schemas.microsoft.com/office/drawing/2014/main" id="{98646BD5-014E-6743-CB26-A17C4EF922EE}"/>
                  </a:ext>
                </a:extLst>
              </p:cNvPr>
              <p:cNvCxnSpPr>
                <a:cxnSpLocks noChangeShapeType="1"/>
                <a:stCxn id="15378" idx="3"/>
                <a:endCxn id="15380" idx="1"/>
              </p:cNvCxnSpPr>
              <p:nvPr>
                <p:custDataLst>
                  <p:tags r:id="rId17"/>
                </p:custDataLst>
              </p:nvPr>
            </p:nvCxnSpPr>
            <p:spPr bwMode="auto">
              <a:xfrm>
                <a:off x="2880" y="1286"/>
                <a:ext cx="336" cy="0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15384" name="Rectangle 18">
                <a:extLst>
                  <a:ext uri="{FF2B5EF4-FFF2-40B4-BE49-F238E27FC236}">
                    <a16:creationId xmlns:a16="http://schemas.microsoft.com/office/drawing/2014/main" id="{B692D33F-82A4-D5C0-5BCF-97494307F68D}"/>
                  </a:ext>
                </a:extLst>
              </p:cNvPr>
              <p:cNvSpPr>
                <a:spLocks noChangeArrowheads="1"/>
              </p:cNvSpPr>
              <p:nvPr>
                <p:custDataLst>
                  <p:tags r:id="rId18"/>
                </p:custDataLst>
              </p:nvPr>
            </p:nvSpPr>
            <p:spPr bwMode="auto">
              <a:xfrm>
                <a:off x="3840" y="1190"/>
                <a:ext cx="192" cy="192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spcBef>
                    <a:spcPts val="600"/>
                  </a:spcBef>
                  <a:buClr>
                    <a:schemeClr val="accent1"/>
                  </a:buClr>
                  <a:buSzPct val="76000"/>
                  <a:buFont typeface="Wingdings 3" panose="05040102010807070707" pitchFamily="18" charset="2"/>
                  <a:buChar char=""/>
                  <a:defRPr sz="2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1pPr>
                <a:lvl2pPr marL="37931725" indent="-37474525">
                  <a:spcBef>
                    <a:spcPts val="500"/>
                  </a:spcBef>
                  <a:buClr>
                    <a:schemeClr val="accent2"/>
                  </a:buClr>
                  <a:buSzPct val="76000"/>
                  <a:buFont typeface="Wingdings 3" panose="05040102010807070707" pitchFamily="18" charset="2"/>
                  <a:buChar char=""/>
                  <a:defRPr sz="2300">
                    <a:solidFill>
                      <a:schemeClr val="tx2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2pPr>
                <a:lvl3pPr marL="822325" indent="-228600">
                  <a:spcBef>
                    <a:spcPts val="500"/>
                  </a:spcBef>
                  <a:buClr>
                    <a:srgbClr val="BCBCBC"/>
                  </a:buClr>
                  <a:buSzPct val="76000"/>
                  <a:buFont typeface="Wingdings 3" panose="05040102010807070707" pitchFamily="18" charset="2"/>
                  <a:buChar char=""/>
                  <a:defRPr sz="20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3pPr>
                <a:lvl4pPr marL="1096963" indent="-228600">
                  <a:spcBef>
                    <a:spcPts val="400"/>
                  </a:spcBef>
                  <a:buClr>
                    <a:srgbClr val="8BA2B4"/>
                  </a:buClr>
                  <a:buSzPct val="70000"/>
                  <a:buFont typeface="Wingdings" panose="05000000000000000000" pitchFamily="2" charset="2"/>
                  <a:buChar char=""/>
                  <a:defRPr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4pPr>
                <a:lvl5pPr marL="1371600" indent="-228600">
                  <a:spcBef>
                    <a:spcPts val="3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5pPr>
                <a:lvl6pPr marL="1828800" indent="-228600" defTabSz="45720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6pPr>
                <a:lvl7pPr marL="2286000" indent="-228600" defTabSz="45720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7pPr>
                <a:lvl8pPr marL="2743200" indent="-228600" defTabSz="45720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8pPr>
                <a:lvl9pPr marL="3200400" indent="-228600" defTabSz="45720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9pPr>
              </a:lstStyle>
              <a:p>
                <a:pPr marL="0" marR="0" lvl="0" indent="0" algn="ctr" defTabSz="4572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MS PGothic" panose="020B0600070205080204" pitchFamily="34" charset="-128"/>
                    <a:cs typeface="+mn-cs"/>
                  </a:rPr>
                  <a:t>f</a:t>
                </a:r>
              </a:p>
            </p:txBody>
          </p:sp>
          <p:sp>
            <p:nvSpPr>
              <p:cNvPr id="15385" name="Rectangle 19">
                <a:extLst>
                  <a:ext uri="{FF2B5EF4-FFF2-40B4-BE49-F238E27FC236}">
                    <a16:creationId xmlns:a16="http://schemas.microsoft.com/office/drawing/2014/main" id="{40C451C9-1B2B-569A-2441-1751B24BE3B7}"/>
                  </a:ext>
                </a:extLst>
              </p:cNvPr>
              <p:cNvSpPr>
                <a:spLocks noChangeArrowheads="1"/>
              </p:cNvSpPr>
              <p:nvPr>
                <p:custDataLst>
                  <p:tags r:id="rId19"/>
                </p:custDataLst>
              </p:nvPr>
            </p:nvSpPr>
            <p:spPr bwMode="auto">
              <a:xfrm>
                <a:off x="4032" y="1190"/>
                <a:ext cx="192" cy="192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spcBef>
                    <a:spcPts val="600"/>
                  </a:spcBef>
                  <a:buClr>
                    <a:schemeClr val="accent1"/>
                  </a:buClr>
                  <a:buSzPct val="76000"/>
                  <a:buFont typeface="Wingdings 3" panose="05040102010807070707" pitchFamily="18" charset="2"/>
                  <a:buChar char=""/>
                  <a:defRPr sz="2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1pPr>
                <a:lvl2pPr marL="37931725" indent="-37474525">
                  <a:spcBef>
                    <a:spcPts val="500"/>
                  </a:spcBef>
                  <a:buClr>
                    <a:schemeClr val="accent2"/>
                  </a:buClr>
                  <a:buSzPct val="76000"/>
                  <a:buFont typeface="Wingdings 3" panose="05040102010807070707" pitchFamily="18" charset="2"/>
                  <a:buChar char=""/>
                  <a:defRPr sz="2300">
                    <a:solidFill>
                      <a:schemeClr val="tx2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2pPr>
                <a:lvl3pPr marL="822325" indent="-228600">
                  <a:spcBef>
                    <a:spcPts val="500"/>
                  </a:spcBef>
                  <a:buClr>
                    <a:srgbClr val="BCBCBC"/>
                  </a:buClr>
                  <a:buSzPct val="76000"/>
                  <a:buFont typeface="Wingdings 3" panose="05040102010807070707" pitchFamily="18" charset="2"/>
                  <a:buChar char=""/>
                  <a:defRPr sz="20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3pPr>
                <a:lvl4pPr marL="1096963" indent="-228600">
                  <a:spcBef>
                    <a:spcPts val="400"/>
                  </a:spcBef>
                  <a:buClr>
                    <a:srgbClr val="8BA2B4"/>
                  </a:buClr>
                  <a:buSzPct val="70000"/>
                  <a:buFont typeface="Wingdings" panose="05000000000000000000" pitchFamily="2" charset="2"/>
                  <a:buChar char=""/>
                  <a:defRPr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4pPr>
                <a:lvl5pPr marL="1371600" indent="-228600">
                  <a:spcBef>
                    <a:spcPts val="3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5pPr>
                <a:lvl6pPr marL="1828800" indent="-228600" defTabSz="45720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6pPr>
                <a:lvl7pPr marL="2286000" indent="-228600" defTabSz="45720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7pPr>
                <a:lvl8pPr marL="2743200" indent="-228600" defTabSz="45720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8pPr>
                <a:lvl9pPr marL="3200400" indent="-228600" defTabSz="45720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9pPr>
              </a:lstStyle>
              <a:p>
                <a:pPr marL="0" marR="0" lvl="0" indent="0" algn="l" defTabSz="4572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MS PGothic" panose="020B0600070205080204" pitchFamily="34" charset="-128"/>
                  <a:cs typeface="+mn-cs"/>
                </a:endParaRPr>
              </a:p>
            </p:txBody>
          </p:sp>
          <p:sp>
            <p:nvSpPr>
              <p:cNvPr id="15386" name="Rectangle 20">
                <a:extLst>
                  <a:ext uri="{FF2B5EF4-FFF2-40B4-BE49-F238E27FC236}">
                    <a16:creationId xmlns:a16="http://schemas.microsoft.com/office/drawing/2014/main" id="{2BF16B45-6FC3-595B-0063-EA76D83D23B0}"/>
                  </a:ext>
                </a:extLst>
              </p:cNvPr>
              <p:cNvSpPr>
                <a:spLocks noChangeArrowheads="1"/>
              </p:cNvSpPr>
              <p:nvPr>
                <p:custDataLst>
                  <p:tags r:id="rId20"/>
                </p:custDataLst>
              </p:nvPr>
            </p:nvSpPr>
            <p:spPr bwMode="auto">
              <a:xfrm>
                <a:off x="3936" y="1190"/>
                <a:ext cx="192" cy="19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spcBef>
                    <a:spcPts val="600"/>
                  </a:spcBef>
                  <a:buClr>
                    <a:schemeClr val="accent1"/>
                  </a:buClr>
                  <a:buSzPct val="76000"/>
                  <a:buFont typeface="Wingdings 3" panose="05040102010807070707" pitchFamily="18" charset="2"/>
                  <a:buChar char=""/>
                  <a:defRPr sz="2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1pPr>
                <a:lvl2pPr marL="37931725" indent="-37474525">
                  <a:spcBef>
                    <a:spcPts val="500"/>
                  </a:spcBef>
                  <a:buClr>
                    <a:schemeClr val="accent2"/>
                  </a:buClr>
                  <a:buSzPct val="76000"/>
                  <a:buFont typeface="Wingdings 3" panose="05040102010807070707" pitchFamily="18" charset="2"/>
                  <a:buChar char=""/>
                  <a:defRPr sz="2300">
                    <a:solidFill>
                      <a:schemeClr val="tx2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2pPr>
                <a:lvl3pPr marL="822325" indent="-228600">
                  <a:spcBef>
                    <a:spcPts val="500"/>
                  </a:spcBef>
                  <a:buClr>
                    <a:srgbClr val="BCBCBC"/>
                  </a:buClr>
                  <a:buSzPct val="76000"/>
                  <a:buFont typeface="Wingdings 3" panose="05040102010807070707" pitchFamily="18" charset="2"/>
                  <a:buChar char=""/>
                  <a:defRPr sz="20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3pPr>
                <a:lvl4pPr marL="1096963" indent="-228600">
                  <a:spcBef>
                    <a:spcPts val="400"/>
                  </a:spcBef>
                  <a:buClr>
                    <a:srgbClr val="8BA2B4"/>
                  </a:buClr>
                  <a:buSzPct val="70000"/>
                  <a:buFont typeface="Wingdings" panose="05000000000000000000" pitchFamily="2" charset="2"/>
                  <a:buChar char=""/>
                  <a:defRPr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4pPr>
                <a:lvl5pPr marL="1371600" indent="-228600">
                  <a:spcBef>
                    <a:spcPts val="3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5pPr>
                <a:lvl6pPr marL="1828800" indent="-228600" defTabSz="45720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6pPr>
                <a:lvl7pPr marL="2286000" indent="-228600" defTabSz="45720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7pPr>
                <a:lvl8pPr marL="2743200" indent="-228600" defTabSz="45720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8pPr>
                <a:lvl9pPr marL="3200400" indent="-228600" defTabSz="45720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9pPr>
              </a:lstStyle>
              <a:p>
                <a:pPr marL="0" marR="0" lvl="0" indent="0" algn="l" defTabSz="4572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MS PGothic" panose="020B0600070205080204" pitchFamily="34" charset="-128"/>
                  <a:cs typeface="+mn-cs"/>
                </a:endParaRPr>
              </a:p>
            </p:txBody>
          </p:sp>
          <p:cxnSp>
            <p:nvCxnSpPr>
              <p:cNvPr id="15387" name="AutoShape 21">
                <a:extLst>
                  <a:ext uri="{FF2B5EF4-FFF2-40B4-BE49-F238E27FC236}">
                    <a16:creationId xmlns:a16="http://schemas.microsoft.com/office/drawing/2014/main" id="{CA9CC74D-D426-856E-C687-23ECE62FD022}"/>
                  </a:ext>
                </a:extLst>
              </p:cNvPr>
              <p:cNvCxnSpPr>
                <a:cxnSpLocks noChangeShapeType="1"/>
                <a:stCxn id="15382" idx="3"/>
                <a:endCxn id="15384" idx="1"/>
              </p:cNvCxnSpPr>
              <p:nvPr>
                <p:custDataLst>
                  <p:tags r:id="rId21"/>
                </p:custDataLst>
              </p:nvPr>
            </p:nvCxnSpPr>
            <p:spPr bwMode="auto">
              <a:xfrm>
                <a:off x="3504" y="1286"/>
                <a:ext cx="336" cy="0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15388" name="Line 22">
                <a:extLst>
                  <a:ext uri="{FF2B5EF4-FFF2-40B4-BE49-F238E27FC236}">
                    <a16:creationId xmlns:a16="http://schemas.microsoft.com/office/drawing/2014/main" id="{6D7C96C6-8718-1281-16E8-090F86059FB0}"/>
                  </a:ext>
                </a:extLst>
              </p:cNvPr>
              <p:cNvSpPr>
                <a:spLocks noChangeShapeType="1"/>
              </p:cNvSpPr>
              <p:nvPr>
                <p:custDataLst>
                  <p:tags r:id="rId22"/>
                </p:custDataLst>
              </p:nvPr>
            </p:nvSpPr>
            <p:spPr bwMode="auto">
              <a:xfrm>
                <a:off x="4032" y="1190"/>
                <a:ext cx="192" cy="19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algn="l" defTabSz="4572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+mn-cs"/>
                </a:endParaRPr>
              </a:p>
            </p:txBody>
          </p:sp>
          <p:sp>
            <p:nvSpPr>
              <p:cNvPr id="15389" name="Text Box 23">
                <a:extLst>
                  <a:ext uri="{FF2B5EF4-FFF2-40B4-BE49-F238E27FC236}">
                    <a16:creationId xmlns:a16="http://schemas.microsoft.com/office/drawing/2014/main" id="{28AAC71A-23E0-8863-5FE2-187BB41905D8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23"/>
                </p:custDataLst>
              </p:nvPr>
            </p:nvSpPr>
            <p:spPr bwMode="auto">
              <a:xfrm>
                <a:off x="1200" y="1554"/>
                <a:ext cx="438" cy="25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ts val="600"/>
                  </a:spcBef>
                  <a:buClr>
                    <a:schemeClr val="accent1"/>
                  </a:buClr>
                  <a:buSzPct val="76000"/>
                  <a:buFont typeface="Wingdings 3" panose="05040102010807070707" pitchFamily="18" charset="2"/>
                  <a:buChar char=""/>
                  <a:defRPr sz="2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1pPr>
                <a:lvl2pPr marL="37931725" indent="-37474525">
                  <a:spcBef>
                    <a:spcPts val="500"/>
                  </a:spcBef>
                  <a:buClr>
                    <a:schemeClr val="accent2"/>
                  </a:buClr>
                  <a:buSzPct val="76000"/>
                  <a:buFont typeface="Wingdings 3" panose="05040102010807070707" pitchFamily="18" charset="2"/>
                  <a:buChar char=""/>
                  <a:defRPr sz="2300">
                    <a:solidFill>
                      <a:schemeClr val="tx2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2pPr>
                <a:lvl3pPr marL="822325" indent="-228600">
                  <a:spcBef>
                    <a:spcPts val="500"/>
                  </a:spcBef>
                  <a:buClr>
                    <a:srgbClr val="BCBCBC"/>
                  </a:buClr>
                  <a:buSzPct val="76000"/>
                  <a:buFont typeface="Wingdings 3" panose="05040102010807070707" pitchFamily="18" charset="2"/>
                  <a:buChar char=""/>
                  <a:defRPr sz="20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3pPr>
                <a:lvl4pPr marL="1096963" indent="-228600">
                  <a:spcBef>
                    <a:spcPts val="400"/>
                  </a:spcBef>
                  <a:buClr>
                    <a:srgbClr val="8BA2B4"/>
                  </a:buClr>
                  <a:buSzPct val="70000"/>
                  <a:buFont typeface="Wingdings" panose="05000000000000000000" pitchFamily="2" charset="2"/>
                  <a:buChar char=""/>
                  <a:defRPr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4pPr>
                <a:lvl5pPr marL="1371600" indent="-228600">
                  <a:spcBef>
                    <a:spcPts val="3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5pPr>
                <a:lvl6pPr marL="1828800" indent="-228600" defTabSz="45720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6pPr>
                <a:lvl7pPr marL="2286000" indent="-228600" defTabSz="45720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7pPr>
                <a:lvl8pPr marL="2743200" indent="-228600" defTabSz="45720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8pPr>
                <a:lvl9pPr marL="3200400" indent="-228600" defTabSz="45720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9pPr>
              </a:lstStyle>
              <a:p>
                <a:pPr marL="0" marR="0" lvl="0" indent="0" algn="l" defTabSz="4572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MS PGothic" panose="020B0600070205080204" pitchFamily="34" charset="-128"/>
                    <a:cs typeface="+mn-cs"/>
                  </a:rPr>
                  <a:t>front</a:t>
                </a:r>
              </a:p>
            </p:txBody>
          </p:sp>
          <p:sp>
            <p:nvSpPr>
              <p:cNvPr id="15390" name="Text Box 24">
                <a:extLst>
                  <a:ext uri="{FF2B5EF4-FFF2-40B4-BE49-F238E27FC236}">
                    <a16:creationId xmlns:a16="http://schemas.microsoft.com/office/drawing/2014/main" id="{5AE37E6A-EEBE-F1D3-DF2C-25FDB27BFDBC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24"/>
                </p:custDataLst>
              </p:nvPr>
            </p:nvSpPr>
            <p:spPr bwMode="auto">
              <a:xfrm>
                <a:off x="3696" y="1554"/>
                <a:ext cx="458" cy="25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ts val="600"/>
                  </a:spcBef>
                  <a:buClr>
                    <a:schemeClr val="accent1"/>
                  </a:buClr>
                  <a:buSzPct val="76000"/>
                  <a:buFont typeface="Wingdings 3" panose="05040102010807070707" pitchFamily="18" charset="2"/>
                  <a:buChar char=""/>
                  <a:defRPr sz="2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1pPr>
                <a:lvl2pPr marL="37931725" indent="-37474525">
                  <a:spcBef>
                    <a:spcPts val="500"/>
                  </a:spcBef>
                  <a:buClr>
                    <a:schemeClr val="accent2"/>
                  </a:buClr>
                  <a:buSzPct val="76000"/>
                  <a:buFont typeface="Wingdings 3" panose="05040102010807070707" pitchFamily="18" charset="2"/>
                  <a:buChar char=""/>
                  <a:defRPr sz="2300">
                    <a:solidFill>
                      <a:schemeClr val="tx2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2pPr>
                <a:lvl3pPr marL="822325" indent="-228600">
                  <a:spcBef>
                    <a:spcPts val="500"/>
                  </a:spcBef>
                  <a:buClr>
                    <a:srgbClr val="BCBCBC"/>
                  </a:buClr>
                  <a:buSzPct val="76000"/>
                  <a:buFont typeface="Wingdings 3" panose="05040102010807070707" pitchFamily="18" charset="2"/>
                  <a:buChar char=""/>
                  <a:defRPr sz="20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3pPr>
                <a:lvl4pPr marL="1096963" indent="-228600">
                  <a:spcBef>
                    <a:spcPts val="400"/>
                  </a:spcBef>
                  <a:buClr>
                    <a:srgbClr val="8BA2B4"/>
                  </a:buClr>
                  <a:buSzPct val="70000"/>
                  <a:buFont typeface="Wingdings" panose="05000000000000000000" pitchFamily="2" charset="2"/>
                  <a:buChar char=""/>
                  <a:defRPr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4pPr>
                <a:lvl5pPr marL="1371600" indent="-228600">
                  <a:spcBef>
                    <a:spcPts val="3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5pPr>
                <a:lvl6pPr marL="1828800" indent="-228600" defTabSz="45720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6pPr>
                <a:lvl7pPr marL="2286000" indent="-228600" defTabSz="45720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7pPr>
                <a:lvl8pPr marL="2743200" indent="-228600" defTabSz="45720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8pPr>
                <a:lvl9pPr marL="3200400" indent="-228600" defTabSz="45720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9pPr>
              </a:lstStyle>
              <a:p>
                <a:pPr marL="0" marR="0" lvl="0" indent="0" algn="l" defTabSz="4572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MS PGothic" panose="020B0600070205080204" pitchFamily="34" charset="-128"/>
                    <a:cs typeface="+mn-cs"/>
                  </a:rPr>
                  <a:t>back</a:t>
                </a:r>
              </a:p>
            </p:txBody>
          </p:sp>
          <p:cxnSp>
            <p:nvCxnSpPr>
              <p:cNvPr id="15391" name="AutoShape 25">
                <a:extLst>
                  <a:ext uri="{FF2B5EF4-FFF2-40B4-BE49-F238E27FC236}">
                    <a16:creationId xmlns:a16="http://schemas.microsoft.com/office/drawing/2014/main" id="{CF22934C-DFFD-C727-1465-DDF448F89A5F}"/>
                  </a:ext>
                </a:extLst>
              </p:cNvPr>
              <p:cNvCxnSpPr>
                <a:cxnSpLocks noChangeShapeType="1"/>
                <a:stCxn id="15389" idx="0"/>
                <a:endCxn id="15369" idx="2"/>
              </p:cNvCxnSpPr>
              <p:nvPr>
                <p:custDataLst>
                  <p:tags r:id="rId25"/>
                </p:custDataLst>
              </p:nvPr>
            </p:nvCxnSpPr>
            <p:spPr bwMode="auto">
              <a:xfrm rot="5400000" flipH="1" flipV="1">
                <a:off x="1344" y="1458"/>
                <a:ext cx="172" cy="21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15392" name="AutoShape 26">
                <a:extLst>
                  <a:ext uri="{FF2B5EF4-FFF2-40B4-BE49-F238E27FC236}">
                    <a16:creationId xmlns:a16="http://schemas.microsoft.com/office/drawing/2014/main" id="{10FBE8B6-926F-E9B3-8CB1-9781F37826B1}"/>
                  </a:ext>
                </a:extLst>
              </p:cNvPr>
              <p:cNvCxnSpPr>
                <a:cxnSpLocks noChangeShapeType="1"/>
                <a:stCxn id="15390" idx="0"/>
                <a:endCxn id="15384" idx="2"/>
              </p:cNvCxnSpPr>
              <p:nvPr>
                <p:custDataLst>
                  <p:tags r:id="rId26"/>
                </p:custDataLst>
              </p:nvPr>
            </p:nvCxnSpPr>
            <p:spPr bwMode="auto">
              <a:xfrm rot="5400000" flipH="1" flipV="1">
                <a:off x="3844" y="1462"/>
                <a:ext cx="172" cy="11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</p:grpSp>
      <p:sp>
        <p:nvSpPr>
          <p:cNvPr id="27653" name="Text Box 32">
            <a:extLst>
              <a:ext uri="{FF2B5EF4-FFF2-40B4-BE49-F238E27FC236}">
                <a16:creationId xmlns:a16="http://schemas.microsoft.com/office/drawing/2014/main" id="{360D5425-2A4A-06C2-6CE0-F63EF7A933B5}"/>
              </a:ext>
            </a:extLst>
          </p:cNvPr>
          <p:cNvSpPr txBox="1"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970324" y="3268361"/>
            <a:ext cx="7107340" cy="3175228"/>
          </a:xfrm>
          <a:prstGeom prst="rect">
            <a:avLst/>
          </a:prstGeom>
          <a:solidFill>
            <a:srgbClr val="FFFF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ts val="600"/>
              </a:spcBef>
              <a:buClr>
                <a:schemeClr val="accent1"/>
              </a:buClr>
              <a:buSzPct val="76000"/>
              <a:buFont typeface="Wingdings 3" panose="05040102010807070707" pitchFamily="18" charset="2"/>
              <a:buChar char=""/>
              <a:defRPr sz="26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</a:defRPr>
            </a:lvl1pPr>
            <a:lvl2pPr>
              <a:spcBef>
                <a:spcPts val="500"/>
              </a:spcBef>
              <a:buClr>
                <a:schemeClr val="accent2"/>
              </a:buClr>
              <a:buSzPct val="76000"/>
              <a:buFont typeface="Wingdings 3" panose="05040102010807070707" pitchFamily="18" charset="2"/>
              <a:buChar char=""/>
              <a:defRPr sz="2300">
                <a:solidFill>
                  <a:schemeClr val="tx2"/>
                </a:solidFill>
                <a:latin typeface="Gill Sans MT" panose="020B0502020104020203" pitchFamily="34" charset="0"/>
                <a:ea typeface="MS PGothic" panose="020B0600070205080204" pitchFamily="34" charset="-128"/>
              </a:defRPr>
            </a:lvl2pPr>
            <a:lvl3pPr marL="822325" indent="-228600">
              <a:spcBef>
                <a:spcPts val="500"/>
              </a:spcBef>
              <a:buClr>
                <a:srgbClr val="BCBCBC"/>
              </a:buClr>
              <a:buSzPct val="76000"/>
              <a:buFont typeface="Wingdings 3" panose="05040102010807070707" pitchFamily="18" charset="2"/>
              <a:buChar char=""/>
              <a:defRPr sz="20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</a:defRPr>
            </a:lvl3pPr>
            <a:lvl4pPr marL="1096963" indent="-228600">
              <a:spcBef>
                <a:spcPts val="400"/>
              </a:spcBef>
              <a:buClr>
                <a:srgbClr val="8BA2B4"/>
              </a:buClr>
              <a:buSzPct val="70000"/>
              <a:buFont typeface="Wingdings" panose="05000000000000000000" pitchFamily="2" charset="2"/>
              <a:buChar char=""/>
              <a:defRPr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</a:defRPr>
            </a:lvl4pPr>
            <a:lvl5pPr marL="1371600" indent="-228600">
              <a:spcBef>
                <a:spcPts val="3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"/>
              <a:defRPr sz="16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</a:defRPr>
            </a:lvl5pPr>
            <a:lvl6pPr marL="1828800" indent="-228600" defTabSz="457200" eaLnBrk="0" fontAlgn="base" hangingPunct="0">
              <a:spcBef>
                <a:spcPts val="3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anose="05000000000000000000" pitchFamily="2" charset="2"/>
              <a:buChar char=""/>
              <a:defRPr sz="16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</a:defRPr>
            </a:lvl6pPr>
            <a:lvl7pPr marL="2286000" indent="-228600" defTabSz="457200" eaLnBrk="0" fontAlgn="base" hangingPunct="0">
              <a:spcBef>
                <a:spcPts val="3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anose="05000000000000000000" pitchFamily="2" charset="2"/>
              <a:buChar char=""/>
              <a:defRPr sz="16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</a:defRPr>
            </a:lvl7pPr>
            <a:lvl8pPr marL="2743200" indent="-228600" defTabSz="457200" eaLnBrk="0" fontAlgn="base" hangingPunct="0">
              <a:spcBef>
                <a:spcPts val="3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anose="05000000000000000000" pitchFamily="2" charset="2"/>
              <a:buChar char=""/>
              <a:defRPr sz="16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</a:defRPr>
            </a:lvl8pPr>
            <a:lvl9pPr marL="3200400" indent="-228600" defTabSz="457200" eaLnBrk="0" fontAlgn="base" hangingPunct="0">
              <a:spcBef>
                <a:spcPts val="3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anose="05000000000000000000" pitchFamily="2" charset="2"/>
              <a:buChar char=""/>
              <a:defRPr sz="16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</a:defRPr>
            </a:lvl9pPr>
          </a:lstStyle>
          <a:p>
            <a:pPr marL="0" marR="0" lvl="0" indent="0" algn="l" defTabSz="457200" rtl="0" eaLnBrk="1" fontAlgn="base" latinLnBrk="0" hangingPunct="1">
              <a:lnSpc>
                <a:spcPct val="100000"/>
              </a:lnSpc>
              <a:spcBef>
                <a:spcPts val="2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254061"/>
                </a:solidFill>
                <a:effectLst/>
                <a:uLnTx/>
                <a:uFillTx/>
                <a:latin typeface="Courier New" panose="02070309020205020404" pitchFamily="49" charset="0"/>
                <a:ea typeface="MS PGothic" panose="020B0600070205080204" pitchFamily="34" charset="-128"/>
                <a:cs typeface="+mn-cs"/>
              </a:rPr>
              <a:t> dequeue</a:t>
            </a:r>
            <a:r>
              <a:rPr kumimoji="0" lang="en-US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ea typeface="MS PGothic" panose="020B0600070205080204" pitchFamily="34" charset="-128"/>
                <a:cs typeface="+mn-cs"/>
              </a:rPr>
              <a:t>() {</a:t>
            </a:r>
          </a:p>
          <a:p>
            <a:pPr marL="0" marR="0" lvl="1" indent="0" algn="l" defTabSz="457200" rtl="0" eaLnBrk="1" fontAlgn="base" latinLnBrk="0" hangingPunct="1">
              <a:lnSpc>
                <a:spcPct val="100000"/>
              </a:lnSpc>
              <a:spcBef>
                <a:spcPts val="2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ea typeface="MS PGothic" panose="020B0600070205080204" pitchFamily="34" charset="-128"/>
                <a:cs typeface="+mn-cs"/>
              </a:rPr>
              <a:t>   x = </a:t>
            </a:r>
            <a:r>
              <a:rPr kumimoji="0" lang="en-US" altLang="en-US" sz="32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ea typeface="MS PGothic" panose="020B0600070205080204" pitchFamily="34" charset="-128"/>
                <a:cs typeface="+mn-cs"/>
              </a:rPr>
              <a:t>front.item</a:t>
            </a:r>
            <a:r>
              <a:rPr kumimoji="0" lang="en-US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ea typeface="MS PGothic" panose="020B0600070205080204" pitchFamily="34" charset="-128"/>
                <a:cs typeface="+mn-cs"/>
              </a:rPr>
              <a:t>;</a:t>
            </a:r>
          </a:p>
          <a:p>
            <a:pPr marL="0" marR="0" lvl="1" indent="0" algn="l" defTabSz="457200" rtl="0" eaLnBrk="1" fontAlgn="base" latinLnBrk="0" hangingPunct="1">
              <a:lnSpc>
                <a:spcPct val="100000"/>
              </a:lnSpc>
              <a:spcBef>
                <a:spcPts val="2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ea typeface="MS PGothic" panose="020B0600070205080204" pitchFamily="34" charset="-128"/>
                <a:cs typeface="+mn-cs"/>
              </a:rPr>
              <a:t>   </a:t>
            </a:r>
            <a:r>
              <a:rPr kumimoji="0" lang="en-US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ea typeface="MS PGothic" panose="020B0600070205080204" pitchFamily="34" charset="-128"/>
                <a:cs typeface="+mn-cs"/>
              </a:rPr>
              <a:t>front = </a:t>
            </a:r>
            <a:r>
              <a:rPr kumimoji="0" lang="en-US" altLang="en-US" sz="32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ea typeface="MS PGothic" panose="020B0600070205080204" pitchFamily="34" charset="-128"/>
                <a:cs typeface="+mn-cs"/>
              </a:rPr>
              <a:t>front.next</a:t>
            </a:r>
            <a:r>
              <a:rPr kumimoji="0" lang="en-US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ea typeface="MS PGothic" panose="020B0600070205080204" pitchFamily="34" charset="-128"/>
                <a:cs typeface="+mn-cs"/>
              </a:rPr>
              <a:t>;</a:t>
            </a:r>
          </a:p>
          <a:p>
            <a:pPr marL="0" marR="0" lvl="1" indent="0" algn="l" defTabSz="457200" rtl="0" eaLnBrk="1" fontAlgn="base" latinLnBrk="0" hangingPunct="1">
              <a:lnSpc>
                <a:spcPct val="100000"/>
              </a:lnSpc>
              <a:spcBef>
                <a:spcPts val="2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ea typeface="MS PGothic" panose="020B0600070205080204" pitchFamily="34" charset="-128"/>
                <a:cs typeface="+mn-cs"/>
              </a:rPr>
              <a:t>   </a:t>
            </a:r>
            <a:r>
              <a:rPr kumimoji="0" lang="en-US" altLang="en-US" sz="32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ourier New" panose="02070309020205020404" pitchFamily="49" charset="0"/>
                <a:ea typeface="MS PGothic" panose="020B0600070205080204" pitchFamily="34" charset="-128"/>
                <a:cs typeface="+mn-cs"/>
              </a:rPr>
              <a:t>return</a:t>
            </a:r>
            <a:r>
              <a:rPr kumimoji="0" lang="en-US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ea typeface="MS PGothic" panose="020B0600070205080204" pitchFamily="34" charset="-128"/>
                <a:cs typeface="+mn-cs"/>
              </a:rPr>
              <a:t> x;</a:t>
            </a:r>
            <a:endParaRPr kumimoji="0" lang="en-US" alt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urier New" panose="02070309020205020404" pitchFamily="49" charset="0"/>
              <a:ea typeface="MS PGothic" panose="020B0600070205080204" pitchFamily="34" charset="-128"/>
              <a:cs typeface="+mn-cs"/>
            </a:endParaRPr>
          </a:p>
          <a:p>
            <a:pPr marL="0" marR="0" lvl="1" indent="0" algn="l" defTabSz="457200" rtl="0" eaLnBrk="1" fontAlgn="base" latinLnBrk="0" hangingPunct="1">
              <a:lnSpc>
                <a:spcPct val="100000"/>
              </a:lnSpc>
              <a:spcBef>
                <a:spcPts val="2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ea typeface="MS PGothic" panose="020B0600070205080204" pitchFamily="34" charset="-128"/>
                <a:cs typeface="+mn-cs"/>
              </a:rPr>
              <a:t> }</a:t>
            </a:r>
          </a:p>
          <a:p>
            <a:pPr marL="0" lvl="1" algn="r" defTabSz="457200">
              <a:spcBef>
                <a:spcPts val="200"/>
              </a:spcBef>
              <a:buClrTx/>
              <a:buSzTx/>
              <a:buNone/>
              <a:defRPr/>
            </a:pPr>
            <a:r>
              <a:rPr lang="en-US" altLang="en-US" sz="3200" dirty="0">
                <a:solidFill>
                  <a:srgbClr val="339933"/>
                </a:solidFill>
                <a:latin typeface="Courier New" panose="02070309020205020404" pitchFamily="49" charset="0"/>
              </a:rPr>
              <a:t>// Basic idea only!</a:t>
            </a:r>
          </a:p>
        </p:txBody>
      </p:sp>
    </p:spTree>
    <p:extLst>
      <p:ext uri="{BB962C8B-B14F-4D97-AF65-F5344CB8AC3E}">
        <p14:creationId xmlns:p14="http://schemas.microsoft.com/office/powerpoint/2010/main" val="4015691829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65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Rectangle 2"/>
          <p:cNvSpPr>
            <a:spLocks noGrp="1" noChangeArrowheads="1"/>
          </p:cNvSpPr>
          <p:nvPr>
            <p:ph type="title"/>
          </p:nvPr>
        </p:nvSpPr>
        <p:spPr>
          <a:xfrm>
            <a:off x="467544" y="152400"/>
            <a:ext cx="8280920" cy="1143000"/>
          </a:xfrm>
        </p:spPr>
        <p:txBody>
          <a:bodyPr/>
          <a:lstStyle/>
          <a:p>
            <a:r>
              <a:rPr lang="en-US" dirty="0"/>
              <a:t>Queue After a </a:t>
            </a:r>
            <a:r>
              <a:rPr lang="en-US" b="1" dirty="0">
                <a:solidFill>
                  <a:schemeClr val="accent2"/>
                </a:solidFill>
              </a:rPr>
              <a:t>dequeue</a:t>
            </a:r>
            <a:r>
              <a:rPr lang="en-US" dirty="0"/>
              <a:t> Operation</a:t>
            </a:r>
          </a:p>
        </p:txBody>
      </p:sp>
      <p:sp>
        <p:nvSpPr>
          <p:cNvPr id="47136" name="Text Box 32"/>
          <p:cNvSpPr txBox="1">
            <a:spLocks noChangeArrowheads="1"/>
          </p:cNvSpPr>
          <p:nvPr/>
        </p:nvSpPr>
        <p:spPr bwMode="auto">
          <a:xfrm>
            <a:off x="511546" y="1355725"/>
            <a:ext cx="7948357" cy="1569660"/>
          </a:xfrm>
          <a:prstGeom prst="rect">
            <a:avLst/>
          </a:prstGeom>
          <a:solidFill>
            <a:schemeClr val="bg2"/>
          </a:solidFill>
          <a:ln w="38100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spcBef>
                <a:spcPct val="50000"/>
              </a:spcBef>
            </a:pPr>
            <a:r>
              <a:rPr lang="en-US" sz="2400" dirty="0"/>
              <a:t>Node containing yellow        is removed from the front of the list (see previous slide), </a:t>
            </a:r>
            <a:r>
              <a:rPr lang="en-US" sz="2400" dirty="0">
                <a:solidFill>
                  <a:schemeClr val="accent2"/>
                </a:solidFill>
              </a:rPr>
              <a:t>front</a:t>
            </a:r>
            <a:r>
              <a:rPr lang="en-US" sz="2400" dirty="0"/>
              <a:t> now points to the node that was formerly second, and </a:t>
            </a:r>
            <a:r>
              <a:rPr lang="en-US" sz="2400" dirty="0">
                <a:solidFill>
                  <a:schemeClr val="accent2"/>
                </a:solidFill>
              </a:rPr>
              <a:t>count</a:t>
            </a:r>
            <a:r>
              <a:rPr lang="en-US" sz="2400" dirty="0"/>
              <a:t> has been decremented.</a:t>
            </a:r>
          </a:p>
        </p:txBody>
      </p:sp>
      <p:sp>
        <p:nvSpPr>
          <p:cNvPr id="47145" name="Rectangle 4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rrowheads="1"/>
          </p:cNvSpPr>
          <p:nvPr/>
        </p:nvSpPr>
        <p:spPr bwMode="auto">
          <a:xfrm>
            <a:off x="4114800" y="1295400"/>
            <a:ext cx="457200" cy="4572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CA"/>
          </a:p>
        </p:txBody>
      </p:sp>
      <p:grpSp>
        <p:nvGrpSpPr>
          <p:cNvPr id="2" name="Group 1" descr="The list:&#10;red --&gt; cream --&gt; blue --&gt; green&#10;&#10;front --&gt; red&#10;rear --&gt; green&#10;count = 4&#10;&#10;front, rear, and count are encapsulated in a queue object, a reference to which is stored in variable q.&#10;&#10;This is a diagram of a singly linked list composed of nodes storing colored squares in this order: red, cream, blue, and green.&#10;&#10;There are Node variables front and rear that store references to the red node and green node, respectively. There is also a count variable that stores 4 currently.">
            <a:extLst>
              <a:ext uri="{FF2B5EF4-FFF2-40B4-BE49-F238E27FC236}">
                <a16:creationId xmlns:a16="http://schemas.microsoft.com/office/drawing/2014/main" id="{ADDA4194-1862-F6AB-C27E-4A8AAAF9DC18}"/>
              </a:ext>
            </a:extLst>
          </p:cNvPr>
          <p:cNvGrpSpPr/>
          <p:nvPr/>
        </p:nvGrpSpPr>
        <p:grpSpPr>
          <a:xfrm>
            <a:off x="611560" y="3262213"/>
            <a:ext cx="7848351" cy="2759075"/>
            <a:chOff x="900113" y="2819400"/>
            <a:chExt cx="7848351" cy="2759075"/>
          </a:xfrm>
        </p:grpSpPr>
        <p:sp>
          <p:nvSpPr>
            <p:cNvPr id="47108" name="Rectangle 4"/>
            <p:cNvSpPr>
              <a:spLocks noChangeArrowheads="1"/>
            </p:cNvSpPr>
            <p:nvPr/>
          </p:nvSpPr>
          <p:spPr bwMode="auto">
            <a:xfrm>
              <a:off x="2209800" y="4724400"/>
              <a:ext cx="457200" cy="4572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47109" name="Text Box 5"/>
            <p:cNvSpPr txBox="1">
              <a:spLocks noChangeArrowheads="1"/>
            </p:cNvSpPr>
            <p:nvPr/>
          </p:nvSpPr>
          <p:spPr bwMode="auto">
            <a:xfrm>
              <a:off x="2133600" y="5181600"/>
              <a:ext cx="838200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b="0"/>
                <a:t>count</a:t>
              </a:r>
            </a:p>
          </p:txBody>
        </p:sp>
        <p:sp>
          <p:nvSpPr>
            <p:cNvPr id="47110" name="Text Box 6"/>
            <p:cNvSpPr txBox="1">
              <a:spLocks noChangeArrowheads="1"/>
            </p:cNvSpPr>
            <p:nvPr/>
          </p:nvSpPr>
          <p:spPr bwMode="auto">
            <a:xfrm>
              <a:off x="2286000" y="4800600"/>
              <a:ext cx="360363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>
                  <a:solidFill>
                    <a:schemeClr val="accent2"/>
                  </a:solidFill>
                </a:rPr>
                <a:t>4</a:t>
              </a:r>
            </a:p>
          </p:txBody>
        </p:sp>
        <p:sp>
          <p:nvSpPr>
            <p:cNvPr id="47111" name="Rectangle 7"/>
            <p:cNvSpPr>
              <a:spLocks noChangeArrowheads="1"/>
            </p:cNvSpPr>
            <p:nvPr/>
          </p:nvSpPr>
          <p:spPr bwMode="auto">
            <a:xfrm>
              <a:off x="1905000" y="2819400"/>
              <a:ext cx="1143000" cy="2743200"/>
            </a:xfrm>
            <a:prstGeom prst="rect">
              <a:avLst/>
            </a:prstGeom>
            <a:noFill/>
            <a:ln w="38100">
              <a:solidFill>
                <a:schemeClr val="accent2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47112" name="Text Box 8"/>
            <p:cNvSpPr txBox="1">
              <a:spLocks noChangeArrowheads="1"/>
            </p:cNvSpPr>
            <p:nvPr/>
          </p:nvSpPr>
          <p:spPr bwMode="auto">
            <a:xfrm>
              <a:off x="2133600" y="3429000"/>
              <a:ext cx="762000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b="0"/>
                <a:t>rear</a:t>
              </a:r>
            </a:p>
          </p:txBody>
        </p:sp>
        <p:sp>
          <p:nvSpPr>
            <p:cNvPr id="47113" name="Rectangle 9"/>
            <p:cNvSpPr>
              <a:spLocks noChangeArrowheads="1"/>
            </p:cNvSpPr>
            <p:nvPr/>
          </p:nvSpPr>
          <p:spPr bwMode="auto">
            <a:xfrm>
              <a:off x="2209800" y="2971800"/>
              <a:ext cx="457200" cy="4572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47114" name="Text Box 10"/>
            <p:cNvSpPr txBox="1">
              <a:spLocks noChangeArrowheads="1"/>
            </p:cNvSpPr>
            <p:nvPr/>
          </p:nvSpPr>
          <p:spPr bwMode="auto">
            <a:xfrm>
              <a:off x="2133600" y="4267200"/>
              <a:ext cx="762000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b="0"/>
                <a:t>front</a:t>
              </a:r>
            </a:p>
          </p:txBody>
        </p:sp>
        <p:sp>
          <p:nvSpPr>
            <p:cNvPr id="47115" name="Rectangle 11"/>
            <p:cNvSpPr>
              <a:spLocks noChangeArrowheads="1"/>
            </p:cNvSpPr>
            <p:nvPr/>
          </p:nvSpPr>
          <p:spPr bwMode="auto">
            <a:xfrm>
              <a:off x="2209800" y="3810000"/>
              <a:ext cx="457200" cy="4572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47120" name="Line 16"/>
            <p:cNvSpPr>
              <a:spLocks noChangeShapeType="1"/>
            </p:cNvSpPr>
            <p:nvPr/>
          </p:nvSpPr>
          <p:spPr bwMode="auto">
            <a:xfrm>
              <a:off x="2438400" y="4038600"/>
              <a:ext cx="2286000" cy="0"/>
            </a:xfrm>
            <a:prstGeom prst="line">
              <a:avLst/>
            </a:prstGeom>
            <a:noFill/>
            <a:ln w="38100">
              <a:solidFill>
                <a:schemeClr val="hlink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CA"/>
            </a:p>
          </p:txBody>
        </p:sp>
        <p:sp>
          <p:nvSpPr>
            <p:cNvPr id="47121" name="Rectangle 17"/>
            <p:cNvSpPr>
              <a:spLocks noChangeArrowheads="1"/>
            </p:cNvSpPr>
            <p:nvPr/>
          </p:nvSpPr>
          <p:spPr bwMode="auto">
            <a:xfrm>
              <a:off x="4648200" y="4572000"/>
              <a:ext cx="457200" cy="457200"/>
            </a:xfrm>
            <a:prstGeom prst="rect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47122" name="Rectangle 18"/>
            <p:cNvSpPr>
              <a:spLocks noChangeArrowheads="1"/>
            </p:cNvSpPr>
            <p:nvPr/>
          </p:nvSpPr>
          <p:spPr bwMode="auto">
            <a:xfrm>
              <a:off x="4724400" y="3886200"/>
              <a:ext cx="304800" cy="3810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47123" name="Rectangle 19"/>
            <p:cNvSpPr>
              <a:spLocks noChangeArrowheads="1"/>
            </p:cNvSpPr>
            <p:nvPr/>
          </p:nvSpPr>
          <p:spPr bwMode="auto">
            <a:xfrm>
              <a:off x="5029200" y="3886200"/>
              <a:ext cx="304800" cy="3810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47124" name="Line 20"/>
            <p:cNvSpPr>
              <a:spLocks noChangeShapeType="1"/>
            </p:cNvSpPr>
            <p:nvPr/>
          </p:nvSpPr>
          <p:spPr bwMode="auto">
            <a:xfrm>
              <a:off x="4876800" y="4114800"/>
              <a:ext cx="0" cy="457200"/>
            </a:xfrm>
            <a:prstGeom prst="line">
              <a:avLst/>
            </a:prstGeom>
            <a:noFill/>
            <a:ln w="38100">
              <a:solidFill>
                <a:schemeClr val="hlink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CA"/>
            </a:p>
          </p:txBody>
        </p:sp>
        <p:sp>
          <p:nvSpPr>
            <p:cNvPr id="47125" name="Rectangle 21"/>
            <p:cNvSpPr>
              <a:spLocks noChangeArrowheads="1"/>
            </p:cNvSpPr>
            <p:nvPr/>
          </p:nvSpPr>
          <p:spPr bwMode="auto">
            <a:xfrm>
              <a:off x="5638800" y="4572000"/>
              <a:ext cx="457200" cy="457200"/>
            </a:xfrm>
            <a:prstGeom prst="rect">
              <a:avLst/>
            </a:prstGeom>
            <a:solidFill>
              <a:schemeClr val="bg2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47126" name="Rectangle 22"/>
            <p:cNvSpPr>
              <a:spLocks noChangeArrowheads="1"/>
            </p:cNvSpPr>
            <p:nvPr/>
          </p:nvSpPr>
          <p:spPr bwMode="auto">
            <a:xfrm>
              <a:off x="5715000" y="3886200"/>
              <a:ext cx="304800" cy="3810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47127" name="Rectangle 23"/>
            <p:cNvSpPr>
              <a:spLocks noChangeArrowheads="1"/>
            </p:cNvSpPr>
            <p:nvPr/>
          </p:nvSpPr>
          <p:spPr bwMode="auto">
            <a:xfrm>
              <a:off x="6019800" y="3886200"/>
              <a:ext cx="304800" cy="3810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47128" name="Line 24"/>
            <p:cNvSpPr>
              <a:spLocks noChangeShapeType="1"/>
            </p:cNvSpPr>
            <p:nvPr/>
          </p:nvSpPr>
          <p:spPr bwMode="auto">
            <a:xfrm>
              <a:off x="5867400" y="4114800"/>
              <a:ext cx="0" cy="457200"/>
            </a:xfrm>
            <a:prstGeom prst="line">
              <a:avLst/>
            </a:prstGeom>
            <a:noFill/>
            <a:ln w="38100">
              <a:solidFill>
                <a:schemeClr val="hlink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CA"/>
            </a:p>
          </p:txBody>
        </p:sp>
        <p:sp>
          <p:nvSpPr>
            <p:cNvPr id="47130" name="Line 26"/>
            <p:cNvSpPr>
              <a:spLocks noChangeShapeType="1"/>
            </p:cNvSpPr>
            <p:nvPr/>
          </p:nvSpPr>
          <p:spPr bwMode="auto">
            <a:xfrm>
              <a:off x="5181600" y="4038600"/>
              <a:ext cx="533400" cy="0"/>
            </a:xfrm>
            <a:prstGeom prst="line">
              <a:avLst/>
            </a:prstGeom>
            <a:noFill/>
            <a:ln w="38100">
              <a:solidFill>
                <a:schemeClr val="hlink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CA"/>
            </a:p>
          </p:txBody>
        </p:sp>
        <p:sp>
          <p:nvSpPr>
            <p:cNvPr id="47131" name="Rectangle 27"/>
            <p:cNvSpPr>
              <a:spLocks noChangeArrowheads="1"/>
            </p:cNvSpPr>
            <p:nvPr/>
          </p:nvSpPr>
          <p:spPr bwMode="auto">
            <a:xfrm>
              <a:off x="6629400" y="4572000"/>
              <a:ext cx="457200" cy="457200"/>
            </a:xfrm>
            <a:prstGeom prst="rect">
              <a:avLst/>
            </a:prstGeom>
            <a:solidFill>
              <a:schemeClr val="tx2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47132" name="Rectangle 28"/>
            <p:cNvSpPr>
              <a:spLocks noChangeArrowheads="1"/>
            </p:cNvSpPr>
            <p:nvPr/>
          </p:nvSpPr>
          <p:spPr bwMode="auto">
            <a:xfrm>
              <a:off x="6705600" y="3886200"/>
              <a:ext cx="304800" cy="3810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47133" name="Rectangle 29"/>
            <p:cNvSpPr>
              <a:spLocks noChangeArrowheads="1"/>
            </p:cNvSpPr>
            <p:nvPr/>
          </p:nvSpPr>
          <p:spPr bwMode="auto">
            <a:xfrm>
              <a:off x="7010400" y="3886200"/>
              <a:ext cx="304800" cy="3810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47134" name="Line 30"/>
            <p:cNvSpPr>
              <a:spLocks noChangeShapeType="1"/>
            </p:cNvSpPr>
            <p:nvPr/>
          </p:nvSpPr>
          <p:spPr bwMode="auto">
            <a:xfrm>
              <a:off x="6172200" y="4038600"/>
              <a:ext cx="533400" cy="0"/>
            </a:xfrm>
            <a:prstGeom prst="line">
              <a:avLst/>
            </a:prstGeom>
            <a:noFill/>
            <a:ln w="38100">
              <a:solidFill>
                <a:schemeClr val="hlink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CA"/>
            </a:p>
          </p:txBody>
        </p:sp>
        <p:sp>
          <p:nvSpPr>
            <p:cNvPr id="47135" name="Line 31"/>
            <p:cNvSpPr>
              <a:spLocks noChangeShapeType="1"/>
            </p:cNvSpPr>
            <p:nvPr/>
          </p:nvSpPr>
          <p:spPr bwMode="auto">
            <a:xfrm>
              <a:off x="6858000" y="4114800"/>
              <a:ext cx="0" cy="457200"/>
            </a:xfrm>
            <a:prstGeom prst="line">
              <a:avLst/>
            </a:prstGeom>
            <a:noFill/>
            <a:ln w="38100">
              <a:solidFill>
                <a:schemeClr val="hlink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CA"/>
            </a:p>
          </p:txBody>
        </p:sp>
        <p:sp>
          <p:nvSpPr>
            <p:cNvPr id="47138" name="Rectangle 34"/>
            <p:cNvSpPr>
              <a:spLocks noChangeArrowheads="1"/>
            </p:cNvSpPr>
            <p:nvPr/>
          </p:nvSpPr>
          <p:spPr bwMode="auto">
            <a:xfrm>
              <a:off x="7620000" y="4572000"/>
              <a:ext cx="457200" cy="457200"/>
            </a:xfrm>
            <a:prstGeom prst="rect">
              <a:avLst/>
            </a:prstGeom>
            <a:solidFill>
              <a:schemeClr val="hlink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47139" name="Rectangle 35"/>
            <p:cNvSpPr>
              <a:spLocks noChangeArrowheads="1"/>
            </p:cNvSpPr>
            <p:nvPr/>
          </p:nvSpPr>
          <p:spPr bwMode="auto">
            <a:xfrm>
              <a:off x="7696200" y="3886200"/>
              <a:ext cx="304800" cy="3810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47140" name="Rectangle 36"/>
            <p:cNvSpPr>
              <a:spLocks noChangeArrowheads="1"/>
            </p:cNvSpPr>
            <p:nvPr/>
          </p:nvSpPr>
          <p:spPr bwMode="auto">
            <a:xfrm>
              <a:off x="8001000" y="3886200"/>
              <a:ext cx="304800" cy="3810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47142" name="Line 38"/>
            <p:cNvSpPr>
              <a:spLocks noChangeShapeType="1"/>
            </p:cNvSpPr>
            <p:nvPr/>
          </p:nvSpPr>
          <p:spPr bwMode="auto">
            <a:xfrm>
              <a:off x="7162800" y="4038600"/>
              <a:ext cx="533400" cy="0"/>
            </a:xfrm>
            <a:prstGeom prst="line">
              <a:avLst/>
            </a:prstGeom>
            <a:noFill/>
            <a:ln w="38100">
              <a:solidFill>
                <a:schemeClr val="hlink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CA"/>
            </a:p>
          </p:txBody>
        </p:sp>
        <p:sp>
          <p:nvSpPr>
            <p:cNvPr id="47143" name="Line 39"/>
            <p:cNvSpPr>
              <a:spLocks noChangeShapeType="1"/>
            </p:cNvSpPr>
            <p:nvPr/>
          </p:nvSpPr>
          <p:spPr bwMode="auto">
            <a:xfrm>
              <a:off x="7848600" y="4114800"/>
              <a:ext cx="0" cy="457200"/>
            </a:xfrm>
            <a:prstGeom prst="line">
              <a:avLst/>
            </a:prstGeom>
            <a:noFill/>
            <a:ln w="38100">
              <a:solidFill>
                <a:schemeClr val="hlink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CA"/>
            </a:p>
          </p:txBody>
        </p:sp>
        <p:sp>
          <p:nvSpPr>
            <p:cNvPr id="47144" name="Freeform 40"/>
            <p:cNvSpPr>
              <a:spLocks/>
            </p:cNvSpPr>
            <p:nvPr/>
          </p:nvSpPr>
          <p:spPr bwMode="auto">
            <a:xfrm>
              <a:off x="2438400" y="3086100"/>
              <a:ext cx="5410200" cy="800100"/>
            </a:xfrm>
            <a:custGeom>
              <a:avLst/>
              <a:gdLst/>
              <a:ahLst/>
              <a:cxnLst>
                <a:cxn ang="0">
                  <a:pos x="0" y="72"/>
                </a:cxn>
                <a:cxn ang="0">
                  <a:pos x="2640" y="72"/>
                </a:cxn>
                <a:cxn ang="0">
                  <a:pos x="3408" y="504"/>
                </a:cxn>
              </a:cxnLst>
              <a:rect l="0" t="0" r="r" b="b"/>
              <a:pathLst>
                <a:path w="3408" h="504">
                  <a:moveTo>
                    <a:pt x="0" y="72"/>
                  </a:moveTo>
                  <a:cubicBezTo>
                    <a:pt x="1036" y="36"/>
                    <a:pt x="2072" y="0"/>
                    <a:pt x="2640" y="72"/>
                  </a:cubicBezTo>
                  <a:cubicBezTo>
                    <a:pt x="3208" y="144"/>
                    <a:pt x="3308" y="324"/>
                    <a:pt x="3408" y="504"/>
                  </a:cubicBezTo>
                </a:path>
              </a:pathLst>
            </a:custGeom>
            <a:noFill/>
            <a:ln w="38100" cap="flat" cmpd="sng">
              <a:solidFill>
                <a:schemeClr val="hlink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  <p:txBody>
            <a:bodyPr/>
            <a:lstStyle/>
            <a:p>
              <a:endParaRPr lang="en-CA"/>
            </a:p>
          </p:txBody>
        </p:sp>
        <p:sp>
          <p:nvSpPr>
            <p:cNvPr id="47146" name="Text Box 42"/>
            <p:cNvSpPr txBox="1">
              <a:spLocks noChangeArrowheads="1"/>
            </p:cNvSpPr>
            <p:nvPr/>
          </p:nvSpPr>
          <p:spPr bwMode="auto">
            <a:xfrm>
              <a:off x="900113" y="3860800"/>
              <a:ext cx="457200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 eaLnBrk="0" hangingPunct="0">
                <a:spcBef>
                  <a:spcPct val="50000"/>
                </a:spcBef>
              </a:pPr>
              <a:r>
                <a:rPr lang="en-US">
                  <a:solidFill>
                    <a:schemeClr val="accent2"/>
                  </a:solidFill>
                </a:rPr>
                <a:t>q</a:t>
              </a:r>
            </a:p>
          </p:txBody>
        </p:sp>
        <p:sp>
          <p:nvSpPr>
            <p:cNvPr id="47147" name="Rectangle 43"/>
            <p:cNvSpPr>
              <a:spLocks noChangeArrowheads="1"/>
            </p:cNvSpPr>
            <p:nvPr/>
          </p:nvSpPr>
          <p:spPr bwMode="auto">
            <a:xfrm>
              <a:off x="1204913" y="3860800"/>
              <a:ext cx="457200" cy="4572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47148" name="Line 44"/>
            <p:cNvSpPr>
              <a:spLocks noChangeShapeType="1"/>
            </p:cNvSpPr>
            <p:nvPr/>
          </p:nvSpPr>
          <p:spPr bwMode="auto">
            <a:xfrm>
              <a:off x="1433513" y="4089400"/>
              <a:ext cx="457200" cy="0"/>
            </a:xfrm>
            <a:prstGeom prst="line">
              <a:avLst/>
            </a:prstGeom>
            <a:noFill/>
            <a:ln w="38100">
              <a:solidFill>
                <a:srgbClr val="339966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CA"/>
            </a:p>
          </p:txBody>
        </p:sp>
        <p:cxnSp>
          <p:nvCxnSpPr>
            <p:cNvPr id="41" name="Straight Connector 40"/>
            <p:cNvCxnSpPr/>
            <p:nvPr/>
          </p:nvCxnSpPr>
          <p:spPr bwMode="auto">
            <a:xfrm>
              <a:off x="8100392" y="4077072"/>
              <a:ext cx="504056" cy="0"/>
            </a:xfrm>
            <a:prstGeom prst="line">
              <a:avLst/>
            </a:prstGeom>
            <a:noFill/>
            <a:ln w="38100" cap="flat" cmpd="sng" algn="ctr">
              <a:solidFill>
                <a:schemeClr val="hlink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42" name="Straight Connector 41"/>
            <p:cNvCxnSpPr/>
            <p:nvPr/>
          </p:nvCxnSpPr>
          <p:spPr bwMode="auto">
            <a:xfrm>
              <a:off x="8604448" y="4077072"/>
              <a:ext cx="0" cy="216024"/>
            </a:xfrm>
            <a:prstGeom prst="line">
              <a:avLst/>
            </a:prstGeom>
            <a:noFill/>
            <a:ln w="38100" cap="flat" cmpd="sng" algn="ctr">
              <a:solidFill>
                <a:schemeClr val="hlink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43" name="Straight Connector 42"/>
            <p:cNvCxnSpPr/>
            <p:nvPr/>
          </p:nvCxnSpPr>
          <p:spPr bwMode="auto">
            <a:xfrm>
              <a:off x="8460432" y="4293096"/>
              <a:ext cx="288032" cy="0"/>
            </a:xfrm>
            <a:prstGeom prst="line">
              <a:avLst/>
            </a:prstGeom>
            <a:noFill/>
            <a:ln w="38100" cap="flat" cmpd="sng" algn="ctr">
              <a:solidFill>
                <a:schemeClr val="hlink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Java Implementation</a:t>
            </a:r>
          </a:p>
        </p:txBody>
      </p:sp>
      <p:sp>
        <p:nvSpPr>
          <p:cNvPr id="4813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5800" y="1447800"/>
            <a:ext cx="7772400" cy="4876800"/>
          </a:xfrm>
        </p:spPr>
        <p:txBody>
          <a:bodyPr/>
          <a:lstStyle/>
          <a:p>
            <a:r>
              <a:rPr lang="en-US"/>
              <a:t>The queue is represented as a linked list of nodes:</a:t>
            </a:r>
          </a:p>
          <a:p>
            <a:pPr lvl="1"/>
            <a:r>
              <a:rPr lang="en-US"/>
              <a:t>We will again use the </a:t>
            </a:r>
            <a:r>
              <a:rPr lang="en-US" b="1">
                <a:solidFill>
                  <a:schemeClr val="accent2"/>
                </a:solidFill>
              </a:rPr>
              <a:t>LinearNode</a:t>
            </a:r>
            <a:r>
              <a:rPr lang="en-US"/>
              <a:t> class</a:t>
            </a:r>
          </a:p>
          <a:p>
            <a:pPr lvl="1"/>
            <a:r>
              <a:rPr lang="en-US" b="1">
                <a:solidFill>
                  <a:schemeClr val="accent2"/>
                </a:solidFill>
              </a:rPr>
              <a:t>front</a:t>
            </a:r>
            <a:r>
              <a:rPr lang="en-US"/>
              <a:t> is a reference to the head of the queue (beginning of the linked list)</a:t>
            </a:r>
          </a:p>
          <a:p>
            <a:pPr lvl="1"/>
            <a:r>
              <a:rPr lang="en-US" b="1">
                <a:solidFill>
                  <a:schemeClr val="accent2"/>
                </a:solidFill>
              </a:rPr>
              <a:t>rear</a:t>
            </a:r>
            <a:r>
              <a:rPr lang="en-US"/>
              <a:t> is a reference to the tail of the queue (end of the linked list)</a:t>
            </a:r>
          </a:p>
          <a:p>
            <a:pPr lvl="1"/>
            <a:r>
              <a:rPr lang="en-US"/>
              <a:t>The integer </a:t>
            </a:r>
            <a:r>
              <a:rPr lang="en-US" b="1">
                <a:solidFill>
                  <a:schemeClr val="accent2"/>
                </a:solidFill>
              </a:rPr>
              <a:t>count</a:t>
            </a:r>
            <a:r>
              <a:rPr lang="en-US"/>
              <a:t> is the number of nodes in the queue</a:t>
            </a:r>
          </a:p>
          <a:p>
            <a:pPr lvl="1"/>
            <a:endParaRPr lang="en-US"/>
          </a:p>
        </p:txBody>
      </p:sp>
    </p:spTree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970" name="Rectangle 1026"/>
          <p:cNvSpPr>
            <a:spLocks noChangeArrowheads="1"/>
          </p:cNvSpPr>
          <p:nvPr/>
        </p:nvSpPr>
        <p:spPr bwMode="auto">
          <a:xfrm>
            <a:off x="381000" y="381000"/>
            <a:ext cx="8077200" cy="6019800"/>
          </a:xfrm>
          <a:prstGeom prst="rect">
            <a:avLst/>
          </a:prstGeom>
          <a:solidFill>
            <a:schemeClr val="bg2"/>
          </a:solidFill>
          <a:ln w="38100">
            <a:solidFill>
              <a:schemeClr val="bg2"/>
            </a:solidFill>
            <a:miter lim="800000"/>
            <a:headEnd/>
            <a:tailEnd/>
          </a:ln>
          <a:effectLst/>
        </p:spPr>
        <p:txBody>
          <a:bodyPr/>
          <a:lstStyle/>
          <a:p>
            <a:pPr eaLnBrk="0" hangingPunct="0"/>
            <a:r>
              <a:rPr lang="en-US" dirty="0"/>
              <a:t>public class </a:t>
            </a:r>
            <a:r>
              <a:rPr lang="en-US" sz="2400" b="0" dirty="0" err="1"/>
              <a:t>LinkedQueue</a:t>
            </a:r>
            <a:r>
              <a:rPr lang="en-US" sz="2400" b="0" dirty="0"/>
              <a:t>&lt;T&gt; </a:t>
            </a:r>
            <a:r>
              <a:rPr lang="en-US" sz="2400" b="0" dirty="0">
                <a:solidFill>
                  <a:schemeClr val="accent2"/>
                </a:solidFill>
              </a:rPr>
              <a:t>implements </a:t>
            </a:r>
            <a:r>
              <a:rPr lang="en-US" sz="2400" b="0" dirty="0" err="1"/>
              <a:t>QueueADT</a:t>
            </a:r>
            <a:r>
              <a:rPr lang="en-US" sz="2400" b="0" dirty="0"/>
              <a:t>&lt;T&gt; {</a:t>
            </a:r>
          </a:p>
          <a:p>
            <a:pPr eaLnBrk="0" hangingPunct="0"/>
            <a:r>
              <a:rPr lang="en-US" sz="2400" b="0" dirty="0"/>
              <a:t>   /**</a:t>
            </a:r>
          </a:p>
          <a:p>
            <a:pPr eaLnBrk="0" hangingPunct="0"/>
            <a:r>
              <a:rPr lang="en-US" sz="2400" b="0" dirty="0"/>
              <a:t>    * Attributes</a:t>
            </a:r>
          </a:p>
          <a:p>
            <a:pPr eaLnBrk="0" hangingPunct="0"/>
            <a:r>
              <a:rPr lang="en-US" sz="2400" b="0" dirty="0"/>
              <a:t>    */</a:t>
            </a:r>
          </a:p>
          <a:p>
            <a:pPr eaLnBrk="0" hangingPunct="0"/>
            <a:r>
              <a:rPr lang="en-US" sz="2400" b="0" dirty="0"/>
              <a:t>   private </a:t>
            </a:r>
            <a:r>
              <a:rPr lang="en-US" sz="2400" b="0" dirty="0" err="1"/>
              <a:t>int</a:t>
            </a:r>
            <a:r>
              <a:rPr lang="en-US" sz="2400" b="0" dirty="0"/>
              <a:t> count;</a:t>
            </a:r>
          </a:p>
          <a:p>
            <a:pPr eaLnBrk="0" hangingPunct="0"/>
            <a:r>
              <a:rPr lang="en-US" sz="2400" b="0" dirty="0"/>
              <a:t>   private </a:t>
            </a:r>
            <a:r>
              <a:rPr lang="en-US" sz="2400" b="0" dirty="0" err="1"/>
              <a:t>LinearNode</a:t>
            </a:r>
            <a:r>
              <a:rPr lang="en-US" sz="2400" b="0" dirty="0"/>
              <a:t>&lt;T&gt; front, rear;</a:t>
            </a:r>
          </a:p>
          <a:p>
            <a:pPr eaLnBrk="0" hangingPunct="0"/>
            <a:endParaRPr lang="en-US" sz="2400" b="0" dirty="0"/>
          </a:p>
          <a:p>
            <a:pPr eaLnBrk="0" hangingPunct="0"/>
            <a:r>
              <a:rPr lang="en-US" sz="2400" b="0" dirty="0"/>
              <a:t>   /**</a:t>
            </a:r>
          </a:p>
          <a:p>
            <a:pPr eaLnBrk="0" hangingPunct="0"/>
            <a:r>
              <a:rPr lang="en-US" sz="2400" b="0" dirty="0"/>
              <a:t>    * Creates an empty queue.</a:t>
            </a:r>
          </a:p>
          <a:p>
            <a:pPr eaLnBrk="0" hangingPunct="0"/>
            <a:r>
              <a:rPr lang="en-US" sz="2400" b="0" dirty="0"/>
              <a:t>    */</a:t>
            </a:r>
          </a:p>
          <a:p>
            <a:pPr eaLnBrk="0" hangingPunct="0"/>
            <a:r>
              <a:rPr lang="en-US" sz="2400" b="0" dirty="0"/>
              <a:t>   public </a:t>
            </a:r>
            <a:r>
              <a:rPr lang="en-US" sz="2400" b="0" dirty="0" err="1"/>
              <a:t>LinkedQueue</a:t>
            </a:r>
            <a:r>
              <a:rPr lang="en-US" sz="2400" b="0" dirty="0"/>
              <a:t>() {</a:t>
            </a:r>
          </a:p>
          <a:p>
            <a:pPr eaLnBrk="0" hangingPunct="0"/>
            <a:r>
              <a:rPr lang="en-US" sz="2400" b="0" dirty="0"/>
              <a:t>      count = 0;</a:t>
            </a:r>
          </a:p>
          <a:p>
            <a:pPr eaLnBrk="0" hangingPunct="0"/>
            <a:r>
              <a:rPr lang="en-US" sz="2400" b="0" dirty="0"/>
              <a:t>      front = rear = null;</a:t>
            </a:r>
          </a:p>
          <a:p>
            <a:pPr eaLnBrk="0" hangingPunct="0"/>
            <a:r>
              <a:rPr lang="en-US" sz="2400" b="0" dirty="0"/>
              <a:t>   }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ChangeArrowheads="1"/>
          </p:cNvSpPr>
          <p:nvPr/>
        </p:nvSpPr>
        <p:spPr bwMode="auto">
          <a:xfrm>
            <a:off x="685800" y="838200"/>
            <a:ext cx="7772400" cy="5562600"/>
          </a:xfrm>
          <a:prstGeom prst="rect">
            <a:avLst/>
          </a:prstGeom>
          <a:solidFill>
            <a:schemeClr val="bg2"/>
          </a:solidFill>
          <a:ln w="38100">
            <a:solidFill>
              <a:schemeClr val="bg2"/>
            </a:solidFill>
            <a:miter lim="800000"/>
            <a:headEnd/>
            <a:tailEnd/>
          </a:ln>
          <a:effectLst/>
        </p:spPr>
        <p:txBody>
          <a:bodyPr/>
          <a:lstStyle/>
          <a:p>
            <a:pPr eaLnBrk="0" hangingPunct="0"/>
            <a:r>
              <a:rPr lang="en-US" b="0" dirty="0">
                <a:solidFill>
                  <a:schemeClr val="hlink"/>
                </a:solidFill>
              </a:rPr>
              <a:t>//-----------------------------------------------------------------</a:t>
            </a:r>
          </a:p>
          <a:p>
            <a:pPr eaLnBrk="0" hangingPunct="0"/>
            <a:r>
              <a:rPr lang="en-US" b="0" dirty="0">
                <a:solidFill>
                  <a:schemeClr val="hlink"/>
                </a:solidFill>
              </a:rPr>
              <a:t>//  Adds the specified element to the rear of the queue.</a:t>
            </a:r>
          </a:p>
          <a:p>
            <a:pPr eaLnBrk="0" hangingPunct="0"/>
            <a:r>
              <a:rPr lang="en-US" b="0" dirty="0">
                <a:solidFill>
                  <a:schemeClr val="hlink"/>
                </a:solidFill>
              </a:rPr>
              <a:t>//-----------------------------------------------------------------</a:t>
            </a:r>
          </a:p>
          <a:p>
            <a:pPr eaLnBrk="0" hangingPunct="0"/>
            <a:r>
              <a:rPr lang="en-US" b="0" dirty="0"/>
              <a:t>public void enqueue (T element) {</a:t>
            </a:r>
          </a:p>
          <a:p>
            <a:pPr eaLnBrk="0" hangingPunct="0"/>
            <a:r>
              <a:rPr lang="en-US" b="0" dirty="0"/>
              <a:t>   </a:t>
            </a:r>
            <a:r>
              <a:rPr lang="en-US" b="0" dirty="0" err="1"/>
              <a:t>LinearNode</a:t>
            </a:r>
            <a:r>
              <a:rPr lang="en-US" b="0" dirty="0"/>
              <a:t>&lt;T&gt; node = new </a:t>
            </a:r>
            <a:r>
              <a:rPr lang="en-US" b="0" dirty="0" err="1"/>
              <a:t>LinearNode</a:t>
            </a:r>
            <a:r>
              <a:rPr lang="en-US" b="0" dirty="0"/>
              <a:t>&lt;T&gt; (element);</a:t>
            </a:r>
          </a:p>
          <a:p>
            <a:pPr eaLnBrk="0" hangingPunct="0"/>
            <a:endParaRPr lang="en-US" b="0" dirty="0"/>
          </a:p>
          <a:p>
            <a:pPr eaLnBrk="0" hangingPunct="0"/>
            <a:r>
              <a:rPr lang="en-US" b="0" dirty="0"/>
              <a:t>   if (</a:t>
            </a:r>
            <a:r>
              <a:rPr lang="en-US" b="0" dirty="0" err="1"/>
              <a:t>isEmpty</a:t>
            </a:r>
            <a:r>
              <a:rPr lang="en-US" b="0" dirty="0"/>
              <a:t>( ))</a:t>
            </a:r>
          </a:p>
          <a:p>
            <a:pPr eaLnBrk="0" hangingPunct="0"/>
            <a:r>
              <a:rPr lang="en-US" b="0" dirty="0"/>
              <a:t>      front = node;</a:t>
            </a:r>
          </a:p>
          <a:p>
            <a:pPr eaLnBrk="0" hangingPunct="0"/>
            <a:r>
              <a:rPr lang="en-US" b="0" dirty="0"/>
              <a:t>   else</a:t>
            </a:r>
          </a:p>
          <a:p>
            <a:pPr eaLnBrk="0" hangingPunct="0"/>
            <a:r>
              <a:rPr lang="en-US" b="0" dirty="0"/>
              <a:t>      </a:t>
            </a:r>
            <a:r>
              <a:rPr lang="en-US" b="0" dirty="0" err="1"/>
              <a:t>rear.setNext</a:t>
            </a:r>
            <a:r>
              <a:rPr lang="en-US" b="0" dirty="0"/>
              <a:t> (node);</a:t>
            </a:r>
          </a:p>
          <a:p>
            <a:pPr eaLnBrk="0" hangingPunct="0"/>
            <a:endParaRPr lang="en-US" b="0" dirty="0"/>
          </a:p>
          <a:p>
            <a:pPr eaLnBrk="0" hangingPunct="0"/>
            <a:r>
              <a:rPr lang="en-US" b="0" dirty="0"/>
              <a:t>   rear = node;</a:t>
            </a:r>
          </a:p>
          <a:p>
            <a:pPr eaLnBrk="0" hangingPunct="0"/>
            <a:r>
              <a:rPr lang="en-US" b="0" dirty="0"/>
              <a:t>   count++;</a:t>
            </a:r>
          </a:p>
          <a:p>
            <a:pPr eaLnBrk="0" hangingPunct="0"/>
            <a:r>
              <a:rPr lang="en-US" b="0" dirty="0"/>
              <a:t>}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3" name="Rectangle 3"/>
          <p:cNvSpPr>
            <a:spLocks noChangeArrowheads="1"/>
          </p:cNvSpPr>
          <p:nvPr/>
        </p:nvSpPr>
        <p:spPr bwMode="auto">
          <a:xfrm>
            <a:off x="609600" y="304800"/>
            <a:ext cx="7772400" cy="6019800"/>
          </a:xfrm>
          <a:prstGeom prst="rect">
            <a:avLst/>
          </a:prstGeom>
          <a:solidFill>
            <a:schemeClr val="bg2"/>
          </a:solidFill>
          <a:ln w="38100">
            <a:solidFill>
              <a:schemeClr val="bg2"/>
            </a:solidFill>
            <a:miter lim="800000"/>
            <a:headEnd/>
            <a:tailEnd/>
          </a:ln>
          <a:effectLst/>
        </p:spPr>
        <p:txBody>
          <a:bodyPr/>
          <a:lstStyle/>
          <a:p>
            <a:pPr marL="342900" indent="-342900">
              <a:spcBef>
                <a:spcPct val="20000"/>
              </a:spcBef>
            </a:pPr>
            <a:r>
              <a:rPr lang="en-US" b="0" dirty="0">
                <a:solidFill>
                  <a:schemeClr val="hlink"/>
                </a:solidFill>
              </a:rPr>
              <a:t>//-----------------------------------------------------------------</a:t>
            </a:r>
          </a:p>
          <a:p>
            <a:pPr marL="342900" indent="-342900">
              <a:spcBef>
                <a:spcPct val="20000"/>
              </a:spcBef>
            </a:pPr>
            <a:r>
              <a:rPr lang="en-US" b="0" dirty="0">
                <a:solidFill>
                  <a:schemeClr val="hlink"/>
                </a:solidFill>
              </a:rPr>
              <a:t>//  Removes the element at the front of the queue and returns a</a:t>
            </a:r>
          </a:p>
          <a:p>
            <a:pPr marL="342900" indent="-342900">
              <a:spcBef>
                <a:spcPct val="20000"/>
              </a:spcBef>
            </a:pPr>
            <a:r>
              <a:rPr lang="en-US" b="0" dirty="0">
                <a:solidFill>
                  <a:schemeClr val="hlink"/>
                </a:solidFill>
              </a:rPr>
              <a:t>//  reference to it. Throws an </a:t>
            </a:r>
            <a:r>
              <a:rPr lang="en-US" b="0" dirty="0" err="1">
                <a:solidFill>
                  <a:schemeClr val="hlink"/>
                </a:solidFill>
              </a:rPr>
              <a:t>EmptyCollectionException</a:t>
            </a:r>
            <a:r>
              <a:rPr lang="en-US" b="0" dirty="0">
                <a:solidFill>
                  <a:schemeClr val="hlink"/>
                </a:solidFill>
              </a:rPr>
              <a:t> if the</a:t>
            </a:r>
          </a:p>
          <a:p>
            <a:pPr marL="342900" indent="-342900">
              <a:spcBef>
                <a:spcPct val="20000"/>
              </a:spcBef>
            </a:pPr>
            <a:r>
              <a:rPr lang="en-US" b="0" dirty="0">
                <a:solidFill>
                  <a:schemeClr val="hlink"/>
                </a:solidFill>
              </a:rPr>
              <a:t>//  queue is empty.</a:t>
            </a:r>
          </a:p>
          <a:p>
            <a:pPr marL="342900" indent="-342900">
              <a:spcBef>
                <a:spcPct val="20000"/>
              </a:spcBef>
            </a:pPr>
            <a:r>
              <a:rPr lang="en-US" b="0" dirty="0">
                <a:solidFill>
                  <a:schemeClr val="hlink"/>
                </a:solidFill>
              </a:rPr>
              <a:t>//-----------------------------------------------------------------</a:t>
            </a:r>
          </a:p>
          <a:p>
            <a:pPr marL="342900" indent="-342900">
              <a:spcBef>
                <a:spcPct val="20000"/>
              </a:spcBef>
            </a:pPr>
            <a:r>
              <a:rPr lang="en-US" b="0" dirty="0"/>
              <a:t>public T dequeue ( ) throws </a:t>
            </a:r>
            <a:r>
              <a:rPr lang="en-US" b="0" dirty="0" err="1"/>
              <a:t>EmptyCollectionException</a:t>
            </a:r>
            <a:r>
              <a:rPr lang="en-US" b="0" dirty="0"/>
              <a:t> {</a:t>
            </a:r>
          </a:p>
          <a:p>
            <a:pPr marL="342900" indent="-342900">
              <a:spcBef>
                <a:spcPct val="20000"/>
              </a:spcBef>
            </a:pPr>
            <a:r>
              <a:rPr lang="en-US" b="0" dirty="0"/>
              <a:t>   if (</a:t>
            </a:r>
            <a:r>
              <a:rPr lang="en-US" b="0" dirty="0" err="1"/>
              <a:t>isEmpty</a:t>
            </a:r>
            <a:r>
              <a:rPr lang="en-US" b="0" dirty="0"/>
              <a:t>( ))</a:t>
            </a:r>
          </a:p>
          <a:p>
            <a:pPr marL="342900" indent="-342900">
              <a:spcBef>
                <a:spcPct val="20000"/>
              </a:spcBef>
            </a:pPr>
            <a:r>
              <a:rPr lang="en-US" b="0" dirty="0"/>
              <a:t>      throw new </a:t>
            </a:r>
            <a:r>
              <a:rPr lang="en-US" b="0" dirty="0" err="1"/>
              <a:t>EmptyCollectionException</a:t>
            </a:r>
            <a:r>
              <a:rPr lang="en-US" b="0" dirty="0"/>
              <a:t> ("queue");</a:t>
            </a:r>
          </a:p>
          <a:p>
            <a:pPr marL="342900" indent="-342900">
              <a:spcBef>
                <a:spcPct val="20000"/>
              </a:spcBef>
            </a:pPr>
            <a:r>
              <a:rPr lang="en-US" b="0" dirty="0"/>
              <a:t>   T result = </a:t>
            </a:r>
            <a:r>
              <a:rPr lang="en-US" b="0" dirty="0" err="1"/>
              <a:t>front.getElement</a:t>
            </a:r>
            <a:r>
              <a:rPr lang="en-US" b="0" dirty="0"/>
              <a:t>( );</a:t>
            </a:r>
          </a:p>
          <a:p>
            <a:pPr marL="342900" indent="-342900">
              <a:spcBef>
                <a:spcPct val="20000"/>
              </a:spcBef>
            </a:pPr>
            <a:r>
              <a:rPr lang="en-US" b="0" dirty="0"/>
              <a:t>   front = </a:t>
            </a:r>
            <a:r>
              <a:rPr lang="en-US" b="0" dirty="0" err="1"/>
              <a:t>front.getNext</a:t>
            </a:r>
            <a:r>
              <a:rPr lang="en-US" b="0" dirty="0"/>
              <a:t>( );</a:t>
            </a:r>
          </a:p>
          <a:p>
            <a:pPr marL="342900" indent="-342900">
              <a:spcBef>
                <a:spcPct val="20000"/>
              </a:spcBef>
            </a:pPr>
            <a:r>
              <a:rPr lang="en-US" b="0" dirty="0"/>
              <a:t>   count--;</a:t>
            </a:r>
          </a:p>
          <a:p>
            <a:pPr marL="342900" indent="-342900">
              <a:spcBef>
                <a:spcPct val="20000"/>
              </a:spcBef>
            </a:pPr>
            <a:r>
              <a:rPr lang="en-US" b="0" dirty="0"/>
              <a:t>   if (</a:t>
            </a:r>
            <a:r>
              <a:rPr lang="en-US" b="0" dirty="0" err="1"/>
              <a:t>isEmpty</a:t>
            </a:r>
            <a:r>
              <a:rPr lang="en-US" b="0" dirty="0"/>
              <a:t>( ))</a:t>
            </a:r>
          </a:p>
          <a:p>
            <a:pPr marL="342900" indent="-342900">
              <a:spcBef>
                <a:spcPct val="20000"/>
              </a:spcBef>
            </a:pPr>
            <a:r>
              <a:rPr lang="en-US" b="0" dirty="0"/>
              <a:t>      rear = null;</a:t>
            </a:r>
          </a:p>
          <a:p>
            <a:pPr marL="342900" indent="-342900">
              <a:spcBef>
                <a:spcPct val="20000"/>
              </a:spcBef>
            </a:pPr>
            <a:r>
              <a:rPr lang="en-US" b="0" dirty="0"/>
              <a:t>   return result;</a:t>
            </a:r>
          </a:p>
          <a:p>
            <a:pPr marL="342900" indent="-342900">
              <a:spcBef>
                <a:spcPct val="20000"/>
              </a:spcBef>
            </a:pPr>
            <a:r>
              <a:rPr lang="en-US" b="0" dirty="0"/>
              <a:t>}</a:t>
            </a:r>
          </a:p>
        </p:txBody>
      </p:sp>
    </p:spTree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6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228600"/>
            <a:ext cx="8458200" cy="1295400"/>
          </a:xfrm>
        </p:spPr>
        <p:txBody>
          <a:bodyPr/>
          <a:lstStyle/>
          <a:p>
            <a:r>
              <a:rPr lang="en-US" b="1" dirty="0"/>
              <a:t>Array Implementation of  a Queue</a:t>
            </a:r>
          </a:p>
        </p:txBody>
      </p:sp>
      <p:sp>
        <p:nvSpPr>
          <p:cNvPr id="5222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09600" y="1752600"/>
            <a:ext cx="8229600" cy="4343400"/>
          </a:xfrm>
        </p:spPr>
        <p:txBody>
          <a:bodyPr/>
          <a:lstStyle/>
          <a:p>
            <a:r>
              <a:rPr lang="en-US" b="1" i="1" dirty="0">
                <a:solidFill>
                  <a:schemeClr val="hlink"/>
                </a:solidFill>
              </a:rPr>
              <a:t>First Approach</a:t>
            </a:r>
            <a:r>
              <a:rPr lang="en-US" dirty="0">
                <a:solidFill>
                  <a:srgbClr val="00357F"/>
                </a:solidFill>
              </a:rPr>
              <a:t>:</a:t>
            </a:r>
          </a:p>
          <a:p>
            <a:pPr lvl="1"/>
            <a:r>
              <a:rPr lang="en-US" dirty="0"/>
              <a:t>Use an array in which </a:t>
            </a:r>
            <a:r>
              <a:rPr lang="en-US" dirty="0">
                <a:solidFill>
                  <a:schemeClr val="tx2"/>
                </a:solidFill>
              </a:rPr>
              <a:t>index 0</a:t>
            </a:r>
            <a:r>
              <a:rPr lang="en-US" dirty="0"/>
              <a:t> represents one end of the queue (the </a:t>
            </a:r>
            <a:r>
              <a:rPr lang="en-US" i="1" dirty="0">
                <a:solidFill>
                  <a:schemeClr val="tx2"/>
                </a:solidFill>
              </a:rPr>
              <a:t>front</a:t>
            </a:r>
            <a:r>
              <a:rPr lang="en-US" dirty="0"/>
              <a:t>) </a:t>
            </a:r>
          </a:p>
          <a:p>
            <a:pPr lvl="1"/>
            <a:r>
              <a:rPr lang="en-US" dirty="0"/>
              <a:t>Integer value </a:t>
            </a:r>
            <a:r>
              <a:rPr lang="en-US" b="1" i="1" dirty="0">
                <a:solidFill>
                  <a:schemeClr val="accent2"/>
                </a:solidFill>
              </a:rPr>
              <a:t>count</a:t>
            </a:r>
            <a:r>
              <a:rPr lang="en-US" dirty="0"/>
              <a:t> represents the number of elements in the array (so the element at the rear of the queue is in position count - 1)</a:t>
            </a:r>
          </a:p>
          <a:p>
            <a:r>
              <a:rPr lang="en-US" b="1" i="1" dirty="0">
                <a:solidFill>
                  <a:schemeClr val="hlink"/>
                </a:solidFill>
              </a:rPr>
              <a:t>Discussion</a:t>
            </a:r>
            <a:r>
              <a:rPr lang="en-US" dirty="0"/>
              <a:t>: What is the challenge with this approach? </a:t>
            </a:r>
          </a:p>
        </p:txBody>
      </p:sp>
    </p:spTree>
  </p:cSld>
  <p:clrMapOvr>
    <a:masterClrMapping/>
  </p:clrMapOvr>
  <p:transition spd="med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50" name="Rectangle 2"/>
          <p:cNvSpPr>
            <a:spLocks noGrp="1" noChangeArrowheads="1"/>
          </p:cNvSpPr>
          <p:nvPr>
            <p:ph type="title"/>
          </p:nvPr>
        </p:nvSpPr>
        <p:spPr>
          <a:xfrm>
            <a:off x="179388" y="152400"/>
            <a:ext cx="8659812" cy="897177"/>
          </a:xfrm>
        </p:spPr>
        <p:txBody>
          <a:bodyPr/>
          <a:lstStyle/>
          <a:p>
            <a:r>
              <a:rPr lang="en-US" dirty="0"/>
              <a:t>An Array Implementation of a Queue</a:t>
            </a:r>
          </a:p>
        </p:txBody>
      </p:sp>
      <p:sp>
        <p:nvSpPr>
          <p:cNvPr id="53292" name="Text Box 44"/>
          <p:cNvSpPr txBox="1">
            <a:spLocks noChangeArrowheads="1"/>
          </p:cNvSpPr>
          <p:nvPr/>
        </p:nvSpPr>
        <p:spPr bwMode="auto">
          <a:xfrm>
            <a:off x="1499145" y="1265435"/>
            <a:ext cx="5816055" cy="461665"/>
          </a:xfrm>
          <a:prstGeom prst="rect">
            <a:avLst/>
          </a:prstGeom>
          <a:solidFill>
            <a:schemeClr val="bg2"/>
          </a:solidFill>
          <a:ln w="38100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spcBef>
                <a:spcPct val="50000"/>
              </a:spcBef>
            </a:pPr>
            <a:r>
              <a:rPr lang="en-US" sz="2400" dirty="0"/>
              <a:t>A queue </a:t>
            </a:r>
            <a:r>
              <a:rPr lang="en-US" sz="2400" dirty="0" err="1">
                <a:solidFill>
                  <a:schemeClr val="accent2"/>
                </a:solidFill>
              </a:rPr>
              <a:t>aq</a:t>
            </a:r>
            <a:r>
              <a:rPr lang="en-US" sz="2400" dirty="0"/>
              <a:t> containing four elements</a:t>
            </a:r>
          </a:p>
        </p:txBody>
      </p:sp>
      <p:grpSp>
        <p:nvGrpSpPr>
          <p:cNvPr id="12" name="Group 11" descr="An array-based queue with the first element always at spot zero. It stores references to four colored squares: yellow, red, cream, and blue. &#10;&#10;The array:&#10;[yellow, red, cream, blue, null, ...]&#10;&#10;There is a queue object called &quot;aq&quot; that has four instance variables:&#10;&#10;queue: stores a reference to the array&#10;front = 0&#10;back = 3&#10;count = 4">
            <a:extLst>
              <a:ext uri="{FF2B5EF4-FFF2-40B4-BE49-F238E27FC236}">
                <a16:creationId xmlns:a16="http://schemas.microsoft.com/office/drawing/2014/main" id="{EF781067-8082-914C-F866-647A7658DC64}"/>
              </a:ext>
            </a:extLst>
          </p:cNvPr>
          <p:cNvGrpSpPr/>
          <p:nvPr/>
        </p:nvGrpSpPr>
        <p:grpSpPr>
          <a:xfrm>
            <a:off x="179388" y="2276872"/>
            <a:ext cx="8736012" cy="4191000"/>
            <a:chOff x="179388" y="2276872"/>
            <a:chExt cx="8736012" cy="4191000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651E9562-8DFC-001C-36F1-FB45D7A6957D}"/>
                </a:ext>
              </a:extLst>
            </p:cNvPr>
            <p:cNvGrpSpPr/>
            <p:nvPr/>
          </p:nvGrpSpPr>
          <p:grpSpPr>
            <a:xfrm>
              <a:off x="1658248" y="3631274"/>
              <a:ext cx="838200" cy="854075"/>
              <a:chOff x="1676400" y="3962400"/>
              <a:chExt cx="838200" cy="854075"/>
            </a:xfrm>
          </p:grpSpPr>
          <p:sp>
            <p:nvSpPr>
              <p:cNvPr id="53251" name="Rectangle 3"/>
              <p:cNvSpPr>
                <a:spLocks noChangeArrowheads="1"/>
              </p:cNvSpPr>
              <p:nvPr/>
            </p:nvSpPr>
            <p:spPr bwMode="auto">
              <a:xfrm>
                <a:off x="1752600" y="3962400"/>
                <a:ext cx="457200" cy="457200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CA"/>
              </a:p>
            </p:txBody>
          </p:sp>
          <p:sp>
            <p:nvSpPr>
              <p:cNvPr id="53252" name="Text Box 4"/>
              <p:cNvSpPr txBox="1">
                <a:spLocks noChangeArrowheads="1"/>
              </p:cNvSpPr>
              <p:nvPr/>
            </p:nvSpPr>
            <p:spPr bwMode="auto">
              <a:xfrm>
                <a:off x="1676400" y="4419600"/>
                <a:ext cx="838200" cy="39687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>
                  <a:spcBef>
                    <a:spcPct val="50000"/>
                  </a:spcBef>
                </a:pPr>
                <a:r>
                  <a:rPr lang="en-US" b="0" dirty="0"/>
                  <a:t>front</a:t>
                </a:r>
              </a:p>
            </p:txBody>
          </p:sp>
          <p:sp>
            <p:nvSpPr>
              <p:cNvPr id="53253" name="Text Box 5"/>
              <p:cNvSpPr txBox="1">
                <a:spLocks noChangeArrowheads="1"/>
              </p:cNvSpPr>
              <p:nvPr/>
            </p:nvSpPr>
            <p:spPr bwMode="auto">
              <a:xfrm>
                <a:off x="1828800" y="4038600"/>
                <a:ext cx="360363" cy="39687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>
                  <a:spcBef>
                    <a:spcPct val="50000"/>
                  </a:spcBef>
                </a:pPr>
                <a:r>
                  <a:rPr lang="en-US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95BC0F5F-A5E2-6483-2FA3-04083E1A43B3}"/>
                </a:ext>
              </a:extLst>
            </p:cNvPr>
            <p:cNvGrpSpPr/>
            <p:nvPr/>
          </p:nvGrpSpPr>
          <p:grpSpPr>
            <a:xfrm>
              <a:off x="1524000" y="2657872"/>
              <a:ext cx="914400" cy="854075"/>
              <a:chOff x="1524000" y="3048000"/>
              <a:chExt cx="914400" cy="854075"/>
            </a:xfrm>
          </p:grpSpPr>
          <p:sp>
            <p:nvSpPr>
              <p:cNvPr id="53254" name="Text Box 6"/>
              <p:cNvSpPr txBox="1">
                <a:spLocks noChangeArrowheads="1"/>
              </p:cNvSpPr>
              <p:nvPr/>
            </p:nvSpPr>
            <p:spPr bwMode="auto">
              <a:xfrm>
                <a:off x="1524000" y="3505200"/>
                <a:ext cx="914400" cy="39687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>
                  <a:spcBef>
                    <a:spcPct val="50000"/>
                  </a:spcBef>
                </a:pPr>
                <a:r>
                  <a:rPr lang="en-US" b="0"/>
                  <a:t>queue</a:t>
                </a:r>
              </a:p>
            </p:txBody>
          </p:sp>
          <p:sp>
            <p:nvSpPr>
              <p:cNvPr id="53255" name="Rectangle 7"/>
              <p:cNvSpPr>
                <a:spLocks noChangeArrowheads="1"/>
              </p:cNvSpPr>
              <p:nvPr/>
            </p:nvSpPr>
            <p:spPr bwMode="auto">
              <a:xfrm>
                <a:off x="1752600" y="3048000"/>
                <a:ext cx="457200" cy="457200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CA"/>
              </a:p>
            </p:txBody>
          </p:sp>
        </p:grpSp>
        <p:sp>
          <p:nvSpPr>
            <p:cNvPr id="53256" name="Rectangle 8"/>
            <p:cNvSpPr>
              <a:spLocks noChangeArrowheads="1"/>
            </p:cNvSpPr>
            <p:nvPr/>
          </p:nvSpPr>
          <p:spPr bwMode="auto">
            <a:xfrm>
              <a:off x="1371600" y="2505472"/>
              <a:ext cx="1219200" cy="3962400"/>
            </a:xfrm>
            <a:prstGeom prst="rect">
              <a:avLst/>
            </a:prstGeom>
            <a:noFill/>
            <a:ln w="38100">
              <a:solidFill>
                <a:schemeClr val="accent2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53258" name="Rectangle 10"/>
            <p:cNvSpPr>
              <a:spLocks noChangeArrowheads="1"/>
            </p:cNvSpPr>
            <p:nvPr/>
          </p:nvSpPr>
          <p:spPr bwMode="auto">
            <a:xfrm>
              <a:off x="3276600" y="3496072"/>
              <a:ext cx="457200" cy="457200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53262" name="Rectangle 14"/>
            <p:cNvSpPr>
              <a:spLocks noChangeArrowheads="1"/>
            </p:cNvSpPr>
            <p:nvPr/>
          </p:nvSpPr>
          <p:spPr bwMode="auto">
            <a:xfrm>
              <a:off x="4267200" y="3496072"/>
              <a:ext cx="457200" cy="457200"/>
            </a:xfrm>
            <a:prstGeom prst="rect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53266" name="Rectangle 18"/>
            <p:cNvSpPr>
              <a:spLocks noChangeArrowheads="1"/>
            </p:cNvSpPr>
            <p:nvPr/>
          </p:nvSpPr>
          <p:spPr bwMode="auto">
            <a:xfrm>
              <a:off x="5257800" y="3496072"/>
              <a:ext cx="457200" cy="457200"/>
            </a:xfrm>
            <a:prstGeom prst="rect">
              <a:avLst/>
            </a:prstGeom>
            <a:solidFill>
              <a:schemeClr val="bg2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53270" name="Rectangle 22"/>
            <p:cNvSpPr>
              <a:spLocks noChangeArrowheads="1"/>
            </p:cNvSpPr>
            <p:nvPr/>
          </p:nvSpPr>
          <p:spPr bwMode="auto">
            <a:xfrm>
              <a:off x="6248400" y="3496072"/>
              <a:ext cx="457200" cy="457200"/>
            </a:xfrm>
            <a:prstGeom prst="rect">
              <a:avLst/>
            </a:prstGeom>
            <a:solidFill>
              <a:schemeClr val="tx2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53274" name="Rectangle 26"/>
            <p:cNvSpPr>
              <a:spLocks noChangeArrowheads="1"/>
            </p:cNvSpPr>
            <p:nvPr/>
          </p:nvSpPr>
          <p:spPr bwMode="auto">
            <a:xfrm>
              <a:off x="2971800" y="2657872"/>
              <a:ext cx="990600" cy="4572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53275" name="Rectangle 27"/>
            <p:cNvSpPr>
              <a:spLocks noChangeArrowheads="1"/>
            </p:cNvSpPr>
            <p:nvPr/>
          </p:nvSpPr>
          <p:spPr bwMode="auto">
            <a:xfrm>
              <a:off x="6934200" y="2657872"/>
              <a:ext cx="990600" cy="4572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53276" name="Rectangle 28"/>
            <p:cNvSpPr>
              <a:spLocks noChangeArrowheads="1"/>
            </p:cNvSpPr>
            <p:nvPr/>
          </p:nvSpPr>
          <p:spPr bwMode="auto">
            <a:xfrm>
              <a:off x="5943600" y="2657872"/>
              <a:ext cx="990600" cy="4572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53277" name="Rectangle 29"/>
            <p:cNvSpPr>
              <a:spLocks noChangeArrowheads="1"/>
            </p:cNvSpPr>
            <p:nvPr/>
          </p:nvSpPr>
          <p:spPr bwMode="auto">
            <a:xfrm>
              <a:off x="4953000" y="2657872"/>
              <a:ext cx="990600" cy="4572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53278" name="Rectangle 30"/>
            <p:cNvSpPr>
              <a:spLocks noChangeArrowheads="1"/>
            </p:cNvSpPr>
            <p:nvPr/>
          </p:nvSpPr>
          <p:spPr bwMode="auto">
            <a:xfrm>
              <a:off x="3962400" y="2657872"/>
              <a:ext cx="990600" cy="4572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53279" name="Text Box 31"/>
            <p:cNvSpPr txBox="1">
              <a:spLocks noChangeArrowheads="1"/>
            </p:cNvSpPr>
            <p:nvPr/>
          </p:nvSpPr>
          <p:spPr bwMode="auto">
            <a:xfrm>
              <a:off x="3276600" y="2276872"/>
              <a:ext cx="360363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>
                  <a:solidFill>
                    <a:schemeClr val="accent2"/>
                  </a:solidFill>
                </a:rPr>
                <a:t>0</a:t>
              </a:r>
            </a:p>
          </p:txBody>
        </p:sp>
        <p:sp>
          <p:nvSpPr>
            <p:cNvPr id="53280" name="Text Box 32"/>
            <p:cNvSpPr txBox="1">
              <a:spLocks noChangeArrowheads="1"/>
            </p:cNvSpPr>
            <p:nvPr/>
          </p:nvSpPr>
          <p:spPr bwMode="auto">
            <a:xfrm>
              <a:off x="7315200" y="2276872"/>
              <a:ext cx="360363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>
                  <a:solidFill>
                    <a:schemeClr val="accent2"/>
                  </a:solidFill>
                </a:rPr>
                <a:t>4</a:t>
              </a:r>
            </a:p>
          </p:txBody>
        </p:sp>
        <p:sp>
          <p:nvSpPr>
            <p:cNvPr id="53281" name="Text Box 33"/>
            <p:cNvSpPr txBox="1">
              <a:spLocks noChangeArrowheads="1"/>
            </p:cNvSpPr>
            <p:nvPr/>
          </p:nvSpPr>
          <p:spPr bwMode="auto">
            <a:xfrm>
              <a:off x="6324600" y="2276872"/>
              <a:ext cx="360363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>
                  <a:solidFill>
                    <a:schemeClr val="accent2"/>
                  </a:solidFill>
                </a:rPr>
                <a:t>3</a:t>
              </a:r>
            </a:p>
          </p:txBody>
        </p:sp>
        <p:sp>
          <p:nvSpPr>
            <p:cNvPr id="53282" name="Text Box 34"/>
            <p:cNvSpPr txBox="1">
              <a:spLocks noChangeArrowheads="1"/>
            </p:cNvSpPr>
            <p:nvPr/>
          </p:nvSpPr>
          <p:spPr bwMode="auto">
            <a:xfrm>
              <a:off x="5257800" y="2276872"/>
              <a:ext cx="360363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>
                  <a:solidFill>
                    <a:schemeClr val="accent2"/>
                  </a:solidFill>
                </a:rPr>
                <a:t>2</a:t>
              </a:r>
            </a:p>
          </p:txBody>
        </p:sp>
        <p:sp>
          <p:nvSpPr>
            <p:cNvPr id="53283" name="Text Box 35"/>
            <p:cNvSpPr txBox="1">
              <a:spLocks noChangeArrowheads="1"/>
            </p:cNvSpPr>
            <p:nvPr/>
          </p:nvSpPr>
          <p:spPr bwMode="auto">
            <a:xfrm>
              <a:off x="4267200" y="2276872"/>
              <a:ext cx="360363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>
                  <a:solidFill>
                    <a:schemeClr val="accent2"/>
                  </a:solidFill>
                </a:rPr>
                <a:t>1</a:t>
              </a:r>
            </a:p>
          </p:txBody>
        </p:sp>
        <p:sp>
          <p:nvSpPr>
            <p:cNvPr id="53285" name="Line 37"/>
            <p:cNvSpPr>
              <a:spLocks noChangeShapeType="1"/>
            </p:cNvSpPr>
            <p:nvPr/>
          </p:nvSpPr>
          <p:spPr bwMode="auto">
            <a:xfrm>
              <a:off x="1981200" y="2886472"/>
              <a:ext cx="990600" cy="0"/>
            </a:xfrm>
            <a:prstGeom prst="line">
              <a:avLst/>
            </a:prstGeom>
            <a:noFill/>
            <a:ln w="38100">
              <a:solidFill>
                <a:schemeClr val="hlink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CA"/>
            </a:p>
          </p:txBody>
        </p:sp>
        <p:sp>
          <p:nvSpPr>
            <p:cNvPr id="53286" name="Line 38"/>
            <p:cNvSpPr>
              <a:spLocks noChangeShapeType="1"/>
            </p:cNvSpPr>
            <p:nvPr/>
          </p:nvSpPr>
          <p:spPr bwMode="auto">
            <a:xfrm>
              <a:off x="3505200" y="2886472"/>
              <a:ext cx="0" cy="609600"/>
            </a:xfrm>
            <a:prstGeom prst="line">
              <a:avLst/>
            </a:prstGeom>
            <a:noFill/>
            <a:ln w="38100">
              <a:solidFill>
                <a:schemeClr val="hlink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CA"/>
            </a:p>
          </p:txBody>
        </p:sp>
        <p:sp>
          <p:nvSpPr>
            <p:cNvPr id="53287" name="Line 39"/>
            <p:cNvSpPr>
              <a:spLocks noChangeShapeType="1"/>
            </p:cNvSpPr>
            <p:nvPr/>
          </p:nvSpPr>
          <p:spPr bwMode="auto">
            <a:xfrm>
              <a:off x="6477000" y="2886472"/>
              <a:ext cx="0" cy="609600"/>
            </a:xfrm>
            <a:prstGeom prst="line">
              <a:avLst/>
            </a:prstGeom>
            <a:noFill/>
            <a:ln w="38100">
              <a:solidFill>
                <a:schemeClr val="hlink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CA"/>
            </a:p>
          </p:txBody>
        </p:sp>
        <p:sp>
          <p:nvSpPr>
            <p:cNvPr id="53288" name="Line 40"/>
            <p:cNvSpPr>
              <a:spLocks noChangeShapeType="1"/>
            </p:cNvSpPr>
            <p:nvPr/>
          </p:nvSpPr>
          <p:spPr bwMode="auto">
            <a:xfrm>
              <a:off x="5486400" y="2886472"/>
              <a:ext cx="0" cy="609600"/>
            </a:xfrm>
            <a:prstGeom prst="line">
              <a:avLst/>
            </a:prstGeom>
            <a:noFill/>
            <a:ln w="38100">
              <a:solidFill>
                <a:schemeClr val="hlink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CA"/>
            </a:p>
          </p:txBody>
        </p:sp>
        <p:sp>
          <p:nvSpPr>
            <p:cNvPr id="53289" name="Line 41"/>
            <p:cNvSpPr>
              <a:spLocks noChangeShapeType="1"/>
            </p:cNvSpPr>
            <p:nvPr/>
          </p:nvSpPr>
          <p:spPr bwMode="auto">
            <a:xfrm>
              <a:off x="4495800" y="2886472"/>
              <a:ext cx="0" cy="609600"/>
            </a:xfrm>
            <a:prstGeom prst="line">
              <a:avLst/>
            </a:prstGeom>
            <a:noFill/>
            <a:ln w="38100">
              <a:solidFill>
                <a:schemeClr val="hlink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CA"/>
            </a:p>
          </p:txBody>
        </p:sp>
        <p:sp>
          <p:nvSpPr>
            <p:cNvPr id="53290" name="Rectangle 42"/>
            <p:cNvSpPr>
              <a:spLocks noChangeArrowheads="1"/>
            </p:cNvSpPr>
            <p:nvPr/>
          </p:nvSpPr>
          <p:spPr bwMode="auto">
            <a:xfrm>
              <a:off x="7924800" y="2657872"/>
              <a:ext cx="990600" cy="4572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53291" name="Text Box 43"/>
            <p:cNvSpPr txBox="1">
              <a:spLocks noChangeArrowheads="1"/>
            </p:cNvSpPr>
            <p:nvPr/>
          </p:nvSpPr>
          <p:spPr bwMode="auto">
            <a:xfrm>
              <a:off x="8229600" y="2505472"/>
              <a:ext cx="609600" cy="64135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3600" b="0">
                  <a:solidFill>
                    <a:schemeClr val="accent2"/>
                  </a:solidFill>
                </a:rPr>
                <a:t>…</a:t>
              </a:r>
            </a:p>
          </p:txBody>
        </p:sp>
        <p:sp>
          <p:nvSpPr>
            <p:cNvPr id="53293" name="Text Box 45"/>
            <p:cNvSpPr txBox="1">
              <a:spLocks noChangeArrowheads="1"/>
            </p:cNvSpPr>
            <p:nvPr/>
          </p:nvSpPr>
          <p:spPr bwMode="auto">
            <a:xfrm>
              <a:off x="179388" y="3254772"/>
              <a:ext cx="674687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 eaLnBrk="0" hangingPunct="0">
                <a:spcBef>
                  <a:spcPct val="50000"/>
                </a:spcBef>
              </a:pPr>
              <a:r>
                <a:rPr lang="en-US">
                  <a:solidFill>
                    <a:schemeClr val="accent2"/>
                  </a:solidFill>
                </a:rPr>
                <a:t>aq</a:t>
              </a:r>
            </a:p>
          </p:txBody>
        </p:sp>
        <p:sp>
          <p:nvSpPr>
            <p:cNvPr id="53294" name="Rectangle 46"/>
            <p:cNvSpPr>
              <a:spLocks noChangeArrowheads="1"/>
            </p:cNvSpPr>
            <p:nvPr/>
          </p:nvSpPr>
          <p:spPr bwMode="auto">
            <a:xfrm>
              <a:off x="701675" y="3254772"/>
              <a:ext cx="457200" cy="4572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53295" name="Line 47"/>
            <p:cNvSpPr>
              <a:spLocks noChangeShapeType="1"/>
            </p:cNvSpPr>
            <p:nvPr/>
          </p:nvSpPr>
          <p:spPr bwMode="auto">
            <a:xfrm>
              <a:off x="930275" y="3483372"/>
              <a:ext cx="457200" cy="0"/>
            </a:xfrm>
            <a:prstGeom prst="line">
              <a:avLst/>
            </a:prstGeom>
            <a:noFill/>
            <a:ln w="38100">
              <a:solidFill>
                <a:srgbClr val="339966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CA"/>
            </a:p>
          </p:txBody>
        </p:sp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9198E602-AF51-1D71-97DF-25F6EA590019}"/>
                </a:ext>
              </a:extLst>
            </p:cNvPr>
            <p:cNvGrpSpPr/>
            <p:nvPr/>
          </p:nvGrpSpPr>
          <p:grpSpPr>
            <a:xfrm>
              <a:off x="1658248" y="4564219"/>
              <a:ext cx="838200" cy="854075"/>
              <a:chOff x="1676400" y="3962400"/>
              <a:chExt cx="838200" cy="854075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300B4BEA-2C1D-E3DF-9D88-FA748D1A5B7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52600" y="3962400"/>
                <a:ext cx="457200" cy="457200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CA"/>
              </a:p>
            </p:txBody>
          </p:sp>
          <p:sp>
            <p:nvSpPr>
              <p:cNvPr id="5" name="Text Box 4">
                <a:extLst>
                  <a:ext uri="{FF2B5EF4-FFF2-40B4-BE49-F238E27FC236}">
                    <a16:creationId xmlns:a16="http://schemas.microsoft.com/office/drawing/2014/main" id="{79EBD9EF-B9BD-DBE6-70F9-1A1A85DEE5F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676400" y="4419600"/>
                <a:ext cx="838200" cy="39687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>
                  <a:spcBef>
                    <a:spcPct val="50000"/>
                  </a:spcBef>
                </a:pPr>
                <a:r>
                  <a:rPr lang="en-US" b="0" dirty="0"/>
                  <a:t>back</a:t>
                </a:r>
              </a:p>
            </p:txBody>
          </p:sp>
          <p:sp>
            <p:nvSpPr>
              <p:cNvPr id="6" name="Text Box 5">
                <a:extLst>
                  <a:ext uri="{FF2B5EF4-FFF2-40B4-BE49-F238E27FC236}">
                    <a16:creationId xmlns:a16="http://schemas.microsoft.com/office/drawing/2014/main" id="{B41A5864-95AA-5F65-82A9-3E31A0284510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828800" y="4038600"/>
                <a:ext cx="360363" cy="39687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>
                  <a:spcBef>
                    <a:spcPct val="50000"/>
                  </a:spcBef>
                </a:pPr>
                <a:r>
                  <a:rPr lang="en-US" dirty="0">
                    <a:solidFill>
                      <a:schemeClr val="accent2"/>
                    </a:solidFill>
                  </a:rPr>
                  <a:t>3</a:t>
                </a:r>
              </a:p>
            </p:txBody>
          </p: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F0740368-AB7E-12B9-9A66-D19F8C393D02}"/>
                </a:ext>
              </a:extLst>
            </p:cNvPr>
            <p:cNvGrpSpPr/>
            <p:nvPr/>
          </p:nvGrpSpPr>
          <p:grpSpPr>
            <a:xfrm>
              <a:off x="1658248" y="5497165"/>
              <a:ext cx="838200" cy="854075"/>
              <a:chOff x="1676400" y="3962400"/>
              <a:chExt cx="838200" cy="854075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8197788D-A8DF-C929-B0FD-1E05EBD901B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52600" y="3962400"/>
                <a:ext cx="457200" cy="457200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CA"/>
              </a:p>
            </p:txBody>
          </p:sp>
          <p:sp>
            <p:nvSpPr>
              <p:cNvPr id="9" name="Text Box 4">
                <a:extLst>
                  <a:ext uri="{FF2B5EF4-FFF2-40B4-BE49-F238E27FC236}">
                    <a16:creationId xmlns:a16="http://schemas.microsoft.com/office/drawing/2014/main" id="{4DE3F265-0DDA-20F0-C96B-26762A81CB2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676400" y="4419600"/>
                <a:ext cx="838200" cy="39687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>
                  <a:spcBef>
                    <a:spcPct val="50000"/>
                  </a:spcBef>
                </a:pPr>
                <a:r>
                  <a:rPr lang="en-US" b="0" dirty="0"/>
                  <a:t>count</a:t>
                </a:r>
              </a:p>
            </p:txBody>
          </p:sp>
          <p:sp>
            <p:nvSpPr>
              <p:cNvPr id="10" name="Text Box 5">
                <a:extLst>
                  <a:ext uri="{FF2B5EF4-FFF2-40B4-BE49-F238E27FC236}">
                    <a16:creationId xmlns:a16="http://schemas.microsoft.com/office/drawing/2014/main" id="{378BD9EB-7645-4BA7-9465-953613BD93C2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828800" y="4038600"/>
                <a:ext cx="360363" cy="39687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>
                  <a:spcBef>
                    <a:spcPct val="50000"/>
                  </a:spcBef>
                </a:pPr>
                <a:r>
                  <a:rPr lang="en-US" dirty="0">
                    <a:solidFill>
                      <a:schemeClr val="accent2"/>
                    </a:solidFill>
                  </a:rPr>
                  <a:t>4</a:t>
                </a:r>
              </a:p>
            </p:txBody>
          </p:sp>
        </p:grp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4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152400"/>
            <a:ext cx="8676755" cy="1143000"/>
          </a:xfrm>
        </p:spPr>
        <p:txBody>
          <a:bodyPr/>
          <a:lstStyle/>
          <a:p>
            <a:r>
              <a:rPr lang="en-US" dirty="0"/>
              <a:t>Queue After Adding a Green Element</a:t>
            </a:r>
          </a:p>
        </p:txBody>
      </p:sp>
      <p:sp>
        <p:nvSpPr>
          <p:cNvPr id="54304" name="Text Box 32"/>
          <p:cNvSpPr txBox="1">
            <a:spLocks noChangeArrowheads="1"/>
          </p:cNvSpPr>
          <p:nvPr/>
        </p:nvSpPr>
        <p:spPr bwMode="auto">
          <a:xfrm>
            <a:off x="1905000" y="1556792"/>
            <a:ext cx="6705600" cy="707886"/>
          </a:xfrm>
          <a:prstGeom prst="rect">
            <a:avLst/>
          </a:prstGeom>
          <a:solidFill>
            <a:schemeClr val="bg2"/>
          </a:solidFill>
          <a:ln w="38100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dirty="0"/>
              <a:t>The element is added at the array location given by the value of </a:t>
            </a:r>
            <a:r>
              <a:rPr lang="en-US" dirty="0">
                <a:solidFill>
                  <a:schemeClr val="accent2"/>
                </a:solidFill>
              </a:rPr>
              <a:t>count </a:t>
            </a:r>
            <a:r>
              <a:rPr lang="en-US" dirty="0"/>
              <a:t>and then count is increased by 1.</a:t>
            </a:r>
          </a:p>
        </p:txBody>
      </p:sp>
      <p:sp>
        <p:nvSpPr>
          <p:cNvPr id="54306" name="Rectangle 3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rrowheads="1"/>
          </p:cNvSpPr>
          <p:nvPr/>
        </p:nvSpPr>
        <p:spPr bwMode="auto">
          <a:xfrm>
            <a:off x="8651304" y="495300"/>
            <a:ext cx="457200" cy="457200"/>
          </a:xfrm>
          <a:prstGeom prst="rect">
            <a:avLst/>
          </a:prstGeom>
          <a:solidFill>
            <a:schemeClr val="hlink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CA"/>
          </a:p>
        </p:txBody>
      </p:sp>
      <p:grpSp>
        <p:nvGrpSpPr>
          <p:cNvPr id="18" name="Group 17" descr="The array:&#10;[yellow, red, cream, blue, green, null, ...]&#10;&#10;aq's instance variables:&#10;&#10;queue: stores a reference to the array&#10;front = 0&#10;back = 4&#10;count = 5">
            <a:extLst>
              <a:ext uri="{FF2B5EF4-FFF2-40B4-BE49-F238E27FC236}">
                <a16:creationId xmlns:a16="http://schemas.microsoft.com/office/drawing/2014/main" id="{15BE27E7-B939-DAEC-1FD5-BAC0C0ECA395}"/>
              </a:ext>
            </a:extLst>
          </p:cNvPr>
          <p:cNvGrpSpPr/>
          <p:nvPr/>
        </p:nvGrpSpPr>
        <p:grpSpPr>
          <a:xfrm>
            <a:off x="179388" y="2471192"/>
            <a:ext cx="8736012" cy="4146376"/>
            <a:chOff x="179388" y="2471192"/>
            <a:chExt cx="8736012" cy="4146376"/>
          </a:xfrm>
        </p:grpSpPr>
        <p:sp>
          <p:nvSpPr>
            <p:cNvPr id="54282" name="Rectangle 10"/>
            <p:cNvSpPr>
              <a:spLocks noChangeArrowheads="1"/>
            </p:cNvSpPr>
            <p:nvPr/>
          </p:nvSpPr>
          <p:spPr bwMode="auto">
            <a:xfrm>
              <a:off x="3276600" y="3690392"/>
              <a:ext cx="457200" cy="457200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54283" name="Rectangle 11"/>
            <p:cNvSpPr>
              <a:spLocks noChangeArrowheads="1"/>
            </p:cNvSpPr>
            <p:nvPr/>
          </p:nvSpPr>
          <p:spPr bwMode="auto">
            <a:xfrm>
              <a:off x="4267200" y="3690392"/>
              <a:ext cx="457200" cy="457200"/>
            </a:xfrm>
            <a:prstGeom prst="rect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54284" name="Rectangle 12"/>
            <p:cNvSpPr>
              <a:spLocks noChangeArrowheads="1"/>
            </p:cNvSpPr>
            <p:nvPr/>
          </p:nvSpPr>
          <p:spPr bwMode="auto">
            <a:xfrm>
              <a:off x="5257800" y="3690392"/>
              <a:ext cx="457200" cy="457200"/>
            </a:xfrm>
            <a:prstGeom prst="rect">
              <a:avLst/>
            </a:prstGeom>
            <a:solidFill>
              <a:schemeClr val="bg2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54285" name="Rectangle 13"/>
            <p:cNvSpPr>
              <a:spLocks noChangeArrowheads="1"/>
            </p:cNvSpPr>
            <p:nvPr/>
          </p:nvSpPr>
          <p:spPr bwMode="auto">
            <a:xfrm>
              <a:off x="6248400" y="3690392"/>
              <a:ext cx="457200" cy="457200"/>
            </a:xfrm>
            <a:prstGeom prst="rect">
              <a:avLst/>
            </a:prstGeom>
            <a:solidFill>
              <a:schemeClr val="tx2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54286" name="Rectangle 14"/>
            <p:cNvSpPr>
              <a:spLocks noChangeArrowheads="1"/>
            </p:cNvSpPr>
            <p:nvPr/>
          </p:nvSpPr>
          <p:spPr bwMode="auto">
            <a:xfrm>
              <a:off x="2971800" y="2852192"/>
              <a:ext cx="990600" cy="4572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54287" name="Rectangle 15"/>
            <p:cNvSpPr>
              <a:spLocks noChangeArrowheads="1"/>
            </p:cNvSpPr>
            <p:nvPr/>
          </p:nvSpPr>
          <p:spPr bwMode="auto">
            <a:xfrm>
              <a:off x="6934200" y="2852192"/>
              <a:ext cx="990600" cy="4572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54288" name="Rectangle 16"/>
            <p:cNvSpPr>
              <a:spLocks noChangeArrowheads="1"/>
            </p:cNvSpPr>
            <p:nvPr/>
          </p:nvSpPr>
          <p:spPr bwMode="auto">
            <a:xfrm>
              <a:off x="5943600" y="2852192"/>
              <a:ext cx="990600" cy="4572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54289" name="Rectangle 17"/>
            <p:cNvSpPr>
              <a:spLocks noChangeArrowheads="1"/>
            </p:cNvSpPr>
            <p:nvPr/>
          </p:nvSpPr>
          <p:spPr bwMode="auto">
            <a:xfrm>
              <a:off x="4953000" y="2852192"/>
              <a:ext cx="990600" cy="4572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54290" name="Rectangle 18"/>
            <p:cNvSpPr>
              <a:spLocks noChangeArrowheads="1"/>
            </p:cNvSpPr>
            <p:nvPr/>
          </p:nvSpPr>
          <p:spPr bwMode="auto">
            <a:xfrm>
              <a:off x="3962400" y="2852192"/>
              <a:ext cx="990600" cy="4572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54291" name="Text Box 19"/>
            <p:cNvSpPr txBox="1">
              <a:spLocks noChangeArrowheads="1"/>
            </p:cNvSpPr>
            <p:nvPr/>
          </p:nvSpPr>
          <p:spPr bwMode="auto">
            <a:xfrm>
              <a:off x="3276600" y="2471192"/>
              <a:ext cx="360363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>
                  <a:solidFill>
                    <a:schemeClr val="accent2"/>
                  </a:solidFill>
                </a:rPr>
                <a:t>0</a:t>
              </a:r>
            </a:p>
          </p:txBody>
        </p:sp>
        <p:sp>
          <p:nvSpPr>
            <p:cNvPr id="54292" name="Text Box 20"/>
            <p:cNvSpPr txBox="1">
              <a:spLocks noChangeArrowheads="1"/>
            </p:cNvSpPr>
            <p:nvPr/>
          </p:nvSpPr>
          <p:spPr bwMode="auto">
            <a:xfrm>
              <a:off x="7315200" y="2471192"/>
              <a:ext cx="360363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>
                  <a:solidFill>
                    <a:schemeClr val="accent2"/>
                  </a:solidFill>
                </a:rPr>
                <a:t>4</a:t>
              </a:r>
            </a:p>
          </p:txBody>
        </p:sp>
        <p:sp>
          <p:nvSpPr>
            <p:cNvPr id="54293" name="Text Box 21"/>
            <p:cNvSpPr txBox="1">
              <a:spLocks noChangeArrowheads="1"/>
            </p:cNvSpPr>
            <p:nvPr/>
          </p:nvSpPr>
          <p:spPr bwMode="auto">
            <a:xfrm>
              <a:off x="6324600" y="2471192"/>
              <a:ext cx="360363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>
                  <a:solidFill>
                    <a:schemeClr val="accent2"/>
                  </a:solidFill>
                </a:rPr>
                <a:t>3</a:t>
              </a:r>
            </a:p>
          </p:txBody>
        </p:sp>
        <p:sp>
          <p:nvSpPr>
            <p:cNvPr id="54294" name="Text Box 22"/>
            <p:cNvSpPr txBox="1">
              <a:spLocks noChangeArrowheads="1"/>
            </p:cNvSpPr>
            <p:nvPr/>
          </p:nvSpPr>
          <p:spPr bwMode="auto">
            <a:xfrm>
              <a:off x="5257800" y="2471192"/>
              <a:ext cx="360363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>
                  <a:solidFill>
                    <a:schemeClr val="accent2"/>
                  </a:solidFill>
                </a:rPr>
                <a:t>2</a:t>
              </a:r>
            </a:p>
          </p:txBody>
        </p:sp>
        <p:sp>
          <p:nvSpPr>
            <p:cNvPr id="54295" name="Text Box 23"/>
            <p:cNvSpPr txBox="1">
              <a:spLocks noChangeArrowheads="1"/>
            </p:cNvSpPr>
            <p:nvPr/>
          </p:nvSpPr>
          <p:spPr bwMode="auto">
            <a:xfrm>
              <a:off x="4267200" y="2471192"/>
              <a:ext cx="360363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>
                  <a:solidFill>
                    <a:schemeClr val="accent2"/>
                  </a:solidFill>
                </a:rPr>
                <a:t>1</a:t>
              </a:r>
            </a:p>
          </p:txBody>
        </p:sp>
        <p:sp>
          <p:nvSpPr>
            <p:cNvPr id="54297" name="Line 25"/>
            <p:cNvSpPr>
              <a:spLocks noChangeShapeType="1"/>
            </p:cNvSpPr>
            <p:nvPr/>
          </p:nvSpPr>
          <p:spPr bwMode="auto">
            <a:xfrm>
              <a:off x="1981200" y="3080792"/>
              <a:ext cx="990600" cy="0"/>
            </a:xfrm>
            <a:prstGeom prst="line">
              <a:avLst/>
            </a:prstGeom>
            <a:noFill/>
            <a:ln w="38100">
              <a:solidFill>
                <a:schemeClr val="hlink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CA"/>
            </a:p>
          </p:txBody>
        </p:sp>
        <p:sp>
          <p:nvSpPr>
            <p:cNvPr id="54298" name="Line 26"/>
            <p:cNvSpPr>
              <a:spLocks noChangeShapeType="1"/>
            </p:cNvSpPr>
            <p:nvPr/>
          </p:nvSpPr>
          <p:spPr bwMode="auto">
            <a:xfrm>
              <a:off x="3505200" y="3080792"/>
              <a:ext cx="0" cy="609600"/>
            </a:xfrm>
            <a:prstGeom prst="line">
              <a:avLst/>
            </a:prstGeom>
            <a:noFill/>
            <a:ln w="38100">
              <a:solidFill>
                <a:schemeClr val="hlink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CA"/>
            </a:p>
          </p:txBody>
        </p:sp>
        <p:sp>
          <p:nvSpPr>
            <p:cNvPr id="54299" name="Line 27"/>
            <p:cNvSpPr>
              <a:spLocks noChangeShapeType="1"/>
            </p:cNvSpPr>
            <p:nvPr/>
          </p:nvSpPr>
          <p:spPr bwMode="auto">
            <a:xfrm>
              <a:off x="6477000" y="3080792"/>
              <a:ext cx="0" cy="609600"/>
            </a:xfrm>
            <a:prstGeom prst="line">
              <a:avLst/>
            </a:prstGeom>
            <a:noFill/>
            <a:ln w="38100">
              <a:solidFill>
                <a:schemeClr val="hlink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CA"/>
            </a:p>
          </p:txBody>
        </p:sp>
        <p:sp>
          <p:nvSpPr>
            <p:cNvPr id="54300" name="Line 28"/>
            <p:cNvSpPr>
              <a:spLocks noChangeShapeType="1"/>
            </p:cNvSpPr>
            <p:nvPr/>
          </p:nvSpPr>
          <p:spPr bwMode="auto">
            <a:xfrm>
              <a:off x="5486400" y="3080792"/>
              <a:ext cx="0" cy="609600"/>
            </a:xfrm>
            <a:prstGeom prst="line">
              <a:avLst/>
            </a:prstGeom>
            <a:noFill/>
            <a:ln w="38100">
              <a:solidFill>
                <a:schemeClr val="hlink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CA"/>
            </a:p>
          </p:txBody>
        </p:sp>
        <p:sp>
          <p:nvSpPr>
            <p:cNvPr id="54301" name="Line 29"/>
            <p:cNvSpPr>
              <a:spLocks noChangeShapeType="1"/>
            </p:cNvSpPr>
            <p:nvPr/>
          </p:nvSpPr>
          <p:spPr bwMode="auto">
            <a:xfrm>
              <a:off x="4495800" y="3080792"/>
              <a:ext cx="0" cy="609600"/>
            </a:xfrm>
            <a:prstGeom prst="line">
              <a:avLst/>
            </a:prstGeom>
            <a:noFill/>
            <a:ln w="38100">
              <a:solidFill>
                <a:schemeClr val="hlink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CA"/>
            </a:p>
          </p:txBody>
        </p:sp>
        <p:sp>
          <p:nvSpPr>
            <p:cNvPr id="54302" name="Rectangle 30"/>
            <p:cNvSpPr>
              <a:spLocks noChangeArrowheads="1"/>
            </p:cNvSpPr>
            <p:nvPr/>
          </p:nvSpPr>
          <p:spPr bwMode="auto">
            <a:xfrm>
              <a:off x="7924800" y="2852192"/>
              <a:ext cx="990600" cy="4572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54303" name="Text Box 31"/>
            <p:cNvSpPr txBox="1">
              <a:spLocks noChangeArrowheads="1"/>
            </p:cNvSpPr>
            <p:nvPr/>
          </p:nvSpPr>
          <p:spPr bwMode="auto">
            <a:xfrm>
              <a:off x="8229600" y="2699792"/>
              <a:ext cx="609600" cy="64135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3600" b="0">
                  <a:solidFill>
                    <a:schemeClr val="accent2"/>
                  </a:solidFill>
                </a:rPr>
                <a:t>…</a:t>
              </a:r>
            </a:p>
          </p:txBody>
        </p:sp>
        <p:sp>
          <p:nvSpPr>
            <p:cNvPr id="54305" name="Rectangle 33"/>
            <p:cNvSpPr>
              <a:spLocks noChangeArrowheads="1"/>
            </p:cNvSpPr>
            <p:nvPr/>
          </p:nvSpPr>
          <p:spPr bwMode="auto">
            <a:xfrm>
              <a:off x="7239000" y="3690392"/>
              <a:ext cx="457200" cy="457200"/>
            </a:xfrm>
            <a:prstGeom prst="rect">
              <a:avLst/>
            </a:prstGeom>
            <a:solidFill>
              <a:schemeClr val="hlink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54307" name="Line 35"/>
            <p:cNvSpPr>
              <a:spLocks noChangeShapeType="1"/>
            </p:cNvSpPr>
            <p:nvPr/>
          </p:nvSpPr>
          <p:spPr bwMode="auto">
            <a:xfrm>
              <a:off x="7467600" y="3080792"/>
              <a:ext cx="0" cy="60960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CA"/>
            </a:p>
          </p:txBody>
        </p:sp>
        <p:sp>
          <p:nvSpPr>
            <p:cNvPr id="54308" name="Text Box 36"/>
            <p:cNvSpPr txBox="1">
              <a:spLocks noChangeArrowheads="1"/>
            </p:cNvSpPr>
            <p:nvPr/>
          </p:nvSpPr>
          <p:spPr bwMode="auto">
            <a:xfrm>
              <a:off x="179388" y="3449092"/>
              <a:ext cx="674687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 eaLnBrk="0" hangingPunct="0">
                <a:spcBef>
                  <a:spcPct val="50000"/>
                </a:spcBef>
              </a:pPr>
              <a:r>
                <a:rPr lang="en-US">
                  <a:solidFill>
                    <a:schemeClr val="accent2"/>
                  </a:solidFill>
                </a:rPr>
                <a:t>aq</a:t>
              </a:r>
            </a:p>
          </p:txBody>
        </p:sp>
        <p:sp>
          <p:nvSpPr>
            <p:cNvPr id="54309" name="Rectangle 37"/>
            <p:cNvSpPr>
              <a:spLocks noChangeArrowheads="1"/>
            </p:cNvSpPr>
            <p:nvPr/>
          </p:nvSpPr>
          <p:spPr bwMode="auto">
            <a:xfrm>
              <a:off x="701675" y="3449092"/>
              <a:ext cx="457200" cy="4572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54310" name="Line 38"/>
            <p:cNvSpPr>
              <a:spLocks noChangeShapeType="1"/>
            </p:cNvSpPr>
            <p:nvPr/>
          </p:nvSpPr>
          <p:spPr bwMode="auto">
            <a:xfrm>
              <a:off x="930275" y="3677692"/>
              <a:ext cx="457200" cy="0"/>
            </a:xfrm>
            <a:prstGeom prst="line">
              <a:avLst/>
            </a:prstGeom>
            <a:noFill/>
            <a:ln w="38100">
              <a:solidFill>
                <a:srgbClr val="339966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CA"/>
            </a:p>
          </p:txBody>
        </p:sp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E9F63823-E6B3-6029-3352-35075E459FE3}"/>
                </a:ext>
              </a:extLst>
            </p:cNvPr>
            <p:cNvGrpSpPr/>
            <p:nvPr/>
          </p:nvGrpSpPr>
          <p:grpSpPr>
            <a:xfrm>
              <a:off x="1695232" y="3780970"/>
              <a:ext cx="838200" cy="854075"/>
              <a:chOff x="1676400" y="3962400"/>
              <a:chExt cx="838200" cy="854075"/>
            </a:xfrm>
          </p:grpSpPr>
          <p:sp>
            <p:nvSpPr>
              <p:cNvPr id="3" name="Rectangle 3">
                <a:extLst>
                  <a:ext uri="{FF2B5EF4-FFF2-40B4-BE49-F238E27FC236}">
                    <a16:creationId xmlns:a16="http://schemas.microsoft.com/office/drawing/2014/main" id="{12C2310E-441B-C888-3104-D7AB25922AD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52600" y="3962400"/>
                <a:ext cx="457200" cy="457200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CA"/>
              </a:p>
            </p:txBody>
          </p:sp>
          <p:sp>
            <p:nvSpPr>
              <p:cNvPr id="4" name="Text Box 4">
                <a:extLst>
                  <a:ext uri="{FF2B5EF4-FFF2-40B4-BE49-F238E27FC236}">
                    <a16:creationId xmlns:a16="http://schemas.microsoft.com/office/drawing/2014/main" id="{05466A10-45A6-620A-2465-D5D2847EFF7F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676400" y="4419600"/>
                <a:ext cx="838200" cy="39687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>
                  <a:spcBef>
                    <a:spcPct val="50000"/>
                  </a:spcBef>
                </a:pPr>
                <a:r>
                  <a:rPr lang="en-US" b="0" dirty="0"/>
                  <a:t>front</a:t>
                </a:r>
              </a:p>
            </p:txBody>
          </p:sp>
          <p:sp>
            <p:nvSpPr>
              <p:cNvPr id="5" name="Text Box 5">
                <a:extLst>
                  <a:ext uri="{FF2B5EF4-FFF2-40B4-BE49-F238E27FC236}">
                    <a16:creationId xmlns:a16="http://schemas.microsoft.com/office/drawing/2014/main" id="{25575EB5-0F70-71E9-B285-49AF03B77FF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828800" y="4038600"/>
                <a:ext cx="360363" cy="39687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>
                  <a:spcBef>
                    <a:spcPct val="50000"/>
                  </a:spcBef>
                </a:pPr>
                <a:r>
                  <a:rPr lang="en-US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E910CDC6-81C0-912D-F93D-5559ED51D8EC}"/>
                </a:ext>
              </a:extLst>
            </p:cNvPr>
            <p:cNvGrpSpPr/>
            <p:nvPr/>
          </p:nvGrpSpPr>
          <p:grpSpPr>
            <a:xfrm>
              <a:off x="1560984" y="2807568"/>
              <a:ext cx="914400" cy="854075"/>
              <a:chOff x="1524000" y="3048000"/>
              <a:chExt cx="914400" cy="854075"/>
            </a:xfrm>
          </p:grpSpPr>
          <p:sp>
            <p:nvSpPr>
              <p:cNvPr id="7" name="Text Box 6">
                <a:extLst>
                  <a:ext uri="{FF2B5EF4-FFF2-40B4-BE49-F238E27FC236}">
                    <a16:creationId xmlns:a16="http://schemas.microsoft.com/office/drawing/2014/main" id="{01659F4B-7264-903C-F0AC-755FDB506852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524000" y="3505200"/>
                <a:ext cx="914400" cy="39687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>
                  <a:spcBef>
                    <a:spcPct val="50000"/>
                  </a:spcBef>
                </a:pPr>
                <a:r>
                  <a:rPr lang="en-US" b="0"/>
                  <a:t>queue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B97E71B4-397C-716C-94E3-EB8CC6DC01A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52600" y="3048000"/>
                <a:ext cx="457200" cy="457200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CA"/>
              </a:p>
            </p:txBody>
          </p:sp>
        </p:grp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5587CE30-51AC-B775-26DF-55E3A0AE13A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08584" y="2655168"/>
              <a:ext cx="1219200" cy="3962400"/>
            </a:xfrm>
            <a:prstGeom prst="rect">
              <a:avLst/>
            </a:prstGeom>
            <a:noFill/>
            <a:ln w="38100">
              <a:solidFill>
                <a:schemeClr val="accent2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23C502B9-F2AA-7BC3-F580-F6A72B30CF5E}"/>
                </a:ext>
              </a:extLst>
            </p:cNvPr>
            <p:cNvGrpSpPr/>
            <p:nvPr/>
          </p:nvGrpSpPr>
          <p:grpSpPr>
            <a:xfrm>
              <a:off x="1695232" y="4713915"/>
              <a:ext cx="838200" cy="854075"/>
              <a:chOff x="1676400" y="3962400"/>
              <a:chExt cx="838200" cy="854075"/>
            </a:xfrm>
          </p:grpSpPr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D248CAB8-682B-9A31-DDB6-D9FD3276F1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52600" y="3962400"/>
                <a:ext cx="457200" cy="457200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CA"/>
              </a:p>
            </p:txBody>
          </p:sp>
          <p:sp>
            <p:nvSpPr>
              <p:cNvPr id="12" name="Text Box 4">
                <a:extLst>
                  <a:ext uri="{FF2B5EF4-FFF2-40B4-BE49-F238E27FC236}">
                    <a16:creationId xmlns:a16="http://schemas.microsoft.com/office/drawing/2014/main" id="{83D4574D-2ADE-0D66-BA90-F802C69DEA25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676400" y="4419600"/>
                <a:ext cx="838200" cy="39687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>
                  <a:spcBef>
                    <a:spcPct val="50000"/>
                  </a:spcBef>
                </a:pPr>
                <a:r>
                  <a:rPr lang="en-US" b="0" dirty="0"/>
                  <a:t>back</a:t>
                </a:r>
              </a:p>
            </p:txBody>
          </p:sp>
          <p:sp>
            <p:nvSpPr>
              <p:cNvPr id="13" name="Text Box 5">
                <a:extLst>
                  <a:ext uri="{FF2B5EF4-FFF2-40B4-BE49-F238E27FC236}">
                    <a16:creationId xmlns:a16="http://schemas.microsoft.com/office/drawing/2014/main" id="{6F8F674B-DB59-469E-225C-7B5485EF85B2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828800" y="4038600"/>
                <a:ext cx="360363" cy="39687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>
                  <a:spcBef>
                    <a:spcPct val="50000"/>
                  </a:spcBef>
                </a:pPr>
                <a:r>
                  <a:rPr lang="en-US" dirty="0">
                    <a:solidFill>
                      <a:schemeClr val="accent2"/>
                    </a:solidFill>
                  </a:rPr>
                  <a:t>4</a:t>
                </a:r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21DA6DB6-C865-3EAE-715B-11152AA183A1}"/>
                </a:ext>
              </a:extLst>
            </p:cNvPr>
            <p:cNvGrpSpPr/>
            <p:nvPr/>
          </p:nvGrpSpPr>
          <p:grpSpPr>
            <a:xfrm>
              <a:off x="1695232" y="5646861"/>
              <a:ext cx="838200" cy="854075"/>
              <a:chOff x="1676400" y="3962400"/>
              <a:chExt cx="838200" cy="854075"/>
            </a:xfrm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BE5822F9-F603-DFDD-0EE8-5CEBB90A550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52600" y="3962400"/>
                <a:ext cx="457200" cy="457200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CA"/>
              </a:p>
            </p:txBody>
          </p:sp>
          <p:sp>
            <p:nvSpPr>
              <p:cNvPr id="16" name="Text Box 4">
                <a:extLst>
                  <a:ext uri="{FF2B5EF4-FFF2-40B4-BE49-F238E27FC236}">
                    <a16:creationId xmlns:a16="http://schemas.microsoft.com/office/drawing/2014/main" id="{4395EB73-F6DB-0A1F-4F58-9D760092555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676400" y="4419600"/>
                <a:ext cx="838200" cy="39687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>
                  <a:spcBef>
                    <a:spcPct val="50000"/>
                  </a:spcBef>
                </a:pPr>
                <a:r>
                  <a:rPr lang="en-US" b="0" dirty="0"/>
                  <a:t>count</a:t>
                </a:r>
              </a:p>
            </p:txBody>
          </p:sp>
          <p:sp>
            <p:nvSpPr>
              <p:cNvPr id="17" name="Text Box 5">
                <a:extLst>
                  <a:ext uri="{FF2B5EF4-FFF2-40B4-BE49-F238E27FC236}">
                    <a16:creationId xmlns:a16="http://schemas.microsoft.com/office/drawing/2014/main" id="{8AFF12F6-D2DF-C91D-6439-ED9929549B0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828800" y="4038600"/>
                <a:ext cx="360363" cy="39687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>
                  <a:spcBef>
                    <a:spcPct val="50000"/>
                  </a:spcBef>
                </a:pPr>
                <a:r>
                  <a:rPr lang="en-US" dirty="0">
                    <a:solidFill>
                      <a:schemeClr val="accent2"/>
                    </a:solidFill>
                  </a:rPr>
                  <a:t>5</a:t>
                </a:r>
              </a:p>
            </p:txBody>
          </p:sp>
        </p:grp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98" name="Rectangle 2"/>
          <p:cNvSpPr>
            <a:spLocks noGrp="1" noChangeArrowheads="1"/>
          </p:cNvSpPr>
          <p:nvPr>
            <p:ph type="title"/>
          </p:nvPr>
        </p:nvSpPr>
        <p:spPr>
          <a:xfrm>
            <a:off x="304800" y="116632"/>
            <a:ext cx="8458200" cy="838200"/>
          </a:xfrm>
        </p:spPr>
        <p:txBody>
          <a:bodyPr/>
          <a:lstStyle/>
          <a:p>
            <a:r>
              <a:rPr lang="en-US" dirty="0"/>
              <a:t>Queue After Removing an Element</a:t>
            </a:r>
          </a:p>
        </p:txBody>
      </p:sp>
      <p:sp>
        <p:nvSpPr>
          <p:cNvPr id="55315" name="Text Box 19"/>
          <p:cNvSpPr txBox="1">
            <a:spLocks noChangeArrowheads="1"/>
          </p:cNvSpPr>
          <p:nvPr/>
        </p:nvSpPr>
        <p:spPr bwMode="auto">
          <a:xfrm>
            <a:off x="3276600" y="2492152"/>
            <a:ext cx="360363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>
                <a:solidFill>
                  <a:schemeClr val="accent2"/>
                </a:solidFill>
              </a:rPr>
              <a:t>0</a:t>
            </a:r>
          </a:p>
        </p:txBody>
      </p:sp>
      <p:sp>
        <p:nvSpPr>
          <p:cNvPr id="55316" name="Text Box 20"/>
          <p:cNvSpPr txBox="1">
            <a:spLocks noChangeArrowheads="1"/>
          </p:cNvSpPr>
          <p:nvPr/>
        </p:nvSpPr>
        <p:spPr bwMode="auto">
          <a:xfrm>
            <a:off x="7315200" y="2492152"/>
            <a:ext cx="360363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>
                <a:solidFill>
                  <a:schemeClr val="accent2"/>
                </a:solidFill>
              </a:rPr>
              <a:t>4</a:t>
            </a:r>
          </a:p>
        </p:txBody>
      </p:sp>
      <p:sp>
        <p:nvSpPr>
          <p:cNvPr id="55317" name="Text Box 21"/>
          <p:cNvSpPr txBox="1">
            <a:spLocks noChangeArrowheads="1"/>
          </p:cNvSpPr>
          <p:nvPr/>
        </p:nvSpPr>
        <p:spPr bwMode="auto">
          <a:xfrm>
            <a:off x="6324600" y="2492152"/>
            <a:ext cx="360363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>
                <a:solidFill>
                  <a:schemeClr val="accent2"/>
                </a:solidFill>
              </a:rPr>
              <a:t>3</a:t>
            </a:r>
          </a:p>
        </p:txBody>
      </p:sp>
      <p:sp>
        <p:nvSpPr>
          <p:cNvPr id="55318" name="Text Box 22"/>
          <p:cNvSpPr txBox="1">
            <a:spLocks noChangeArrowheads="1"/>
          </p:cNvSpPr>
          <p:nvPr/>
        </p:nvSpPr>
        <p:spPr bwMode="auto">
          <a:xfrm>
            <a:off x="5257800" y="2492152"/>
            <a:ext cx="360363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>
                <a:solidFill>
                  <a:schemeClr val="accent2"/>
                </a:solidFill>
              </a:rPr>
              <a:t>2</a:t>
            </a:r>
          </a:p>
        </p:txBody>
      </p:sp>
      <p:sp>
        <p:nvSpPr>
          <p:cNvPr id="55319" name="Text Box 23"/>
          <p:cNvSpPr txBox="1">
            <a:spLocks noChangeArrowheads="1"/>
          </p:cNvSpPr>
          <p:nvPr/>
        </p:nvSpPr>
        <p:spPr bwMode="auto">
          <a:xfrm>
            <a:off x="4267200" y="2492152"/>
            <a:ext cx="360363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>
                <a:solidFill>
                  <a:schemeClr val="accent2"/>
                </a:solidFill>
              </a:rPr>
              <a:t>1</a:t>
            </a:r>
          </a:p>
        </p:txBody>
      </p:sp>
      <p:sp>
        <p:nvSpPr>
          <p:cNvPr id="55327" name="Text Box 31"/>
          <p:cNvSpPr txBox="1">
            <a:spLocks noChangeArrowheads="1"/>
          </p:cNvSpPr>
          <p:nvPr/>
        </p:nvSpPr>
        <p:spPr bwMode="auto">
          <a:xfrm>
            <a:off x="457200" y="1205136"/>
            <a:ext cx="8458200" cy="1200329"/>
          </a:xfrm>
          <a:prstGeom prst="rect">
            <a:avLst/>
          </a:prstGeom>
          <a:solidFill>
            <a:schemeClr val="bg2"/>
          </a:solidFill>
          <a:ln w="38100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spcBef>
                <a:spcPct val="50000"/>
              </a:spcBef>
            </a:pPr>
            <a:r>
              <a:rPr lang="en-US" sz="2400" dirty="0"/>
              <a:t>The yellow element        is removed from array location 0, remaining elements are shifted forward one position in the array, and then count is decremented.</a:t>
            </a:r>
          </a:p>
        </p:txBody>
      </p:sp>
      <p:sp>
        <p:nvSpPr>
          <p:cNvPr id="55328" name="Rectangle 3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rrowheads="1"/>
          </p:cNvSpPr>
          <p:nvPr/>
        </p:nvSpPr>
        <p:spPr bwMode="auto">
          <a:xfrm>
            <a:off x="3449462" y="1109301"/>
            <a:ext cx="474466" cy="4572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CA" sz="2400" dirty="0"/>
          </a:p>
        </p:txBody>
      </p:sp>
      <p:grpSp>
        <p:nvGrpSpPr>
          <p:cNvPr id="18" name="Group 17" descr="The array:&#10;[red, cream, blue, green, null, ...]&#10;&#10;aq's instance variables:&#10;&#10;queue: stores a reference to the array&#10;front = 0&#10;back = 3&#10;count = 4">
            <a:extLst>
              <a:ext uri="{FF2B5EF4-FFF2-40B4-BE49-F238E27FC236}">
                <a16:creationId xmlns:a16="http://schemas.microsoft.com/office/drawing/2014/main" id="{5825FEF3-EB8E-3C18-68A9-C4FFF26A09F0}"/>
              </a:ext>
            </a:extLst>
          </p:cNvPr>
          <p:cNvGrpSpPr/>
          <p:nvPr/>
        </p:nvGrpSpPr>
        <p:grpSpPr>
          <a:xfrm>
            <a:off x="179388" y="2706960"/>
            <a:ext cx="8736012" cy="3962400"/>
            <a:chOff x="179388" y="2706960"/>
            <a:chExt cx="8736012" cy="3962400"/>
          </a:xfrm>
        </p:grpSpPr>
        <p:sp>
          <p:nvSpPr>
            <p:cNvPr id="55306" name="Rectangle 10"/>
            <p:cNvSpPr>
              <a:spLocks noChangeArrowheads="1"/>
            </p:cNvSpPr>
            <p:nvPr/>
          </p:nvSpPr>
          <p:spPr bwMode="auto">
            <a:xfrm>
              <a:off x="3276600" y="3711352"/>
              <a:ext cx="457200" cy="457200"/>
            </a:xfrm>
            <a:prstGeom prst="rect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55307" name="Rectangle 11"/>
            <p:cNvSpPr>
              <a:spLocks noChangeArrowheads="1"/>
            </p:cNvSpPr>
            <p:nvPr/>
          </p:nvSpPr>
          <p:spPr bwMode="auto">
            <a:xfrm>
              <a:off x="4267200" y="3711352"/>
              <a:ext cx="457200" cy="457200"/>
            </a:xfrm>
            <a:prstGeom prst="rect">
              <a:avLst/>
            </a:prstGeom>
            <a:solidFill>
              <a:schemeClr val="bg2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55308" name="Rectangle 12"/>
            <p:cNvSpPr>
              <a:spLocks noChangeArrowheads="1"/>
            </p:cNvSpPr>
            <p:nvPr/>
          </p:nvSpPr>
          <p:spPr bwMode="auto">
            <a:xfrm>
              <a:off x="5257800" y="3711352"/>
              <a:ext cx="457200" cy="457200"/>
            </a:xfrm>
            <a:prstGeom prst="rect">
              <a:avLst/>
            </a:prstGeom>
            <a:solidFill>
              <a:schemeClr val="tx2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55309" name="Rectangle 13"/>
            <p:cNvSpPr>
              <a:spLocks noChangeArrowheads="1"/>
            </p:cNvSpPr>
            <p:nvPr/>
          </p:nvSpPr>
          <p:spPr bwMode="auto">
            <a:xfrm>
              <a:off x="6248400" y="3711352"/>
              <a:ext cx="457200" cy="457200"/>
            </a:xfrm>
            <a:prstGeom prst="rect">
              <a:avLst/>
            </a:prstGeom>
            <a:solidFill>
              <a:schemeClr val="hlink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55310" name="Rectangle 14"/>
            <p:cNvSpPr>
              <a:spLocks noChangeArrowheads="1"/>
            </p:cNvSpPr>
            <p:nvPr/>
          </p:nvSpPr>
          <p:spPr bwMode="auto">
            <a:xfrm>
              <a:off x="2971800" y="2873152"/>
              <a:ext cx="990600" cy="4572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55311" name="Rectangle 15"/>
            <p:cNvSpPr>
              <a:spLocks noChangeArrowheads="1"/>
            </p:cNvSpPr>
            <p:nvPr/>
          </p:nvSpPr>
          <p:spPr bwMode="auto">
            <a:xfrm>
              <a:off x="6934200" y="2873152"/>
              <a:ext cx="990600" cy="4572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55312" name="Rectangle 16"/>
            <p:cNvSpPr>
              <a:spLocks noChangeArrowheads="1"/>
            </p:cNvSpPr>
            <p:nvPr/>
          </p:nvSpPr>
          <p:spPr bwMode="auto">
            <a:xfrm>
              <a:off x="5943600" y="2873152"/>
              <a:ext cx="990600" cy="4572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55313" name="Rectangle 17"/>
            <p:cNvSpPr>
              <a:spLocks noChangeArrowheads="1"/>
            </p:cNvSpPr>
            <p:nvPr/>
          </p:nvSpPr>
          <p:spPr bwMode="auto">
            <a:xfrm>
              <a:off x="4953000" y="2873152"/>
              <a:ext cx="990600" cy="4572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55314" name="Rectangle 18"/>
            <p:cNvSpPr>
              <a:spLocks noChangeArrowheads="1"/>
            </p:cNvSpPr>
            <p:nvPr/>
          </p:nvSpPr>
          <p:spPr bwMode="auto">
            <a:xfrm>
              <a:off x="3962400" y="2873152"/>
              <a:ext cx="990600" cy="4572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55320" name="Line 24"/>
            <p:cNvSpPr>
              <a:spLocks noChangeShapeType="1"/>
            </p:cNvSpPr>
            <p:nvPr/>
          </p:nvSpPr>
          <p:spPr bwMode="auto">
            <a:xfrm>
              <a:off x="1981200" y="3101752"/>
              <a:ext cx="990600" cy="0"/>
            </a:xfrm>
            <a:prstGeom prst="line">
              <a:avLst/>
            </a:prstGeom>
            <a:noFill/>
            <a:ln w="38100">
              <a:solidFill>
                <a:schemeClr val="hlink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CA"/>
            </a:p>
          </p:txBody>
        </p:sp>
        <p:sp>
          <p:nvSpPr>
            <p:cNvPr id="55321" name="Line 25"/>
            <p:cNvSpPr>
              <a:spLocks noChangeShapeType="1"/>
            </p:cNvSpPr>
            <p:nvPr/>
          </p:nvSpPr>
          <p:spPr bwMode="auto">
            <a:xfrm>
              <a:off x="3505200" y="3101752"/>
              <a:ext cx="0" cy="60960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CA"/>
            </a:p>
          </p:txBody>
        </p:sp>
        <p:sp>
          <p:nvSpPr>
            <p:cNvPr id="55322" name="Line 26"/>
            <p:cNvSpPr>
              <a:spLocks noChangeShapeType="1"/>
            </p:cNvSpPr>
            <p:nvPr/>
          </p:nvSpPr>
          <p:spPr bwMode="auto">
            <a:xfrm>
              <a:off x="6477000" y="3101752"/>
              <a:ext cx="0" cy="60960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CA"/>
            </a:p>
          </p:txBody>
        </p:sp>
        <p:sp>
          <p:nvSpPr>
            <p:cNvPr id="55323" name="Line 27"/>
            <p:cNvSpPr>
              <a:spLocks noChangeShapeType="1"/>
            </p:cNvSpPr>
            <p:nvPr/>
          </p:nvSpPr>
          <p:spPr bwMode="auto">
            <a:xfrm>
              <a:off x="5486400" y="3101752"/>
              <a:ext cx="0" cy="60960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CA"/>
            </a:p>
          </p:txBody>
        </p:sp>
        <p:sp>
          <p:nvSpPr>
            <p:cNvPr id="55324" name="Line 28"/>
            <p:cNvSpPr>
              <a:spLocks noChangeShapeType="1"/>
            </p:cNvSpPr>
            <p:nvPr/>
          </p:nvSpPr>
          <p:spPr bwMode="auto">
            <a:xfrm>
              <a:off x="4495800" y="3101752"/>
              <a:ext cx="0" cy="60960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CA"/>
            </a:p>
          </p:txBody>
        </p:sp>
        <p:sp>
          <p:nvSpPr>
            <p:cNvPr id="55325" name="Rectangle 29"/>
            <p:cNvSpPr>
              <a:spLocks noChangeArrowheads="1"/>
            </p:cNvSpPr>
            <p:nvPr/>
          </p:nvSpPr>
          <p:spPr bwMode="auto">
            <a:xfrm>
              <a:off x="7924800" y="2873152"/>
              <a:ext cx="990600" cy="4572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55326" name="Text Box 30"/>
            <p:cNvSpPr txBox="1">
              <a:spLocks noChangeArrowheads="1"/>
            </p:cNvSpPr>
            <p:nvPr/>
          </p:nvSpPr>
          <p:spPr bwMode="auto">
            <a:xfrm>
              <a:off x="8229600" y="2720752"/>
              <a:ext cx="609600" cy="64135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3600" b="0">
                  <a:solidFill>
                    <a:schemeClr val="accent2"/>
                  </a:solidFill>
                </a:rPr>
                <a:t>…</a:t>
              </a:r>
            </a:p>
          </p:txBody>
        </p:sp>
        <p:sp>
          <p:nvSpPr>
            <p:cNvPr id="55332" name="Text Box 36"/>
            <p:cNvSpPr txBox="1">
              <a:spLocks noChangeArrowheads="1"/>
            </p:cNvSpPr>
            <p:nvPr/>
          </p:nvSpPr>
          <p:spPr bwMode="auto">
            <a:xfrm>
              <a:off x="179388" y="3470052"/>
              <a:ext cx="674687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 eaLnBrk="0" hangingPunct="0">
                <a:spcBef>
                  <a:spcPct val="50000"/>
                </a:spcBef>
              </a:pPr>
              <a:r>
                <a:rPr lang="en-US">
                  <a:solidFill>
                    <a:schemeClr val="accent2"/>
                  </a:solidFill>
                </a:rPr>
                <a:t>aq</a:t>
              </a:r>
            </a:p>
          </p:txBody>
        </p:sp>
        <p:sp>
          <p:nvSpPr>
            <p:cNvPr id="55333" name="Rectangle 37"/>
            <p:cNvSpPr>
              <a:spLocks noChangeArrowheads="1"/>
            </p:cNvSpPr>
            <p:nvPr/>
          </p:nvSpPr>
          <p:spPr bwMode="auto">
            <a:xfrm>
              <a:off x="701675" y="3470052"/>
              <a:ext cx="457200" cy="4572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55334" name="Line 38"/>
            <p:cNvSpPr>
              <a:spLocks noChangeShapeType="1"/>
            </p:cNvSpPr>
            <p:nvPr/>
          </p:nvSpPr>
          <p:spPr bwMode="auto">
            <a:xfrm>
              <a:off x="930275" y="3698652"/>
              <a:ext cx="457200" cy="0"/>
            </a:xfrm>
            <a:prstGeom prst="line">
              <a:avLst/>
            </a:prstGeom>
            <a:noFill/>
            <a:ln w="38100">
              <a:solidFill>
                <a:srgbClr val="339966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CA"/>
            </a:p>
          </p:txBody>
        </p:sp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E7AA41E6-C30F-109E-B82B-AA5BA3A211F1}"/>
                </a:ext>
              </a:extLst>
            </p:cNvPr>
            <p:cNvGrpSpPr/>
            <p:nvPr/>
          </p:nvGrpSpPr>
          <p:grpSpPr>
            <a:xfrm>
              <a:off x="1658248" y="3832762"/>
              <a:ext cx="838200" cy="854075"/>
              <a:chOff x="1676400" y="3962400"/>
              <a:chExt cx="838200" cy="854075"/>
            </a:xfrm>
          </p:grpSpPr>
          <p:sp>
            <p:nvSpPr>
              <p:cNvPr id="3" name="Rectangle 3">
                <a:extLst>
                  <a:ext uri="{FF2B5EF4-FFF2-40B4-BE49-F238E27FC236}">
                    <a16:creationId xmlns:a16="http://schemas.microsoft.com/office/drawing/2014/main" id="{678AEED9-32EA-4243-145D-FBFE57BA0E9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52600" y="3962400"/>
                <a:ext cx="457200" cy="457200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CA"/>
              </a:p>
            </p:txBody>
          </p:sp>
          <p:sp>
            <p:nvSpPr>
              <p:cNvPr id="4" name="Text Box 4">
                <a:extLst>
                  <a:ext uri="{FF2B5EF4-FFF2-40B4-BE49-F238E27FC236}">
                    <a16:creationId xmlns:a16="http://schemas.microsoft.com/office/drawing/2014/main" id="{4218D8BF-78F6-35D1-B369-623E44EDA2D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676400" y="4419600"/>
                <a:ext cx="838200" cy="39687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>
                  <a:spcBef>
                    <a:spcPct val="50000"/>
                  </a:spcBef>
                </a:pPr>
                <a:r>
                  <a:rPr lang="en-US" b="0" dirty="0"/>
                  <a:t>front</a:t>
                </a:r>
              </a:p>
            </p:txBody>
          </p:sp>
          <p:sp>
            <p:nvSpPr>
              <p:cNvPr id="5" name="Text Box 5">
                <a:extLst>
                  <a:ext uri="{FF2B5EF4-FFF2-40B4-BE49-F238E27FC236}">
                    <a16:creationId xmlns:a16="http://schemas.microsoft.com/office/drawing/2014/main" id="{923090EB-2A1B-3354-350A-09990992B49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828800" y="4038600"/>
                <a:ext cx="360363" cy="39687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>
                  <a:spcBef>
                    <a:spcPct val="50000"/>
                  </a:spcBef>
                </a:pPr>
                <a:r>
                  <a:rPr lang="en-US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62965CA6-A947-D2E5-B04E-1103ED5B4DF1}"/>
                </a:ext>
              </a:extLst>
            </p:cNvPr>
            <p:cNvGrpSpPr/>
            <p:nvPr/>
          </p:nvGrpSpPr>
          <p:grpSpPr>
            <a:xfrm>
              <a:off x="1524000" y="2859360"/>
              <a:ext cx="914400" cy="854075"/>
              <a:chOff x="1524000" y="3048000"/>
              <a:chExt cx="914400" cy="854075"/>
            </a:xfrm>
          </p:grpSpPr>
          <p:sp>
            <p:nvSpPr>
              <p:cNvPr id="7" name="Text Box 6">
                <a:extLst>
                  <a:ext uri="{FF2B5EF4-FFF2-40B4-BE49-F238E27FC236}">
                    <a16:creationId xmlns:a16="http://schemas.microsoft.com/office/drawing/2014/main" id="{F70DF633-3155-06D4-F287-5209D22C48CF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524000" y="3505200"/>
                <a:ext cx="914400" cy="39687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>
                  <a:spcBef>
                    <a:spcPct val="50000"/>
                  </a:spcBef>
                </a:pPr>
                <a:r>
                  <a:rPr lang="en-US" b="0"/>
                  <a:t>queue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9DFC4E26-C781-114A-C4DD-67335FFC738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52600" y="3048000"/>
                <a:ext cx="457200" cy="457200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CA"/>
              </a:p>
            </p:txBody>
          </p:sp>
        </p:grp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AF46F09-1CE7-3A3E-B9D8-16BC39D66FC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71600" y="2706960"/>
              <a:ext cx="1219200" cy="3962400"/>
            </a:xfrm>
            <a:prstGeom prst="rect">
              <a:avLst/>
            </a:prstGeom>
            <a:noFill/>
            <a:ln w="38100">
              <a:solidFill>
                <a:schemeClr val="accent2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F14E160C-775F-3049-A25E-14E6F4CCE111}"/>
                </a:ext>
              </a:extLst>
            </p:cNvPr>
            <p:cNvGrpSpPr/>
            <p:nvPr/>
          </p:nvGrpSpPr>
          <p:grpSpPr>
            <a:xfrm>
              <a:off x="1658248" y="4765707"/>
              <a:ext cx="838200" cy="854075"/>
              <a:chOff x="1676400" y="3962400"/>
              <a:chExt cx="838200" cy="854075"/>
            </a:xfrm>
          </p:grpSpPr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E5B143CE-D0B6-9536-D198-2ACC81F3925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52600" y="3962400"/>
                <a:ext cx="457200" cy="457200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CA"/>
              </a:p>
            </p:txBody>
          </p:sp>
          <p:sp>
            <p:nvSpPr>
              <p:cNvPr id="12" name="Text Box 4">
                <a:extLst>
                  <a:ext uri="{FF2B5EF4-FFF2-40B4-BE49-F238E27FC236}">
                    <a16:creationId xmlns:a16="http://schemas.microsoft.com/office/drawing/2014/main" id="{CD0A4CA9-FA0E-F57E-AC43-56A99B6E6D80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676400" y="4419600"/>
                <a:ext cx="838200" cy="39687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>
                  <a:spcBef>
                    <a:spcPct val="50000"/>
                  </a:spcBef>
                </a:pPr>
                <a:r>
                  <a:rPr lang="en-US" b="0" dirty="0"/>
                  <a:t>back</a:t>
                </a:r>
              </a:p>
            </p:txBody>
          </p:sp>
          <p:sp>
            <p:nvSpPr>
              <p:cNvPr id="13" name="Text Box 5">
                <a:extLst>
                  <a:ext uri="{FF2B5EF4-FFF2-40B4-BE49-F238E27FC236}">
                    <a16:creationId xmlns:a16="http://schemas.microsoft.com/office/drawing/2014/main" id="{B508A082-6FCD-936E-277D-FD2D72E5B13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828800" y="4038600"/>
                <a:ext cx="360363" cy="39687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>
                  <a:spcBef>
                    <a:spcPct val="50000"/>
                  </a:spcBef>
                </a:pPr>
                <a:r>
                  <a:rPr lang="en-US" dirty="0">
                    <a:solidFill>
                      <a:schemeClr val="accent2"/>
                    </a:solidFill>
                  </a:rPr>
                  <a:t>3</a:t>
                </a:r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B8A65A71-15DF-982B-F448-19C83F57CF98}"/>
                </a:ext>
              </a:extLst>
            </p:cNvPr>
            <p:cNvGrpSpPr/>
            <p:nvPr/>
          </p:nvGrpSpPr>
          <p:grpSpPr>
            <a:xfrm>
              <a:off x="1658248" y="5698653"/>
              <a:ext cx="838200" cy="854075"/>
              <a:chOff x="1676400" y="3962400"/>
              <a:chExt cx="838200" cy="854075"/>
            </a:xfrm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ED9BB83A-810D-1809-2684-4EC7DDA7FEB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52600" y="3962400"/>
                <a:ext cx="457200" cy="457200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CA"/>
              </a:p>
            </p:txBody>
          </p:sp>
          <p:sp>
            <p:nvSpPr>
              <p:cNvPr id="16" name="Text Box 4">
                <a:extLst>
                  <a:ext uri="{FF2B5EF4-FFF2-40B4-BE49-F238E27FC236}">
                    <a16:creationId xmlns:a16="http://schemas.microsoft.com/office/drawing/2014/main" id="{BAACC5CC-2281-C3B5-40E8-BF523C1D3702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676400" y="4419600"/>
                <a:ext cx="838200" cy="39687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>
                  <a:spcBef>
                    <a:spcPct val="50000"/>
                  </a:spcBef>
                </a:pPr>
                <a:r>
                  <a:rPr lang="en-US" b="0" dirty="0"/>
                  <a:t>count</a:t>
                </a:r>
              </a:p>
            </p:txBody>
          </p:sp>
          <p:sp>
            <p:nvSpPr>
              <p:cNvPr id="17" name="Text Box 5">
                <a:extLst>
                  <a:ext uri="{FF2B5EF4-FFF2-40B4-BE49-F238E27FC236}">
                    <a16:creationId xmlns:a16="http://schemas.microsoft.com/office/drawing/2014/main" id="{12E4C054-7FE7-E95D-D6F9-FF77DB1AFECB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828800" y="4038600"/>
                <a:ext cx="360363" cy="39687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>
                  <a:spcBef>
                    <a:spcPct val="50000"/>
                  </a:spcBef>
                </a:pPr>
                <a:r>
                  <a:rPr lang="en-US" dirty="0">
                    <a:solidFill>
                      <a:schemeClr val="accent2"/>
                    </a:solidFill>
                  </a:rPr>
                  <a:t>4</a:t>
                </a:r>
              </a:p>
            </p:txBody>
          </p:sp>
        </p:grp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94" name="Rectangle 2"/>
          <p:cNvSpPr>
            <a:spLocks noChangeArrowheads="1"/>
          </p:cNvSpPr>
          <p:nvPr/>
        </p:nvSpPr>
        <p:spPr bwMode="auto">
          <a:xfrm>
            <a:off x="533400" y="381000"/>
            <a:ext cx="8001000" cy="6096000"/>
          </a:xfrm>
          <a:prstGeom prst="rect">
            <a:avLst/>
          </a:prstGeom>
          <a:solidFill>
            <a:schemeClr val="bg2"/>
          </a:solidFill>
          <a:ln w="38100">
            <a:solidFill>
              <a:schemeClr val="bg2"/>
            </a:solidFill>
            <a:miter lim="800000"/>
            <a:headEnd/>
            <a:tailEnd/>
          </a:ln>
          <a:effectLst/>
        </p:spPr>
        <p:txBody>
          <a:bodyPr/>
          <a:lstStyle/>
          <a:p>
            <a:pPr marL="342900" indent="-342900">
              <a:spcBef>
                <a:spcPct val="20000"/>
              </a:spcBef>
            </a:pPr>
            <a:r>
              <a:rPr lang="en-US" b="0" dirty="0"/>
              <a:t>public class </a:t>
            </a:r>
            <a:r>
              <a:rPr lang="en-US" b="0" dirty="0" err="1"/>
              <a:t>ArrayQueue</a:t>
            </a:r>
            <a:r>
              <a:rPr lang="en-US" b="0" dirty="0"/>
              <a:t>&lt;T&gt; implements </a:t>
            </a:r>
            <a:r>
              <a:rPr lang="en-US" b="0" dirty="0" err="1"/>
              <a:t>QueueADT</a:t>
            </a:r>
            <a:r>
              <a:rPr lang="en-US" b="0" dirty="0"/>
              <a:t>&lt;T&gt; {</a:t>
            </a:r>
          </a:p>
          <a:p>
            <a:pPr marL="342900" indent="-342900">
              <a:spcBef>
                <a:spcPct val="20000"/>
              </a:spcBef>
            </a:pPr>
            <a:r>
              <a:rPr lang="en-US" b="0" dirty="0"/>
              <a:t>   private final </a:t>
            </a:r>
            <a:r>
              <a:rPr lang="en-US" b="0" dirty="0" err="1"/>
              <a:t>int</a:t>
            </a:r>
            <a:r>
              <a:rPr lang="en-US" b="0" dirty="0"/>
              <a:t> DEFAULT_CAPACITY = 100;</a:t>
            </a:r>
          </a:p>
          <a:p>
            <a:pPr marL="342900" indent="-342900">
              <a:spcBef>
                <a:spcPct val="20000"/>
              </a:spcBef>
            </a:pPr>
            <a:r>
              <a:rPr lang="en-US" b="0" dirty="0"/>
              <a:t>   private </a:t>
            </a:r>
            <a:r>
              <a:rPr lang="en-US" b="0" dirty="0" err="1"/>
              <a:t>int</a:t>
            </a:r>
            <a:r>
              <a:rPr lang="en-US" b="0" dirty="0"/>
              <a:t> count;</a:t>
            </a:r>
          </a:p>
          <a:p>
            <a:pPr marL="342900" indent="-342900">
              <a:spcBef>
                <a:spcPct val="20000"/>
              </a:spcBef>
            </a:pPr>
            <a:r>
              <a:rPr lang="en-US" b="0" dirty="0"/>
              <a:t>   private T[] queue; </a:t>
            </a:r>
          </a:p>
          <a:p>
            <a:pPr marL="342900" indent="-342900">
              <a:spcBef>
                <a:spcPct val="20000"/>
              </a:spcBef>
            </a:pPr>
            <a:endParaRPr lang="en-US" b="0" dirty="0"/>
          </a:p>
          <a:p>
            <a:pPr marL="342900" indent="-342900">
              <a:spcBef>
                <a:spcPct val="20000"/>
              </a:spcBef>
            </a:pPr>
            <a:r>
              <a:rPr lang="en-US" b="0" dirty="0"/>
              <a:t>public </a:t>
            </a:r>
            <a:r>
              <a:rPr lang="en-US" b="0" dirty="0" err="1"/>
              <a:t>ArrayQueue</a:t>
            </a:r>
            <a:r>
              <a:rPr lang="en-US" b="0" dirty="0"/>
              <a:t>() {</a:t>
            </a:r>
          </a:p>
          <a:p>
            <a:pPr marL="342900" indent="-342900">
              <a:spcBef>
                <a:spcPct val="20000"/>
              </a:spcBef>
            </a:pPr>
            <a:r>
              <a:rPr lang="en-US" b="0" dirty="0"/>
              <a:t>      count = 0;</a:t>
            </a:r>
          </a:p>
          <a:p>
            <a:pPr marL="342900" indent="-342900">
              <a:spcBef>
                <a:spcPct val="20000"/>
              </a:spcBef>
            </a:pPr>
            <a:r>
              <a:rPr lang="en-US" b="0" dirty="0"/>
              <a:t>      queue = (T[])(new Object[DEFAULT_CAPACITY]);</a:t>
            </a:r>
          </a:p>
          <a:p>
            <a:pPr marL="342900" indent="-342900">
              <a:spcBef>
                <a:spcPct val="20000"/>
              </a:spcBef>
            </a:pPr>
            <a:r>
              <a:rPr lang="en-US" b="0" dirty="0"/>
              <a:t>   }</a:t>
            </a:r>
          </a:p>
          <a:p>
            <a:pPr marL="342900" indent="-342900">
              <a:spcBef>
                <a:spcPct val="20000"/>
              </a:spcBef>
            </a:pPr>
            <a:r>
              <a:rPr lang="en-US" b="0" dirty="0"/>
              <a:t>public </a:t>
            </a:r>
            <a:r>
              <a:rPr lang="en-US" b="0" dirty="0" err="1"/>
              <a:t>ArrayQueue</a:t>
            </a:r>
            <a:r>
              <a:rPr lang="en-US" b="0" dirty="0"/>
              <a:t> (</a:t>
            </a:r>
            <a:r>
              <a:rPr lang="en-US" b="0" dirty="0" err="1"/>
              <a:t>int</a:t>
            </a:r>
            <a:r>
              <a:rPr lang="en-US" b="0" dirty="0"/>
              <a:t> </a:t>
            </a:r>
            <a:r>
              <a:rPr lang="en-US" b="0" dirty="0" err="1"/>
              <a:t>initialCapacity</a:t>
            </a:r>
            <a:r>
              <a:rPr lang="en-US" b="0" dirty="0"/>
              <a:t>) {</a:t>
            </a:r>
          </a:p>
          <a:p>
            <a:pPr marL="342900" indent="-342900">
              <a:spcBef>
                <a:spcPct val="20000"/>
              </a:spcBef>
            </a:pPr>
            <a:r>
              <a:rPr lang="en-US" b="0" dirty="0"/>
              <a:t>      count = 0;</a:t>
            </a:r>
          </a:p>
          <a:p>
            <a:pPr marL="342900" indent="-342900">
              <a:spcBef>
                <a:spcPct val="20000"/>
              </a:spcBef>
            </a:pPr>
            <a:r>
              <a:rPr lang="en-US" b="0" dirty="0"/>
              <a:t>      queue = (T[])(new Object[</a:t>
            </a:r>
            <a:r>
              <a:rPr lang="en-US" b="0" dirty="0" err="1"/>
              <a:t>initialCapacity</a:t>
            </a:r>
            <a:r>
              <a:rPr lang="en-US" b="0" dirty="0"/>
              <a:t>]);</a:t>
            </a:r>
          </a:p>
          <a:p>
            <a:pPr marL="342900" indent="-342900">
              <a:spcBef>
                <a:spcPct val="20000"/>
              </a:spcBef>
            </a:pPr>
            <a:r>
              <a:rPr lang="en-US" b="0" dirty="0"/>
              <a:t>   }</a:t>
            </a:r>
          </a:p>
        </p:txBody>
      </p:sp>
    </p:spTree>
  </p:cSld>
  <p:clrMapOvr>
    <a:masterClrMapping/>
  </p:clrMapOvr>
  <p:transition spd="med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47" name="Rectangle 3"/>
          <p:cNvSpPr>
            <a:spLocks noChangeArrowheads="1"/>
          </p:cNvSpPr>
          <p:nvPr/>
        </p:nvSpPr>
        <p:spPr bwMode="auto">
          <a:xfrm>
            <a:off x="1066800" y="914400"/>
            <a:ext cx="6934200" cy="4800600"/>
          </a:xfrm>
          <a:prstGeom prst="rect">
            <a:avLst/>
          </a:prstGeom>
          <a:solidFill>
            <a:schemeClr val="bg2"/>
          </a:solidFill>
          <a:ln w="38100">
            <a:solidFill>
              <a:schemeClr val="bg2"/>
            </a:solidFill>
            <a:miter lim="800000"/>
            <a:headEnd/>
            <a:tailEnd/>
          </a:ln>
          <a:effectLst/>
        </p:spPr>
        <p:txBody>
          <a:bodyPr/>
          <a:lstStyle/>
          <a:p>
            <a:pPr marL="342900" indent="-342900">
              <a:spcBef>
                <a:spcPct val="20000"/>
              </a:spcBef>
            </a:pPr>
            <a:r>
              <a:rPr lang="en-US" b="0" dirty="0">
                <a:solidFill>
                  <a:schemeClr val="hlink"/>
                </a:solidFill>
              </a:rPr>
              <a:t>//-----------------------------------------------------------------</a:t>
            </a:r>
          </a:p>
          <a:p>
            <a:pPr marL="342900" indent="-342900">
              <a:spcBef>
                <a:spcPct val="20000"/>
              </a:spcBef>
            </a:pPr>
            <a:r>
              <a:rPr lang="en-US" b="0" dirty="0">
                <a:solidFill>
                  <a:schemeClr val="hlink"/>
                </a:solidFill>
              </a:rPr>
              <a:t>//  Adds the specified element to the rear of the queue, </a:t>
            </a:r>
          </a:p>
          <a:p>
            <a:pPr marL="342900" indent="-342900">
              <a:spcBef>
                <a:spcPct val="20000"/>
              </a:spcBef>
            </a:pPr>
            <a:r>
              <a:rPr lang="en-US" b="0" dirty="0">
                <a:solidFill>
                  <a:schemeClr val="hlink"/>
                </a:solidFill>
              </a:rPr>
              <a:t>//  expanding the capacity of the queue array if</a:t>
            </a:r>
          </a:p>
          <a:p>
            <a:pPr marL="342900" indent="-342900">
              <a:spcBef>
                <a:spcPct val="20000"/>
              </a:spcBef>
            </a:pPr>
            <a:r>
              <a:rPr lang="en-US" b="0" dirty="0">
                <a:solidFill>
                  <a:schemeClr val="hlink"/>
                </a:solidFill>
              </a:rPr>
              <a:t>//  necessary.</a:t>
            </a:r>
          </a:p>
          <a:p>
            <a:pPr marL="342900" indent="-342900">
              <a:spcBef>
                <a:spcPct val="20000"/>
              </a:spcBef>
            </a:pPr>
            <a:r>
              <a:rPr lang="en-US" b="0" dirty="0">
                <a:solidFill>
                  <a:schemeClr val="hlink"/>
                </a:solidFill>
              </a:rPr>
              <a:t>//-----------------------------------------------------------------</a:t>
            </a:r>
          </a:p>
          <a:p>
            <a:pPr marL="342900" indent="-342900">
              <a:spcBef>
                <a:spcPct val="20000"/>
              </a:spcBef>
            </a:pPr>
            <a:r>
              <a:rPr lang="en-US" b="0" dirty="0"/>
              <a:t>public void enqueue (T element) {</a:t>
            </a:r>
          </a:p>
          <a:p>
            <a:pPr marL="342900" indent="-342900">
              <a:spcBef>
                <a:spcPct val="20000"/>
              </a:spcBef>
            </a:pPr>
            <a:r>
              <a:rPr lang="en-US" b="0" dirty="0"/>
              <a:t>   if (size() == </a:t>
            </a:r>
            <a:r>
              <a:rPr lang="en-US" b="0" dirty="0" err="1"/>
              <a:t>queue.length</a:t>
            </a:r>
            <a:r>
              <a:rPr lang="en-US" b="0" dirty="0"/>
              <a:t>)</a:t>
            </a:r>
          </a:p>
          <a:p>
            <a:pPr marL="342900" indent="-342900">
              <a:spcBef>
                <a:spcPct val="20000"/>
              </a:spcBef>
            </a:pPr>
            <a:r>
              <a:rPr lang="en-US" b="0" dirty="0"/>
              <a:t>      </a:t>
            </a:r>
            <a:r>
              <a:rPr lang="en-US" b="0" dirty="0" err="1"/>
              <a:t>expandCapacity</a:t>
            </a:r>
            <a:r>
              <a:rPr lang="en-US" b="0" dirty="0"/>
              <a:t>( );</a:t>
            </a:r>
          </a:p>
          <a:p>
            <a:pPr marL="342900" indent="-342900">
              <a:spcBef>
                <a:spcPct val="20000"/>
              </a:spcBef>
            </a:pPr>
            <a:endParaRPr lang="en-US" b="0" dirty="0"/>
          </a:p>
          <a:p>
            <a:pPr marL="342900" indent="-342900">
              <a:spcBef>
                <a:spcPct val="20000"/>
              </a:spcBef>
            </a:pPr>
            <a:r>
              <a:rPr lang="en-US" b="0" dirty="0"/>
              <a:t>   queue[count] = element;</a:t>
            </a:r>
          </a:p>
          <a:p>
            <a:pPr marL="342900" indent="-342900">
              <a:spcBef>
                <a:spcPct val="20000"/>
              </a:spcBef>
            </a:pPr>
            <a:r>
              <a:rPr lang="en-US" b="0" dirty="0"/>
              <a:t>   count++;</a:t>
            </a:r>
          </a:p>
          <a:p>
            <a:pPr marL="342900" indent="-342900">
              <a:spcBef>
                <a:spcPct val="20000"/>
              </a:spcBef>
            </a:pPr>
            <a:r>
              <a:rPr lang="en-US" b="0" dirty="0"/>
              <a:t>}</a:t>
            </a:r>
          </a:p>
        </p:txBody>
      </p:sp>
    </p:spTree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71" name="Rectangle 3"/>
          <p:cNvSpPr>
            <a:spLocks noChangeArrowheads="1"/>
          </p:cNvSpPr>
          <p:nvPr/>
        </p:nvSpPr>
        <p:spPr bwMode="auto">
          <a:xfrm>
            <a:off x="533400" y="228600"/>
            <a:ext cx="7848600" cy="6324600"/>
          </a:xfrm>
          <a:prstGeom prst="rect">
            <a:avLst/>
          </a:prstGeom>
          <a:solidFill>
            <a:schemeClr val="bg2"/>
          </a:solidFill>
          <a:ln w="9525">
            <a:solidFill>
              <a:schemeClr val="bg2"/>
            </a:solidFill>
            <a:miter lim="800000"/>
            <a:headEnd/>
            <a:tailEnd/>
          </a:ln>
          <a:effectLst/>
        </p:spPr>
        <p:txBody>
          <a:bodyPr/>
          <a:lstStyle/>
          <a:p>
            <a:pPr marL="342900" indent="-342900">
              <a:spcBef>
                <a:spcPct val="20000"/>
              </a:spcBef>
            </a:pPr>
            <a:r>
              <a:rPr lang="en-US" b="0" dirty="0">
                <a:solidFill>
                  <a:schemeClr val="hlink"/>
                </a:solidFill>
              </a:rPr>
              <a:t>//-----------------------------------------------------------------</a:t>
            </a:r>
          </a:p>
          <a:p>
            <a:pPr marL="342900" indent="-342900">
              <a:spcBef>
                <a:spcPct val="20000"/>
              </a:spcBef>
            </a:pPr>
            <a:r>
              <a:rPr lang="en-US" b="0" dirty="0">
                <a:solidFill>
                  <a:schemeClr val="hlink"/>
                </a:solidFill>
              </a:rPr>
              <a:t>//  Removes the element at the front of the queue and returns </a:t>
            </a:r>
          </a:p>
          <a:p>
            <a:pPr marL="342900" indent="-342900">
              <a:spcBef>
                <a:spcPct val="20000"/>
              </a:spcBef>
            </a:pPr>
            <a:r>
              <a:rPr lang="en-US" b="0" dirty="0">
                <a:solidFill>
                  <a:schemeClr val="hlink"/>
                </a:solidFill>
              </a:rPr>
              <a:t>//  a reference to it. Throws </a:t>
            </a:r>
            <a:r>
              <a:rPr lang="en-US" b="0" dirty="0" err="1">
                <a:solidFill>
                  <a:schemeClr val="hlink"/>
                </a:solidFill>
              </a:rPr>
              <a:t>anEmptyCollectionException</a:t>
            </a:r>
            <a:r>
              <a:rPr lang="en-US" b="0" dirty="0">
                <a:solidFill>
                  <a:schemeClr val="hlink"/>
                </a:solidFill>
              </a:rPr>
              <a:t> if the</a:t>
            </a:r>
          </a:p>
          <a:p>
            <a:pPr marL="342900" indent="-342900">
              <a:spcBef>
                <a:spcPct val="20000"/>
              </a:spcBef>
            </a:pPr>
            <a:r>
              <a:rPr lang="en-US" b="0" dirty="0">
                <a:solidFill>
                  <a:schemeClr val="hlink"/>
                </a:solidFill>
              </a:rPr>
              <a:t>//  queue is empty.</a:t>
            </a:r>
          </a:p>
          <a:p>
            <a:pPr marL="342900" indent="-342900">
              <a:spcBef>
                <a:spcPct val="20000"/>
              </a:spcBef>
            </a:pPr>
            <a:r>
              <a:rPr lang="en-US" b="0" dirty="0">
                <a:solidFill>
                  <a:schemeClr val="hlink"/>
                </a:solidFill>
              </a:rPr>
              <a:t>//-----------------------------------------------------------------</a:t>
            </a:r>
          </a:p>
          <a:p>
            <a:pPr marL="342900" indent="-342900">
              <a:spcBef>
                <a:spcPct val="20000"/>
              </a:spcBef>
            </a:pPr>
            <a:r>
              <a:rPr lang="en-US" b="0" dirty="0"/>
              <a:t>public T dequeue ( ) throws </a:t>
            </a:r>
            <a:r>
              <a:rPr lang="en-US" b="0" dirty="0" err="1"/>
              <a:t>EmptyCollectionException</a:t>
            </a:r>
            <a:r>
              <a:rPr lang="en-US" b="0" dirty="0"/>
              <a:t> {</a:t>
            </a:r>
          </a:p>
          <a:p>
            <a:pPr marL="342900" indent="-342900">
              <a:spcBef>
                <a:spcPct val="20000"/>
              </a:spcBef>
            </a:pPr>
            <a:r>
              <a:rPr lang="en-US" b="0" dirty="0"/>
              <a:t>   if (</a:t>
            </a:r>
            <a:r>
              <a:rPr lang="en-US" b="0" dirty="0" err="1"/>
              <a:t>isEmpty</a:t>
            </a:r>
            <a:r>
              <a:rPr lang="en-US" b="0" dirty="0"/>
              <a:t>( ))</a:t>
            </a:r>
          </a:p>
          <a:p>
            <a:pPr marL="342900" indent="-342900">
              <a:spcBef>
                <a:spcPct val="20000"/>
              </a:spcBef>
            </a:pPr>
            <a:r>
              <a:rPr lang="en-US" b="0" dirty="0"/>
              <a:t>      throw new </a:t>
            </a:r>
            <a:r>
              <a:rPr lang="en-US" b="0" dirty="0" err="1"/>
              <a:t>EmptyCollectionException</a:t>
            </a:r>
            <a:r>
              <a:rPr lang="en-US" b="0" dirty="0"/>
              <a:t> (“Empty queue");</a:t>
            </a:r>
          </a:p>
          <a:p>
            <a:pPr marL="342900" indent="-342900">
              <a:spcBef>
                <a:spcPct val="20000"/>
              </a:spcBef>
            </a:pPr>
            <a:r>
              <a:rPr lang="en-US" b="0" dirty="0"/>
              <a:t>   T result = queue[0];</a:t>
            </a:r>
          </a:p>
          <a:p>
            <a:pPr marL="342900" indent="-342900">
              <a:spcBef>
                <a:spcPct val="20000"/>
              </a:spcBef>
            </a:pPr>
            <a:r>
              <a:rPr lang="en-US" b="0" dirty="0"/>
              <a:t>   count--;</a:t>
            </a:r>
          </a:p>
          <a:p>
            <a:pPr marL="342900" indent="-342900">
              <a:spcBef>
                <a:spcPct val="20000"/>
              </a:spcBef>
            </a:pPr>
            <a:r>
              <a:rPr lang="en-US" b="0" dirty="0">
                <a:solidFill>
                  <a:schemeClr val="hlink"/>
                </a:solidFill>
              </a:rPr>
              <a:t>   </a:t>
            </a:r>
            <a:r>
              <a:rPr lang="en-US" b="0" dirty="0">
                <a:solidFill>
                  <a:schemeClr val="accent2"/>
                </a:solidFill>
              </a:rPr>
              <a:t>// shift the elements</a:t>
            </a:r>
          </a:p>
          <a:p>
            <a:pPr marL="342900" indent="-342900">
              <a:spcBef>
                <a:spcPct val="20000"/>
              </a:spcBef>
            </a:pPr>
            <a:r>
              <a:rPr lang="en-US" b="0" dirty="0"/>
              <a:t>   for (</a:t>
            </a:r>
            <a:r>
              <a:rPr lang="en-US" b="0" dirty="0" err="1"/>
              <a:t>int</a:t>
            </a:r>
            <a:r>
              <a:rPr lang="en-US" b="0" dirty="0"/>
              <a:t> </a:t>
            </a:r>
            <a:r>
              <a:rPr lang="en-US" b="0" dirty="0" err="1"/>
              <a:t>i</a:t>
            </a:r>
            <a:r>
              <a:rPr lang="en-US" b="0" dirty="0"/>
              <a:t> = 0; </a:t>
            </a:r>
            <a:r>
              <a:rPr lang="en-US" b="0" dirty="0" err="1"/>
              <a:t>i</a:t>
            </a:r>
            <a:r>
              <a:rPr lang="en-US" b="0" dirty="0"/>
              <a:t> &lt; count; </a:t>
            </a:r>
            <a:r>
              <a:rPr lang="en-US" b="0" dirty="0" err="1"/>
              <a:t>i</a:t>
            </a:r>
            <a:r>
              <a:rPr lang="en-US" b="0" dirty="0"/>
              <a:t>++)</a:t>
            </a:r>
          </a:p>
          <a:p>
            <a:pPr marL="342900" indent="-342900">
              <a:spcBef>
                <a:spcPct val="20000"/>
              </a:spcBef>
            </a:pPr>
            <a:r>
              <a:rPr lang="en-US" b="0" dirty="0"/>
              <a:t>      queue[</a:t>
            </a:r>
            <a:r>
              <a:rPr lang="en-US" b="0" dirty="0" err="1"/>
              <a:t>i</a:t>
            </a:r>
            <a:r>
              <a:rPr lang="en-US" b="0" dirty="0"/>
              <a:t>] = queue[i+1];</a:t>
            </a:r>
          </a:p>
          <a:p>
            <a:pPr marL="342900" indent="-342900">
              <a:spcBef>
                <a:spcPct val="20000"/>
              </a:spcBef>
            </a:pPr>
            <a:r>
              <a:rPr lang="en-US" b="0" dirty="0"/>
              <a:t>   queue[count] = null;</a:t>
            </a:r>
          </a:p>
          <a:p>
            <a:pPr marL="342900" indent="-342900">
              <a:spcBef>
                <a:spcPct val="20000"/>
              </a:spcBef>
            </a:pPr>
            <a:r>
              <a:rPr lang="en-US" b="0" dirty="0"/>
              <a:t>   return result;</a:t>
            </a:r>
          </a:p>
          <a:p>
            <a:pPr marL="342900" indent="-342900">
              <a:spcBef>
                <a:spcPct val="20000"/>
              </a:spcBef>
            </a:pPr>
            <a:r>
              <a:rPr lang="en-US" b="0" dirty="0"/>
              <a:t>}</a:t>
            </a:r>
          </a:p>
        </p:txBody>
      </p:sp>
    </p:spTree>
  </p:cSld>
  <p:clrMapOvr>
    <a:masterClrMapping/>
  </p:clrMapOvr>
  <p:transition spd="med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7" name="Rectangle 3">
            <a:extLst>
              <a:ext uri="{FF2B5EF4-FFF2-40B4-BE49-F238E27FC236}">
                <a16:creationId xmlns:a16="http://schemas.microsoft.com/office/drawing/2014/main" id="{C3F7EFE1-B32E-7CC2-8675-250A8F2CC29B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67544" y="1417639"/>
            <a:ext cx="5082994" cy="2573754"/>
          </a:xfrm>
        </p:spPr>
        <p:txBody>
          <a:bodyPr/>
          <a:lstStyle/>
          <a:p>
            <a:pPr eaLnBrk="1" hangingPunct="1"/>
            <a:r>
              <a:rPr lang="en-US" altLang="en-US" dirty="0"/>
              <a:t>Use a </a:t>
            </a:r>
            <a:r>
              <a:rPr lang="en-US" altLang="en-US" b="1" i="1" dirty="0"/>
              <a:t>circular array</a:t>
            </a:r>
            <a:r>
              <a:rPr lang="en-US" altLang="en-US" dirty="0"/>
              <a:t> to insert and remove items from a queue in </a:t>
            </a:r>
            <a:r>
              <a:rPr lang="en-US" altLang="en-US" b="1" dirty="0"/>
              <a:t>constant time</a:t>
            </a:r>
            <a:r>
              <a:rPr lang="en-US" altLang="en-US" dirty="0"/>
              <a:t>.</a:t>
            </a:r>
          </a:p>
          <a:p>
            <a:pPr eaLnBrk="1" hangingPunct="1"/>
            <a:r>
              <a:rPr lang="en-US" altLang="en-US" dirty="0"/>
              <a:t>The idea is that the end of the array “wraps around” to the start of the array.</a:t>
            </a:r>
          </a:p>
        </p:txBody>
      </p:sp>
      <p:grpSp>
        <p:nvGrpSpPr>
          <p:cNvPr id="12292" name="Group 4" descr="An array in the shape of a ring with the last spot, 7, adjacent to the first spot, 0.">
            <a:extLst>
              <a:ext uri="{FF2B5EF4-FFF2-40B4-BE49-F238E27FC236}">
                <a16:creationId xmlns:a16="http://schemas.microsoft.com/office/drawing/2014/main" id="{F03952E0-0951-3264-736B-F90224DD70C0}"/>
              </a:ext>
            </a:extLst>
          </p:cNvPr>
          <p:cNvGrpSpPr>
            <a:grpSpLocks/>
          </p:cNvGrpSpPr>
          <p:nvPr/>
        </p:nvGrpSpPr>
        <p:grpSpPr bwMode="auto">
          <a:xfrm>
            <a:off x="5813623" y="1417638"/>
            <a:ext cx="2790825" cy="2505075"/>
            <a:chOff x="1156" y="2432"/>
            <a:chExt cx="1740" cy="1649"/>
          </a:xfrm>
        </p:grpSpPr>
        <p:sp>
          <p:nvSpPr>
            <p:cNvPr id="12323" name="Text Box 5">
              <a:extLst>
                <a:ext uri="{FF2B5EF4-FFF2-40B4-BE49-F238E27FC236}">
                  <a16:creationId xmlns:a16="http://schemas.microsoft.com/office/drawing/2014/main" id="{0EF90D76-85DF-DEFA-A7BE-FB600BCE67D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245" y="2432"/>
              <a:ext cx="288" cy="24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spcBef>
                  <a:spcPts val="600"/>
                </a:spcBef>
                <a:buClr>
                  <a:schemeClr val="accent1"/>
                </a:buClr>
                <a:buSzPct val="76000"/>
                <a:buFont typeface="Wingdings 3" panose="05040102010807070707" pitchFamily="18" charset="2"/>
                <a:buChar char=""/>
                <a:defRPr sz="2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1pPr>
              <a:lvl2pPr marL="37931725" indent="-37474525">
                <a:spcBef>
                  <a:spcPts val="500"/>
                </a:spcBef>
                <a:buClr>
                  <a:schemeClr val="accent2"/>
                </a:buClr>
                <a:buSzPct val="76000"/>
                <a:buFont typeface="Wingdings 3" panose="05040102010807070707" pitchFamily="18" charset="2"/>
                <a:buChar char=""/>
                <a:defRPr sz="2300">
                  <a:solidFill>
                    <a:schemeClr val="tx2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2pPr>
              <a:lvl3pPr marL="822325" indent="-228600">
                <a:spcBef>
                  <a:spcPts val="500"/>
                </a:spcBef>
                <a:buClr>
                  <a:srgbClr val="BCBCBC"/>
                </a:buClr>
                <a:buSzPct val="76000"/>
                <a:buFont typeface="Wingdings 3" panose="05040102010807070707" pitchFamily="18" charset="2"/>
                <a:buChar char="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3pPr>
              <a:lvl4pPr marL="1096963" indent="-228600">
                <a:spcBef>
                  <a:spcPts val="400"/>
                </a:spcBef>
                <a:buClr>
                  <a:srgbClr val="8BA2B4"/>
                </a:buClr>
                <a:buSzPct val="70000"/>
                <a:buFont typeface="Wingdings" panose="05000000000000000000" pitchFamily="2" charset="2"/>
                <a:buChar char=""/>
                <a:defRPr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4pPr>
              <a:lvl5pPr marL="1371600" indent="-228600">
                <a:spcBef>
                  <a:spcPts val="3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5pPr>
              <a:lvl6pPr marL="18288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6pPr>
              <a:lvl7pPr marL="22860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7pPr>
              <a:lvl8pPr marL="27432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8pPr>
              <a:lvl9pPr marL="32004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9pPr>
            </a:lstStyle>
            <a:p>
              <a:pPr marL="0" marR="0" lvl="0" indent="0" algn="ctr" defTabSz="457200" rtl="0" eaLnBrk="0" fontAlgn="base" latinLnBrk="0" hangingPunct="0">
                <a:lnSpc>
                  <a:spcPct val="100000"/>
                </a:lnSpc>
                <a:spcBef>
                  <a:spcPct val="5000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8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MS PGothic" panose="020B0600070205080204" pitchFamily="34" charset="-128"/>
                  <a:cs typeface="+mn-cs"/>
                </a:rPr>
                <a:t>0</a:t>
              </a:r>
            </a:p>
          </p:txBody>
        </p:sp>
        <p:sp>
          <p:nvSpPr>
            <p:cNvPr id="12324" name="Text Box 6">
              <a:extLst>
                <a:ext uri="{FF2B5EF4-FFF2-40B4-BE49-F238E27FC236}">
                  <a16:creationId xmlns:a16="http://schemas.microsoft.com/office/drawing/2014/main" id="{33451ED6-FEBE-AC55-E08B-2EA0F786007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608" y="2840"/>
              <a:ext cx="288" cy="24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spcBef>
                  <a:spcPts val="600"/>
                </a:spcBef>
                <a:buClr>
                  <a:schemeClr val="accent1"/>
                </a:buClr>
                <a:buSzPct val="76000"/>
                <a:buFont typeface="Wingdings 3" panose="05040102010807070707" pitchFamily="18" charset="2"/>
                <a:buChar char=""/>
                <a:defRPr sz="2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1pPr>
              <a:lvl2pPr marL="37931725" indent="-37474525">
                <a:spcBef>
                  <a:spcPts val="500"/>
                </a:spcBef>
                <a:buClr>
                  <a:schemeClr val="accent2"/>
                </a:buClr>
                <a:buSzPct val="76000"/>
                <a:buFont typeface="Wingdings 3" panose="05040102010807070707" pitchFamily="18" charset="2"/>
                <a:buChar char=""/>
                <a:defRPr sz="2300">
                  <a:solidFill>
                    <a:schemeClr val="tx2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2pPr>
              <a:lvl3pPr marL="822325" indent="-228600">
                <a:spcBef>
                  <a:spcPts val="500"/>
                </a:spcBef>
                <a:buClr>
                  <a:srgbClr val="BCBCBC"/>
                </a:buClr>
                <a:buSzPct val="76000"/>
                <a:buFont typeface="Wingdings 3" panose="05040102010807070707" pitchFamily="18" charset="2"/>
                <a:buChar char="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3pPr>
              <a:lvl4pPr marL="1096963" indent="-228600">
                <a:spcBef>
                  <a:spcPts val="400"/>
                </a:spcBef>
                <a:buClr>
                  <a:srgbClr val="8BA2B4"/>
                </a:buClr>
                <a:buSzPct val="70000"/>
                <a:buFont typeface="Wingdings" panose="05000000000000000000" pitchFamily="2" charset="2"/>
                <a:buChar char=""/>
                <a:defRPr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4pPr>
              <a:lvl5pPr marL="1371600" indent="-228600">
                <a:spcBef>
                  <a:spcPts val="3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5pPr>
              <a:lvl6pPr marL="18288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6pPr>
              <a:lvl7pPr marL="22860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7pPr>
              <a:lvl8pPr marL="27432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8pPr>
              <a:lvl9pPr marL="32004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9pPr>
            </a:lstStyle>
            <a:p>
              <a:pPr marL="0" marR="0" lvl="0" indent="0" algn="ctr" defTabSz="457200" rtl="0" eaLnBrk="0" fontAlgn="base" latinLnBrk="0" hangingPunct="0">
                <a:lnSpc>
                  <a:spcPct val="100000"/>
                </a:lnSpc>
                <a:spcBef>
                  <a:spcPct val="5000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8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MS PGothic" panose="020B0600070205080204" pitchFamily="34" charset="-128"/>
                  <a:cs typeface="+mn-cs"/>
                </a:rPr>
                <a:t>1</a:t>
              </a:r>
            </a:p>
          </p:txBody>
        </p:sp>
        <p:sp>
          <p:nvSpPr>
            <p:cNvPr id="12325" name="Text Box 7">
              <a:extLst>
                <a:ext uri="{FF2B5EF4-FFF2-40B4-BE49-F238E27FC236}">
                  <a16:creationId xmlns:a16="http://schemas.microsoft.com/office/drawing/2014/main" id="{D24C6A9F-E457-FC6D-2491-EB8B96106DC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290" y="3793"/>
              <a:ext cx="288" cy="24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spcBef>
                  <a:spcPts val="600"/>
                </a:spcBef>
                <a:buClr>
                  <a:schemeClr val="accent1"/>
                </a:buClr>
                <a:buSzPct val="76000"/>
                <a:buFont typeface="Wingdings 3" panose="05040102010807070707" pitchFamily="18" charset="2"/>
                <a:buChar char=""/>
                <a:defRPr sz="2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1pPr>
              <a:lvl2pPr marL="37931725" indent="-37474525">
                <a:spcBef>
                  <a:spcPts val="500"/>
                </a:spcBef>
                <a:buClr>
                  <a:schemeClr val="accent2"/>
                </a:buClr>
                <a:buSzPct val="76000"/>
                <a:buFont typeface="Wingdings 3" panose="05040102010807070707" pitchFamily="18" charset="2"/>
                <a:buChar char=""/>
                <a:defRPr sz="2300">
                  <a:solidFill>
                    <a:schemeClr val="tx2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2pPr>
              <a:lvl3pPr marL="822325" indent="-228600">
                <a:spcBef>
                  <a:spcPts val="500"/>
                </a:spcBef>
                <a:buClr>
                  <a:srgbClr val="BCBCBC"/>
                </a:buClr>
                <a:buSzPct val="76000"/>
                <a:buFont typeface="Wingdings 3" panose="05040102010807070707" pitchFamily="18" charset="2"/>
                <a:buChar char="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3pPr>
              <a:lvl4pPr marL="1096963" indent="-228600">
                <a:spcBef>
                  <a:spcPts val="400"/>
                </a:spcBef>
                <a:buClr>
                  <a:srgbClr val="8BA2B4"/>
                </a:buClr>
                <a:buSzPct val="70000"/>
                <a:buFont typeface="Wingdings" panose="05000000000000000000" pitchFamily="2" charset="2"/>
                <a:buChar char=""/>
                <a:defRPr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4pPr>
              <a:lvl5pPr marL="1371600" indent="-228600">
                <a:spcBef>
                  <a:spcPts val="3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5pPr>
              <a:lvl6pPr marL="18288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6pPr>
              <a:lvl7pPr marL="22860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7pPr>
              <a:lvl8pPr marL="27432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8pPr>
              <a:lvl9pPr marL="32004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9pPr>
            </a:lstStyle>
            <a:p>
              <a:pPr marL="0" marR="0" lvl="0" indent="0" algn="ctr" defTabSz="457200" rtl="0" eaLnBrk="0" fontAlgn="base" latinLnBrk="0" hangingPunct="0">
                <a:lnSpc>
                  <a:spcPct val="100000"/>
                </a:lnSpc>
                <a:spcBef>
                  <a:spcPct val="5000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8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MS PGothic" panose="020B0600070205080204" pitchFamily="34" charset="-128"/>
                  <a:cs typeface="+mn-cs"/>
                </a:rPr>
                <a:t>3</a:t>
              </a:r>
            </a:p>
          </p:txBody>
        </p:sp>
        <p:sp>
          <p:nvSpPr>
            <p:cNvPr id="12326" name="Text Box 8">
              <a:extLst>
                <a:ext uri="{FF2B5EF4-FFF2-40B4-BE49-F238E27FC236}">
                  <a16:creationId xmlns:a16="http://schemas.microsoft.com/office/drawing/2014/main" id="{9859F603-95E0-BF50-107F-0CD71303628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608" y="3385"/>
              <a:ext cx="288" cy="24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spcBef>
                  <a:spcPts val="600"/>
                </a:spcBef>
                <a:buClr>
                  <a:schemeClr val="accent1"/>
                </a:buClr>
                <a:buSzPct val="76000"/>
                <a:buFont typeface="Wingdings 3" panose="05040102010807070707" pitchFamily="18" charset="2"/>
                <a:buChar char=""/>
                <a:defRPr sz="2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1pPr>
              <a:lvl2pPr marL="37931725" indent="-37474525">
                <a:spcBef>
                  <a:spcPts val="500"/>
                </a:spcBef>
                <a:buClr>
                  <a:schemeClr val="accent2"/>
                </a:buClr>
                <a:buSzPct val="76000"/>
                <a:buFont typeface="Wingdings 3" panose="05040102010807070707" pitchFamily="18" charset="2"/>
                <a:buChar char=""/>
                <a:defRPr sz="2300">
                  <a:solidFill>
                    <a:schemeClr val="tx2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2pPr>
              <a:lvl3pPr marL="822325" indent="-228600">
                <a:spcBef>
                  <a:spcPts val="500"/>
                </a:spcBef>
                <a:buClr>
                  <a:srgbClr val="BCBCBC"/>
                </a:buClr>
                <a:buSzPct val="76000"/>
                <a:buFont typeface="Wingdings 3" panose="05040102010807070707" pitchFamily="18" charset="2"/>
                <a:buChar char="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3pPr>
              <a:lvl4pPr marL="1096963" indent="-228600">
                <a:spcBef>
                  <a:spcPts val="400"/>
                </a:spcBef>
                <a:buClr>
                  <a:srgbClr val="8BA2B4"/>
                </a:buClr>
                <a:buSzPct val="70000"/>
                <a:buFont typeface="Wingdings" panose="05000000000000000000" pitchFamily="2" charset="2"/>
                <a:buChar char=""/>
                <a:defRPr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4pPr>
              <a:lvl5pPr marL="1371600" indent="-228600">
                <a:spcBef>
                  <a:spcPts val="3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5pPr>
              <a:lvl6pPr marL="18288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6pPr>
              <a:lvl7pPr marL="22860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7pPr>
              <a:lvl8pPr marL="27432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8pPr>
              <a:lvl9pPr marL="32004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9pPr>
            </a:lstStyle>
            <a:p>
              <a:pPr marL="0" marR="0" lvl="0" indent="0" algn="ctr" defTabSz="457200" rtl="0" eaLnBrk="0" fontAlgn="base" latinLnBrk="0" hangingPunct="0">
                <a:lnSpc>
                  <a:spcPct val="100000"/>
                </a:lnSpc>
                <a:spcBef>
                  <a:spcPct val="5000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8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MS PGothic" panose="020B0600070205080204" pitchFamily="34" charset="-128"/>
                  <a:cs typeface="+mn-cs"/>
                </a:rPr>
                <a:t>2</a:t>
              </a:r>
            </a:p>
          </p:txBody>
        </p:sp>
        <p:sp>
          <p:nvSpPr>
            <p:cNvPr id="12327" name="Text Box 9">
              <a:extLst>
                <a:ext uri="{FF2B5EF4-FFF2-40B4-BE49-F238E27FC236}">
                  <a16:creationId xmlns:a16="http://schemas.microsoft.com/office/drawing/2014/main" id="{DA7C2F4A-879D-7BDF-4270-5E11B92601D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565" y="3838"/>
              <a:ext cx="288" cy="24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spcBef>
                  <a:spcPts val="600"/>
                </a:spcBef>
                <a:buClr>
                  <a:schemeClr val="accent1"/>
                </a:buClr>
                <a:buSzPct val="76000"/>
                <a:buFont typeface="Wingdings 3" panose="05040102010807070707" pitchFamily="18" charset="2"/>
                <a:buChar char=""/>
                <a:defRPr sz="2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1pPr>
              <a:lvl2pPr marL="37931725" indent="-37474525">
                <a:spcBef>
                  <a:spcPts val="500"/>
                </a:spcBef>
                <a:buClr>
                  <a:schemeClr val="accent2"/>
                </a:buClr>
                <a:buSzPct val="76000"/>
                <a:buFont typeface="Wingdings 3" panose="05040102010807070707" pitchFamily="18" charset="2"/>
                <a:buChar char=""/>
                <a:defRPr sz="2300">
                  <a:solidFill>
                    <a:schemeClr val="tx2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2pPr>
              <a:lvl3pPr marL="822325" indent="-228600">
                <a:spcBef>
                  <a:spcPts val="500"/>
                </a:spcBef>
                <a:buClr>
                  <a:srgbClr val="BCBCBC"/>
                </a:buClr>
                <a:buSzPct val="76000"/>
                <a:buFont typeface="Wingdings 3" panose="05040102010807070707" pitchFamily="18" charset="2"/>
                <a:buChar char="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3pPr>
              <a:lvl4pPr marL="1096963" indent="-228600">
                <a:spcBef>
                  <a:spcPts val="400"/>
                </a:spcBef>
                <a:buClr>
                  <a:srgbClr val="8BA2B4"/>
                </a:buClr>
                <a:buSzPct val="70000"/>
                <a:buFont typeface="Wingdings" panose="05000000000000000000" pitchFamily="2" charset="2"/>
                <a:buChar char=""/>
                <a:defRPr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4pPr>
              <a:lvl5pPr marL="1371600" indent="-228600">
                <a:spcBef>
                  <a:spcPts val="3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5pPr>
              <a:lvl6pPr marL="18288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6pPr>
              <a:lvl7pPr marL="22860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7pPr>
              <a:lvl8pPr marL="27432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8pPr>
              <a:lvl9pPr marL="32004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9pPr>
            </a:lstStyle>
            <a:p>
              <a:pPr marL="0" marR="0" lvl="0" indent="0" algn="ctr" defTabSz="457200" rtl="0" eaLnBrk="0" fontAlgn="base" latinLnBrk="0" hangingPunct="0">
                <a:lnSpc>
                  <a:spcPct val="100000"/>
                </a:lnSpc>
                <a:spcBef>
                  <a:spcPct val="5000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8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MS PGothic" panose="020B0600070205080204" pitchFamily="34" charset="-128"/>
                  <a:cs typeface="+mn-cs"/>
                </a:rPr>
                <a:t>4</a:t>
              </a:r>
            </a:p>
          </p:txBody>
        </p:sp>
        <p:sp>
          <p:nvSpPr>
            <p:cNvPr id="12328" name="Text Box 10">
              <a:extLst>
                <a:ext uri="{FF2B5EF4-FFF2-40B4-BE49-F238E27FC236}">
                  <a16:creationId xmlns:a16="http://schemas.microsoft.com/office/drawing/2014/main" id="{9F12FBF1-DAAA-01E5-23A1-44E7CFCBD1B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156" y="3430"/>
              <a:ext cx="288" cy="24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spcBef>
                  <a:spcPts val="600"/>
                </a:spcBef>
                <a:buClr>
                  <a:schemeClr val="accent1"/>
                </a:buClr>
                <a:buSzPct val="76000"/>
                <a:buFont typeface="Wingdings 3" panose="05040102010807070707" pitchFamily="18" charset="2"/>
                <a:buChar char=""/>
                <a:defRPr sz="2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1pPr>
              <a:lvl2pPr marL="37931725" indent="-37474525">
                <a:spcBef>
                  <a:spcPts val="500"/>
                </a:spcBef>
                <a:buClr>
                  <a:schemeClr val="accent2"/>
                </a:buClr>
                <a:buSzPct val="76000"/>
                <a:buFont typeface="Wingdings 3" panose="05040102010807070707" pitchFamily="18" charset="2"/>
                <a:buChar char=""/>
                <a:defRPr sz="2300">
                  <a:solidFill>
                    <a:schemeClr val="tx2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2pPr>
              <a:lvl3pPr marL="822325" indent="-228600">
                <a:spcBef>
                  <a:spcPts val="500"/>
                </a:spcBef>
                <a:buClr>
                  <a:srgbClr val="BCBCBC"/>
                </a:buClr>
                <a:buSzPct val="76000"/>
                <a:buFont typeface="Wingdings 3" panose="05040102010807070707" pitchFamily="18" charset="2"/>
                <a:buChar char="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3pPr>
              <a:lvl4pPr marL="1096963" indent="-228600">
                <a:spcBef>
                  <a:spcPts val="400"/>
                </a:spcBef>
                <a:buClr>
                  <a:srgbClr val="8BA2B4"/>
                </a:buClr>
                <a:buSzPct val="70000"/>
                <a:buFont typeface="Wingdings" panose="05000000000000000000" pitchFamily="2" charset="2"/>
                <a:buChar char=""/>
                <a:defRPr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4pPr>
              <a:lvl5pPr marL="1371600" indent="-228600">
                <a:spcBef>
                  <a:spcPts val="3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5pPr>
              <a:lvl6pPr marL="18288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6pPr>
              <a:lvl7pPr marL="22860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7pPr>
              <a:lvl8pPr marL="27432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8pPr>
              <a:lvl9pPr marL="32004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9pPr>
            </a:lstStyle>
            <a:p>
              <a:pPr marL="0" marR="0" lvl="0" indent="0" algn="ctr" defTabSz="457200" rtl="0" eaLnBrk="0" fontAlgn="base" latinLnBrk="0" hangingPunct="0">
                <a:lnSpc>
                  <a:spcPct val="100000"/>
                </a:lnSpc>
                <a:spcBef>
                  <a:spcPct val="5000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8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MS PGothic" panose="020B0600070205080204" pitchFamily="34" charset="-128"/>
                  <a:cs typeface="+mn-cs"/>
                </a:rPr>
                <a:t>5</a:t>
              </a:r>
            </a:p>
          </p:txBody>
        </p:sp>
        <p:sp>
          <p:nvSpPr>
            <p:cNvPr id="12329" name="Text Box 11">
              <a:extLst>
                <a:ext uri="{FF2B5EF4-FFF2-40B4-BE49-F238E27FC236}">
                  <a16:creationId xmlns:a16="http://schemas.microsoft.com/office/drawing/2014/main" id="{0D019598-272F-CABA-88C1-889107990EB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202" y="2840"/>
              <a:ext cx="288" cy="24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spcBef>
                  <a:spcPts val="600"/>
                </a:spcBef>
                <a:buClr>
                  <a:schemeClr val="accent1"/>
                </a:buClr>
                <a:buSzPct val="76000"/>
                <a:buFont typeface="Wingdings 3" panose="05040102010807070707" pitchFamily="18" charset="2"/>
                <a:buChar char=""/>
                <a:defRPr sz="2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1pPr>
              <a:lvl2pPr marL="37931725" indent="-37474525">
                <a:spcBef>
                  <a:spcPts val="500"/>
                </a:spcBef>
                <a:buClr>
                  <a:schemeClr val="accent2"/>
                </a:buClr>
                <a:buSzPct val="76000"/>
                <a:buFont typeface="Wingdings 3" panose="05040102010807070707" pitchFamily="18" charset="2"/>
                <a:buChar char=""/>
                <a:defRPr sz="2300">
                  <a:solidFill>
                    <a:schemeClr val="tx2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2pPr>
              <a:lvl3pPr marL="822325" indent="-228600">
                <a:spcBef>
                  <a:spcPts val="500"/>
                </a:spcBef>
                <a:buClr>
                  <a:srgbClr val="BCBCBC"/>
                </a:buClr>
                <a:buSzPct val="76000"/>
                <a:buFont typeface="Wingdings 3" panose="05040102010807070707" pitchFamily="18" charset="2"/>
                <a:buChar char="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3pPr>
              <a:lvl4pPr marL="1096963" indent="-228600">
                <a:spcBef>
                  <a:spcPts val="400"/>
                </a:spcBef>
                <a:buClr>
                  <a:srgbClr val="8BA2B4"/>
                </a:buClr>
                <a:buSzPct val="70000"/>
                <a:buFont typeface="Wingdings" panose="05000000000000000000" pitchFamily="2" charset="2"/>
                <a:buChar char=""/>
                <a:defRPr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4pPr>
              <a:lvl5pPr marL="1371600" indent="-228600">
                <a:spcBef>
                  <a:spcPts val="3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5pPr>
              <a:lvl6pPr marL="18288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6pPr>
              <a:lvl7pPr marL="22860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7pPr>
              <a:lvl8pPr marL="27432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8pPr>
              <a:lvl9pPr marL="32004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9pPr>
            </a:lstStyle>
            <a:p>
              <a:pPr marL="0" marR="0" lvl="0" indent="0" algn="ctr" defTabSz="457200" rtl="0" eaLnBrk="0" fontAlgn="base" latinLnBrk="0" hangingPunct="0">
                <a:lnSpc>
                  <a:spcPct val="100000"/>
                </a:lnSpc>
                <a:spcBef>
                  <a:spcPct val="5000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8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MS PGothic" panose="020B0600070205080204" pitchFamily="34" charset="-128"/>
                  <a:cs typeface="+mn-cs"/>
                </a:rPr>
                <a:t>6</a:t>
              </a:r>
            </a:p>
          </p:txBody>
        </p:sp>
        <p:grpSp>
          <p:nvGrpSpPr>
            <p:cNvPr id="12330" name="Group 12">
              <a:extLst>
                <a:ext uri="{FF2B5EF4-FFF2-40B4-BE49-F238E27FC236}">
                  <a16:creationId xmlns:a16="http://schemas.microsoft.com/office/drawing/2014/main" id="{3A733752-52DC-F8DB-603F-77663C8F42E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338" y="2523"/>
              <a:ext cx="1403" cy="1438"/>
              <a:chOff x="1780" y="2324"/>
              <a:chExt cx="1403" cy="1438"/>
            </a:xfrm>
          </p:grpSpPr>
          <p:sp>
            <p:nvSpPr>
              <p:cNvPr id="12332" name="Oval 13">
                <a:extLst>
                  <a:ext uri="{FF2B5EF4-FFF2-40B4-BE49-F238E27FC236}">
                    <a16:creationId xmlns:a16="http://schemas.microsoft.com/office/drawing/2014/main" id="{75B54B3A-9FA4-28C8-04D7-577D7DCE52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904" y="2470"/>
                <a:ext cx="1152" cy="1152"/>
              </a:xfrm>
              <a:prstGeom prst="ellipse">
                <a:avLst/>
              </a:prstGeom>
              <a:noFill/>
              <a:ln w="406400">
                <a:solidFill>
                  <a:schemeClr val="accent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spcBef>
                    <a:spcPts val="600"/>
                  </a:spcBef>
                  <a:buClr>
                    <a:schemeClr val="accent1"/>
                  </a:buClr>
                  <a:buSzPct val="76000"/>
                  <a:buFont typeface="Wingdings 3" panose="05040102010807070707" pitchFamily="18" charset="2"/>
                  <a:buChar char=""/>
                  <a:defRPr sz="2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1pPr>
                <a:lvl2pPr marL="37931725" indent="-37474525">
                  <a:spcBef>
                    <a:spcPts val="500"/>
                  </a:spcBef>
                  <a:buClr>
                    <a:schemeClr val="accent2"/>
                  </a:buClr>
                  <a:buSzPct val="76000"/>
                  <a:buFont typeface="Wingdings 3" panose="05040102010807070707" pitchFamily="18" charset="2"/>
                  <a:buChar char=""/>
                  <a:defRPr sz="2300">
                    <a:solidFill>
                      <a:schemeClr val="tx2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2pPr>
                <a:lvl3pPr marL="822325" indent="-228600">
                  <a:spcBef>
                    <a:spcPts val="500"/>
                  </a:spcBef>
                  <a:buClr>
                    <a:srgbClr val="BCBCBC"/>
                  </a:buClr>
                  <a:buSzPct val="76000"/>
                  <a:buFont typeface="Wingdings 3" panose="05040102010807070707" pitchFamily="18" charset="2"/>
                  <a:buChar char=""/>
                  <a:defRPr sz="20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3pPr>
                <a:lvl4pPr marL="1096963" indent="-228600">
                  <a:spcBef>
                    <a:spcPts val="400"/>
                  </a:spcBef>
                  <a:buClr>
                    <a:srgbClr val="8BA2B4"/>
                  </a:buClr>
                  <a:buSzPct val="70000"/>
                  <a:buFont typeface="Wingdings" panose="05000000000000000000" pitchFamily="2" charset="2"/>
                  <a:buChar char=""/>
                  <a:defRPr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4pPr>
                <a:lvl5pPr marL="1371600" indent="-228600">
                  <a:spcBef>
                    <a:spcPts val="3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5pPr>
                <a:lvl6pPr marL="1828800" indent="-228600" defTabSz="45720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6pPr>
                <a:lvl7pPr marL="2286000" indent="-228600" defTabSz="45720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7pPr>
                <a:lvl8pPr marL="2743200" indent="-228600" defTabSz="45720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8pPr>
                <a:lvl9pPr marL="3200400" indent="-228600" defTabSz="45720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9pPr>
              </a:lstStyle>
              <a:p>
                <a:pPr marL="0" marR="0" lvl="0" indent="0" algn="l" defTabSz="4572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MS PGothic" panose="020B0600070205080204" pitchFamily="34" charset="-128"/>
                  <a:cs typeface="+mn-cs"/>
                </a:endParaRPr>
              </a:p>
            </p:txBody>
          </p:sp>
          <p:sp>
            <p:nvSpPr>
              <p:cNvPr id="12333" name="Line 14">
                <a:extLst>
                  <a:ext uri="{FF2B5EF4-FFF2-40B4-BE49-F238E27FC236}">
                    <a16:creationId xmlns:a16="http://schemas.microsoft.com/office/drawing/2014/main" id="{1D98B7EB-1577-41E1-E9B8-66FBE6F811C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490" y="2341"/>
                <a:ext cx="9" cy="1403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4572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+mn-cs"/>
                </a:endParaRPr>
              </a:p>
            </p:txBody>
          </p:sp>
          <p:sp>
            <p:nvSpPr>
              <p:cNvPr id="12334" name="Line 15">
                <a:extLst>
                  <a:ext uri="{FF2B5EF4-FFF2-40B4-BE49-F238E27FC236}">
                    <a16:creationId xmlns:a16="http://schemas.microsoft.com/office/drawing/2014/main" id="{F97FF3CA-5EE8-D957-A633-D4CC2F57A01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rot="-5400000">
                <a:off x="2477" y="2346"/>
                <a:ext cx="9" cy="1403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4572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+mn-cs"/>
                </a:endParaRPr>
              </a:p>
            </p:txBody>
          </p:sp>
          <p:sp>
            <p:nvSpPr>
              <p:cNvPr id="12335" name="Line 16">
                <a:extLst>
                  <a:ext uri="{FF2B5EF4-FFF2-40B4-BE49-F238E27FC236}">
                    <a16:creationId xmlns:a16="http://schemas.microsoft.com/office/drawing/2014/main" id="{90D9AD48-934C-CE75-EDAB-93C69D5CED4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rot="-2622516">
                <a:off x="2473" y="2324"/>
                <a:ext cx="9" cy="1403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4572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+mn-cs"/>
                </a:endParaRPr>
              </a:p>
            </p:txBody>
          </p:sp>
          <p:sp>
            <p:nvSpPr>
              <p:cNvPr id="12336" name="Line 17">
                <a:extLst>
                  <a:ext uri="{FF2B5EF4-FFF2-40B4-BE49-F238E27FC236}">
                    <a16:creationId xmlns:a16="http://schemas.microsoft.com/office/drawing/2014/main" id="{E6DF5297-BF1B-E54B-1477-A120D7D318D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rot="2624116">
                <a:off x="2490" y="2359"/>
                <a:ext cx="9" cy="1403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4572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+mn-cs"/>
                </a:endParaRPr>
              </a:p>
            </p:txBody>
          </p:sp>
          <p:sp>
            <p:nvSpPr>
              <p:cNvPr id="12337" name="Oval 18">
                <a:extLst>
                  <a:ext uri="{FF2B5EF4-FFF2-40B4-BE49-F238E27FC236}">
                    <a16:creationId xmlns:a16="http://schemas.microsoft.com/office/drawing/2014/main" id="{E3DED3A3-49FD-53E3-027F-F4E0FB7B168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35" y="2600"/>
                <a:ext cx="892" cy="892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spcBef>
                    <a:spcPts val="600"/>
                  </a:spcBef>
                  <a:buClr>
                    <a:schemeClr val="accent1"/>
                  </a:buClr>
                  <a:buSzPct val="76000"/>
                  <a:buFont typeface="Wingdings 3" panose="05040102010807070707" pitchFamily="18" charset="2"/>
                  <a:buChar char=""/>
                  <a:defRPr sz="2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1pPr>
                <a:lvl2pPr marL="37931725" indent="-37474525">
                  <a:spcBef>
                    <a:spcPts val="500"/>
                  </a:spcBef>
                  <a:buClr>
                    <a:schemeClr val="accent2"/>
                  </a:buClr>
                  <a:buSzPct val="76000"/>
                  <a:buFont typeface="Wingdings 3" panose="05040102010807070707" pitchFamily="18" charset="2"/>
                  <a:buChar char=""/>
                  <a:defRPr sz="2300">
                    <a:solidFill>
                      <a:schemeClr val="tx2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2pPr>
                <a:lvl3pPr marL="822325" indent="-228600">
                  <a:spcBef>
                    <a:spcPts val="500"/>
                  </a:spcBef>
                  <a:buClr>
                    <a:srgbClr val="BCBCBC"/>
                  </a:buClr>
                  <a:buSzPct val="76000"/>
                  <a:buFont typeface="Wingdings 3" panose="05040102010807070707" pitchFamily="18" charset="2"/>
                  <a:buChar char=""/>
                  <a:defRPr sz="20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3pPr>
                <a:lvl4pPr marL="1096963" indent="-228600">
                  <a:spcBef>
                    <a:spcPts val="400"/>
                  </a:spcBef>
                  <a:buClr>
                    <a:srgbClr val="8BA2B4"/>
                  </a:buClr>
                  <a:buSzPct val="70000"/>
                  <a:buFont typeface="Wingdings" panose="05000000000000000000" pitchFamily="2" charset="2"/>
                  <a:buChar char=""/>
                  <a:defRPr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4pPr>
                <a:lvl5pPr marL="1371600" indent="-228600">
                  <a:spcBef>
                    <a:spcPts val="3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5pPr>
                <a:lvl6pPr marL="1828800" indent="-228600" defTabSz="45720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6pPr>
                <a:lvl7pPr marL="2286000" indent="-228600" defTabSz="45720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7pPr>
                <a:lvl8pPr marL="2743200" indent="-228600" defTabSz="45720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8pPr>
                <a:lvl9pPr marL="3200400" indent="-228600" defTabSz="45720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"/>
                  <a:defRPr sz="16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</a:defRPr>
                </a:lvl9pPr>
              </a:lstStyle>
              <a:p>
                <a:pPr marL="0" marR="0" lvl="0" indent="0" algn="l" defTabSz="4572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MS PGothic" panose="020B0600070205080204" pitchFamily="34" charset="-128"/>
                  <a:cs typeface="+mn-cs"/>
                </a:endParaRPr>
              </a:p>
            </p:txBody>
          </p:sp>
        </p:grpSp>
        <p:sp>
          <p:nvSpPr>
            <p:cNvPr id="12331" name="Text Box 19">
              <a:extLst>
                <a:ext uri="{FF2B5EF4-FFF2-40B4-BE49-F238E27FC236}">
                  <a16:creationId xmlns:a16="http://schemas.microsoft.com/office/drawing/2014/main" id="{A9E99806-A58E-9571-6731-6417C1FA8E6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610" y="2432"/>
              <a:ext cx="288" cy="24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spcBef>
                  <a:spcPts val="600"/>
                </a:spcBef>
                <a:buClr>
                  <a:schemeClr val="accent1"/>
                </a:buClr>
                <a:buSzPct val="76000"/>
                <a:buFont typeface="Wingdings 3" panose="05040102010807070707" pitchFamily="18" charset="2"/>
                <a:buChar char=""/>
                <a:defRPr sz="2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1pPr>
              <a:lvl2pPr marL="37931725" indent="-37474525">
                <a:spcBef>
                  <a:spcPts val="500"/>
                </a:spcBef>
                <a:buClr>
                  <a:schemeClr val="accent2"/>
                </a:buClr>
                <a:buSzPct val="76000"/>
                <a:buFont typeface="Wingdings 3" panose="05040102010807070707" pitchFamily="18" charset="2"/>
                <a:buChar char=""/>
                <a:defRPr sz="2300">
                  <a:solidFill>
                    <a:schemeClr val="tx2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2pPr>
              <a:lvl3pPr marL="822325" indent="-228600">
                <a:spcBef>
                  <a:spcPts val="500"/>
                </a:spcBef>
                <a:buClr>
                  <a:srgbClr val="BCBCBC"/>
                </a:buClr>
                <a:buSzPct val="76000"/>
                <a:buFont typeface="Wingdings 3" panose="05040102010807070707" pitchFamily="18" charset="2"/>
                <a:buChar char="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3pPr>
              <a:lvl4pPr marL="1096963" indent="-228600">
                <a:spcBef>
                  <a:spcPts val="400"/>
                </a:spcBef>
                <a:buClr>
                  <a:srgbClr val="8BA2B4"/>
                </a:buClr>
                <a:buSzPct val="70000"/>
                <a:buFont typeface="Wingdings" panose="05000000000000000000" pitchFamily="2" charset="2"/>
                <a:buChar char=""/>
                <a:defRPr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4pPr>
              <a:lvl5pPr marL="1371600" indent="-228600">
                <a:spcBef>
                  <a:spcPts val="3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5pPr>
              <a:lvl6pPr marL="18288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6pPr>
              <a:lvl7pPr marL="22860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7pPr>
              <a:lvl8pPr marL="27432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8pPr>
              <a:lvl9pPr marL="32004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9pPr>
            </a:lstStyle>
            <a:p>
              <a:pPr marL="0" marR="0" lvl="0" indent="0" algn="ctr" defTabSz="457200" rtl="0" eaLnBrk="0" fontAlgn="base" latinLnBrk="0" hangingPunct="0">
                <a:lnSpc>
                  <a:spcPct val="100000"/>
                </a:lnSpc>
                <a:spcBef>
                  <a:spcPct val="5000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8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MS PGothic" panose="020B0600070205080204" pitchFamily="34" charset="-128"/>
                  <a:cs typeface="+mn-cs"/>
                </a:rPr>
                <a:t>7</a:t>
              </a:r>
            </a:p>
          </p:txBody>
        </p:sp>
      </p:grpSp>
      <p:grpSp>
        <p:nvGrpSpPr>
          <p:cNvPr id="4" name="Group 38" descr="An array with the first and last entries blank:&#10;&#10;[null, null, ... null, b, c, d, e, f, null, ... , null]&#10;&#10;There are three instance variables:&#10;&#10;q - stores a reference to the array&#10;front = 7 (the location of the first element, b)&#10;back = 12 (the location right after the last element, f)">
            <a:extLst>
              <a:ext uri="{FF2B5EF4-FFF2-40B4-BE49-F238E27FC236}">
                <a16:creationId xmlns:a16="http://schemas.microsoft.com/office/drawing/2014/main" id="{A231AAC0-5410-8186-F31B-9C1BFF57F408}"/>
              </a:ext>
            </a:extLst>
          </p:cNvPr>
          <p:cNvGrpSpPr>
            <a:grpSpLocks/>
          </p:cNvGrpSpPr>
          <p:nvPr/>
        </p:nvGrpSpPr>
        <p:grpSpPr bwMode="auto">
          <a:xfrm>
            <a:off x="593731" y="5418251"/>
            <a:ext cx="7772400" cy="1225550"/>
            <a:chOff x="685800" y="1155958"/>
            <a:chExt cx="7772400" cy="1225352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CD1AA6CF-BF7B-52E6-6476-4899D1AD89E5}"/>
                </a:ext>
              </a:extLst>
            </p:cNvPr>
            <p:cNvSpPr/>
            <p:nvPr/>
          </p:nvSpPr>
          <p:spPr bwMode="auto">
            <a:xfrm>
              <a:off x="685800" y="1155958"/>
              <a:ext cx="7772400" cy="1219003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itchFamily="18" charset="0"/>
                <a:ea typeface="MS PGothic" panose="020B0600070205080204" pitchFamily="34" charset="-128"/>
                <a:cs typeface="+mn-cs"/>
              </a:endParaRPr>
            </a:p>
          </p:txBody>
        </p:sp>
        <p:sp>
          <p:nvSpPr>
            <p:cNvPr id="12296" name="Rectangle 4">
              <a:extLst>
                <a:ext uri="{FF2B5EF4-FFF2-40B4-BE49-F238E27FC236}">
                  <a16:creationId xmlns:a16="http://schemas.microsoft.com/office/drawing/2014/main" id="{F5FB18F8-FABA-561C-CA5F-D9951AE9E50D}"/>
                </a:ext>
              </a:extLst>
            </p:cNvPr>
            <p:cNvSpPr>
              <a:spLocks noChangeArrowheads="1"/>
            </p:cNvSpPr>
            <p:nvPr>
              <p:custDataLst>
                <p:tags r:id="rId1"/>
              </p:custDataLst>
            </p:nvPr>
          </p:nvSpPr>
          <p:spPr bwMode="auto">
            <a:xfrm>
              <a:off x="1600200" y="1600200"/>
              <a:ext cx="304800" cy="3048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spcBef>
                  <a:spcPts val="600"/>
                </a:spcBef>
                <a:buClr>
                  <a:schemeClr val="accent1"/>
                </a:buClr>
                <a:buSzPct val="76000"/>
                <a:buFont typeface="Wingdings 3" panose="05040102010807070707" pitchFamily="18" charset="2"/>
                <a:buChar char=""/>
                <a:defRPr sz="2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1pPr>
              <a:lvl2pPr marL="37931725" indent="-37474525">
                <a:spcBef>
                  <a:spcPts val="500"/>
                </a:spcBef>
                <a:buClr>
                  <a:schemeClr val="accent2"/>
                </a:buClr>
                <a:buSzPct val="76000"/>
                <a:buFont typeface="Wingdings 3" panose="05040102010807070707" pitchFamily="18" charset="2"/>
                <a:buChar char=""/>
                <a:defRPr sz="2300">
                  <a:solidFill>
                    <a:schemeClr val="tx2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2pPr>
              <a:lvl3pPr marL="822325" indent="-228600">
                <a:spcBef>
                  <a:spcPts val="500"/>
                </a:spcBef>
                <a:buClr>
                  <a:srgbClr val="BCBCBC"/>
                </a:buClr>
                <a:buSzPct val="76000"/>
                <a:buFont typeface="Wingdings 3" panose="05040102010807070707" pitchFamily="18" charset="2"/>
                <a:buChar char="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3pPr>
              <a:lvl4pPr marL="1096963" indent="-228600">
                <a:spcBef>
                  <a:spcPts val="400"/>
                </a:spcBef>
                <a:buClr>
                  <a:srgbClr val="8BA2B4"/>
                </a:buClr>
                <a:buSzPct val="70000"/>
                <a:buFont typeface="Wingdings" panose="05000000000000000000" pitchFamily="2" charset="2"/>
                <a:buChar char=""/>
                <a:defRPr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4pPr>
              <a:lvl5pPr marL="1371600" indent="-228600">
                <a:spcBef>
                  <a:spcPts val="3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5pPr>
              <a:lvl6pPr marL="18288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6pPr>
              <a:lvl7pPr marL="22860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7pPr>
              <a:lvl8pPr marL="27432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8pPr>
              <a:lvl9pPr marL="32004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9pPr>
            </a:lstStyle>
            <a:p>
              <a:pPr marL="0" marR="0" lvl="0" indent="0" algn="l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MS PGothic" panose="020B0600070205080204" pitchFamily="34" charset="-128"/>
                <a:cs typeface="+mn-cs"/>
              </a:endParaRPr>
            </a:p>
          </p:txBody>
        </p:sp>
        <p:sp>
          <p:nvSpPr>
            <p:cNvPr id="12297" name="Rectangle 5">
              <a:extLst>
                <a:ext uri="{FF2B5EF4-FFF2-40B4-BE49-F238E27FC236}">
                  <a16:creationId xmlns:a16="http://schemas.microsoft.com/office/drawing/2014/main" id="{2D019406-222E-870D-55D5-072A4EF18CD2}"/>
                </a:ext>
              </a:extLst>
            </p:cNvPr>
            <p:cNvSpPr>
              <a:spLocks noChangeArrowheads="1"/>
            </p:cNvSpPr>
            <p:nvPr>
              <p:custDataLst>
                <p:tags r:id="rId2"/>
              </p:custDataLst>
            </p:nvPr>
          </p:nvSpPr>
          <p:spPr bwMode="auto">
            <a:xfrm>
              <a:off x="1905000" y="1600200"/>
              <a:ext cx="304800" cy="3048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spcBef>
                  <a:spcPts val="600"/>
                </a:spcBef>
                <a:buClr>
                  <a:schemeClr val="accent1"/>
                </a:buClr>
                <a:buSzPct val="76000"/>
                <a:buFont typeface="Wingdings 3" panose="05040102010807070707" pitchFamily="18" charset="2"/>
                <a:buChar char=""/>
                <a:defRPr sz="2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1pPr>
              <a:lvl2pPr marL="37931725" indent="-37474525">
                <a:spcBef>
                  <a:spcPts val="500"/>
                </a:spcBef>
                <a:buClr>
                  <a:schemeClr val="accent2"/>
                </a:buClr>
                <a:buSzPct val="76000"/>
                <a:buFont typeface="Wingdings 3" panose="05040102010807070707" pitchFamily="18" charset="2"/>
                <a:buChar char=""/>
                <a:defRPr sz="2300">
                  <a:solidFill>
                    <a:schemeClr val="tx2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2pPr>
              <a:lvl3pPr marL="822325" indent="-228600">
                <a:spcBef>
                  <a:spcPts val="500"/>
                </a:spcBef>
                <a:buClr>
                  <a:srgbClr val="BCBCBC"/>
                </a:buClr>
                <a:buSzPct val="76000"/>
                <a:buFont typeface="Wingdings 3" panose="05040102010807070707" pitchFamily="18" charset="2"/>
                <a:buChar char="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3pPr>
              <a:lvl4pPr marL="1096963" indent="-228600">
                <a:spcBef>
                  <a:spcPts val="400"/>
                </a:spcBef>
                <a:buClr>
                  <a:srgbClr val="8BA2B4"/>
                </a:buClr>
                <a:buSzPct val="70000"/>
                <a:buFont typeface="Wingdings" panose="05000000000000000000" pitchFamily="2" charset="2"/>
                <a:buChar char=""/>
                <a:defRPr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4pPr>
              <a:lvl5pPr marL="1371600" indent="-228600">
                <a:spcBef>
                  <a:spcPts val="3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5pPr>
              <a:lvl6pPr marL="18288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6pPr>
              <a:lvl7pPr marL="22860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7pPr>
              <a:lvl8pPr marL="27432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8pPr>
              <a:lvl9pPr marL="32004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9pPr>
            </a:lstStyle>
            <a:p>
              <a:pPr marL="0" marR="0" lvl="0" indent="0" algn="l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MS PGothic" panose="020B0600070205080204" pitchFamily="34" charset="-128"/>
                <a:cs typeface="+mn-cs"/>
              </a:endParaRPr>
            </a:p>
          </p:txBody>
        </p:sp>
        <p:sp>
          <p:nvSpPr>
            <p:cNvPr id="12298" name="Rectangle 6">
              <a:extLst>
                <a:ext uri="{FF2B5EF4-FFF2-40B4-BE49-F238E27FC236}">
                  <a16:creationId xmlns:a16="http://schemas.microsoft.com/office/drawing/2014/main" id="{1691CCAC-A60C-5124-DC0A-7CF2762EFCA3}"/>
                </a:ext>
              </a:extLst>
            </p:cNvPr>
            <p:cNvSpPr>
              <a:spLocks noChangeArrowheads="1"/>
            </p:cNvSpPr>
            <p:nvPr>
              <p:custDataLst>
                <p:tags r:id="rId3"/>
              </p:custDataLst>
            </p:nvPr>
          </p:nvSpPr>
          <p:spPr bwMode="auto">
            <a:xfrm>
              <a:off x="2209800" y="1600200"/>
              <a:ext cx="304800" cy="3048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spcBef>
                  <a:spcPts val="600"/>
                </a:spcBef>
                <a:buClr>
                  <a:schemeClr val="accent1"/>
                </a:buClr>
                <a:buSzPct val="76000"/>
                <a:buFont typeface="Wingdings 3" panose="05040102010807070707" pitchFamily="18" charset="2"/>
                <a:buChar char=""/>
                <a:defRPr sz="2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1pPr>
              <a:lvl2pPr marL="37931725" indent="-37474525">
                <a:spcBef>
                  <a:spcPts val="500"/>
                </a:spcBef>
                <a:buClr>
                  <a:schemeClr val="accent2"/>
                </a:buClr>
                <a:buSzPct val="76000"/>
                <a:buFont typeface="Wingdings 3" panose="05040102010807070707" pitchFamily="18" charset="2"/>
                <a:buChar char=""/>
                <a:defRPr sz="2300">
                  <a:solidFill>
                    <a:schemeClr val="tx2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2pPr>
              <a:lvl3pPr marL="822325" indent="-228600">
                <a:spcBef>
                  <a:spcPts val="500"/>
                </a:spcBef>
                <a:buClr>
                  <a:srgbClr val="BCBCBC"/>
                </a:buClr>
                <a:buSzPct val="76000"/>
                <a:buFont typeface="Wingdings 3" panose="05040102010807070707" pitchFamily="18" charset="2"/>
                <a:buChar char="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3pPr>
              <a:lvl4pPr marL="1096963" indent="-228600">
                <a:spcBef>
                  <a:spcPts val="400"/>
                </a:spcBef>
                <a:buClr>
                  <a:srgbClr val="8BA2B4"/>
                </a:buClr>
                <a:buSzPct val="70000"/>
                <a:buFont typeface="Wingdings" panose="05000000000000000000" pitchFamily="2" charset="2"/>
                <a:buChar char=""/>
                <a:defRPr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4pPr>
              <a:lvl5pPr marL="1371600" indent="-228600">
                <a:spcBef>
                  <a:spcPts val="3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5pPr>
              <a:lvl6pPr marL="18288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6pPr>
              <a:lvl7pPr marL="22860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7pPr>
              <a:lvl8pPr marL="27432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8pPr>
              <a:lvl9pPr marL="32004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9pPr>
            </a:lstStyle>
            <a:p>
              <a:pPr marL="0" marR="0" lvl="0" indent="0" algn="l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MS PGothic" panose="020B0600070205080204" pitchFamily="34" charset="-128"/>
                <a:cs typeface="+mn-cs"/>
              </a:endParaRPr>
            </a:p>
          </p:txBody>
        </p:sp>
        <p:sp>
          <p:nvSpPr>
            <p:cNvPr id="12299" name="Rectangle 7">
              <a:extLst>
                <a:ext uri="{FF2B5EF4-FFF2-40B4-BE49-F238E27FC236}">
                  <a16:creationId xmlns:a16="http://schemas.microsoft.com/office/drawing/2014/main" id="{E6A2CDF1-A373-017C-6DDE-031D41DBCA86}"/>
                </a:ext>
              </a:extLst>
            </p:cNvPr>
            <p:cNvSpPr>
              <a:spLocks noChangeArrowheads="1"/>
            </p:cNvSpPr>
            <p:nvPr>
              <p:custDataLst>
                <p:tags r:id="rId4"/>
              </p:custDataLst>
            </p:nvPr>
          </p:nvSpPr>
          <p:spPr bwMode="auto">
            <a:xfrm>
              <a:off x="2514600" y="1600200"/>
              <a:ext cx="304800" cy="3048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spcBef>
                  <a:spcPts val="600"/>
                </a:spcBef>
                <a:buClr>
                  <a:schemeClr val="accent1"/>
                </a:buClr>
                <a:buSzPct val="76000"/>
                <a:buFont typeface="Wingdings 3" panose="05040102010807070707" pitchFamily="18" charset="2"/>
                <a:buChar char=""/>
                <a:defRPr sz="2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1pPr>
              <a:lvl2pPr marL="37931725" indent="-37474525">
                <a:spcBef>
                  <a:spcPts val="500"/>
                </a:spcBef>
                <a:buClr>
                  <a:schemeClr val="accent2"/>
                </a:buClr>
                <a:buSzPct val="76000"/>
                <a:buFont typeface="Wingdings 3" panose="05040102010807070707" pitchFamily="18" charset="2"/>
                <a:buChar char=""/>
                <a:defRPr sz="2300">
                  <a:solidFill>
                    <a:schemeClr val="tx2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2pPr>
              <a:lvl3pPr marL="822325" indent="-228600">
                <a:spcBef>
                  <a:spcPts val="500"/>
                </a:spcBef>
                <a:buClr>
                  <a:srgbClr val="BCBCBC"/>
                </a:buClr>
                <a:buSzPct val="76000"/>
                <a:buFont typeface="Wingdings 3" panose="05040102010807070707" pitchFamily="18" charset="2"/>
                <a:buChar char="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3pPr>
              <a:lvl4pPr marL="1096963" indent="-228600">
                <a:spcBef>
                  <a:spcPts val="400"/>
                </a:spcBef>
                <a:buClr>
                  <a:srgbClr val="8BA2B4"/>
                </a:buClr>
                <a:buSzPct val="70000"/>
                <a:buFont typeface="Wingdings" panose="05000000000000000000" pitchFamily="2" charset="2"/>
                <a:buChar char=""/>
                <a:defRPr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4pPr>
              <a:lvl5pPr marL="1371600" indent="-228600">
                <a:spcBef>
                  <a:spcPts val="3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5pPr>
              <a:lvl6pPr marL="18288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6pPr>
              <a:lvl7pPr marL="22860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7pPr>
              <a:lvl8pPr marL="27432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8pPr>
              <a:lvl9pPr marL="32004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9pPr>
            </a:lstStyle>
            <a:p>
              <a:pPr marL="0" marR="0" lvl="0" indent="0" algn="l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MS PGothic" panose="020B0600070205080204" pitchFamily="34" charset="-128"/>
                <a:cs typeface="+mn-cs"/>
              </a:endParaRPr>
            </a:p>
          </p:txBody>
        </p:sp>
        <p:sp>
          <p:nvSpPr>
            <p:cNvPr id="12300" name="Rectangle 8">
              <a:extLst>
                <a:ext uri="{FF2B5EF4-FFF2-40B4-BE49-F238E27FC236}">
                  <a16:creationId xmlns:a16="http://schemas.microsoft.com/office/drawing/2014/main" id="{40B24179-B925-AC40-77EC-7D5EB2693F9F}"/>
                </a:ext>
              </a:extLst>
            </p:cNvPr>
            <p:cNvSpPr>
              <a:spLocks noChangeArrowheads="1"/>
            </p:cNvSpPr>
            <p:nvPr>
              <p:custDataLst>
                <p:tags r:id="rId5"/>
              </p:custDataLst>
            </p:nvPr>
          </p:nvSpPr>
          <p:spPr bwMode="auto">
            <a:xfrm>
              <a:off x="2819400" y="1600200"/>
              <a:ext cx="304800" cy="3048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spcBef>
                  <a:spcPts val="600"/>
                </a:spcBef>
                <a:buClr>
                  <a:schemeClr val="accent1"/>
                </a:buClr>
                <a:buSzPct val="76000"/>
                <a:buFont typeface="Wingdings 3" panose="05040102010807070707" pitchFamily="18" charset="2"/>
                <a:buChar char=""/>
                <a:defRPr sz="2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1pPr>
              <a:lvl2pPr marL="37931725" indent="-37474525">
                <a:spcBef>
                  <a:spcPts val="500"/>
                </a:spcBef>
                <a:buClr>
                  <a:schemeClr val="accent2"/>
                </a:buClr>
                <a:buSzPct val="76000"/>
                <a:buFont typeface="Wingdings 3" panose="05040102010807070707" pitchFamily="18" charset="2"/>
                <a:buChar char=""/>
                <a:defRPr sz="2300">
                  <a:solidFill>
                    <a:schemeClr val="tx2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2pPr>
              <a:lvl3pPr marL="822325" indent="-228600">
                <a:spcBef>
                  <a:spcPts val="500"/>
                </a:spcBef>
                <a:buClr>
                  <a:srgbClr val="BCBCBC"/>
                </a:buClr>
                <a:buSzPct val="76000"/>
                <a:buFont typeface="Wingdings 3" panose="05040102010807070707" pitchFamily="18" charset="2"/>
                <a:buChar char="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3pPr>
              <a:lvl4pPr marL="1096963" indent="-228600">
                <a:spcBef>
                  <a:spcPts val="400"/>
                </a:spcBef>
                <a:buClr>
                  <a:srgbClr val="8BA2B4"/>
                </a:buClr>
                <a:buSzPct val="70000"/>
                <a:buFont typeface="Wingdings" panose="05000000000000000000" pitchFamily="2" charset="2"/>
                <a:buChar char=""/>
                <a:defRPr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4pPr>
              <a:lvl5pPr marL="1371600" indent="-228600">
                <a:spcBef>
                  <a:spcPts val="3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5pPr>
              <a:lvl6pPr marL="18288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6pPr>
              <a:lvl7pPr marL="22860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7pPr>
              <a:lvl8pPr marL="27432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8pPr>
              <a:lvl9pPr marL="32004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9pPr>
            </a:lstStyle>
            <a:p>
              <a:pPr marL="0" marR="0" lvl="0" indent="0" algn="l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MS PGothic" panose="020B0600070205080204" pitchFamily="34" charset="-128"/>
                <a:cs typeface="+mn-cs"/>
              </a:endParaRPr>
            </a:p>
          </p:txBody>
        </p:sp>
        <p:sp>
          <p:nvSpPr>
            <p:cNvPr id="12301" name="Rectangle 9">
              <a:extLst>
                <a:ext uri="{FF2B5EF4-FFF2-40B4-BE49-F238E27FC236}">
                  <a16:creationId xmlns:a16="http://schemas.microsoft.com/office/drawing/2014/main" id="{FD025747-241A-A66E-1F7B-971FE1E91770}"/>
                </a:ext>
              </a:extLst>
            </p:cNvPr>
            <p:cNvSpPr>
              <a:spLocks noChangeArrowheads="1"/>
            </p:cNvSpPr>
            <p:nvPr>
              <p:custDataLst>
                <p:tags r:id="rId6"/>
              </p:custDataLst>
            </p:nvPr>
          </p:nvSpPr>
          <p:spPr bwMode="auto">
            <a:xfrm>
              <a:off x="3124200" y="1600200"/>
              <a:ext cx="304800" cy="3048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spcBef>
                  <a:spcPts val="600"/>
                </a:spcBef>
                <a:buClr>
                  <a:schemeClr val="accent1"/>
                </a:buClr>
                <a:buSzPct val="76000"/>
                <a:buFont typeface="Wingdings 3" panose="05040102010807070707" pitchFamily="18" charset="2"/>
                <a:buChar char=""/>
                <a:defRPr sz="2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1pPr>
              <a:lvl2pPr marL="37931725" indent="-37474525">
                <a:spcBef>
                  <a:spcPts val="500"/>
                </a:spcBef>
                <a:buClr>
                  <a:schemeClr val="accent2"/>
                </a:buClr>
                <a:buSzPct val="76000"/>
                <a:buFont typeface="Wingdings 3" panose="05040102010807070707" pitchFamily="18" charset="2"/>
                <a:buChar char=""/>
                <a:defRPr sz="2300">
                  <a:solidFill>
                    <a:schemeClr val="tx2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2pPr>
              <a:lvl3pPr marL="822325" indent="-228600">
                <a:spcBef>
                  <a:spcPts val="500"/>
                </a:spcBef>
                <a:buClr>
                  <a:srgbClr val="BCBCBC"/>
                </a:buClr>
                <a:buSzPct val="76000"/>
                <a:buFont typeface="Wingdings 3" panose="05040102010807070707" pitchFamily="18" charset="2"/>
                <a:buChar char="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3pPr>
              <a:lvl4pPr marL="1096963" indent="-228600">
                <a:spcBef>
                  <a:spcPts val="400"/>
                </a:spcBef>
                <a:buClr>
                  <a:srgbClr val="8BA2B4"/>
                </a:buClr>
                <a:buSzPct val="70000"/>
                <a:buFont typeface="Wingdings" panose="05000000000000000000" pitchFamily="2" charset="2"/>
                <a:buChar char=""/>
                <a:defRPr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4pPr>
              <a:lvl5pPr marL="1371600" indent="-228600">
                <a:spcBef>
                  <a:spcPts val="3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5pPr>
              <a:lvl6pPr marL="18288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6pPr>
              <a:lvl7pPr marL="22860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7pPr>
              <a:lvl8pPr marL="27432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8pPr>
              <a:lvl9pPr marL="32004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9pPr>
            </a:lstStyle>
            <a:p>
              <a:pPr marL="0" marR="0" lvl="0" indent="0" algn="l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MS PGothic" panose="020B0600070205080204" pitchFamily="34" charset="-128"/>
                <a:cs typeface="+mn-cs"/>
              </a:endParaRPr>
            </a:p>
          </p:txBody>
        </p:sp>
        <p:sp>
          <p:nvSpPr>
            <p:cNvPr id="12302" name="Rectangle 10">
              <a:extLst>
                <a:ext uri="{FF2B5EF4-FFF2-40B4-BE49-F238E27FC236}">
                  <a16:creationId xmlns:a16="http://schemas.microsoft.com/office/drawing/2014/main" id="{E1B5542B-1604-8E0C-ED45-4C610EBB9A41}"/>
                </a:ext>
              </a:extLst>
            </p:cNvPr>
            <p:cNvSpPr>
              <a:spLocks noChangeArrowheads="1"/>
            </p:cNvSpPr>
            <p:nvPr>
              <p:custDataLst>
                <p:tags r:id="rId7"/>
              </p:custDataLst>
            </p:nvPr>
          </p:nvSpPr>
          <p:spPr bwMode="auto">
            <a:xfrm>
              <a:off x="3429000" y="1600200"/>
              <a:ext cx="304800" cy="3048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spcBef>
                  <a:spcPts val="600"/>
                </a:spcBef>
                <a:buClr>
                  <a:schemeClr val="accent1"/>
                </a:buClr>
                <a:buSzPct val="76000"/>
                <a:buFont typeface="Wingdings 3" panose="05040102010807070707" pitchFamily="18" charset="2"/>
                <a:buChar char=""/>
                <a:defRPr sz="2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1pPr>
              <a:lvl2pPr marL="37931725" indent="-37474525">
                <a:spcBef>
                  <a:spcPts val="500"/>
                </a:spcBef>
                <a:buClr>
                  <a:schemeClr val="accent2"/>
                </a:buClr>
                <a:buSzPct val="76000"/>
                <a:buFont typeface="Wingdings 3" panose="05040102010807070707" pitchFamily="18" charset="2"/>
                <a:buChar char=""/>
                <a:defRPr sz="2300">
                  <a:solidFill>
                    <a:schemeClr val="tx2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2pPr>
              <a:lvl3pPr marL="822325" indent="-228600">
                <a:spcBef>
                  <a:spcPts val="500"/>
                </a:spcBef>
                <a:buClr>
                  <a:srgbClr val="BCBCBC"/>
                </a:buClr>
                <a:buSzPct val="76000"/>
                <a:buFont typeface="Wingdings 3" panose="05040102010807070707" pitchFamily="18" charset="2"/>
                <a:buChar char="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3pPr>
              <a:lvl4pPr marL="1096963" indent="-228600">
                <a:spcBef>
                  <a:spcPts val="400"/>
                </a:spcBef>
                <a:buClr>
                  <a:srgbClr val="8BA2B4"/>
                </a:buClr>
                <a:buSzPct val="70000"/>
                <a:buFont typeface="Wingdings" panose="05000000000000000000" pitchFamily="2" charset="2"/>
                <a:buChar char=""/>
                <a:defRPr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4pPr>
              <a:lvl5pPr marL="1371600" indent="-228600">
                <a:spcBef>
                  <a:spcPts val="3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5pPr>
              <a:lvl6pPr marL="18288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6pPr>
              <a:lvl7pPr marL="22860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7pPr>
              <a:lvl8pPr marL="27432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8pPr>
              <a:lvl9pPr marL="32004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9pPr>
            </a:lstStyle>
            <a:p>
              <a:pPr marL="0" marR="0" lvl="0" indent="0" algn="l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MS PGothic" panose="020B0600070205080204" pitchFamily="34" charset="-128"/>
                <a:cs typeface="+mn-cs"/>
              </a:endParaRPr>
            </a:p>
          </p:txBody>
        </p:sp>
        <p:sp>
          <p:nvSpPr>
            <p:cNvPr id="12303" name="Rectangle 11">
              <a:extLst>
                <a:ext uri="{FF2B5EF4-FFF2-40B4-BE49-F238E27FC236}">
                  <a16:creationId xmlns:a16="http://schemas.microsoft.com/office/drawing/2014/main" id="{40EB9686-8B15-486F-C9CF-15F9C74D2369}"/>
                </a:ext>
              </a:extLst>
            </p:cNvPr>
            <p:cNvSpPr>
              <a:spLocks noChangeArrowheads="1"/>
            </p:cNvSpPr>
            <p:nvPr>
              <p:custDataLst>
                <p:tags r:id="rId8"/>
              </p:custDataLst>
            </p:nvPr>
          </p:nvSpPr>
          <p:spPr bwMode="auto">
            <a:xfrm>
              <a:off x="3733800" y="1600200"/>
              <a:ext cx="304800" cy="3048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spcBef>
                  <a:spcPts val="600"/>
                </a:spcBef>
                <a:buClr>
                  <a:schemeClr val="accent1"/>
                </a:buClr>
                <a:buSzPct val="76000"/>
                <a:buFont typeface="Wingdings 3" panose="05040102010807070707" pitchFamily="18" charset="2"/>
                <a:buChar char=""/>
                <a:defRPr sz="2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1pPr>
              <a:lvl2pPr marL="37931725" indent="-37474525">
                <a:spcBef>
                  <a:spcPts val="500"/>
                </a:spcBef>
                <a:buClr>
                  <a:schemeClr val="accent2"/>
                </a:buClr>
                <a:buSzPct val="76000"/>
                <a:buFont typeface="Wingdings 3" panose="05040102010807070707" pitchFamily="18" charset="2"/>
                <a:buChar char=""/>
                <a:defRPr sz="2300">
                  <a:solidFill>
                    <a:schemeClr val="tx2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2pPr>
              <a:lvl3pPr marL="822325" indent="-228600">
                <a:spcBef>
                  <a:spcPts val="500"/>
                </a:spcBef>
                <a:buClr>
                  <a:srgbClr val="BCBCBC"/>
                </a:buClr>
                <a:buSzPct val="76000"/>
                <a:buFont typeface="Wingdings 3" panose="05040102010807070707" pitchFamily="18" charset="2"/>
                <a:buChar char="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3pPr>
              <a:lvl4pPr marL="1096963" indent="-228600">
                <a:spcBef>
                  <a:spcPts val="400"/>
                </a:spcBef>
                <a:buClr>
                  <a:srgbClr val="8BA2B4"/>
                </a:buClr>
                <a:buSzPct val="70000"/>
                <a:buFont typeface="Wingdings" panose="05000000000000000000" pitchFamily="2" charset="2"/>
                <a:buChar char=""/>
                <a:defRPr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4pPr>
              <a:lvl5pPr marL="1371600" indent="-228600">
                <a:spcBef>
                  <a:spcPts val="3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5pPr>
              <a:lvl6pPr marL="18288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6pPr>
              <a:lvl7pPr marL="22860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7pPr>
              <a:lvl8pPr marL="27432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8pPr>
              <a:lvl9pPr marL="32004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9pPr>
            </a:lstStyle>
            <a:p>
              <a:pPr marL="0" marR="0" lvl="0" indent="0" algn="ct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MS PGothic" panose="020B0600070205080204" pitchFamily="34" charset="-128"/>
                  <a:cs typeface="+mn-cs"/>
                </a:rPr>
                <a:t>b</a:t>
              </a:r>
            </a:p>
          </p:txBody>
        </p:sp>
        <p:sp>
          <p:nvSpPr>
            <p:cNvPr id="12304" name="Rectangle 12">
              <a:extLst>
                <a:ext uri="{FF2B5EF4-FFF2-40B4-BE49-F238E27FC236}">
                  <a16:creationId xmlns:a16="http://schemas.microsoft.com/office/drawing/2014/main" id="{4F542E07-FBF6-A576-0131-6647FAEC7FD6}"/>
                </a:ext>
              </a:extLst>
            </p:cNvPr>
            <p:cNvSpPr>
              <a:spLocks noChangeArrowheads="1"/>
            </p:cNvSpPr>
            <p:nvPr>
              <p:custDataLst>
                <p:tags r:id="rId9"/>
              </p:custDataLst>
            </p:nvPr>
          </p:nvSpPr>
          <p:spPr bwMode="auto">
            <a:xfrm>
              <a:off x="4038600" y="1600200"/>
              <a:ext cx="304800" cy="3048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spcBef>
                  <a:spcPts val="600"/>
                </a:spcBef>
                <a:buClr>
                  <a:schemeClr val="accent1"/>
                </a:buClr>
                <a:buSzPct val="76000"/>
                <a:buFont typeface="Wingdings 3" panose="05040102010807070707" pitchFamily="18" charset="2"/>
                <a:buChar char=""/>
                <a:defRPr sz="2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1pPr>
              <a:lvl2pPr marL="37931725" indent="-37474525">
                <a:spcBef>
                  <a:spcPts val="500"/>
                </a:spcBef>
                <a:buClr>
                  <a:schemeClr val="accent2"/>
                </a:buClr>
                <a:buSzPct val="76000"/>
                <a:buFont typeface="Wingdings 3" panose="05040102010807070707" pitchFamily="18" charset="2"/>
                <a:buChar char=""/>
                <a:defRPr sz="2300">
                  <a:solidFill>
                    <a:schemeClr val="tx2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2pPr>
              <a:lvl3pPr marL="822325" indent="-228600">
                <a:spcBef>
                  <a:spcPts val="500"/>
                </a:spcBef>
                <a:buClr>
                  <a:srgbClr val="BCBCBC"/>
                </a:buClr>
                <a:buSzPct val="76000"/>
                <a:buFont typeface="Wingdings 3" panose="05040102010807070707" pitchFamily="18" charset="2"/>
                <a:buChar char="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3pPr>
              <a:lvl4pPr marL="1096963" indent="-228600">
                <a:spcBef>
                  <a:spcPts val="400"/>
                </a:spcBef>
                <a:buClr>
                  <a:srgbClr val="8BA2B4"/>
                </a:buClr>
                <a:buSzPct val="70000"/>
                <a:buFont typeface="Wingdings" panose="05000000000000000000" pitchFamily="2" charset="2"/>
                <a:buChar char=""/>
                <a:defRPr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4pPr>
              <a:lvl5pPr marL="1371600" indent="-228600">
                <a:spcBef>
                  <a:spcPts val="3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5pPr>
              <a:lvl6pPr marL="18288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6pPr>
              <a:lvl7pPr marL="22860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7pPr>
              <a:lvl8pPr marL="27432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8pPr>
              <a:lvl9pPr marL="32004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9pPr>
            </a:lstStyle>
            <a:p>
              <a:pPr marL="0" marR="0" lvl="0" indent="0" algn="ct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MS PGothic" panose="020B0600070205080204" pitchFamily="34" charset="-128"/>
                  <a:cs typeface="+mn-cs"/>
                </a:rPr>
                <a:t>c</a:t>
              </a:r>
            </a:p>
          </p:txBody>
        </p:sp>
        <p:sp>
          <p:nvSpPr>
            <p:cNvPr id="12305" name="Rectangle 13">
              <a:extLst>
                <a:ext uri="{FF2B5EF4-FFF2-40B4-BE49-F238E27FC236}">
                  <a16:creationId xmlns:a16="http://schemas.microsoft.com/office/drawing/2014/main" id="{9E92C996-9C2E-0023-C770-371A3F6B74A9}"/>
                </a:ext>
              </a:extLst>
            </p:cNvPr>
            <p:cNvSpPr>
              <a:spLocks noChangeArrowheads="1"/>
            </p:cNvSpPr>
            <p:nvPr>
              <p:custDataLst>
                <p:tags r:id="rId10"/>
              </p:custDataLst>
            </p:nvPr>
          </p:nvSpPr>
          <p:spPr bwMode="auto">
            <a:xfrm>
              <a:off x="4343400" y="1600200"/>
              <a:ext cx="304800" cy="3048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spcBef>
                  <a:spcPts val="600"/>
                </a:spcBef>
                <a:buClr>
                  <a:schemeClr val="accent1"/>
                </a:buClr>
                <a:buSzPct val="76000"/>
                <a:buFont typeface="Wingdings 3" panose="05040102010807070707" pitchFamily="18" charset="2"/>
                <a:buChar char=""/>
                <a:defRPr sz="2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1pPr>
              <a:lvl2pPr marL="37931725" indent="-37474525">
                <a:spcBef>
                  <a:spcPts val="500"/>
                </a:spcBef>
                <a:buClr>
                  <a:schemeClr val="accent2"/>
                </a:buClr>
                <a:buSzPct val="76000"/>
                <a:buFont typeface="Wingdings 3" panose="05040102010807070707" pitchFamily="18" charset="2"/>
                <a:buChar char=""/>
                <a:defRPr sz="2300">
                  <a:solidFill>
                    <a:schemeClr val="tx2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2pPr>
              <a:lvl3pPr marL="822325" indent="-228600">
                <a:spcBef>
                  <a:spcPts val="500"/>
                </a:spcBef>
                <a:buClr>
                  <a:srgbClr val="BCBCBC"/>
                </a:buClr>
                <a:buSzPct val="76000"/>
                <a:buFont typeface="Wingdings 3" panose="05040102010807070707" pitchFamily="18" charset="2"/>
                <a:buChar char="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3pPr>
              <a:lvl4pPr marL="1096963" indent="-228600">
                <a:spcBef>
                  <a:spcPts val="400"/>
                </a:spcBef>
                <a:buClr>
                  <a:srgbClr val="8BA2B4"/>
                </a:buClr>
                <a:buSzPct val="70000"/>
                <a:buFont typeface="Wingdings" panose="05000000000000000000" pitchFamily="2" charset="2"/>
                <a:buChar char=""/>
                <a:defRPr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4pPr>
              <a:lvl5pPr marL="1371600" indent="-228600">
                <a:spcBef>
                  <a:spcPts val="3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5pPr>
              <a:lvl6pPr marL="18288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6pPr>
              <a:lvl7pPr marL="22860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7pPr>
              <a:lvl8pPr marL="27432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8pPr>
              <a:lvl9pPr marL="32004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9pPr>
            </a:lstStyle>
            <a:p>
              <a:pPr marL="0" marR="0" lvl="0" indent="0" algn="ct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MS PGothic" panose="020B0600070205080204" pitchFamily="34" charset="-128"/>
                  <a:cs typeface="+mn-cs"/>
                </a:rPr>
                <a:t>d</a:t>
              </a:r>
            </a:p>
          </p:txBody>
        </p:sp>
        <p:sp>
          <p:nvSpPr>
            <p:cNvPr id="12306" name="Rectangle 14">
              <a:extLst>
                <a:ext uri="{FF2B5EF4-FFF2-40B4-BE49-F238E27FC236}">
                  <a16:creationId xmlns:a16="http://schemas.microsoft.com/office/drawing/2014/main" id="{4747B5AC-FB1D-614D-64EA-8B014B4CC5C9}"/>
                </a:ext>
              </a:extLst>
            </p:cNvPr>
            <p:cNvSpPr>
              <a:spLocks noChangeArrowheads="1"/>
            </p:cNvSpPr>
            <p:nvPr>
              <p:custDataLst>
                <p:tags r:id="rId11"/>
              </p:custDataLst>
            </p:nvPr>
          </p:nvSpPr>
          <p:spPr bwMode="auto">
            <a:xfrm>
              <a:off x="4648200" y="1600200"/>
              <a:ext cx="304800" cy="3048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spcBef>
                  <a:spcPts val="600"/>
                </a:spcBef>
                <a:buClr>
                  <a:schemeClr val="accent1"/>
                </a:buClr>
                <a:buSzPct val="76000"/>
                <a:buFont typeface="Wingdings 3" panose="05040102010807070707" pitchFamily="18" charset="2"/>
                <a:buChar char=""/>
                <a:defRPr sz="2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1pPr>
              <a:lvl2pPr marL="37931725" indent="-37474525">
                <a:spcBef>
                  <a:spcPts val="500"/>
                </a:spcBef>
                <a:buClr>
                  <a:schemeClr val="accent2"/>
                </a:buClr>
                <a:buSzPct val="76000"/>
                <a:buFont typeface="Wingdings 3" panose="05040102010807070707" pitchFamily="18" charset="2"/>
                <a:buChar char=""/>
                <a:defRPr sz="2300">
                  <a:solidFill>
                    <a:schemeClr val="tx2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2pPr>
              <a:lvl3pPr marL="822325" indent="-228600">
                <a:spcBef>
                  <a:spcPts val="500"/>
                </a:spcBef>
                <a:buClr>
                  <a:srgbClr val="BCBCBC"/>
                </a:buClr>
                <a:buSzPct val="76000"/>
                <a:buFont typeface="Wingdings 3" panose="05040102010807070707" pitchFamily="18" charset="2"/>
                <a:buChar char="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3pPr>
              <a:lvl4pPr marL="1096963" indent="-228600">
                <a:spcBef>
                  <a:spcPts val="400"/>
                </a:spcBef>
                <a:buClr>
                  <a:srgbClr val="8BA2B4"/>
                </a:buClr>
                <a:buSzPct val="70000"/>
                <a:buFont typeface="Wingdings" panose="05000000000000000000" pitchFamily="2" charset="2"/>
                <a:buChar char=""/>
                <a:defRPr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4pPr>
              <a:lvl5pPr marL="1371600" indent="-228600">
                <a:spcBef>
                  <a:spcPts val="3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5pPr>
              <a:lvl6pPr marL="18288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6pPr>
              <a:lvl7pPr marL="22860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7pPr>
              <a:lvl8pPr marL="27432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8pPr>
              <a:lvl9pPr marL="32004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9pPr>
            </a:lstStyle>
            <a:p>
              <a:pPr marL="0" marR="0" lvl="0" indent="0" algn="ct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MS PGothic" panose="020B0600070205080204" pitchFamily="34" charset="-128"/>
                  <a:cs typeface="+mn-cs"/>
                </a:rPr>
                <a:t>e</a:t>
              </a:r>
            </a:p>
          </p:txBody>
        </p:sp>
        <p:sp>
          <p:nvSpPr>
            <p:cNvPr id="12307" name="Rectangle 15">
              <a:extLst>
                <a:ext uri="{FF2B5EF4-FFF2-40B4-BE49-F238E27FC236}">
                  <a16:creationId xmlns:a16="http://schemas.microsoft.com/office/drawing/2014/main" id="{85669A9F-66B0-7A9F-85BA-E3DE00F2B20D}"/>
                </a:ext>
              </a:extLst>
            </p:cNvPr>
            <p:cNvSpPr>
              <a:spLocks noChangeArrowheads="1"/>
            </p:cNvSpPr>
            <p:nvPr>
              <p:custDataLst>
                <p:tags r:id="rId12"/>
              </p:custDataLst>
            </p:nvPr>
          </p:nvSpPr>
          <p:spPr bwMode="auto">
            <a:xfrm>
              <a:off x="4953000" y="1600200"/>
              <a:ext cx="304800" cy="3048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spcBef>
                  <a:spcPts val="600"/>
                </a:spcBef>
                <a:buClr>
                  <a:schemeClr val="accent1"/>
                </a:buClr>
                <a:buSzPct val="76000"/>
                <a:buFont typeface="Wingdings 3" panose="05040102010807070707" pitchFamily="18" charset="2"/>
                <a:buChar char=""/>
                <a:defRPr sz="2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1pPr>
              <a:lvl2pPr marL="37931725" indent="-37474525">
                <a:spcBef>
                  <a:spcPts val="500"/>
                </a:spcBef>
                <a:buClr>
                  <a:schemeClr val="accent2"/>
                </a:buClr>
                <a:buSzPct val="76000"/>
                <a:buFont typeface="Wingdings 3" panose="05040102010807070707" pitchFamily="18" charset="2"/>
                <a:buChar char=""/>
                <a:defRPr sz="2300">
                  <a:solidFill>
                    <a:schemeClr val="tx2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2pPr>
              <a:lvl3pPr marL="822325" indent="-228600">
                <a:spcBef>
                  <a:spcPts val="500"/>
                </a:spcBef>
                <a:buClr>
                  <a:srgbClr val="BCBCBC"/>
                </a:buClr>
                <a:buSzPct val="76000"/>
                <a:buFont typeface="Wingdings 3" panose="05040102010807070707" pitchFamily="18" charset="2"/>
                <a:buChar char="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3pPr>
              <a:lvl4pPr marL="1096963" indent="-228600">
                <a:spcBef>
                  <a:spcPts val="400"/>
                </a:spcBef>
                <a:buClr>
                  <a:srgbClr val="8BA2B4"/>
                </a:buClr>
                <a:buSzPct val="70000"/>
                <a:buFont typeface="Wingdings" panose="05000000000000000000" pitchFamily="2" charset="2"/>
                <a:buChar char=""/>
                <a:defRPr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4pPr>
              <a:lvl5pPr marL="1371600" indent="-228600">
                <a:spcBef>
                  <a:spcPts val="3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5pPr>
              <a:lvl6pPr marL="18288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6pPr>
              <a:lvl7pPr marL="22860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7pPr>
              <a:lvl8pPr marL="27432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8pPr>
              <a:lvl9pPr marL="32004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9pPr>
            </a:lstStyle>
            <a:p>
              <a:pPr marL="0" marR="0" lvl="0" indent="0" algn="ct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MS PGothic" panose="020B0600070205080204" pitchFamily="34" charset="-128"/>
                  <a:cs typeface="+mn-cs"/>
                </a:rPr>
                <a:t>f</a:t>
              </a:r>
            </a:p>
          </p:txBody>
        </p:sp>
        <p:sp>
          <p:nvSpPr>
            <p:cNvPr id="12308" name="Rectangle 16">
              <a:extLst>
                <a:ext uri="{FF2B5EF4-FFF2-40B4-BE49-F238E27FC236}">
                  <a16:creationId xmlns:a16="http://schemas.microsoft.com/office/drawing/2014/main" id="{0D4D5032-0983-4A55-9622-9B806D81190C}"/>
                </a:ext>
              </a:extLst>
            </p:cNvPr>
            <p:cNvSpPr>
              <a:spLocks noChangeArrowheads="1"/>
            </p:cNvSpPr>
            <p:nvPr>
              <p:custDataLst>
                <p:tags r:id="rId13"/>
              </p:custDataLst>
            </p:nvPr>
          </p:nvSpPr>
          <p:spPr bwMode="auto">
            <a:xfrm>
              <a:off x="5257800" y="1600200"/>
              <a:ext cx="304800" cy="3048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spcBef>
                  <a:spcPts val="600"/>
                </a:spcBef>
                <a:buClr>
                  <a:schemeClr val="accent1"/>
                </a:buClr>
                <a:buSzPct val="76000"/>
                <a:buFont typeface="Wingdings 3" panose="05040102010807070707" pitchFamily="18" charset="2"/>
                <a:buChar char=""/>
                <a:defRPr sz="2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1pPr>
              <a:lvl2pPr marL="37931725" indent="-37474525">
                <a:spcBef>
                  <a:spcPts val="500"/>
                </a:spcBef>
                <a:buClr>
                  <a:schemeClr val="accent2"/>
                </a:buClr>
                <a:buSzPct val="76000"/>
                <a:buFont typeface="Wingdings 3" panose="05040102010807070707" pitchFamily="18" charset="2"/>
                <a:buChar char=""/>
                <a:defRPr sz="2300">
                  <a:solidFill>
                    <a:schemeClr val="tx2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2pPr>
              <a:lvl3pPr marL="822325" indent="-228600">
                <a:spcBef>
                  <a:spcPts val="500"/>
                </a:spcBef>
                <a:buClr>
                  <a:srgbClr val="BCBCBC"/>
                </a:buClr>
                <a:buSzPct val="76000"/>
                <a:buFont typeface="Wingdings 3" panose="05040102010807070707" pitchFamily="18" charset="2"/>
                <a:buChar char="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3pPr>
              <a:lvl4pPr marL="1096963" indent="-228600">
                <a:spcBef>
                  <a:spcPts val="400"/>
                </a:spcBef>
                <a:buClr>
                  <a:srgbClr val="8BA2B4"/>
                </a:buClr>
                <a:buSzPct val="70000"/>
                <a:buFont typeface="Wingdings" panose="05000000000000000000" pitchFamily="2" charset="2"/>
                <a:buChar char=""/>
                <a:defRPr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4pPr>
              <a:lvl5pPr marL="1371600" indent="-228600">
                <a:spcBef>
                  <a:spcPts val="3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5pPr>
              <a:lvl6pPr marL="18288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6pPr>
              <a:lvl7pPr marL="22860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7pPr>
              <a:lvl8pPr marL="27432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8pPr>
              <a:lvl9pPr marL="32004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9pPr>
            </a:lstStyle>
            <a:p>
              <a:pPr marL="0" marR="0" lvl="0" indent="0" algn="l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MS PGothic" panose="020B0600070205080204" pitchFamily="34" charset="-128"/>
                <a:cs typeface="+mn-cs"/>
              </a:endParaRPr>
            </a:p>
          </p:txBody>
        </p:sp>
        <p:sp>
          <p:nvSpPr>
            <p:cNvPr id="12309" name="Rectangle 17">
              <a:extLst>
                <a:ext uri="{FF2B5EF4-FFF2-40B4-BE49-F238E27FC236}">
                  <a16:creationId xmlns:a16="http://schemas.microsoft.com/office/drawing/2014/main" id="{4331B4AE-2CAD-7757-6D3F-EC7134531CA2}"/>
                </a:ext>
              </a:extLst>
            </p:cNvPr>
            <p:cNvSpPr>
              <a:spLocks noChangeArrowheads="1"/>
            </p:cNvSpPr>
            <p:nvPr>
              <p:custDataLst>
                <p:tags r:id="rId14"/>
              </p:custDataLst>
            </p:nvPr>
          </p:nvSpPr>
          <p:spPr bwMode="auto">
            <a:xfrm>
              <a:off x="5562600" y="1600200"/>
              <a:ext cx="304800" cy="3048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spcBef>
                  <a:spcPts val="600"/>
                </a:spcBef>
                <a:buClr>
                  <a:schemeClr val="accent1"/>
                </a:buClr>
                <a:buSzPct val="76000"/>
                <a:buFont typeface="Wingdings 3" panose="05040102010807070707" pitchFamily="18" charset="2"/>
                <a:buChar char=""/>
                <a:defRPr sz="2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1pPr>
              <a:lvl2pPr marL="37931725" indent="-37474525">
                <a:spcBef>
                  <a:spcPts val="500"/>
                </a:spcBef>
                <a:buClr>
                  <a:schemeClr val="accent2"/>
                </a:buClr>
                <a:buSzPct val="76000"/>
                <a:buFont typeface="Wingdings 3" panose="05040102010807070707" pitchFamily="18" charset="2"/>
                <a:buChar char=""/>
                <a:defRPr sz="2300">
                  <a:solidFill>
                    <a:schemeClr val="tx2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2pPr>
              <a:lvl3pPr marL="822325" indent="-228600">
                <a:spcBef>
                  <a:spcPts val="500"/>
                </a:spcBef>
                <a:buClr>
                  <a:srgbClr val="BCBCBC"/>
                </a:buClr>
                <a:buSzPct val="76000"/>
                <a:buFont typeface="Wingdings 3" panose="05040102010807070707" pitchFamily="18" charset="2"/>
                <a:buChar char="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3pPr>
              <a:lvl4pPr marL="1096963" indent="-228600">
                <a:spcBef>
                  <a:spcPts val="400"/>
                </a:spcBef>
                <a:buClr>
                  <a:srgbClr val="8BA2B4"/>
                </a:buClr>
                <a:buSzPct val="70000"/>
                <a:buFont typeface="Wingdings" panose="05000000000000000000" pitchFamily="2" charset="2"/>
                <a:buChar char=""/>
                <a:defRPr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4pPr>
              <a:lvl5pPr marL="1371600" indent="-228600">
                <a:spcBef>
                  <a:spcPts val="3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5pPr>
              <a:lvl6pPr marL="18288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6pPr>
              <a:lvl7pPr marL="22860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7pPr>
              <a:lvl8pPr marL="27432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8pPr>
              <a:lvl9pPr marL="32004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9pPr>
            </a:lstStyle>
            <a:p>
              <a:pPr marL="0" marR="0" lvl="0" indent="0" algn="l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MS PGothic" panose="020B0600070205080204" pitchFamily="34" charset="-128"/>
                <a:cs typeface="+mn-cs"/>
              </a:endParaRPr>
            </a:p>
          </p:txBody>
        </p:sp>
        <p:sp>
          <p:nvSpPr>
            <p:cNvPr id="12310" name="Rectangle 18">
              <a:extLst>
                <a:ext uri="{FF2B5EF4-FFF2-40B4-BE49-F238E27FC236}">
                  <a16:creationId xmlns:a16="http://schemas.microsoft.com/office/drawing/2014/main" id="{DF44473D-EE74-D332-55A3-58A3FC119943}"/>
                </a:ext>
              </a:extLst>
            </p:cNvPr>
            <p:cNvSpPr>
              <a:spLocks noChangeArrowheads="1"/>
            </p:cNvSpPr>
            <p:nvPr>
              <p:custDataLst>
                <p:tags r:id="rId15"/>
              </p:custDataLst>
            </p:nvPr>
          </p:nvSpPr>
          <p:spPr bwMode="auto">
            <a:xfrm>
              <a:off x="5867400" y="1600200"/>
              <a:ext cx="304800" cy="3048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spcBef>
                  <a:spcPts val="600"/>
                </a:spcBef>
                <a:buClr>
                  <a:schemeClr val="accent1"/>
                </a:buClr>
                <a:buSzPct val="76000"/>
                <a:buFont typeface="Wingdings 3" panose="05040102010807070707" pitchFamily="18" charset="2"/>
                <a:buChar char=""/>
                <a:defRPr sz="2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1pPr>
              <a:lvl2pPr marL="37931725" indent="-37474525">
                <a:spcBef>
                  <a:spcPts val="500"/>
                </a:spcBef>
                <a:buClr>
                  <a:schemeClr val="accent2"/>
                </a:buClr>
                <a:buSzPct val="76000"/>
                <a:buFont typeface="Wingdings 3" panose="05040102010807070707" pitchFamily="18" charset="2"/>
                <a:buChar char=""/>
                <a:defRPr sz="2300">
                  <a:solidFill>
                    <a:schemeClr val="tx2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2pPr>
              <a:lvl3pPr marL="822325" indent="-228600">
                <a:spcBef>
                  <a:spcPts val="500"/>
                </a:spcBef>
                <a:buClr>
                  <a:srgbClr val="BCBCBC"/>
                </a:buClr>
                <a:buSzPct val="76000"/>
                <a:buFont typeface="Wingdings 3" panose="05040102010807070707" pitchFamily="18" charset="2"/>
                <a:buChar char="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3pPr>
              <a:lvl4pPr marL="1096963" indent="-228600">
                <a:spcBef>
                  <a:spcPts val="400"/>
                </a:spcBef>
                <a:buClr>
                  <a:srgbClr val="8BA2B4"/>
                </a:buClr>
                <a:buSzPct val="70000"/>
                <a:buFont typeface="Wingdings" panose="05000000000000000000" pitchFamily="2" charset="2"/>
                <a:buChar char=""/>
                <a:defRPr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4pPr>
              <a:lvl5pPr marL="1371600" indent="-228600">
                <a:spcBef>
                  <a:spcPts val="3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5pPr>
              <a:lvl6pPr marL="18288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6pPr>
              <a:lvl7pPr marL="22860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7pPr>
              <a:lvl8pPr marL="27432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8pPr>
              <a:lvl9pPr marL="32004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9pPr>
            </a:lstStyle>
            <a:p>
              <a:pPr marL="0" marR="0" lvl="0" indent="0" algn="l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MS PGothic" panose="020B0600070205080204" pitchFamily="34" charset="-128"/>
                <a:cs typeface="+mn-cs"/>
              </a:endParaRPr>
            </a:p>
          </p:txBody>
        </p:sp>
        <p:sp>
          <p:nvSpPr>
            <p:cNvPr id="12311" name="Rectangle 19">
              <a:extLst>
                <a:ext uri="{FF2B5EF4-FFF2-40B4-BE49-F238E27FC236}">
                  <a16:creationId xmlns:a16="http://schemas.microsoft.com/office/drawing/2014/main" id="{5879900A-C2E0-1140-533F-F11FEB36E8ED}"/>
                </a:ext>
              </a:extLst>
            </p:cNvPr>
            <p:cNvSpPr>
              <a:spLocks noChangeArrowheads="1"/>
            </p:cNvSpPr>
            <p:nvPr>
              <p:custDataLst>
                <p:tags r:id="rId16"/>
              </p:custDataLst>
            </p:nvPr>
          </p:nvSpPr>
          <p:spPr bwMode="auto">
            <a:xfrm>
              <a:off x="6172200" y="1600200"/>
              <a:ext cx="304800" cy="3048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spcBef>
                  <a:spcPts val="600"/>
                </a:spcBef>
                <a:buClr>
                  <a:schemeClr val="accent1"/>
                </a:buClr>
                <a:buSzPct val="76000"/>
                <a:buFont typeface="Wingdings 3" panose="05040102010807070707" pitchFamily="18" charset="2"/>
                <a:buChar char=""/>
                <a:defRPr sz="2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1pPr>
              <a:lvl2pPr marL="37931725" indent="-37474525">
                <a:spcBef>
                  <a:spcPts val="500"/>
                </a:spcBef>
                <a:buClr>
                  <a:schemeClr val="accent2"/>
                </a:buClr>
                <a:buSzPct val="76000"/>
                <a:buFont typeface="Wingdings 3" panose="05040102010807070707" pitchFamily="18" charset="2"/>
                <a:buChar char=""/>
                <a:defRPr sz="2300">
                  <a:solidFill>
                    <a:schemeClr val="tx2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2pPr>
              <a:lvl3pPr marL="822325" indent="-228600">
                <a:spcBef>
                  <a:spcPts val="500"/>
                </a:spcBef>
                <a:buClr>
                  <a:srgbClr val="BCBCBC"/>
                </a:buClr>
                <a:buSzPct val="76000"/>
                <a:buFont typeface="Wingdings 3" panose="05040102010807070707" pitchFamily="18" charset="2"/>
                <a:buChar char="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3pPr>
              <a:lvl4pPr marL="1096963" indent="-228600">
                <a:spcBef>
                  <a:spcPts val="400"/>
                </a:spcBef>
                <a:buClr>
                  <a:srgbClr val="8BA2B4"/>
                </a:buClr>
                <a:buSzPct val="70000"/>
                <a:buFont typeface="Wingdings" panose="05000000000000000000" pitchFamily="2" charset="2"/>
                <a:buChar char=""/>
                <a:defRPr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4pPr>
              <a:lvl5pPr marL="1371600" indent="-228600">
                <a:spcBef>
                  <a:spcPts val="3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5pPr>
              <a:lvl6pPr marL="18288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6pPr>
              <a:lvl7pPr marL="22860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7pPr>
              <a:lvl8pPr marL="27432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8pPr>
              <a:lvl9pPr marL="32004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9pPr>
            </a:lstStyle>
            <a:p>
              <a:pPr marL="0" marR="0" lvl="0" indent="0" algn="l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MS PGothic" panose="020B0600070205080204" pitchFamily="34" charset="-128"/>
                <a:cs typeface="+mn-cs"/>
              </a:endParaRPr>
            </a:p>
          </p:txBody>
        </p:sp>
        <p:sp>
          <p:nvSpPr>
            <p:cNvPr id="12312" name="Rectangle 20">
              <a:extLst>
                <a:ext uri="{FF2B5EF4-FFF2-40B4-BE49-F238E27FC236}">
                  <a16:creationId xmlns:a16="http://schemas.microsoft.com/office/drawing/2014/main" id="{887ACDC3-D33E-96B8-656F-3E24F4A3C4B3}"/>
                </a:ext>
              </a:extLst>
            </p:cNvPr>
            <p:cNvSpPr>
              <a:spLocks noChangeArrowheads="1"/>
            </p:cNvSpPr>
            <p:nvPr>
              <p:custDataLst>
                <p:tags r:id="rId17"/>
              </p:custDataLst>
            </p:nvPr>
          </p:nvSpPr>
          <p:spPr bwMode="auto">
            <a:xfrm>
              <a:off x="6477000" y="1600200"/>
              <a:ext cx="304800" cy="3048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spcBef>
                  <a:spcPts val="600"/>
                </a:spcBef>
                <a:buClr>
                  <a:schemeClr val="accent1"/>
                </a:buClr>
                <a:buSzPct val="76000"/>
                <a:buFont typeface="Wingdings 3" panose="05040102010807070707" pitchFamily="18" charset="2"/>
                <a:buChar char=""/>
                <a:defRPr sz="2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1pPr>
              <a:lvl2pPr marL="37931725" indent="-37474525">
                <a:spcBef>
                  <a:spcPts val="500"/>
                </a:spcBef>
                <a:buClr>
                  <a:schemeClr val="accent2"/>
                </a:buClr>
                <a:buSzPct val="76000"/>
                <a:buFont typeface="Wingdings 3" panose="05040102010807070707" pitchFamily="18" charset="2"/>
                <a:buChar char=""/>
                <a:defRPr sz="2300">
                  <a:solidFill>
                    <a:schemeClr val="tx2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2pPr>
              <a:lvl3pPr marL="822325" indent="-228600">
                <a:spcBef>
                  <a:spcPts val="500"/>
                </a:spcBef>
                <a:buClr>
                  <a:srgbClr val="BCBCBC"/>
                </a:buClr>
                <a:buSzPct val="76000"/>
                <a:buFont typeface="Wingdings 3" panose="05040102010807070707" pitchFamily="18" charset="2"/>
                <a:buChar char="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3pPr>
              <a:lvl4pPr marL="1096963" indent="-228600">
                <a:spcBef>
                  <a:spcPts val="400"/>
                </a:spcBef>
                <a:buClr>
                  <a:srgbClr val="8BA2B4"/>
                </a:buClr>
                <a:buSzPct val="70000"/>
                <a:buFont typeface="Wingdings" panose="05000000000000000000" pitchFamily="2" charset="2"/>
                <a:buChar char=""/>
                <a:defRPr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4pPr>
              <a:lvl5pPr marL="1371600" indent="-228600">
                <a:spcBef>
                  <a:spcPts val="3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5pPr>
              <a:lvl6pPr marL="18288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6pPr>
              <a:lvl7pPr marL="22860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7pPr>
              <a:lvl8pPr marL="27432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8pPr>
              <a:lvl9pPr marL="32004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9pPr>
            </a:lstStyle>
            <a:p>
              <a:pPr marL="0" marR="0" lvl="0" indent="0" algn="l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MS PGothic" panose="020B0600070205080204" pitchFamily="34" charset="-128"/>
                <a:cs typeface="+mn-cs"/>
              </a:endParaRPr>
            </a:p>
          </p:txBody>
        </p:sp>
        <p:sp>
          <p:nvSpPr>
            <p:cNvPr id="12313" name="Rectangle 21">
              <a:extLst>
                <a:ext uri="{FF2B5EF4-FFF2-40B4-BE49-F238E27FC236}">
                  <a16:creationId xmlns:a16="http://schemas.microsoft.com/office/drawing/2014/main" id="{3D6B7F2E-E84C-2742-F95F-93E73F78DC09}"/>
                </a:ext>
              </a:extLst>
            </p:cNvPr>
            <p:cNvSpPr>
              <a:spLocks noChangeArrowheads="1"/>
            </p:cNvSpPr>
            <p:nvPr>
              <p:custDataLst>
                <p:tags r:id="rId18"/>
              </p:custDataLst>
            </p:nvPr>
          </p:nvSpPr>
          <p:spPr bwMode="auto">
            <a:xfrm>
              <a:off x="6781800" y="1600200"/>
              <a:ext cx="304800" cy="3048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spcBef>
                  <a:spcPts val="600"/>
                </a:spcBef>
                <a:buClr>
                  <a:schemeClr val="accent1"/>
                </a:buClr>
                <a:buSzPct val="76000"/>
                <a:buFont typeface="Wingdings 3" panose="05040102010807070707" pitchFamily="18" charset="2"/>
                <a:buChar char=""/>
                <a:defRPr sz="2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1pPr>
              <a:lvl2pPr marL="37931725" indent="-37474525">
                <a:spcBef>
                  <a:spcPts val="500"/>
                </a:spcBef>
                <a:buClr>
                  <a:schemeClr val="accent2"/>
                </a:buClr>
                <a:buSzPct val="76000"/>
                <a:buFont typeface="Wingdings 3" panose="05040102010807070707" pitchFamily="18" charset="2"/>
                <a:buChar char=""/>
                <a:defRPr sz="2300">
                  <a:solidFill>
                    <a:schemeClr val="tx2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2pPr>
              <a:lvl3pPr marL="822325" indent="-228600">
                <a:spcBef>
                  <a:spcPts val="500"/>
                </a:spcBef>
                <a:buClr>
                  <a:srgbClr val="BCBCBC"/>
                </a:buClr>
                <a:buSzPct val="76000"/>
                <a:buFont typeface="Wingdings 3" panose="05040102010807070707" pitchFamily="18" charset="2"/>
                <a:buChar char="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3pPr>
              <a:lvl4pPr marL="1096963" indent="-228600">
                <a:spcBef>
                  <a:spcPts val="400"/>
                </a:spcBef>
                <a:buClr>
                  <a:srgbClr val="8BA2B4"/>
                </a:buClr>
                <a:buSzPct val="70000"/>
                <a:buFont typeface="Wingdings" panose="05000000000000000000" pitchFamily="2" charset="2"/>
                <a:buChar char=""/>
                <a:defRPr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4pPr>
              <a:lvl5pPr marL="1371600" indent="-228600">
                <a:spcBef>
                  <a:spcPts val="3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5pPr>
              <a:lvl6pPr marL="18288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6pPr>
              <a:lvl7pPr marL="22860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7pPr>
              <a:lvl8pPr marL="27432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8pPr>
              <a:lvl9pPr marL="32004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9pPr>
            </a:lstStyle>
            <a:p>
              <a:pPr marL="0" marR="0" lvl="0" indent="0" algn="l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MS PGothic" panose="020B0600070205080204" pitchFamily="34" charset="-128"/>
                <a:cs typeface="+mn-cs"/>
              </a:endParaRPr>
            </a:p>
          </p:txBody>
        </p:sp>
        <p:sp>
          <p:nvSpPr>
            <p:cNvPr id="12314" name="Rectangle 22">
              <a:extLst>
                <a:ext uri="{FF2B5EF4-FFF2-40B4-BE49-F238E27FC236}">
                  <a16:creationId xmlns:a16="http://schemas.microsoft.com/office/drawing/2014/main" id="{19524130-D310-5B90-20B3-E062BD5A7279}"/>
                </a:ext>
              </a:extLst>
            </p:cNvPr>
            <p:cNvSpPr>
              <a:spLocks noChangeArrowheads="1"/>
            </p:cNvSpPr>
            <p:nvPr>
              <p:custDataLst>
                <p:tags r:id="rId19"/>
              </p:custDataLst>
            </p:nvPr>
          </p:nvSpPr>
          <p:spPr bwMode="auto">
            <a:xfrm>
              <a:off x="7086600" y="1600200"/>
              <a:ext cx="304800" cy="3048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spcBef>
                  <a:spcPts val="600"/>
                </a:spcBef>
                <a:buClr>
                  <a:schemeClr val="accent1"/>
                </a:buClr>
                <a:buSzPct val="76000"/>
                <a:buFont typeface="Wingdings 3" panose="05040102010807070707" pitchFamily="18" charset="2"/>
                <a:buChar char=""/>
                <a:defRPr sz="2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1pPr>
              <a:lvl2pPr marL="37931725" indent="-37474525">
                <a:spcBef>
                  <a:spcPts val="500"/>
                </a:spcBef>
                <a:buClr>
                  <a:schemeClr val="accent2"/>
                </a:buClr>
                <a:buSzPct val="76000"/>
                <a:buFont typeface="Wingdings 3" panose="05040102010807070707" pitchFamily="18" charset="2"/>
                <a:buChar char=""/>
                <a:defRPr sz="2300">
                  <a:solidFill>
                    <a:schemeClr val="tx2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2pPr>
              <a:lvl3pPr marL="822325" indent="-228600">
                <a:spcBef>
                  <a:spcPts val="500"/>
                </a:spcBef>
                <a:buClr>
                  <a:srgbClr val="BCBCBC"/>
                </a:buClr>
                <a:buSzPct val="76000"/>
                <a:buFont typeface="Wingdings 3" panose="05040102010807070707" pitchFamily="18" charset="2"/>
                <a:buChar char="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3pPr>
              <a:lvl4pPr marL="1096963" indent="-228600">
                <a:spcBef>
                  <a:spcPts val="400"/>
                </a:spcBef>
                <a:buClr>
                  <a:srgbClr val="8BA2B4"/>
                </a:buClr>
                <a:buSzPct val="70000"/>
                <a:buFont typeface="Wingdings" panose="05000000000000000000" pitchFamily="2" charset="2"/>
                <a:buChar char=""/>
                <a:defRPr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4pPr>
              <a:lvl5pPr marL="1371600" indent="-228600">
                <a:spcBef>
                  <a:spcPts val="3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5pPr>
              <a:lvl6pPr marL="18288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6pPr>
              <a:lvl7pPr marL="22860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7pPr>
              <a:lvl8pPr marL="27432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8pPr>
              <a:lvl9pPr marL="32004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9pPr>
            </a:lstStyle>
            <a:p>
              <a:pPr marL="0" marR="0" lvl="0" indent="0" algn="l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MS PGothic" panose="020B0600070205080204" pitchFamily="34" charset="-128"/>
                <a:cs typeface="+mn-cs"/>
              </a:endParaRPr>
            </a:p>
          </p:txBody>
        </p:sp>
        <p:sp>
          <p:nvSpPr>
            <p:cNvPr id="12315" name="Rectangle 23">
              <a:extLst>
                <a:ext uri="{FF2B5EF4-FFF2-40B4-BE49-F238E27FC236}">
                  <a16:creationId xmlns:a16="http://schemas.microsoft.com/office/drawing/2014/main" id="{814460F2-E255-6D25-5E5A-DD2AC55A2B64}"/>
                </a:ext>
              </a:extLst>
            </p:cNvPr>
            <p:cNvSpPr>
              <a:spLocks noChangeArrowheads="1"/>
            </p:cNvSpPr>
            <p:nvPr>
              <p:custDataLst>
                <p:tags r:id="rId20"/>
              </p:custDataLst>
            </p:nvPr>
          </p:nvSpPr>
          <p:spPr bwMode="auto">
            <a:xfrm>
              <a:off x="7391400" y="1600200"/>
              <a:ext cx="304800" cy="3048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spcBef>
                  <a:spcPts val="600"/>
                </a:spcBef>
                <a:buClr>
                  <a:schemeClr val="accent1"/>
                </a:buClr>
                <a:buSzPct val="76000"/>
                <a:buFont typeface="Wingdings 3" panose="05040102010807070707" pitchFamily="18" charset="2"/>
                <a:buChar char=""/>
                <a:defRPr sz="2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1pPr>
              <a:lvl2pPr marL="37931725" indent="-37474525">
                <a:spcBef>
                  <a:spcPts val="500"/>
                </a:spcBef>
                <a:buClr>
                  <a:schemeClr val="accent2"/>
                </a:buClr>
                <a:buSzPct val="76000"/>
                <a:buFont typeface="Wingdings 3" panose="05040102010807070707" pitchFamily="18" charset="2"/>
                <a:buChar char=""/>
                <a:defRPr sz="2300">
                  <a:solidFill>
                    <a:schemeClr val="tx2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2pPr>
              <a:lvl3pPr marL="822325" indent="-228600">
                <a:spcBef>
                  <a:spcPts val="500"/>
                </a:spcBef>
                <a:buClr>
                  <a:srgbClr val="BCBCBC"/>
                </a:buClr>
                <a:buSzPct val="76000"/>
                <a:buFont typeface="Wingdings 3" panose="05040102010807070707" pitchFamily="18" charset="2"/>
                <a:buChar char="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3pPr>
              <a:lvl4pPr marL="1096963" indent="-228600">
                <a:spcBef>
                  <a:spcPts val="400"/>
                </a:spcBef>
                <a:buClr>
                  <a:srgbClr val="8BA2B4"/>
                </a:buClr>
                <a:buSzPct val="70000"/>
                <a:buFont typeface="Wingdings" panose="05000000000000000000" pitchFamily="2" charset="2"/>
                <a:buChar char=""/>
                <a:defRPr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4pPr>
              <a:lvl5pPr marL="1371600" indent="-228600">
                <a:spcBef>
                  <a:spcPts val="3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5pPr>
              <a:lvl6pPr marL="18288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6pPr>
              <a:lvl7pPr marL="22860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7pPr>
              <a:lvl8pPr marL="27432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8pPr>
              <a:lvl9pPr marL="32004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9pPr>
            </a:lstStyle>
            <a:p>
              <a:pPr marL="0" marR="0" lvl="0" indent="0" algn="l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MS PGothic" panose="020B0600070205080204" pitchFamily="34" charset="-128"/>
                <a:cs typeface="+mn-cs"/>
              </a:endParaRPr>
            </a:p>
          </p:txBody>
        </p:sp>
        <p:sp>
          <p:nvSpPr>
            <p:cNvPr id="12316" name="Text Box 24">
              <a:extLst>
                <a:ext uri="{FF2B5EF4-FFF2-40B4-BE49-F238E27FC236}">
                  <a16:creationId xmlns:a16="http://schemas.microsoft.com/office/drawing/2014/main" id="{29A3AFD1-50A2-9320-5880-D909D83F3C56}"/>
                </a:ext>
              </a:extLst>
            </p:cNvPr>
            <p:cNvSpPr txBox="1">
              <a:spLocks noChangeArrowheads="1"/>
            </p:cNvSpPr>
            <p:nvPr>
              <p:custDataLst>
                <p:tags r:id="rId21"/>
              </p:custDataLst>
            </p:nvPr>
          </p:nvSpPr>
          <p:spPr bwMode="auto">
            <a:xfrm>
              <a:off x="838200" y="1219200"/>
              <a:ext cx="526106" cy="4616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ts val="600"/>
                </a:spcBef>
                <a:buClr>
                  <a:schemeClr val="accent1"/>
                </a:buClr>
                <a:buSzPct val="76000"/>
                <a:buFont typeface="Wingdings 3" panose="05040102010807070707" pitchFamily="18" charset="2"/>
                <a:buChar char=""/>
                <a:defRPr sz="2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1pPr>
              <a:lvl2pPr marL="37931725" indent="-37474525">
                <a:spcBef>
                  <a:spcPts val="500"/>
                </a:spcBef>
                <a:buClr>
                  <a:schemeClr val="accent2"/>
                </a:buClr>
                <a:buSzPct val="76000"/>
                <a:buFont typeface="Wingdings 3" panose="05040102010807070707" pitchFamily="18" charset="2"/>
                <a:buChar char=""/>
                <a:defRPr sz="2300">
                  <a:solidFill>
                    <a:schemeClr val="tx2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2pPr>
              <a:lvl3pPr marL="822325" indent="-228600">
                <a:spcBef>
                  <a:spcPts val="500"/>
                </a:spcBef>
                <a:buClr>
                  <a:srgbClr val="BCBCBC"/>
                </a:buClr>
                <a:buSzPct val="76000"/>
                <a:buFont typeface="Wingdings 3" panose="05040102010807070707" pitchFamily="18" charset="2"/>
                <a:buChar char="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3pPr>
              <a:lvl4pPr marL="1096963" indent="-228600">
                <a:spcBef>
                  <a:spcPts val="400"/>
                </a:spcBef>
                <a:buClr>
                  <a:srgbClr val="8BA2B4"/>
                </a:buClr>
                <a:buSzPct val="70000"/>
                <a:buFont typeface="Wingdings" panose="05000000000000000000" pitchFamily="2" charset="2"/>
                <a:buChar char=""/>
                <a:defRPr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4pPr>
              <a:lvl5pPr marL="1371600" indent="-228600">
                <a:spcBef>
                  <a:spcPts val="3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5pPr>
              <a:lvl6pPr marL="18288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6pPr>
              <a:lvl7pPr marL="22860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7pPr>
              <a:lvl8pPr marL="27432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8pPr>
              <a:lvl9pPr marL="32004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9pPr>
            </a:lstStyle>
            <a:p>
              <a:pPr marL="0" marR="0" lvl="0" indent="0" algn="l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MS PGothic" panose="020B0600070205080204" pitchFamily="34" charset="-128"/>
                  <a:cs typeface="+mn-cs"/>
                </a:rPr>
                <a:t>Q:</a:t>
              </a:r>
            </a:p>
          </p:txBody>
        </p:sp>
        <p:sp>
          <p:nvSpPr>
            <p:cNvPr id="12317" name="Text Box 25">
              <a:extLst>
                <a:ext uri="{FF2B5EF4-FFF2-40B4-BE49-F238E27FC236}">
                  <a16:creationId xmlns:a16="http://schemas.microsoft.com/office/drawing/2014/main" id="{9B9A1EA0-2FE8-01E1-3A05-7BACECDF71AC}"/>
                </a:ext>
              </a:extLst>
            </p:cNvPr>
            <p:cNvSpPr txBox="1">
              <a:spLocks noChangeArrowheads="1"/>
            </p:cNvSpPr>
            <p:nvPr>
              <p:custDataLst>
                <p:tags r:id="rId22"/>
              </p:custDataLst>
            </p:nvPr>
          </p:nvSpPr>
          <p:spPr bwMode="auto">
            <a:xfrm>
              <a:off x="1592094" y="1219200"/>
              <a:ext cx="327334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ts val="600"/>
                </a:spcBef>
                <a:buClr>
                  <a:schemeClr val="accent1"/>
                </a:buClr>
                <a:buSzPct val="76000"/>
                <a:buFont typeface="Wingdings 3" panose="05040102010807070707" pitchFamily="18" charset="2"/>
                <a:buChar char=""/>
                <a:defRPr sz="2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1pPr>
              <a:lvl2pPr marL="37931725" indent="-37474525">
                <a:spcBef>
                  <a:spcPts val="500"/>
                </a:spcBef>
                <a:buClr>
                  <a:schemeClr val="accent2"/>
                </a:buClr>
                <a:buSzPct val="76000"/>
                <a:buFont typeface="Wingdings 3" panose="05040102010807070707" pitchFamily="18" charset="2"/>
                <a:buChar char=""/>
                <a:defRPr sz="2300">
                  <a:solidFill>
                    <a:schemeClr val="tx2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2pPr>
              <a:lvl3pPr marL="822325" indent="-228600">
                <a:spcBef>
                  <a:spcPts val="500"/>
                </a:spcBef>
                <a:buClr>
                  <a:srgbClr val="BCBCBC"/>
                </a:buClr>
                <a:buSzPct val="76000"/>
                <a:buFont typeface="Wingdings 3" panose="05040102010807070707" pitchFamily="18" charset="2"/>
                <a:buChar char="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3pPr>
              <a:lvl4pPr marL="1096963" indent="-228600">
                <a:spcBef>
                  <a:spcPts val="400"/>
                </a:spcBef>
                <a:buClr>
                  <a:srgbClr val="8BA2B4"/>
                </a:buClr>
                <a:buSzPct val="70000"/>
                <a:buFont typeface="Wingdings" panose="05000000000000000000" pitchFamily="2" charset="2"/>
                <a:buChar char=""/>
                <a:defRPr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4pPr>
              <a:lvl5pPr marL="1371600" indent="-228600">
                <a:spcBef>
                  <a:spcPts val="3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5pPr>
              <a:lvl6pPr marL="18288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6pPr>
              <a:lvl7pPr marL="22860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7pPr>
              <a:lvl8pPr marL="27432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8pPr>
              <a:lvl9pPr marL="32004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9pPr>
            </a:lstStyle>
            <a:p>
              <a:pPr marL="0" marR="0" lvl="0" indent="0" algn="l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MS PGothic" panose="020B0600070205080204" pitchFamily="34" charset="-128"/>
                  <a:cs typeface="+mn-cs"/>
                </a:rPr>
                <a:t>0</a:t>
              </a:r>
            </a:p>
          </p:txBody>
        </p:sp>
        <p:sp>
          <p:nvSpPr>
            <p:cNvPr id="12318" name="Text Box 26">
              <a:extLst>
                <a:ext uri="{FF2B5EF4-FFF2-40B4-BE49-F238E27FC236}">
                  <a16:creationId xmlns:a16="http://schemas.microsoft.com/office/drawing/2014/main" id="{626FB1C2-0F58-2EF9-775B-F821F5B50DF8}"/>
                </a:ext>
              </a:extLst>
            </p:cNvPr>
            <p:cNvSpPr txBox="1">
              <a:spLocks noChangeArrowheads="1"/>
            </p:cNvSpPr>
            <p:nvPr>
              <p:custDataLst>
                <p:tags r:id="rId23"/>
              </p:custDataLst>
            </p:nvPr>
          </p:nvSpPr>
          <p:spPr bwMode="auto">
            <a:xfrm>
              <a:off x="7315200" y="1219200"/>
              <a:ext cx="1037463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ts val="600"/>
                </a:spcBef>
                <a:buClr>
                  <a:schemeClr val="accent1"/>
                </a:buClr>
                <a:buSzPct val="76000"/>
                <a:buFont typeface="Wingdings 3" panose="05040102010807070707" pitchFamily="18" charset="2"/>
                <a:buChar char=""/>
                <a:defRPr sz="2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1pPr>
              <a:lvl2pPr marL="37931725" indent="-37474525">
                <a:spcBef>
                  <a:spcPts val="500"/>
                </a:spcBef>
                <a:buClr>
                  <a:schemeClr val="accent2"/>
                </a:buClr>
                <a:buSzPct val="76000"/>
                <a:buFont typeface="Wingdings 3" panose="05040102010807070707" pitchFamily="18" charset="2"/>
                <a:buChar char=""/>
                <a:defRPr sz="2300">
                  <a:solidFill>
                    <a:schemeClr val="tx2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2pPr>
              <a:lvl3pPr marL="822325" indent="-228600">
                <a:spcBef>
                  <a:spcPts val="500"/>
                </a:spcBef>
                <a:buClr>
                  <a:srgbClr val="BCBCBC"/>
                </a:buClr>
                <a:buSzPct val="76000"/>
                <a:buFont typeface="Wingdings 3" panose="05040102010807070707" pitchFamily="18" charset="2"/>
                <a:buChar char="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3pPr>
              <a:lvl4pPr marL="1096963" indent="-228600">
                <a:spcBef>
                  <a:spcPts val="400"/>
                </a:spcBef>
                <a:buClr>
                  <a:srgbClr val="8BA2B4"/>
                </a:buClr>
                <a:buSzPct val="70000"/>
                <a:buFont typeface="Wingdings" panose="05000000000000000000" pitchFamily="2" charset="2"/>
                <a:buChar char=""/>
                <a:defRPr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4pPr>
              <a:lvl5pPr marL="1371600" indent="-228600">
                <a:spcBef>
                  <a:spcPts val="3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5pPr>
              <a:lvl6pPr marL="18288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6pPr>
              <a:lvl7pPr marL="22860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7pPr>
              <a:lvl8pPr marL="27432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8pPr>
              <a:lvl9pPr marL="32004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9pPr>
            </a:lstStyle>
            <a:p>
              <a:pPr marL="0" marR="0" lvl="0" indent="0" algn="l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MS PGothic" panose="020B0600070205080204" pitchFamily="34" charset="-128"/>
                  <a:cs typeface="+mn-cs"/>
                </a:rPr>
                <a:t>size - 1</a:t>
              </a:r>
            </a:p>
          </p:txBody>
        </p:sp>
        <p:cxnSp>
          <p:nvCxnSpPr>
            <p:cNvPr id="12319" name="AutoShape 29">
              <a:extLst>
                <a:ext uri="{FF2B5EF4-FFF2-40B4-BE49-F238E27FC236}">
                  <a16:creationId xmlns:a16="http://schemas.microsoft.com/office/drawing/2014/main" id="{C2528076-AE72-DC8A-61F3-2225DB8EE20B}"/>
                </a:ext>
              </a:extLst>
            </p:cNvPr>
            <p:cNvCxnSpPr>
              <a:cxnSpLocks noChangeShapeType="1"/>
              <a:endCxn id="12303" idx="2"/>
            </p:cNvCxnSpPr>
            <p:nvPr>
              <p:custDataLst>
                <p:tags r:id="rId24"/>
              </p:custDataLst>
            </p:nvPr>
          </p:nvCxnSpPr>
          <p:spPr bwMode="auto">
            <a:xfrm flipH="1" flipV="1">
              <a:off x="3886200" y="1905000"/>
              <a:ext cx="1588" cy="273050"/>
            </a:xfrm>
            <a:prstGeom prst="straightConnector1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2320" name="AutoShape 30">
              <a:extLst>
                <a:ext uri="{FF2B5EF4-FFF2-40B4-BE49-F238E27FC236}">
                  <a16:creationId xmlns:a16="http://schemas.microsoft.com/office/drawing/2014/main" id="{F22126EF-F77C-84A8-0E10-011B3719F088}"/>
                </a:ext>
              </a:extLst>
            </p:cNvPr>
            <p:cNvCxnSpPr>
              <a:cxnSpLocks noChangeShapeType="1"/>
            </p:cNvCxnSpPr>
            <p:nvPr>
              <p:custDataLst>
                <p:tags r:id="rId25"/>
              </p:custDataLst>
            </p:nvPr>
          </p:nvCxnSpPr>
          <p:spPr bwMode="auto">
            <a:xfrm flipV="1">
              <a:off x="5406565" y="1905000"/>
              <a:ext cx="6350" cy="273050"/>
            </a:xfrm>
            <a:prstGeom prst="straightConnector1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12321" name="Text Box 25">
              <a:extLst>
                <a:ext uri="{FF2B5EF4-FFF2-40B4-BE49-F238E27FC236}">
                  <a16:creationId xmlns:a16="http://schemas.microsoft.com/office/drawing/2014/main" id="{0F41055D-32F7-1DB0-6F30-C401833166D1}"/>
                </a:ext>
              </a:extLst>
            </p:cNvPr>
            <p:cNvSpPr txBox="1">
              <a:spLocks noChangeArrowheads="1"/>
            </p:cNvSpPr>
            <p:nvPr>
              <p:custDataLst>
                <p:tags r:id="rId26"/>
              </p:custDataLst>
            </p:nvPr>
          </p:nvSpPr>
          <p:spPr bwMode="auto">
            <a:xfrm>
              <a:off x="3276600" y="1981200"/>
              <a:ext cx="696024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ts val="600"/>
                </a:spcBef>
                <a:buClr>
                  <a:schemeClr val="accent1"/>
                </a:buClr>
                <a:buSzPct val="76000"/>
                <a:buFont typeface="Wingdings 3" panose="05040102010807070707" pitchFamily="18" charset="2"/>
                <a:buChar char=""/>
                <a:defRPr sz="2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1pPr>
              <a:lvl2pPr marL="37931725" indent="-37474525">
                <a:spcBef>
                  <a:spcPts val="500"/>
                </a:spcBef>
                <a:buClr>
                  <a:schemeClr val="accent2"/>
                </a:buClr>
                <a:buSzPct val="76000"/>
                <a:buFont typeface="Wingdings 3" panose="05040102010807070707" pitchFamily="18" charset="2"/>
                <a:buChar char=""/>
                <a:defRPr sz="2300">
                  <a:solidFill>
                    <a:schemeClr val="tx2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2pPr>
              <a:lvl3pPr marL="822325" indent="-228600">
                <a:spcBef>
                  <a:spcPts val="500"/>
                </a:spcBef>
                <a:buClr>
                  <a:srgbClr val="BCBCBC"/>
                </a:buClr>
                <a:buSzPct val="76000"/>
                <a:buFont typeface="Wingdings 3" panose="05040102010807070707" pitchFamily="18" charset="2"/>
                <a:buChar char="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3pPr>
              <a:lvl4pPr marL="1096963" indent="-228600">
                <a:spcBef>
                  <a:spcPts val="400"/>
                </a:spcBef>
                <a:buClr>
                  <a:srgbClr val="8BA2B4"/>
                </a:buClr>
                <a:buSzPct val="70000"/>
                <a:buFont typeface="Wingdings" panose="05000000000000000000" pitchFamily="2" charset="2"/>
                <a:buChar char=""/>
                <a:defRPr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4pPr>
              <a:lvl5pPr marL="1371600" indent="-228600">
                <a:spcBef>
                  <a:spcPts val="3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5pPr>
              <a:lvl6pPr marL="18288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6pPr>
              <a:lvl7pPr marL="22860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7pPr>
              <a:lvl8pPr marL="27432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8pPr>
              <a:lvl9pPr marL="32004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9pPr>
            </a:lstStyle>
            <a:p>
              <a:pPr marL="0" marR="0" lvl="0" indent="0" algn="l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MS PGothic" panose="020B0600070205080204" pitchFamily="34" charset="-128"/>
                  <a:cs typeface="+mn-cs"/>
                </a:rPr>
                <a:t>front</a:t>
              </a:r>
            </a:p>
          </p:txBody>
        </p:sp>
        <p:sp>
          <p:nvSpPr>
            <p:cNvPr id="12322" name="Text Box 25">
              <a:extLst>
                <a:ext uri="{FF2B5EF4-FFF2-40B4-BE49-F238E27FC236}">
                  <a16:creationId xmlns:a16="http://schemas.microsoft.com/office/drawing/2014/main" id="{0CEA84E4-A262-C047-1B28-6B859D86BCBF}"/>
                </a:ext>
              </a:extLst>
            </p:cNvPr>
            <p:cNvSpPr txBox="1">
              <a:spLocks noChangeArrowheads="1"/>
            </p:cNvSpPr>
            <p:nvPr>
              <p:custDataLst>
                <p:tags r:id="rId27"/>
              </p:custDataLst>
            </p:nvPr>
          </p:nvSpPr>
          <p:spPr bwMode="auto">
            <a:xfrm>
              <a:off x="5343074" y="1962090"/>
              <a:ext cx="726481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ts val="600"/>
                </a:spcBef>
                <a:buClr>
                  <a:schemeClr val="accent1"/>
                </a:buClr>
                <a:buSzPct val="76000"/>
                <a:buFont typeface="Wingdings 3" panose="05040102010807070707" pitchFamily="18" charset="2"/>
                <a:buChar char=""/>
                <a:defRPr sz="2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1pPr>
              <a:lvl2pPr marL="37931725" indent="-37474525">
                <a:spcBef>
                  <a:spcPts val="500"/>
                </a:spcBef>
                <a:buClr>
                  <a:schemeClr val="accent2"/>
                </a:buClr>
                <a:buSzPct val="76000"/>
                <a:buFont typeface="Wingdings 3" panose="05040102010807070707" pitchFamily="18" charset="2"/>
                <a:buChar char=""/>
                <a:defRPr sz="2300">
                  <a:solidFill>
                    <a:schemeClr val="tx2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2pPr>
              <a:lvl3pPr marL="822325" indent="-228600">
                <a:spcBef>
                  <a:spcPts val="500"/>
                </a:spcBef>
                <a:buClr>
                  <a:srgbClr val="BCBCBC"/>
                </a:buClr>
                <a:buSzPct val="76000"/>
                <a:buFont typeface="Wingdings 3" panose="05040102010807070707" pitchFamily="18" charset="2"/>
                <a:buChar char="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3pPr>
              <a:lvl4pPr marL="1096963" indent="-228600">
                <a:spcBef>
                  <a:spcPts val="400"/>
                </a:spcBef>
                <a:buClr>
                  <a:srgbClr val="8BA2B4"/>
                </a:buClr>
                <a:buSzPct val="70000"/>
                <a:buFont typeface="Wingdings" panose="05000000000000000000" pitchFamily="2" charset="2"/>
                <a:buChar char=""/>
                <a:defRPr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4pPr>
              <a:lvl5pPr marL="1371600" indent="-228600">
                <a:spcBef>
                  <a:spcPts val="3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5pPr>
              <a:lvl6pPr marL="18288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6pPr>
              <a:lvl7pPr marL="22860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7pPr>
              <a:lvl8pPr marL="27432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8pPr>
              <a:lvl9pPr marL="32004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9pPr>
            </a:lstStyle>
            <a:p>
              <a:pPr marL="0" marR="0" lvl="0" indent="0" algn="l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MS PGothic" panose="020B0600070205080204" pitchFamily="34" charset="-128"/>
                  <a:cs typeface="+mn-cs"/>
                </a:rPr>
                <a:t>back</a:t>
              </a:r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8E864C98-B194-288B-1445-5AC208CA3EA8}"/>
              </a:ext>
            </a:extLst>
          </p:cNvPr>
          <p:cNvSpPr txBox="1"/>
          <p:nvPr/>
        </p:nvSpPr>
        <p:spPr>
          <a:xfrm>
            <a:off x="457199" y="4182179"/>
            <a:ext cx="745115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3050" marR="0" lvl="0" indent="-273050" algn="l" defTabSz="914400" rtl="0" eaLnBrk="1" fontAlgn="base" latinLnBrk="0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Clr>
                <a:srgbClr val="727CA3"/>
              </a:buClr>
              <a:buSzPct val="76000"/>
              <a:buFont typeface="Wingdings 3" panose="05040102010807070707" pitchFamily="18" charset="2"/>
              <a:buChar char=""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464653">
                    <a:lumMod val="75000"/>
                  </a:srgbClr>
                </a:solidFill>
                <a:effectLst/>
                <a:uLnTx/>
                <a:uFillTx/>
                <a:latin typeface="Gill Sans MT"/>
                <a:ea typeface="MS PGothic" panose="020B0600070205080204" pitchFamily="34" charset="-128"/>
              </a:rPr>
              <a:t>If  we don't fix one end of the queue at index 0, we won't have to shift elements</a:t>
            </a:r>
          </a:p>
        </p:txBody>
      </p:sp>
      <p:sp>
        <p:nvSpPr>
          <p:cNvPr id="9" name="Rectangle 2">
            <a:extLst>
              <a:ext uri="{FF2B5EF4-FFF2-40B4-BE49-F238E27FC236}">
                <a16:creationId xmlns:a16="http://schemas.microsoft.com/office/drawing/2014/main" id="{3531C1B8-E174-B0E9-0835-EC0E3634D34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7504" y="177024"/>
            <a:ext cx="8914555" cy="8775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 rtl="0" fontAlgn="base">
              <a:spcBef>
                <a:spcPct val="0"/>
              </a:spcBef>
              <a:spcAft>
                <a:spcPct val="0"/>
              </a:spcAft>
              <a:defRPr sz="40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ctr" rtl="0" fontAlgn="base">
              <a:spcBef>
                <a:spcPct val="0"/>
              </a:spcBef>
              <a:spcAft>
                <a:spcPct val="0"/>
              </a:spcAft>
              <a:defRPr sz="4000">
                <a:solidFill>
                  <a:schemeClr val="tx2"/>
                </a:solidFill>
                <a:latin typeface="Arial" charset="0"/>
              </a:defRPr>
            </a:lvl2pPr>
            <a:lvl3pPr algn="ctr" rtl="0" fontAlgn="base">
              <a:spcBef>
                <a:spcPct val="0"/>
              </a:spcBef>
              <a:spcAft>
                <a:spcPct val="0"/>
              </a:spcAft>
              <a:defRPr sz="4000">
                <a:solidFill>
                  <a:schemeClr val="tx2"/>
                </a:solidFill>
                <a:latin typeface="Arial" charset="0"/>
              </a:defRPr>
            </a:lvl3pPr>
            <a:lvl4pPr algn="ctr" rtl="0" fontAlgn="base">
              <a:spcBef>
                <a:spcPct val="0"/>
              </a:spcBef>
              <a:spcAft>
                <a:spcPct val="0"/>
              </a:spcAft>
              <a:defRPr sz="4000">
                <a:solidFill>
                  <a:schemeClr val="tx2"/>
                </a:solidFill>
                <a:latin typeface="Arial" charset="0"/>
              </a:defRPr>
            </a:lvl4pPr>
            <a:lvl5pPr algn="ctr" rtl="0" fontAlgn="base">
              <a:spcBef>
                <a:spcPct val="0"/>
              </a:spcBef>
              <a:spcAft>
                <a:spcPct val="0"/>
              </a:spcAft>
              <a:defRPr sz="4000">
                <a:solidFill>
                  <a:schemeClr val="tx2"/>
                </a:solidFill>
                <a:latin typeface="Arial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4000">
                <a:solidFill>
                  <a:schemeClr val="tx2"/>
                </a:solidFill>
                <a:latin typeface="Arial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4000">
                <a:solidFill>
                  <a:schemeClr val="tx2"/>
                </a:solidFill>
                <a:latin typeface="Arial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4000">
                <a:solidFill>
                  <a:schemeClr val="tx2"/>
                </a:solidFill>
                <a:latin typeface="Arial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4000">
                <a:solidFill>
                  <a:schemeClr val="tx2"/>
                </a:solidFill>
                <a:latin typeface="Arial" charset="0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i="0" u="none" strike="noStrike" kern="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Arial"/>
                <a:ea typeface="+mj-ea"/>
                <a:cs typeface="+mj-cs"/>
              </a:rPr>
              <a:t>Second Approach: Queue as a </a:t>
            </a:r>
            <a:r>
              <a:rPr kumimoji="0" lang="en-US" sz="3200" i="0" u="none" strike="noStrike" kern="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Arial Unicode MS" pitchFamily="34" charset="-128"/>
                <a:ea typeface="+mj-ea"/>
                <a:cs typeface="+mj-cs"/>
              </a:rPr>
              <a:t>Circular Array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507" grpId="0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18" name="Rectangle 2"/>
          <p:cNvSpPr>
            <a:spLocks noGrp="1" noChangeArrowheads="1"/>
          </p:cNvSpPr>
          <p:nvPr>
            <p:ph type="title" idx="4294967295"/>
          </p:nvPr>
        </p:nvSpPr>
        <p:spPr>
          <a:xfrm>
            <a:off x="550606" y="139318"/>
            <a:ext cx="8305800" cy="838200"/>
          </a:xfrm>
        </p:spPr>
        <p:txBody>
          <a:bodyPr/>
          <a:lstStyle/>
          <a:p>
            <a:r>
              <a:rPr lang="en-US" sz="3200" dirty="0"/>
              <a:t>Conceptual Example of a Circular Queue</a:t>
            </a:r>
          </a:p>
        </p:txBody>
      </p:sp>
      <p:sp>
        <p:nvSpPr>
          <p:cNvPr id="60419" name="Rectangle 3"/>
          <p:cNvSpPr>
            <a:spLocks noChangeArrowheads="1"/>
          </p:cNvSpPr>
          <p:nvPr/>
        </p:nvSpPr>
        <p:spPr bwMode="auto">
          <a:xfrm>
            <a:off x="685800" y="381000"/>
            <a:ext cx="77724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anchor="ctr"/>
          <a:lstStyle/>
          <a:p>
            <a:endParaRPr lang="en-US" sz="4000">
              <a:solidFill>
                <a:srgbClr val="00357F"/>
              </a:solidFill>
            </a:endParaRPr>
          </a:p>
        </p:txBody>
      </p:sp>
      <p:sp>
        <p:nvSpPr>
          <p:cNvPr id="60478" name="Text Box 62"/>
          <p:cNvSpPr txBox="1">
            <a:spLocks noChangeArrowheads="1"/>
          </p:cNvSpPr>
          <p:nvPr/>
        </p:nvSpPr>
        <p:spPr bwMode="auto">
          <a:xfrm>
            <a:off x="457200" y="1066800"/>
            <a:ext cx="1447800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b="0"/>
              <a:t>front</a:t>
            </a:r>
          </a:p>
        </p:txBody>
      </p:sp>
      <p:grpSp>
        <p:nvGrpSpPr>
          <p:cNvPr id="2" name="Group 1" descr="An empty circular array with length 12:&#10;array = []&#10;front = 0&#10;rear = 1&#10;&#10;After 7 enqueue operations:&#10;array = spots 0 thru 6 are occupied&#10;front = 0&#10;rear = 7 (the spot just after the last element)&#10;&#10;After 5 dequeue operations:&#10;array = only spots 5 and 6 are occupied&#10;front = 5&#10;rear = 7&#10;&#10;After 8 more enqueue operations:&#10;array = spots 5 thru 12 followed by spots 0 and 1 are occupied, in that order. &#10;front = 5&#10;rear = 1">
            <a:extLst>
              <a:ext uri="{FF2B5EF4-FFF2-40B4-BE49-F238E27FC236}">
                <a16:creationId xmlns:a16="http://schemas.microsoft.com/office/drawing/2014/main" id="{F69031BB-AC5E-5E95-260B-2D10075033B1}"/>
              </a:ext>
            </a:extLst>
          </p:cNvPr>
          <p:cNvGrpSpPr/>
          <p:nvPr/>
        </p:nvGrpSpPr>
        <p:grpSpPr>
          <a:xfrm>
            <a:off x="685800" y="1295400"/>
            <a:ext cx="8305800" cy="5257800"/>
            <a:chOff x="685800" y="1295400"/>
            <a:chExt cx="8305800" cy="5257800"/>
          </a:xfrm>
        </p:grpSpPr>
        <p:sp>
          <p:nvSpPr>
            <p:cNvPr id="60420" name="Rectangle 4"/>
            <p:cNvSpPr>
              <a:spLocks noChangeArrowheads="1"/>
            </p:cNvSpPr>
            <p:nvPr/>
          </p:nvSpPr>
          <p:spPr bwMode="auto">
            <a:xfrm>
              <a:off x="2133600" y="1676400"/>
              <a:ext cx="304800" cy="304800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60421" name="Rectangle 5"/>
            <p:cNvSpPr>
              <a:spLocks noChangeArrowheads="1"/>
            </p:cNvSpPr>
            <p:nvPr/>
          </p:nvSpPr>
          <p:spPr bwMode="auto">
            <a:xfrm>
              <a:off x="2514600" y="1828800"/>
              <a:ext cx="304800" cy="304800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60422" name="Rectangle 6"/>
            <p:cNvSpPr>
              <a:spLocks noChangeArrowheads="1"/>
            </p:cNvSpPr>
            <p:nvPr/>
          </p:nvSpPr>
          <p:spPr bwMode="auto">
            <a:xfrm>
              <a:off x="2895600" y="2057400"/>
              <a:ext cx="304800" cy="304800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60423" name="Rectangle 7"/>
            <p:cNvSpPr>
              <a:spLocks noChangeArrowheads="1"/>
            </p:cNvSpPr>
            <p:nvPr/>
          </p:nvSpPr>
          <p:spPr bwMode="auto">
            <a:xfrm>
              <a:off x="3048000" y="2438400"/>
              <a:ext cx="304800" cy="304800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60424" name="Rectangle 8"/>
            <p:cNvSpPr>
              <a:spLocks noChangeArrowheads="1"/>
            </p:cNvSpPr>
            <p:nvPr/>
          </p:nvSpPr>
          <p:spPr bwMode="auto">
            <a:xfrm>
              <a:off x="2971800" y="2895600"/>
              <a:ext cx="304800" cy="304800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60425" name="Rectangle 9"/>
            <p:cNvSpPr>
              <a:spLocks noChangeArrowheads="1"/>
            </p:cNvSpPr>
            <p:nvPr/>
          </p:nvSpPr>
          <p:spPr bwMode="auto">
            <a:xfrm>
              <a:off x="2743200" y="3352800"/>
              <a:ext cx="304800" cy="3048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60426" name="Rectangle 10"/>
            <p:cNvSpPr>
              <a:spLocks noChangeArrowheads="1"/>
            </p:cNvSpPr>
            <p:nvPr/>
          </p:nvSpPr>
          <p:spPr bwMode="auto">
            <a:xfrm>
              <a:off x="2362200" y="3581400"/>
              <a:ext cx="304800" cy="3048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60427" name="Rectangle 11"/>
            <p:cNvSpPr>
              <a:spLocks noChangeArrowheads="1"/>
            </p:cNvSpPr>
            <p:nvPr/>
          </p:nvSpPr>
          <p:spPr bwMode="auto">
            <a:xfrm>
              <a:off x="1905000" y="3581400"/>
              <a:ext cx="304800" cy="3048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60428" name="Rectangle 12"/>
            <p:cNvSpPr>
              <a:spLocks noChangeArrowheads="1"/>
            </p:cNvSpPr>
            <p:nvPr/>
          </p:nvSpPr>
          <p:spPr bwMode="auto">
            <a:xfrm>
              <a:off x="1447800" y="3352800"/>
              <a:ext cx="304800" cy="3048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60429" name="Rectangle 13"/>
            <p:cNvSpPr>
              <a:spLocks noChangeArrowheads="1"/>
            </p:cNvSpPr>
            <p:nvPr/>
          </p:nvSpPr>
          <p:spPr bwMode="auto">
            <a:xfrm>
              <a:off x="1219200" y="2971800"/>
              <a:ext cx="304800" cy="3048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60430" name="Rectangle 14"/>
            <p:cNvSpPr>
              <a:spLocks noChangeArrowheads="1"/>
            </p:cNvSpPr>
            <p:nvPr/>
          </p:nvSpPr>
          <p:spPr bwMode="auto">
            <a:xfrm>
              <a:off x="1143000" y="2590800"/>
              <a:ext cx="304800" cy="3048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60431" name="Rectangle 15"/>
            <p:cNvSpPr>
              <a:spLocks noChangeArrowheads="1"/>
            </p:cNvSpPr>
            <p:nvPr/>
          </p:nvSpPr>
          <p:spPr bwMode="auto">
            <a:xfrm>
              <a:off x="1295400" y="1981200"/>
              <a:ext cx="304800" cy="304800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60432" name="Rectangle 16"/>
            <p:cNvSpPr>
              <a:spLocks noChangeArrowheads="1"/>
            </p:cNvSpPr>
            <p:nvPr/>
          </p:nvSpPr>
          <p:spPr bwMode="auto">
            <a:xfrm>
              <a:off x="1676400" y="1676400"/>
              <a:ext cx="304800" cy="304800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60433" name="Text Box 17"/>
            <p:cNvSpPr txBox="1">
              <a:spLocks noChangeArrowheads="1"/>
            </p:cNvSpPr>
            <p:nvPr/>
          </p:nvSpPr>
          <p:spPr bwMode="auto">
            <a:xfrm>
              <a:off x="1295400" y="1524000"/>
              <a:ext cx="381000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/>
                <a:t>1</a:t>
              </a:r>
            </a:p>
          </p:txBody>
        </p:sp>
        <p:sp>
          <p:nvSpPr>
            <p:cNvPr id="60434" name="Text Box 18"/>
            <p:cNvSpPr txBox="1">
              <a:spLocks noChangeArrowheads="1"/>
            </p:cNvSpPr>
            <p:nvPr/>
          </p:nvSpPr>
          <p:spPr bwMode="auto">
            <a:xfrm>
              <a:off x="838200" y="1905000"/>
              <a:ext cx="381000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/>
                <a:t>0</a:t>
              </a:r>
            </a:p>
          </p:txBody>
        </p:sp>
        <p:sp>
          <p:nvSpPr>
            <p:cNvPr id="60435" name="Text Box 19"/>
            <p:cNvSpPr txBox="1">
              <a:spLocks noChangeArrowheads="1"/>
            </p:cNvSpPr>
            <p:nvPr/>
          </p:nvSpPr>
          <p:spPr bwMode="auto">
            <a:xfrm>
              <a:off x="685800" y="2514600"/>
              <a:ext cx="533400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/>
                <a:t>12</a:t>
              </a:r>
            </a:p>
          </p:txBody>
        </p:sp>
        <p:sp>
          <p:nvSpPr>
            <p:cNvPr id="60436" name="Text Box 20"/>
            <p:cNvSpPr txBox="1">
              <a:spLocks noChangeArrowheads="1"/>
            </p:cNvSpPr>
            <p:nvPr/>
          </p:nvSpPr>
          <p:spPr bwMode="auto">
            <a:xfrm>
              <a:off x="762000" y="2895600"/>
              <a:ext cx="685800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/>
                <a:t>11</a:t>
              </a:r>
            </a:p>
          </p:txBody>
        </p:sp>
        <p:sp>
          <p:nvSpPr>
            <p:cNvPr id="60437" name="Text Box 21"/>
            <p:cNvSpPr txBox="1">
              <a:spLocks noChangeArrowheads="1"/>
            </p:cNvSpPr>
            <p:nvPr/>
          </p:nvSpPr>
          <p:spPr bwMode="auto">
            <a:xfrm>
              <a:off x="990600" y="3352800"/>
              <a:ext cx="685800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/>
                <a:t>10</a:t>
              </a:r>
            </a:p>
          </p:txBody>
        </p:sp>
        <p:sp>
          <p:nvSpPr>
            <p:cNvPr id="60438" name="Line 22"/>
            <p:cNvSpPr>
              <a:spLocks noChangeShapeType="1"/>
            </p:cNvSpPr>
            <p:nvPr/>
          </p:nvSpPr>
          <p:spPr bwMode="auto">
            <a:xfrm>
              <a:off x="685800" y="2209800"/>
              <a:ext cx="1295400" cy="38100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CA"/>
            </a:p>
          </p:txBody>
        </p:sp>
        <p:sp>
          <p:nvSpPr>
            <p:cNvPr id="60439" name="Rectangle 23"/>
            <p:cNvSpPr>
              <a:spLocks noChangeArrowheads="1"/>
            </p:cNvSpPr>
            <p:nvPr/>
          </p:nvSpPr>
          <p:spPr bwMode="auto">
            <a:xfrm>
              <a:off x="4267200" y="4343400"/>
              <a:ext cx="304800" cy="3048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60440" name="Rectangle 24"/>
            <p:cNvSpPr>
              <a:spLocks noChangeArrowheads="1"/>
            </p:cNvSpPr>
            <p:nvPr/>
          </p:nvSpPr>
          <p:spPr bwMode="auto">
            <a:xfrm>
              <a:off x="4648200" y="4495800"/>
              <a:ext cx="304800" cy="3048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60441" name="Rectangle 25"/>
            <p:cNvSpPr>
              <a:spLocks noChangeArrowheads="1"/>
            </p:cNvSpPr>
            <p:nvPr/>
          </p:nvSpPr>
          <p:spPr bwMode="auto">
            <a:xfrm>
              <a:off x="5029200" y="4724400"/>
              <a:ext cx="304800" cy="3048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60442" name="Rectangle 26"/>
            <p:cNvSpPr>
              <a:spLocks noChangeArrowheads="1"/>
            </p:cNvSpPr>
            <p:nvPr/>
          </p:nvSpPr>
          <p:spPr bwMode="auto">
            <a:xfrm>
              <a:off x="5181600" y="5105400"/>
              <a:ext cx="304800" cy="304800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60443" name="Rectangle 27"/>
            <p:cNvSpPr>
              <a:spLocks noChangeArrowheads="1"/>
            </p:cNvSpPr>
            <p:nvPr/>
          </p:nvSpPr>
          <p:spPr bwMode="auto">
            <a:xfrm>
              <a:off x="5105400" y="5562600"/>
              <a:ext cx="304800" cy="304800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60444" name="Rectangle 28"/>
            <p:cNvSpPr>
              <a:spLocks noChangeArrowheads="1"/>
            </p:cNvSpPr>
            <p:nvPr/>
          </p:nvSpPr>
          <p:spPr bwMode="auto">
            <a:xfrm>
              <a:off x="4876800" y="6019800"/>
              <a:ext cx="304800" cy="304800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60445" name="Rectangle 29"/>
            <p:cNvSpPr>
              <a:spLocks noChangeArrowheads="1"/>
            </p:cNvSpPr>
            <p:nvPr/>
          </p:nvSpPr>
          <p:spPr bwMode="auto">
            <a:xfrm>
              <a:off x="4495800" y="6248400"/>
              <a:ext cx="304800" cy="304800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60446" name="Rectangle 30"/>
            <p:cNvSpPr>
              <a:spLocks noChangeArrowheads="1"/>
            </p:cNvSpPr>
            <p:nvPr/>
          </p:nvSpPr>
          <p:spPr bwMode="auto">
            <a:xfrm>
              <a:off x="4038600" y="6248400"/>
              <a:ext cx="304800" cy="304800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60447" name="Rectangle 31"/>
            <p:cNvSpPr>
              <a:spLocks noChangeArrowheads="1"/>
            </p:cNvSpPr>
            <p:nvPr/>
          </p:nvSpPr>
          <p:spPr bwMode="auto">
            <a:xfrm>
              <a:off x="3581400" y="6019800"/>
              <a:ext cx="304800" cy="304800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60448" name="Rectangle 32"/>
            <p:cNvSpPr>
              <a:spLocks noChangeArrowheads="1"/>
            </p:cNvSpPr>
            <p:nvPr/>
          </p:nvSpPr>
          <p:spPr bwMode="auto">
            <a:xfrm>
              <a:off x="3352800" y="5638800"/>
              <a:ext cx="304800" cy="304800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60449" name="Rectangle 33"/>
            <p:cNvSpPr>
              <a:spLocks noChangeArrowheads="1"/>
            </p:cNvSpPr>
            <p:nvPr/>
          </p:nvSpPr>
          <p:spPr bwMode="auto">
            <a:xfrm>
              <a:off x="3276600" y="5257800"/>
              <a:ext cx="304800" cy="304800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60450" name="Rectangle 34"/>
            <p:cNvSpPr>
              <a:spLocks noChangeArrowheads="1"/>
            </p:cNvSpPr>
            <p:nvPr/>
          </p:nvSpPr>
          <p:spPr bwMode="auto">
            <a:xfrm>
              <a:off x="3429000" y="4648200"/>
              <a:ext cx="304800" cy="304800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60451" name="Rectangle 35"/>
            <p:cNvSpPr>
              <a:spLocks noChangeArrowheads="1"/>
            </p:cNvSpPr>
            <p:nvPr/>
          </p:nvSpPr>
          <p:spPr bwMode="auto">
            <a:xfrm>
              <a:off x="3810000" y="4343400"/>
              <a:ext cx="304800" cy="304800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60452" name="Text Box 36"/>
            <p:cNvSpPr txBox="1">
              <a:spLocks noChangeArrowheads="1"/>
            </p:cNvSpPr>
            <p:nvPr/>
          </p:nvSpPr>
          <p:spPr bwMode="auto">
            <a:xfrm>
              <a:off x="3429000" y="4191000"/>
              <a:ext cx="381000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/>
                <a:t>1</a:t>
              </a:r>
            </a:p>
          </p:txBody>
        </p:sp>
        <p:sp>
          <p:nvSpPr>
            <p:cNvPr id="60453" name="Text Box 37"/>
            <p:cNvSpPr txBox="1">
              <a:spLocks noChangeArrowheads="1"/>
            </p:cNvSpPr>
            <p:nvPr/>
          </p:nvSpPr>
          <p:spPr bwMode="auto">
            <a:xfrm>
              <a:off x="2971800" y="4572000"/>
              <a:ext cx="381000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/>
                <a:t>0</a:t>
              </a:r>
            </a:p>
          </p:txBody>
        </p:sp>
        <p:sp>
          <p:nvSpPr>
            <p:cNvPr id="60454" name="Text Box 38"/>
            <p:cNvSpPr txBox="1">
              <a:spLocks noChangeArrowheads="1"/>
            </p:cNvSpPr>
            <p:nvPr/>
          </p:nvSpPr>
          <p:spPr bwMode="auto">
            <a:xfrm>
              <a:off x="2819400" y="5181600"/>
              <a:ext cx="533400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/>
                <a:t>12</a:t>
              </a:r>
            </a:p>
          </p:txBody>
        </p:sp>
        <p:sp>
          <p:nvSpPr>
            <p:cNvPr id="60455" name="Text Box 39"/>
            <p:cNvSpPr txBox="1">
              <a:spLocks noChangeArrowheads="1"/>
            </p:cNvSpPr>
            <p:nvPr/>
          </p:nvSpPr>
          <p:spPr bwMode="auto">
            <a:xfrm>
              <a:off x="2895600" y="5562600"/>
              <a:ext cx="685800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/>
                <a:t>11</a:t>
              </a:r>
            </a:p>
          </p:txBody>
        </p:sp>
        <p:sp>
          <p:nvSpPr>
            <p:cNvPr id="60456" name="Text Box 40"/>
            <p:cNvSpPr txBox="1">
              <a:spLocks noChangeArrowheads="1"/>
            </p:cNvSpPr>
            <p:nvPr/>
          </p:nvSpPr>
          <p:spPr bwMode="auto">
            <a:xfrm>
              <a:off x="3124200" y="6019800"/>
              <a:ext cx="685800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/>
                <a:t>10</a:t>
              </a:r>
            </a:p>
          </p:txBody>
        </p:sp>
        <p:sp>
          <p:nvSpPr>
            <p:cNvPr id="60457" name="Line 41"/>
            <p:cNvSpPr>
              <a:spLocks noChangeShapeType="1"/>
            </p:cNvSpPr>
            <p:nvPr/>
          </p:nvSpPr>
          <p:spPr bwMode="auto">
            <a:xfrm>
              <a:off x="2819400" y="4876800"/>
              <a:ext cx="1295400" cy="38100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CA"/>
            </a:p>
          </p:txBody>
        </p:sp>
        <p:sp>
          <p:nvSpPr>
            <p:cNvPr id="60458" name="Rectangle 42"/>
            <p:cNvSpPr>
              <a:spLocks noChangeArrowheads="1"/>
            </p:cNvSpPr>
            <p:nvPr/>
          </p:nvSpPr>
          <p:spPr bwMode="auto">
            <a:xfrm>
              <a:off x="6553200" y="1676400"/>
              <a:ext cx="304800" cy="3048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60459" name="Rectangle 43"/>
            <p:cNvSpPr>
              <a:spLocks noChangeArrowheads="1"/>
            </p:cNvSpPr>
            <p:nvPr/>
          </p:nvSpPr>
          <p:spPr bwMode="auto">
            <a:xfrm>
              <a:off x="6934200" y="1828800"/>
              <a:ext cx="304800" cy="3048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60460" name="Rectangle 44"/>
            <p:cNvSpPr>
              <a:spLocks noChangeArrowheads="1"/>
            </p:cNvSpPr>
            <p:nvPr/>
          </p:nvSpPr>
          <p:spPr bwMode="auto">
            <a:xfrm>
              <a:off x="7315200" y="2057400"/>
              <a:ext cx="304800" cy="3048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60461" name="Rectangle 45"/>
            <p:cNvSpPr>
              <a:spLocks noChangeArrowheads="1"/>
            </p:cNvSpPr>
            <p:nvPr/>
          </p:nvSpPr>
          <p:spPr bwMode="auto">
            <a:xfrm>
              <a:off x="7467600" y="2438400"/>
              <a:ext cx="304800" cy="304800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60462" name="Rectangle 46"/>
            <p:cNvSpPr>
              <a:spLocks noChangeArrowheads="1"/>
            </p:cNvSpPr>
            <p:nvPr/>
          </p:nvSpPr>
          <p:spPr bwMode="auto">
            <a:xfrm>
              <a:off x="7391400" y="2895600"/>
              <a:ext cx="304800" cy="304800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60463" name="Rectangle 47"/>
            <p:cNvSpPr>
              <a:spLocks noChangeArrowheads="1"/>
            </p:cNvSpPr>
            <p:nvPr/>
          </p:nvSpPr>
          <p:spPr bwMode="auto">
            <a:xfrm>
              <a:off x="7162800" y="3352800"/>
              <a:ext cx="304800" cy="3048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60464" name="Rectangle 48"/>
            <p:cNvSpPr>
              <a:spLocks noChangeArrowheads="1"/>
            </p:cNvSpPr>
            <p:nvPr/>
          </p:nvSpPr>
          <p:spPr bwMode="auto">
            <a:xfrm>
              <a:off x="6781800" y="3581400"/>
              <a:ext cx="304800" cy="3048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60465" name="Rectangle 49"/>
            <p:cNvSpPr>
              <a:spLocks noChangeArrowheads="1"/>
            </p:cNvSpPr>
            <p:nvPr/>
          </p:nvSpPr>
          <p:spPr bwMode="auto">
            <a:xfrm>
              <a:off x="6324600" y="3581400"/>
              <a:ext cx="304800" cy="3048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60466" name="Rectangle 50"/>
            <p:cNvSpPr>
              <a:spLocks noChangeArrowheads="1"/>
            </p:cNvSpPr>
            <p:nvPr/>
          </p:nvSpPr>
          <p:spPr bwMode="auto">
            <a:xfrm>
              <a:off x="5867400" y="3352800"/>
              <a:ext cx="304800" cy="3048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60467" name="Rectangle 51"/>
            <p:cNvSpPr>
              <a:spLocks noChangeArrowheads="1"/>
            </p:cNvSpPr>
            <p:nvPr/>
          </p:nvSpPr>
          <p:spPr bwMode="auto">
            <a:xfrm>
              <a:off x="5638800" y="2971800"/>
              <a:ext cx="304800" cy="3048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60468" name="Rectangle 52"/>
            <p:cNvSpPr>
              <a:spLocks noChangeArrowheads="1"/>
            </p:cNvSpPr>
            <p:nvPr/>
          </p:nvSpPr>
          <p:spPr bwMode="auto">
            <a:xfrm>
              <a:off x="5562600" y="2590800"/>
              <a:ext cx="304800" cy="3048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60469" name="Rectangle 53"/>
            <p:cNvSpPr>
              <a:spLocks noChangeArrowheads="1"/>
            </p:cNvSpPr>
            <p:nvPr/>
          </p:nvSpPr>
          <p:spPr bwMode="auto">
            <a:xfrm>
              <a:off x="5715000" y="1981200"/>
              <a:ext cx="304800" cy="3048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60470" name="Rectangle 54"/>
            <p:cNvSpPr>
              <a:spLocks noChangeArrowheads="1"/>
            </p:cNvSpPr>
            <p:nvPr/>
          </p:nvSpPr>
          <p:spPr bwMode="auto">
            <a:xfrm>
              <a:off x="6096000" y="1676400"/>
              <a:ext cx="304800" cy="3048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60471" name="Text Box 55"/>
            <p:cNvSpPr txBox="1">
              <a:spLocks noChangeArrowheads="1"/>
            </p:cNvSpPr>
            <p:nvPr/>
          </p:nvSpPr>
          <p:spPr bwMode="auto">
            <a:xfrm>
              <a:off x="5715000" y="1524000"/>
              <a:ext cx="381000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/>
                <a:t>1</a:t>
              </a:r>
            </a:p>
          </p:txBody>
        </p:sp>
        <p:sp>
          <p:nvSpPr>
            <p:cNvPr id="60472" name="Text Box 56"/>
            <p:cNvSpPr txBox="1">
              <a:spLocks noChangeArrowheads="1"/>
            </p:cNvSpPr>
            <p:nvPr/>
          </p:nvSpPr>
          <p:spPr bwMode="auto">
            <a:xfrm>
              <a:off x="5257800" y="1905000"/>
              <a:ext cx="381000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/>
                <a:t>0</a:t>
              </a:r>
            </a:p>
          </p:txBody>
        </p:sp>
        <p:sp>
          <p:nvSpPr>
            <p:cNvPr id="60473" name="Text Box 57"/>
            <p:cNvSpPr txBox="1">
              <a:spLocks noChangeArrowheads="1"/>
            </p:cNvSpPr>
            <p:nvPr/>
          </p:nvSpPr>
          <p:spPr bwMode="auto">
            <a:xfrm>
              <a:off x="5105400" y="2514600"/>
              <a:ext cx="533400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/>
                <a:t>12</a:t>
              </a:r>
            </a:p>
          </p:txBody>
        </p:sp>
        <p:sp>
          <p:nvSpPr>
            <p:cNvPr id="60474" name="Text Box 58"/>
            <p:cNvSpPr txBox="1">
              <a:spLocks noChangeArrowheads="1"/>
            </p:cNvSpPr>
            <p:nvPr/>
          </p:nvSpPr>
          <p:spPr bwMode="auto">
            <a:xfrm>
              <a:off x="5181600" y="2895600"/>
              <a:ext cx="685800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/>
                <a:t>11</a:t>
              </a:r>
            </a:p>
          </p:txBody>
        </p:sp>
        <p:sp>
          <p:nvSpPr>
            <p:cNvPr id="60475" name="Text Box 59"/>
            <p:cNvSpPr txBox="1">
              <a:spLocks noChangeArrowheads="1"/>
            </p:cNvSpPr>
            <p:nvPr/>
          </p:nvSpPr>
          <p:spPr bwMode="auto">
            <a:xfrm>
              <a:off x="5410200" y="3352800"/>
              <a:ext cx="685800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/>
                <a:t>10</a:t>
              </a:r>
            </a:p>
          </p:txBody>
        </p:sp>
        <p:sp>
          <p:nvSpPr>
            <p:cNvPr id="60476" name="Line 60"/>
            <p:cNvSpPr>
              <a:spLocks noChangeShapeType="1"/>
            </p:cNvSpPr>
            <p:nvPr/>
          </p:nvSpPr>
          <p:spPr bwMode="auto">
            <a:xfrm>
              <a:off x="5105400" y="2209800"/>
              <a:ext cx="1295400" cy="38100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CA"/>
            </a:p>
          </p:txBody>
        </p:sp>
        <p:sp>
          <p:nvSpPr>
            <p:cNvPr id="60477" name="Text Box 61"/>
            <p:cNvSpPr txBox="1">
              <a:spLocks noChangeArrowheads="1"/>
            </p:cNvSpPr>
            <p:nvPr/>
          </p:nvSpPr>
          <p:spPr bwMode="auto">
            <a:xfrm>
              <a:off x="2895600" y="1600200"/>
              <a:ext cx="2209800" cy="396875"/>
            </a:xfrm>
            <a:prstGeom prst="rect">
              <a:avLst/>
            </a:prstGeom>
            <a:solidFill>
              <a:schemeClr val="bg2"/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b="0"/>
                <a:t>After 7 enqueues</a:t>
              </a:r>
            </a:p>
          </p:txBody>
        </p:sp>
        <p:sp>
          <p:nvSpPr>
            <p:cNvPr id="60479" name="Text Box 63"/>
            <p:cNvSpPr txBox="1">
              <a:spLocks noChangeArrowheads="1"/>
            </p:cNvSpPr>
            <p:nvPr/>
          </p:nvSpPr>
          <p:spPr bwMode="auto">
            <a:xfrm>
              <a:off x="3505200" y="3276600"/>
              <a:ext cx="1447800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b="0"/>
                <a:t>rear</a:t>
              </a:r>
            </a:p>
          </p:txBody>
        </p:sp>
        <p:sp>
          <p:nvSpPr>
            <p:cNvPr id="60480" name="Line 64"/>
            <p:cNvSpPr>
              <a:spLocks noChangeShapeType="1"/>
            </p:cNvSpPr>
            <p:nvPr/>
          </p:nvSpPr>
          <p:spPr bwMode="auto">
            <a:xfrm>
              <a:off x="838200" y="1447800"/>
              <a:ext cx="457200" cy="53340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CA"/>
            </a:p>
          </p:txBody>
        </p:sp>
        <p:sp>
          <p:nvSpPr>
            <p:cNvPr id="60481" name="Line 65"/>
            <p:cNvSpPr>
              <a:spLocks noChangeShapeType="1"/>
            </p:cNvSpPr>
            <p:nvPr/>
          </p:nvSpPr>
          <p:spPr bwMode="auto">
            <a:xfrm flipH="1" flipV="1">
              <a:off x="3124200" y="3505200"/>
              <a:ext cx="457200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CA"/>
            </a:p>
          </p:txBody>
        </p:sp>
        <p:sp>
          <p:nvSpPr>
            <p:cNvPr id="60482" name="Line 66"/>
            <p:cNvSpPr>
              <a:spLocks noChangeShapeType="1"/>
            </p:cNvSpPr>
            <p:nvPr/>
          </p:nvSpPr>
          <p:spPr bwMode="auto">
            <a:xfrm>
              <a:off x="3886200" y="2667000"/>
              <a:ext cx="1143000" cy="0"/>
            </a:xfrm>
            <a:prstGeom prst="line">
              <a:avLst/>
            </a:prstGeom>
            <a:noFill/>
            <a:ln w="76200">
              <a:solidFill>
                <a:schemeClr val="hlink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CA"/>
            </a:p>
          </p:txBody>
        </p:sp>
        <p:sp>
          <p:nvSpPr>
            <p:cNvPr id="60483" name="Text Box 67"/>
            <p:cNvSpPr txBox="1">
              <a:spLocks noChangeArrowheads="1"/>
            </p:cNvSpPr>
            <p:nvPr/>
          </p:nvSpPr>
          <p:spPr bwMode="auto">
            <a:xfrm>
              <a:off x="7467600" y="1295400"/>
              <a:ext cx="1371600" cy="701675"/>
            </a:xfrm>
            <a:prstGeom prst="rect">
              <a:avLst/>
            </a:prstGeom>
            <a:solidFill>
              <a:schemeClr val="bg2"/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b="0"/>
                <a:t>After 5 dequeues</a:t>
              </a:r>
            </a:p>
          </p:txBody>
        </p:sp>
        <p:sp>
          <p:nvSpPr>
            <p:cNvPr id="60484" name="Text Box 68"/>
            <p:cNvSpPr txBox="1">
              <a:spLocks noChangeArrowheads="1"/>
            </p:cNvSpPr>
            <p:nvPr/>
          </p:nvSpPr>
          <p:spPr bwMode="auto">
            <a:xfrm>
              <a:off x="8229600" y="2362200"/>
              <a:ext cx="762000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b="0"/>
                <a:t>front</a:t>
              </a:r>
            </a:p>
          </p:txBody>
        </p:sp>
        <p:sp>
          <p:nvSpPr>
            <p:cNvPr id="60485" name="Text Box 69"/>
            <p:cNvSpPr txBox="1">
              <a:spLocks noChangeArrowheads="1"/>
            </p:cNvSpPr>
            <p:nvPr/>
          </p:nvSpPr>
          <p:spPr bwMode="auto">
            <a:xfrm>
              <a:off x="8153400" y="3200400"/>
              <a:ext cx="685800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b="0"/>
                <a:t>rear</a:t>
              </a:r>
            </a:p>
          </p:txBody>
        </p:sp>
        <p:sp>
          <p:nvSpPr>
            <p:cNvPr id="60486" name="Line 70"/>
            <p:cNvSpPr>
              <a:spLocks noChangeShapeType="1"/>
            </p:cNvSpPr>
            <p:nvPr/>
          </p:nvSpPr>
          <p:spPr bwMode="auto">
            <a:xfrm flipH="1">
              <a:off x="7772400" y="2590800"/>
              <a:ext cx="457200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CA"/>
            </a:p>
          </p:txBody>
        </p:sp>
        <p:sp>
          <p:nvSpPr>
            <p:cNvPr id="60487" name="Line 71"/>
            <p:cNvSpPr>
              <a:spLocks noChangeShapeType="1"/>
            </p:cNvSpPr>
            <p:nvPr/>
          </p:nvSpPr>
          <p:spPr bwMode="auto">
            <a:xfrm flipH="1">
              <a:off x="7543800" y="3429000"/>
              <a:ext cx="609600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CA"/>
            </a:p>
          </p:txBody>
        </p:sp>
        <p:sp>
          <p:nvSpPr>
            <p:cNvPr id="60488" name="Text Box 72"/>
            <p:cNvSpPr txBox="1">
              <a:spLocks noChangeArrowheads="1"/>
            </p:cNvSpPr>
            <p:nvPr/>
          </p:nvSpPr>
          <p:spPr bwMode="auto">
            <a:xfrm>
              <a:off x="5562600" y="5715000"/>
              <a:ext cx="2819400" cy="396875"/>
            </a:xfrm>
            <a:prstGeom prst="rect">
              <a:avLst/>
            </a:prstGeom>
            <a:solidFill>
              <a:schemeClr val="bg2"/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b="0"/>
                <a:t>After 8 more enqueues</a:t>
              </a:r>
            </a:p>
          </p:txBody>
        </p:sp>
        <p:sp>
          <p:nvSpPr>
            <p:cNvPr id="60489" name="Text Box 73"/>
            <p:cNvSpPr txBox="1">
              <a:spLocks noChangeArrowheads="1"/>
            </p:cNvSpPr>
            <p:nvPr/>
          </p:nvSpPr>
          <p:spPr bwMode="auto">
            <a:xfrm>
              <a:off x="6019800" y="5029200"/>
              <a:ext cx="762000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b="0"/>
                <a:t>front</a:t>
              </a:r>
            </a:p>
          </p:txBody>
        </p:sp>
        <p:sp>
          <p:nvSpPr>
            <p:cNvPr id="60490" name="Line 74"/>
            <p:cNvSpPr>
              <a:spLocks noChangeShapeType="1"/>
            </p:cNvSpPr>
            <p:nvPr/>
          </p:nvSpPr>
          <p:spPr bwMode="auto">
            <a:xfrm flipH="1">
              <a:off x="5562600" y="5257800"/>
              <a:ext cx="457200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CA"/>
            </a:p>
          </p:txBody>
        </p:sp>
        <p:sp>
          <p:nvSpPr>
            <p:cNvPr id="60491" name="Text Box 75"/>
            <p:cNvSpPr txBox="1">
              <a:spLocks noChangeArrowheads="1"/>
            </p:cNvSpPr>
            <p:nvPr/>
          </p:nvSpPr>
          <p:spPr bwMode="auto">
            <a:xfrm>
              <a:off x="4876800" y="3886200"/>
              <a:ext cx="685800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b="0"/>
                <a:t>rear</a:t>
              </a:r>
            </a:p>
          </p:txBody>
        </p:sp>
        <p:sp>
          <p:nvSpPr>
            <p:cNvPr id="60492" name="Line 76"/>
            <p:cNvSpPr>
              <a:spLocks noChangeShapeType="1"/>
            </p:cNvSpPr>
            <p:nvPr/>
          </p:nvSpPr>
          <p:spPr bwMode="auto">
            <a:xfrm flipH="1">
              <a:off x="4495800" y="4114800"/>
              <a:ext cx="381000" cy="15240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CA"/>
            </a:p>
          </p:txBody>
        </p:sp>
        <p:sp>
          <p:nvSpPr>
            <p:cNvPr id="60493" name="Line 77"/>
            <p:cNvSpPr>
              <a:spLocks noChangeShapeType="1"/>
            </p:cNvSpPr>
            <p:nvPr/>
          </p:nvSpPr>
          <p:spPr bwMode="auto">
            <a:xfrm flipH="1">
              <a:off x="5638800" y="4114800"/>
              <a:ext cx="1066800" cy="609600"/>
            </a:xfrm>
            <a:prstGeom prst="line">
              <a:avLst/>
            </a:prstGeom>
            <a:noFill/>
            <a:ln w="76200">
              <a:solidFill>
                <a:schemeClr val="hlink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CA"/>
            </a:p>
          </p:txBody>
        </p:sp>
      </p:grpSp>
    </p:spTree>
  </p:cSld>
  <p:clrMapOvr>
    <a:masterClrMapping/>
  </p:clrMapOvr>
  <p:transition spd="med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44624"/>
            <a:ext cx="8991600" cy="1143000"/>
          </a:xfrm>
        </p:spPr>
        <p:txBody>
          <a:bodyPr/>
          <a:lstStyle/>
          <a:p>
            <a:r>
              <a:rPr lang="en-US" sz="3600" dirty="0"/>
              <a:t>Circular Array Implementation of a Queue</a:t>
            </a:r>
          </a:p>
        </p:txBody>
      </p:sp>
      <p:grpSp>
        <p:nvGrpSpPr>
          <p:cNvPr id="2" name="Group 1" descr="Depicts a circular array with spots numbered 0 thru n-1 and with spot n-1 next to spot 0. It stores five values, blue, red, cream, green, and yellow, at spots 3 thru 7.&#10;&#10;Variables:&#10;queue = the array&#10;front = 3&#10;rear = 8 (just after yellow element)&#10;count = 5">
            <a:extLst>
              <a:ext uri="{FF2B5EF4-FFF2-40B4-BE49-F238E27FC236}">
                <a16:creationId xmlns:a16="http://schemas.microsoft.com/office/drawing/2014/main" id="{713102C6-857E-0812-929C-482343CF97AC}"/>
              </a:ext>
            </a:extLst>
          </p:cNvPr>
          <p:cNvGrpSpPr/>
          <p:nvPr/>
        </p:nvGrpSpPr>
        <p:grpSpPr>
          <a:xfrm>
            <a:off x="179388" y="1295400"/>
            <a:ext cx="8431212" cy="4724400"/>
            <a:chOff x="179388" y="1295400"/>
            <a:chExt cx="8431212" cy="4724400"/>
          </a:xfrm>
        </p:grpSpPr>
        <p:sp>
          <p:nvSpPr>
            <p:cNvPr id="32771" name="Oval 3"/>
            <p:cNvSpPr>
              <a:spLocks noChangeArrowheads="1"/>
            </p:cNvSpPr>
            <p:nvPr/>
          </p:nvSpPr>
          <p:spPr bwMode="auto">
            <a:xfrm>
              <a:off x="3429000" y="1905000"/>
              <a:ext cx="4419600" cy="4114800"/>
            </a:xfrm>
            <a:prstGeom prst="ellipse">
              <a:avLst/>
            </a:prstGeom>
            <a:solidFill>
              <a:schemeClr val="bg2"/>
            </a:solidFill>
            <a:ln w="3810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32772" name="Oval 4"/>
            <p:cNvSpPr>
              <a:spLocks noChangeArrowheads="1"/>
            </p:cNvSpPr>
            <p:nvPr/>
          </p:nvSpPr>
          <p:spPr bwMode="auto">
            <a:xfrm>
              <a:off x="4191000" y="2514600"/>
              <a:ext cx="2971800" cy="2819400"/>
            </a:xfrm>
            <a:prstGeom prst="ellipse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32774" name="Line 6"/>
            <p:cNvSpPr>
              <a:spLocks noChangeShapeType="1"/>
            </p:cNvSpPr>
            <p:nvPr/>
          </p:nvSpPr>
          <p:spPr bwMode="auto">
            <a:xfrm flipH="1">
              <a:off x="3429000" y="3886200"/>
              <a:ext cx="762000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CA"/>
            </a:p>
          </p:txBody>
        </p:sp>
        <p:sp>
          <p:nvSpPr>
            <p:cNvPr id="32776" name="Line 8"/>
            <p:cNvSpPr>
              <a:spLocks noChangeShapeType="1"/>
            </p:cNvSpPr>
            <p:nvPr/>
          </p:nvSpPr>
          <p:spPr bwMode="auto">
            <a:xfrm>
              <a:off x="7162800" y="3886200"/>
              <a:ext cx="685800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CA"/>
            </a:p>
          </p:txBody>
        </p:sp>
        <p:sp>
          <p:nvSpPr>
            <p:cNvPr id="32777" name="Line 9"/>
            <p:cNvSpPr>
              <a:spLocks noChangeShapeType="1"/>
            </p:cNvSpPr>
            <p:nvPr/>
          </p:nvSpPr>
          <p:spPr bwMode="auto">
            <a:xfrm>
              <a:off x="5638800" y="1905000"/>
              <a:ext cx="0" cy="60960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CA"/>
            </a:p>
          </p:txBody>
        </p:sp>
        <p:sp>
          <p:nvSpPr>
            <p:cNvPr id="32778" name="Line 10"/>
            <p:cNvSpPr>
              <a:spLocks noChangeShapeType="1"/>
            </p:cNvSpPr>
            <p:nvPr/>
          </p:nvSpPr>
          <p:spPr bwMode="auto">
            <a:xfrm>
              <a:off x="5638800" y="5334000"/>
              <a:ext cx="0" cy="68580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CA"/>
            </a:p>
          </p:txBody>
        </p:sp>
        <p:sp>
          <p:nvSpPr>
            <p:cNvPr id="32781" name="Line 13"/>
            <p:cNvSpPr>
              <a:spLocks noChangeShapeType="1"/>
            </p:cNvSpPr>
            <p:nvPr/>
          </p:nvSpPr>
          <p:spPr bwMode="auto">
            <a:xfrm>
              <a:off x="4191000" y="2438400"/>
              <a:ext cx="457200" cy="45720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CA"/>
            </a:p>
          </p:txBody>
        </p:sp>
        <p:sp>
          <p:nvSpPr>
            <p:cNvPr id="32782" name="Line 14"/>
            <p:cNvSpPr>
              <a:spLocks noChangeShapeType="1"/>
            </p:cNvSpPr>
            <p:nvPr/>
          </p:nvSpPr>
          <p:spPr bwMode="auto">
            <a:xfrm>
              <a:off x="6781800" y="4876800"/>
              <a:ext cx="533400" cy="45720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CA"/>
            </a:p>
          </p:txBody>
        </p:sp>
        <p:sp>
          <p:nvSpPr>
            <p:cNvPr id="32785" name="Line 17"/>
            <p:cNvSpPr>
              <a:spLocks noChangeShapeType="1"/>
            </p:cNvSpPr>
            <p:nvPr/>
          </p:nvSpPr>
          <p:spPr bwMode="auto">
            <a:xfrm flipH="1">
              <a:off x="4038600" y="4876800"/>
              <a:ext cx="533400" cy="53340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CA"/>
            </a:p>
          </p:txBody>
        </p:sp>
        <p:sp>
          <p:nvSpPr>
            <p:cNvPr id="32786" name="Line 18"/>
            <p:cNvSpPr>
              <a:spLocks noChangeShapeType="1"/>
            </p:cNvSpPr>
            <p:nvPr/>
          </p:nvSpPr>
          <p:spPr bwMode="auto">
            <a:xfrm flipH="1">
              <a:off x="6629400" y="2362200"/>
              <a:ext cx="457200" cy="45720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CA"/>
            </a:p>
          </p:txBody>
        </p:sp>
        <p:sp>
          <p:nvSpPr>
            <p:cNvPr id="32788" name="Line 20"/>
            <p:cNvSpPr>
              <a:spLocks noChangeShapeType="1"/>
            </p:cNvSpPr>
            <p:nvPr/>
          </p:nvSpPr>
          <p:spPr bwMode="auto">
            <a:xfrm>
              <a:off x="4876800" y="2057400"/>
              <a:ext cx="228600" cy="60960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CA"/>
            </a:p>
          </p:txBody>
        </p:sp>
        <p:sp>
          <p:nvSpPr>
            <p:cNvPr id="32789" name="Line 21"/>
            <p:cNvSpPr>
              <a:spLocks noChangeShapeType="1"/>
            </p:cNvSpPr>
            <p:nvPr/>
          </p:nvSpPr>
          <p:spPr bwMode="auto">
            <a:xfrm>
              <a:off x="6248400" y="5257800"/>
              <a:ext cx="228600" cy="60960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CA"/>
            </a:p>
          </p:txBody>
        </p:sp>
        <p:sp>
          <p:nvSpPr>
            <p:cNvPr id="32791" name="Line 23"/>
            <p:cNvSpPr>
              <a:spLocks noChangeShapeType="1"/>
            </p:cNvSpPr>
            <p:nvPr/>
          </p:nvSpPr>
          <p:spPr bwMode="auto">
            <a:xfrm>
              <a:off x="3657600" y="3124200"/>
              <a:ext cx="685800" cy="30480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CA"/>
            </a:p>
          </p:txBody>
        </p:sp>
        <p:sp>
          <p:nvSpPr>
            <p:cNvPr id="32792" name="Line 24"/>
            <p:cNvSpPr>
              <a:spLocks noChangeShapeType="1"/>
            </p:cNvSpPr>
            <p:nvPr/>
          </p:nvSpPr>
          <p:spPr bwMode="auto">
            <a:xfrm>
              <a:off x="7086600" y="4419600"/>
              <a:ext cx="685800" cy="22860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CA"/>
            </a:p>
          </p:txBody>
        </p:sp>
        <p:sp>
          <p:nvSpPr>
            <p:cNvPr id="32794" name="Line 26"/>
            <p:cNvSpPr>
              <a:spLocks noChangeShapeType="1"/>
            </p:cNvSpPr>
            <p:nvPr/>
          </p:nvSpPr>
          <p:spPr bwMode="auto">
            <a:xfrm flipH="1">
              <a:off x="6172200" y="2057400"/>
              <a:ext cx="228600" cy="53340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CA"/>
            </a:p>
          </p:txBody>
        </p:sp>
        <p:sp>
          <p:nvSpPr>
            <p:cNvPr id="32797" name="Line 29"/>
            <p:cNvSpPr>
              <a:spLocks noChangeShapeType="1"/>
            </p:cNvSpPr>
            <p:nvPr/>
          </p:nvSpPr>
          <p:spPr bwMode="auto">
            <a:xfrm flipH="1">
              <a:off x="7010400" y="3048000"/>
              <a:ext cx="609600" cy="30480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CA"/>
            </a:p>
          </p:txBody>
        </p:sp>
        <p:sp>
          <p:nvSpPr>
            <p:cNvPr id="32798" name="Line 30"/>
            <p:cNvSpPr>
              <a:spLocks noChangeShapeType="1"/>
            </p:cNvSpPr>
            <p:nvPr/>
          </p:nvSpPr>
          <p:spPr bwMode="auto">
            <a:xfrm flipV="1">
              <a:off x="3581400" y="4419600"/>
              <a:ext cx="685800" cy="22860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CA"/>
            </a:p>
          </p:txBody>
        </p:sp>
        <p:sp>
          <p:nvSpPr>
            <p:cNvPr id="32799" name="Rectangle 31"/>
            <p:cNvSpPr>
              <a:spLocks noChangeArrowheads="1"/>
            </p:cNvSpPr>
            <p:nvPr/>
          </p:nvSpPr>
          <p:spPr bwMode="auto">
            <a:xfrm>
              <a:off x="1543050" y="3330575"/>
              <a:ext cx="457200" cy="4572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32800" name="Text Box 32"/>
            <p:cNvSpPr txBox="1">
              <a:spLocks noChangeArrowheads="1"/>
            </p:cNvSpPr>
            <p:nvPr/>
          </p:nvSpPr>
          <p:spPr bwMode="auto">
            <a:xfrm>
              <a:off x="1390650" y="3787775"/>
              <a:ext cx="838200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b="0"/>
                <a:t>rear</a:t>
              </a:r>
            </a:p>
          </p:txBody>
        </p:sp>
        <p:sp>
          <p:nvSpPr>
            <p:cNvPr id="32801" name="Text Box 33"/>
            <p:cNvSpPr txBox="1">
              <a:spLocks noChangeArrowheads="1"/>
            </p:cNvSpPr>
            <p:nvPr/>
          </p:nvSpPr>
          <p:spPr bwMode="auto">
            <a:xfrm>
              <a:off x="1466850" y="2873375"/>
              <a:ext cx="762000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b="0"/>
                <a:t>front</a:t>
              </a:r>
            </a:p>
          </p:txBody>
        </p:sp>
        <p:sp>
          <p:nvSpPr>
            <p:cNvPr id="32802" name="Rectangle 34"/>
            <p:cNvSpPr>
              <a:spLocks noChangeArrowheads="1"/>
            </p:cNvSpPr>
            <p:nvPr/>
          </p:nvSpPr>
          <p:spPr bwMode="auto">
            <a:xfrm>
              <a:off x="1547813" y="2420938"/>
              <a:ext cx="457200" cy="457200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32803" name="Rectangle 35"/>
            <p:cNvSpPr>
              <a:spLocks noChangeArrowheads="1"/>
            </p:cNvSpPr>
            <p:nvPr/>
          </p:nvSpPr>
          <p:spPr bwMode="auto">
            <a:xfrm>
              <a:off x="1258888" y="2286000"/>
              <a:ext cx="1865312" cy="1905000"/>
            </a:xfrm>
            <a:prstGeom prst="rect">
              <a:avLst/>
            </a:prstGeom>
            <a:noFill/>
            <a:ln w="38100">
              <a:solidFill>
                <a:schemeClr val="accent2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32805" name="Rectangle 37"/>
            <p:cNvSpPr>
              <a:spLocks noChangeArrowheads="1"/>
            </p:cNvSpPr>
            <p:nvPr/>
          </p:nvSpPr>
          <p:spPr bwMode="auto">
            <a:xfrm>
              <a:off x="2362200" y="3352800"/>
              <a:ext cx="457200" cy="4572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32806" name="Text Box 38"/>
            <p:cNvSpPr txBox="1">
              <a:spLocks noChangeArrowheads="1"/>
            </p:cNvSpPr>
            <p:nvPr/>
          </p:nvSpPr>
          <p:spPr bwMode="auto">
            <a:xfrm>
              <a:off x="2438400" y="3429000"/>
              <a:ext cx="360363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>
                  <a:solidFill>
                    <a:schemeClr val="accent2"/>
                  </a:solidFill>
                </a:rPr>
                <a:t>5</a:t>
              </a:r>
            </a:p>
          </p:txBody>
        </p:sp>
        <p:sp>
          <p:nvSpPr>
            <p:cNvPr id="32807" name="Text Box 39"/>
            <p:cNvSpPr txBox="1">
              <a:spLocks noChangeArrowheads="1"/>
            </p:cNvSpPr>
            <p:nvPr/>
          </p:nvSpPr>
          <p:spPr bwMode="auto">
            <a:xfrm>
              <a:off x="2209800" y="2895600"/>
              <a:ext cx="914400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b="0"/>
                <a:t>queue</a:t>
              </a:r>
            </a:p>
          </p:txBody>
        </p:sp>
        <p:sp>
          <p:nvSpPr>
            <p:cNvPr id="32808" name="Rectangle 40"/>
            <p:cNvSpPr>
              <a:spLocks noChangeArrowheads="1"/>
            </p:cNvSpPr>
            <p:nvPr/>
          </p:nvSpPr>
          <p:spPr bwMode="auto">
            <a:xfrm>
              <a:off x="2362200" y="2438400"/>
              <a:ext cx="457200" cy="4572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32809" name="Text Box 41"/>
            <p:cNvSpPr txBox="1">
              <a:spLocks noChangeArrowheads="1"/>
            </p:cNvSpPr>
            <p:nvPr/>
          </p:nvSpPr>
          <p:spPr bwMode="auto">
            <a:xfrm>
              <a:off x="2209800" y="3810000"/>
              <a:ext cx="914400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b="0"/>
                <a:t>count</a:t>
              </a:r>
            </a:p>
          </p:txBody>
        </p:sp>
        <p:sp>
          <p:nvSpPr>
            <p:cNvPr id="32810" name="Text Box 42"/>
            <p:cNvSpPr txBox="1">
              <a:spLocks noChangeArrowheads="1"/>
            </p:cNvSpPr>
            <p:nvPr/>
          </p:nvSpPr>
          <p:spPr bwMode="auto">
            <a:xfrm>
              <a:off x="1619250" y="3406775"/>
              <a:ext cx="360363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>
                  <a:solidFill>
                    <a:schemeClr val="accent2"/>
                  </a:solidFill>
                </a:rPr>
                <a:t>8</a:t>
              </a:r>
            </a:p>
          </p:txBody>
        </p:sp>
        <p:sp>
          <p:nvSpPr>
            <p:cNvPr id="32811" name="Line 43"/>
            <p:cNvSpPr>
              <a:spLocks noChangeShapeType="1"/>
            </p:cNvSpPr>
            <p:nvPr/>
          </p:nvSpPr>
          <p:spPr bwMode="auto">
            <a:xfrm>
              <a:off x="2590800" y="2667000"/>
              <a:ext cx="1219200" cy="0"/>
            </a:xfrm>
            <a:prstGeom prst="line">
              <a:avLst/>
            </a:prstGeom>
            <a:noFill/>
            <a:ln w="38100">
              <a:solidFill>
                <a:schemeClr val="hlink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CA"/>
            </a:p>
          </p:txBody>
        </p:sp>
        <p:sp>
          <p:nvSpPr>
            <p:cNvPr id="32812" name="Text Box 44"/>
            <p:cNvSpPr txBox="1">
              <a:spLocks noChangeArrowheads="1"/>
            </p:cNvSpPr>
            <p:nvPr/>
          </p:nvSpPr>
          <p:spPr bwMode="auto">
            <a:xfrm>
              <a:off x="1619250" y="2492375"/>
              <a:ext cx="360363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>
                  <a:solidFill>
                    <a:schemeClr val="accent2"/>
                  </a:solidFill>
                </a:rPr>
                <a:t>3</a:t>
              </a:r>
            </a:p>
          </p:txBody>
        </p:sp>
        <p:sp>
          <p:nvSpPr>
            <p:cNvPr id="32827" name="Text Box 59"/>
            <p:cNvSpPr txBox="1">
              <a:spLocks noChangeArrowheads="1"/>
            </p:cNvSpPr>
            <p:nvPr/>
          </p:nvSpPr>
          <p:spPr bwMode="auto">
            <a:xfrm>
              <a:off x="4495800" y="3048000"/>
              <a:ext cx="360363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>
                  <a:solidFill>
                    <a:schemeClr val="accent2"/>
                  </a:solidFill>
                </a:rPr>
                <a:t>0</a:t>
              </a:r>
            </a:p>
          </p:txBody>
        </p:sp>
        <p:sp>
          <p:nvSpPr>
            <p:cNvPr id="32828" name="Text Box 60"/>
            <p:cNvSpPr txBox="1">
              <a:spLocks noChangeArrowheads="1"/>
            </p:cNvSpPr>
            <p:nvPr/>
          </p:nvSpPr>
          <p:spPr bwMode="auto">
            <a:xfrm>
              <a:off x="4800600" y="2743200"/>
              <a:ext cx="360363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>
                  <a:solidFill>
                    <a:schemeClr val="accent2"/>
                  </a:solidFill>
                </a:rPr>
                <a:t>1</a:t>
              </a:r>
            </a:p>
          </p:txBody>
        </p:sp>
        <p:sp>
          <p:nvSpPr>
            <p:cNvPr id="32829" name="Text Box 61"/>
            <p:cNvSpPr txBox="1">
              <a:spLocks noChangeArrowheads="1"/>
            </p:cNvSpPr>
            <p:nvPr/>
          </p:nvSpPr>
          <p:spPr bwMode="auto">
            <a:xfrm>
              <a:off x="5181600" y="2590800"/>
              <a:ext cx="360363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>
                  <a:solidFill>
                    <a:schemeClr val="accent2"/>
                  </a:solidFill>
                </a:rPr>
                <a:t>2</a:t>
              </a:r>
            </a:p>
          </p:txBody>
        </p:sp>
        <p:sp>
          <p:nvSpPr>
            <p:cNvPr id="32830" name="Text Box 62"/>
            <p:cNvSpPr txBox="1">
              <a:spLocks noChangeArrowheads="1"/>
            </p:cNvSpPr>
            <p:nvPr/>
          </p:nvSpPr>
          <p:spPr bwMode="auto">
            <a:xfrm>
              <a:off x="5638800" y="2590800"/>
              <a:ext cx="360363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>
                  <a:solidFill>
                    <a:schemeClr val="accent2"/>
                  </a:solidFill>
                </a:rPr>
                <a:t>3</a:t>
              </a:r>
            </a:p>
          </p:txBody>
        </p:sp>
        <p:sp>
          <p:nvSpPr>
            <p:cNvPr id="32831" name="Text Box 63"/>
            <p:cNvSpPr txBox="1">
              <a:spLocks noChangeArrowheads="1"/>
            </p:cNvSpPr>
            <p:nvPr/>
          </p:nvSpPr>
          <p:spPr bwMode="auto">
            <a:xfrm>
              <a:off x="6096000" y="2667000"/>
              <a:ext cx="360363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>
                  <a:solidFill>
                    <a:schemeClr val="accent2"/>
                  </a:solidFill>
                </a:rPr>
                <a:t>4</a:t>
              </a:r>
            </a:p>
          </p:txBody>
        </p:sp>
        <p:sp>
          <p:nvSpPr>
            <p:cNvPr id="32832" name="Text Box 64"/>
            <p:cNvSpPr txBox="1">
              <a:spLocks noChangeArrowheads="1"/>
            </p:cNvSpPr>
            <p:nvPr/>
          </p:nvSpPr>
          <p:spPr bwMode="auto">
            <a:xfrm>
              <a:off x="6477000" y="2971800"/>
              <a:ext cx="360363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>
                  <a:solidFill>
                    <a:schemeClr val="accent2"/>
                  </a:solidFill>
                </a:rPr>
                <a:t>5</a:t>
              </a:r>
            </a:p>
          </p:txBody>
        </p:sp>
        <p:sp>
          <p:nvSpPr>
            <p:cNvPr id="32833" name="Text Box 65"/>
            <p:cNvSpPr txBox="1">
              <a:spLocks noChangeArrowheads="1"/>
            </p:cNvSpPr>
            <p:nvPr/>
          </p:nvSpPr>
          <p:spPr bwMode="auto">
            <a:xfrm>
              <a:off x="6781800" y="3429000"/>
              <a:ext cx="360363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>
                  <a:solidFill>
                    <a:schemeClr val="accent2"/>
                  </a:solidFill>
                </a:rPr>
                <a:t>6</a:t>
              </a:r>
            </a:p>
          </p:txBody>
        </p:sp>
        <p:sp>
          <p:nvSpPr>
            <p:cNvPr id="32834" name="Text Box 66"/>
            <p:cNvSpPr txBox="1">
              <a:spLocks noChangeArrowheads="1"/>
            </p:cNvSpPr>
            <p:nvPr/>
          </p:nvSpPr>
          <p:spPr bwMode="auto">
            <a:xfrm>
              <a:off x="6781800" y="3886200"/>
              <a:ext cx="360363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>
                  <a:solidFill>
                    <a:schemeClr val="accent2"/>
                  </a:solidFill>
                </a:rPr>
                <a:t>7</a:t>
              </a:r>
            </a:p>
          </p:txBody>
        </p:sp>
        <p:sp>
          <p:nvSpPr>
            <p:cNvPr id="32835" name="Text Box 67"/>
            <p:cNvSpPr txBox="1">
              <a:spLocks noChangeArrowheads="1"/>
            </p:cNvSpPr>
            <p:nvPr/>
          </p:nvSpPr>
          <p:spPr bwMode="auto">
            <a:xfrm>
              <a:off x="6553200" y="4343400"/>
              <a:ext cx="360363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>
                  <a:solidFill>
                    <a:schemeClr val="accent2"/>
                  </a:solidFill>
                </a:rPr>
                <a:t>8</a:t>
              </a:r>
            </a:p>
          </p:txBody>
        </p:sp>
        <p:sp>
          <p:nvSpPr>
            <p:cNvPr id="32836" name="Text Box 68"/>
            <p:cNvSpPr txBox="1">
              <a:spLocks noChangeArrowheads="1"/>
            </p:cNvSpPr>
            <p:nvPr/>
          </p:nvSpPr>
          <p:spPr bwMode="auto">
            <a:xfrm>
              <a:off x="6248400" y="4648200"/>
              <a:ext cx="360363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>
                  <a:solidFill>
                    <a:schemeClr val="accent2"/>
                  </a:solidFill>
                </a:rPr>
                <a:t>9</a:t>
              </a:r>
            </a:p>
          </p:txBody>
        </p:sp>
        <p:sp>
          <p:nvSpPr>
            <p:cNvPr id="32837" name="Text Box 69"/>
            <p:cNvSpPr txBox="1">
              <a:spLocks noChangeArrowheads="1"/>
            </p:cNvSpPr>
            <p:nvPr/>
          </p:nvSpPr>
          <p:spPr bwMode="auto">
            <a:xfrm>
              <a:off x="5715000" y="4800600"/>
              <a:ext cx="533400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>
                  <a:solidFill>
                    <a:schemeClr val="accent2"/>
                  </a:solidFill>
                </a:rPr>
                <a:t>10</a:t>
              </a:r>
            </a:p>
          </p:txBody>
        </p:sp>
        <p:sp>
          <p:nvSpPr>
            <p:cNvPr id="32838" name="Text Box 70"/>
            <p:cNvSpPr txBox="1">
              <a:spLocks noChangeArrowheads="1"/>
            </p:cNvSpPr>
            <p:nvPr/>
          </p:nvSpPr>
          <p:spPr bwMode="auto">
            <a:xfrm>
              <a:off x="4267200" y="3505200"/>
              <a:ext cx="685800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>
                  <a:solidFill>
                    <a:schemeClr val="accent2"/>
                  </a:solidFill>
                </a:rPr>
                <a:t>n-1</a:t>
              </a:r>
            </a:p>
          </p:txBody>
        </p:sp>
        <p:sp>
          <p:nvSpPr>
            <p:cNvPr id="32839" name="Text Box 71"/>
            <p:cNvSpPr txBox="1">
              <a:spLocks noChangeArrowheads="1"/>
            </p:cNvSpPr>
            <p:nvPr/>
          </p:nvSpPr>
          <p:spPr bwMode="auto">
            <a:xfrm>
              <a:off x="4267200" y="3886200"/>
              <a:ext cx="685800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>
                  <a:solidFill>
                    <a:schemeClr val="accent2"/>
                  </a:solidFill>
                </a:rPr>
                <a:t>n-2</a:t>
              </a:r>
            </a:p>
          </p:txBody>
        </p:sp>
        <p:sp>
          <p:nvSpPr>
            <p:cNvPr id="32840" name="Text Box 72"/>
            <p:cNvSpPr txBox="1">
              <a:spLocks noChangeArrowheads="1"/>
            </p:cNvSpPr>
            <p:nvPr/>
          </p:nvSpPr>
          <p:spPr bwMode="auto">
            <a:xfrm>
              <a:off x="4495800" y="4343400"/>
              <a:ext cx="685800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>
                  <a:solidFill>
                    <a:schemeClr val="accent2"/>
                  </a:solidFill>
                </a:rPr>
                <a:t>n-3</a:t>
              </a:r>
            </a:p>
          </p:txBody>
        </p:sp>
        <p:sp>
          <p:nvSpPr>
            <p:cNvPr id="32841" name="Text Box 73"/>
            <p:cNvSpPr txBox="1">
              <a:spLocks noChangeArrowheads="1"/>
            </p:cNvSpPr>
            <p:nvPr/>
          </p:nvSpPr>
          <p:spPr bwMode="auto">
            <a:xfrm>
              <a:off x="4495800" y="4648200"/>
              <a:ext cx="304800" cy="10064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 eaLnBrk="0" hangingPunct="0">
                <a:spcBef>
                  <a:spcPct val="50000"/>
                </a:spcBef>
              </a:pPr>
              <a:r>
                <a:rPr lang="en-US" sz="6000" b="0">
                  <a:solidFill>
                    <a:schemeClr val="accent2"/>
                  </a:solidFill>
                  <a:latin typeface="Times" pitchFamily="18" charset="0"/>
                </a:rPr>
                <a:t>.</a:t>
              </a:r>
            </a:p>
          </p:txBody>
        </p:sp>
        <p:sp>
          <p:nvSpPr>
            <p:cNvPr id="32842" name="Text Box 74"/>
            <p:cNvSpPr txBox="1">
              <a:spLocks noChangeArrowheads="1"/>
            </p:cNvSpPr>
            <p:nvPr/>
          </p:nvSpPr>
          <p:spPr bwMode="auto">
            <a:xfrm>
              <a:off x="5105400" y="4876800"/>
              <a:ext cx="304800" cy="10064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 eaLnBrk="0" hangingPunct="0">
                <a:spcBef>
                  <a:spcPct val="50000"/>
                </a:spcBef>
              </a:pPr>
              <a:r>
                <a:rPr lang="en-US" sz="6000" b="0">
                  <a:solidFill>
                    <a:schemeClr val="accent2"/>
                  </a:solidFill>
                  <a:latin typeface="Times" pitchFamily="18" charset="0"/>
                </a:rPr>
                <a:t>.</a:t>
              </a:r>
            </a:p>
          </p:txBody>
        </p:sp>
        <p:sp>
          <p:nvSpPr>
            <p:cNvPr id="32843" name="Text Box 75"/>
            <p:cNvSpPr txBox="1">
              <a:spLocks noChangeArrowheads="1"/>
            </p:cNvSpPr>
            <p:nvPr/>
          </p:nvSpPr>
          <p:spPr bwMode="auto">
            <a:xfrm>
              <a:off x="4800600" y="4800600"/>
              <a:ext cx="304800" cy="10064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 eaLnBrk="0" hangingPunct="0">
                <a:spcBef>
                  <a:spcPct val="50000"/>
                </a:spcBef>
              </a:pPr>
              <a:r>
                <a:rPr lang="en-US" sz="6000" b="0">
                  <a:solidFill>
                    <a:schemeClr val="accent2"/>
                  </a:solidFill>
                  <a:latin typeface="Times" pitchFamily="18" charset="0"/>
                </a:rPr>
                <a:t>.</a:t>
              </a:r>
            </a:p>
          </p:txBody>
        </p:sp>
        <p:sp>
          <p:nvSpPr>
            <p:cNvPr id="32844" name="Rectangle 76"/>
            <p:cNvSpPr>
              <a:spLocks noChangeArrowheads="1"/>
            </p:cNvSpPr>
            <p:nvPr/>
          </p:nvSpPr>
          <p:spPr bwMode="auto">
            <a:xfrm>
              <a:off x="5867400" y="1295400"/>
              <a:ext cx="457200" cy="457200"/>
            </a:xfrm>
            <a:prstGeom prst="rect">
              <a:avLst/>
            </a:prstGeom>
            <a:solidFill>
              <a:schemeClr val="tx2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32845" name="Rectangle 77"/>
            <p:cNvSpPr>
              <a:spLocks noChangeArrowheads="1"/>
            </p:cNvSpPr>
            <p:nvPr/>
          </p:nvSpPr>
          <p:spPr bwMode="auto">
            <a:xfrm>
              <a:off x="6858000" y="1524000"/>
              <a:ext cx="457200" cy="457200"/>
            </a:xfrm>
            <a:prstGeom prst="rect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32846" name="Rectangle 78"/>
            <p:cNvSpPr>
              <a:spLocks noChangeArrowheads="1"/>
            </p:cNvSpPr>
            <p:nvPr/>
          </p:nvSpPr>
          <p:spPr bwMode="auto">
            <a:xfrm>
              <a:off x="7696200" y="2133600"/>
              <a:ext cx="457200" cy="457200"/>
            </a:xfrm>
            <a:prstGeom prst="rect">
              <a:avLst/>
            </a:prstGeom>
            <a:solidFill>
              <a:schemeClr val="bg2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32847" name="Rectangle 79"/>
            <p:cNvSpPr>
              <a:spLocks noChangeArrowheads="1"/>
            </p:cNvSpPr>
            <p:nvPr/>
          </p:nvSpPr>
          <p:spPr bwMode="auto">
            <a:xfrm>
              <a:off x="8153400" y="3200400"/>
              <a:ext cx="457200" cy="457200"/>
            </a:xfrm>
            <a:prstGeom prst="rect">
              <a:avLst/>
            </a:prstGeom>
            <a:solidFill>
              <a:schemeClr val="hlink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32848" name="Line 80"/>
            <p:cNvSpPr>
              <a:spLocks noChangeShapeType="1"/>
            </p:cNvSpPr>
            <p:nvPr/>
          </p:nvSpPr>
          <p:spPr bwMode="auto">
            <a:xfrm flipV="1">
              <a:off x="5943600" y="1752600"/>
              <a:ext cx="152400" cy="457200"/>
            </a:xfrm>
            <a:prstGeom prst="line">
              <a:avLst/>
            </a:prstGeom>
            <a:noFill/>
            <a:ln w="38100">
              <a:solidFill>
                <a:schemeClr val="hlink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CA"/>
            </a:p>
          </p:txBody>
        </p:sp>
        <p:sp>
          <p:nvSpPr>
            <p:cNvPr id="32849" name="Line 81"/>
            <p:cNvSpPr>
              <a:spLocks noChangeShapeType="1"/>
            </p:cNvSpPr>
            <p:nvPr/>
          </p:nvSpPr>
          <p:spPr bwMode="auto">
            <a:xfrm flipV="1">
              <a:off x="6629400" y="1981200"/>
              <a:ext cx="381000" cy="457200"/>
            </a:xfrm>
            <a:prstGeom prst="line">
              <a:avLst/>
            </a:prstGeom>
            <a:noFill/>
            <a:ln w="38100">
              <a:solidFill>
                <a:schemeClr val="hlink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CA"/>
            </a:p>
          </p:txBody>
        </p:sp>
        <p:sp>
          <p:nvSpPr>
            <p:cNvPr id="32850" name="Line 82"/>
            <p:cNvSpPr>
              <a:spLocks noChangeShapeType="1"/>
            </p:cNvSpPr>
            <p:nvPr/>
          </p:nvSpPr>
          <p:spPr bwMode="auto">
            <a:xfrm flipV="1">
              <a:off x="7086600" y="2438400"/>
              <a:ext cx="609600" cy="457200"/>
            </a:xfrm>
            <a:prstGeom prst="line">
              <a:avLst/>
            </a:prstGeom>
            <a:noFill/>
            <a:ln w="38100">
              <a:solidFill>
                <a:schemeClr val="hlink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CA"/>
            </a:p>
          </p:txBody>
        </p:sp>
        <p:sp>
          <p:nvSpPr>
            <p:cNvPr id="32851" name="Line 83"/>
            <p:cNvSpPr>
              <a:spLocks noChangeShapeType="1"/>
            </p:cNvSpPr>
            <p:nvPr/>
          </p:nvSpPr>
          <p:spPr bwMode="auto">
            <a:xfrm flipV="1">
              <a:off x="7543800" y="3429000"/>
              <a:ext cx="609600" cy="76200"/>
            </a:xfrm>
            <a:prstGeom prst="line">
              <a:avLst/>
            </a:prstGeom>
            <a:noFill/>
            <a:ln w="38100">
              <a:solidFill>
                <a:schemeClr val="hlink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CA"/>
            </a:p>
          </p:txBody>
        </p:sp>
        <p:sp>
          <p:nvSpPr>
            <p:cNvPr id="32853" name="Rectangle 85"/>
            <p:cNvSpPr>
              <a:spLocks noChangeArrowheads="1"/>
            </p:cNvSpPr>
            <p:nvPr/>
          </p:nvSpPr>
          <p:spPr bwMode="auto">
            <a:xfrm>
              <a:off x="8077200" y="4114800"/>
              <a:ext cx="457200" cy="457200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32854" name="Line 86"/>
            <p:cNvSpPr>
              <a:spLocks noChangeShapeType="1"/>
            </p:cNvSpPr>
            <p:nvPr/>
          </p:nvSpPr>
          <p:spPr bwMode="auto">
            <a:xfrm>
              <a:off x="7467600" y="4191000"/>
              <a:ext cx="609600" cy="76200"/>
            </a:xfrm>
            <a:prstGeom prst="line">
              <a:avLst/>
            </a:prstGeom>
            <a:noFill/>
            <a:ln w="38100">
              <a:solidFill>
                <a:schemeClr val="hlink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CA"/>
            </a:p>
          </p:txBody>
        </p:sp>
        <p:sp>
          <p:nvSpPr>
            <p:cNvPr id="32855" name="Text Box 87"/>
            <p:cNvSpPr txBox="1">
              <a:spLocks noChangeArrowheads="1"/>
            </p:cNvSpPr>
            <p:nvPr/>
          </p:nvSpPr>
          <p:spPr bwMode="auto">
            <a:xfrm>
              <a:off x="179388" y="3068638"/>
              <a:ext cx="674687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 eaLnBrk="0" hangingPunct="0">
                <a:spcBef>
                  <a:spcPct val="50000"/>
                </a:spcBef>
              </a:pPr>
              <a:r>
                <a:rPr lang="en-US">
                  <a:solidFill>
                    <a:schemeClr val="accent2"/>
                  </a:solidFill>
                </a:rPr>
                <a:t>cq</a:t>
              </a:r>
            </a:p>
          </p:txBody>
        </p:sp>
        <p:sp>
          <p:nvSpPr>
            <p:cNvPr id="32856" name="Rectangle 88"/>
            <p:cNvSpPr>
              <a:spLocks noChangeArrowheads="1"/>
            </p:cNvSpPr>
            <p:nvPr/>
          </p:nvSpPr>
          <p:spPr bwMode="auto">
            <a:xfrm>
              <a:off x="611188" y="3068638"/>
              <a:ext cx="457200" cy="4572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32857" name="Line 89"/>
            <p:cNvSpPr>
              <a:spLocks noChangeShapeType="1"/>
            </p:cNvSpPr>
            <p:nvPr/>
          </p:nvSpPr>
          <p:spPr bwMode="auto">
            <a:xfrm>
              <a:off x="809625" y="3284538"/>
              <a:ext cx="457200" cy="0"/>
            </a:xfrm>
            <a:prstGeom prst="line">
              <a:avLst/>
            </a:prstGeom>
            <a:noFill/>
            <a:ln w="38100">
              <a:solidFill>
                <a:srgbClr val="339966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CA"/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6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 Queue Straddling the End of a Circular Array</a:t>
            </a:r>
          </a:p>
        </p:txBody>
      </p:sp>
      <p:grpSp>
        <p:nvGrpSpPr>
          <p:cNvPr id="2" name="Group 1" descr="Depicts a circular array with spots numbered 0 thru 99 and with spot 99 next to spot 0. It stores four values, red, blue, green, and cream, at spots 98 thru 1.&#10;&#10;Variables:&#10;queue = the array&#10;front = 98&#10;rear = 2 (just after cream element)&#10;count = 4">
            <a:extLst>
              <a:ext uri="{FF2B5EF4-FFF2-40B4-BE49-F238E27FC236}">
                <a16:creationId xmlns:a16="http://schemas.microsoft.com/office/drawing/2014/main" id="{BAFDB36E-6397-26BB-EBB6-CDC6E5C43134}"/>
              </a:ext>
            </a:extLst>
          </p:cNvPr>
          <p:cNvGrpSpPr/>
          <p:nvPr/>
        </p:nvGrpSpPr>
        <p:grpSpPr>
          <a:xfrm>
            <a:off x="250825" y="1665312"/>
            <a:ext cx="8175625" cy="4572000"/>
            <a:chOff x="250825" y="1422400"/>
            <a:chExt cx="8175625" cy="4572000"/>
          </a:xfrm>
        </p:grpSpPr>
        <p:sp>
          <p:nvSpPr>
            <p:cNvPr id="62467" name="Oval 3"/>
            <p:cNvSpPr>
              <a:spLocks noChangeArrowheads="1"/>
            </p:cNvSpPr>
            <p:nvPr/>
          </p:nvSpPr>
          <p:spPr bwMode="auto">
            <a:xfrm>
              <a:off x="4006850" y="1879600"/>
              <a:ext cx="4419600" cy="4114800"/>
            </a:xfrm>
            <a:prstGeom prst="ellipse">
              <a:avLst/>
            </a:prstGeom>
            <a:solidFill>
              <a:schemeClr val="bg2"/>
            </a:solidFill>
            <a:ln w="3810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62468" name="Oval 4"/>
            <p:cNvSpPr>
              <a:spLocks noChangeArrowheads="1"/>
            </p:cNvSpPr>
            <p:nvPr/>
          </p:nvSpPr>
          <p:spPr bwMode="auto">
            <a:xfrm>
              <a:off x="4768850" y="2489200"/>
              <a:ext cx="2971800" cy="2819400"/>
            </a:xfrm>
            <a:prstGeom prst="ellipse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62469" name="Line 5"/>
            <p:cNvSpPr>
              <a:spLocks noChangeShapeType="1"/>
            </p:cNvSpPr>
            <p:nvPr/>
          </p:nvSpPr>
          <p:spPr bwMode="auto">
            <a:xfrm flipH="1">
              <a:off x="4006850" y="3860800"/>
              <a:ext cx="762000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CA"/>
            </a:p>
          </p:txBody>
        </p:sp>
        <p:sp>
          <p:nvSpPr>
            <p:cNvPr id="62470" name="Line 6"/>
            <p:cNvSpPr>
              <a:spLocks noChangeShapeType="1"/>
            </p:cNvSpPr>
            <p:nvPr/>
          </p:nvSpPr>
          <p:spPr bwMode="auto">
            <a:xfrm>
              <a:off x="7740650" y="3860800"/>
              <a:ext cx="685800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CA"/>
            </a:p>
          </p:txBody>
        </p:sp>
        <p:sp>
          <p:nvSpPr>
            <p:cNvPr id="62471" name="Line 7"/>
            <p:cNvSpPr>
              <a:spLocks noChangeShapeType="1"/>
            </p:cNvSpPr>
            <p:nvPr/>
          </p:nvSpPr>
          <p:spPr bwMode="auto">
            <a:xfrm>
              <a:off x="6216650" y="1879600"/>
              <a:ext cx="0" cy="60960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CA"/>
            </a:p>
          </p:txBody>
        </p:sp>
        <p:sp>
          <p:nvSpPr>
            <p:cNvPr id="62472" name="Line 8"/>
            <p:cNvSpPr>
              <a:spLocks noChangeShapeType="1"/>
            </p:cNvSpPr>
            <p:nvPr/>
          </p:nvSpPr>
          <p:spPr bwMode="auto">
            <a:xfrm>
              <a:off x="6216650" y="5308600"/>
              <a:ext cx="0" cy="68580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CA"/>
            </a:p>
          </p:txBody>
        </p:sp>
        <p:sp>
          <p:nvSpPr>
            <p:cNvPr id="62473" name="Line 9"/>
            <p:cNvSpPr>
              <a:spLocks noChangeShapeType="1"/>
            </p:cNvSpPr>
            <p:nvPr/>
          </p:nvSpPr>
          <p:spPr bwMode="auto">
            <a:xfrm>
              <a:off x="4768850" y="2413000"/>
              <a:ext cx="457200" cy="45720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CA"/>
            </a:p>
          </p:txBody>
        </p:sp>
        <p:sp>
          <p:nvSpPr>
            <p:cNvPr id="62474" name="Line 10"/>
            <p:cNvSpPr>
              <a:spLocks noChangeShapeType="1"/>
            </p:cNvSpPr>
            <p:nvPr/>
          </p:nvSpPr>
          <p:spPr bwMode="auto">
            <a:xfrm>
              <a:off x="7359650" y="4851400"/>
              <a:ext cx="533400" cy="45720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CA"/>
            </a:p>
          </p:txBody>
        </p:sp>
        <p:sp>
          <p:nvSpPr>
            <p:cNvPr id="62475" name="Line 11"/>
            <p:cNvSpPr>
              <a:spLocks noChangeShapeType="1"/>
            </p:cNvSpPr>
            <p:nvPr/>
          </p:nvSpPr>
          <p:spPr bwMode="auto">
            <a:xfrm flipH="1">
              <a:off x="4616450" y="4851400"/>
              <a:ext cx="533400" cy="53340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CA"/>
            </a:p>
          </p:txBody>
        </p:sp>
        <p:sp>
          <p:nvSpPr>
            <p:cNvPr id="62476" name="Line 12"/>
            <p:cNvSpPr>
              <a:spLocks noChangeShapeType="1"/>
            </p:cNvSpPr>
            <p:nvPr/>
          </p:nvSpPr>
          <p:spPr bwMode="auto">
            <a:xfrm flipH="1">
              <a:off x="7207250" y="2336800"/>
              <a:ext cx="457200" cy="45720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CA"/>
            </a:p>
          </p:txBody>
        </p:sp>
        <p:sp>
          <p:nvSpPr>
            <p:cNvPr id="62477" name="Line 13"/>
            <p:cNvSpPr>
              <a:spLocks noChangeShapeType="1"/>
            </p:cNvSpPr>
            <p:nvPr/>
          </p:nvSpPr>
          <p:spPr bwMode="auto">
            <a:xfrm>
              <a:off x="5454650" y="2032000"/>
              <a:ext cx="228600" cy="60960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CA"/>
            </a:p>
          </p:txBody>
        </p:sp>
        <p:sp>
          <p:nvSpPr>
            <p:cNvPr id="62478" name="Line 14"/>
            <p:cNvSpPr>
              <a:spLocks noChangeShapeType="1"/>
            </p:cNvSpPr>
            <p:nvPr/>
          </p:nvSpPr>
          <p:spPr bwMode="auto">
            <a:xfrm>
              <a:off x="6826250" y="5232400"/>
              <a:ext cx="228600" cy="60960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CA"/>
            </a:p>
          </p:txBody>
        </p:sp>
        <p:sp>
          <p:nvSpPr>
            <p:cNvPr id="62479" name="Line 15"/>
            <p:cNvSpPr>
              <a:spLocks noChangeShapeType="1"/>
            </p:cNvSpPr>
            <p:nvPr/>
          </p:nvSpPr>
          <p:spPr bwMode="auto">
            <a:xfrm>
              <a:off x="4235450" y="3098800"/>
              <a:ext cx="685800" cy="30480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CA"/>
            </a:p>
          </p:txBody>
        </p:sp>
        <p:sp>
          <p:nvSpPr>
            <p:cNvPr id="62480" name="Line 16"/>
            <p:cNvSpPr>
              <a:spLocks noChangeShapeType="1"/>
            </p:cNvSpPr>
            <p:nvPr/>
          </p:nvSpPr>
          <p:spPr bwMode="auto">
            <a:xfrm>
              <a:off x="7664450" y="4394200"/>
              <a:ext cx="685800" cy="22860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CA"/>
            </a:p>
          </p:txBody>
        </p:sp>
        <p:sp>
          <p:nvSpPr>
            <p:cNvPr id="62481" name="Line 17"/>
            <p:cNvSpPr>
              <a:spLocks noChangeShapeType="1"/>
            </p:cNvSpPr>
            <p:nvPr/>
          </p:nvSpPr>
          <p:spPr bwMode="auto">
            <a:xfrm flipH="1">
              <a:off x="6750050" y="2032000"/>
              <a:ext cx="228600" cy="53340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CA"/>
            </a:p>
          </p:txBody>
        </p:sp>
        <p:sp>
          <p:nvSpPr>
            <p:cNvPr id="62482" name="Line 18"/>
            <p:cNvSpPr>
              <a:spLocks noChangeShapeType="1"/>
            </p:cNvSpPr>
            <p:nvPr/>
          </p:nvSpPr>
          <p:spPr bwMode="auto">
            <a:xfrm flipH="1">
              <a:off x="7588250" y="3022600"/>
              <a:ext cx="609600" cy="30480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CA"/>
            </a:p>
          </p:txBody>
        </p:sp>
        <p:sp>
          <p:nvSpPr>
            <p:cNvPr id="62483" name="Line 19"/>
            <p:cNvSpPr>
              <a:spLocks noChangeShapeType="1"/>
            </p:cNvSpPr>
            <p:nvPr/>
          </p:nvSpPr>
          <p:spPr bwMode="auto">
            <a:xfrm flipV="1">
              <a:off x="4159250" y="4394200"/>
              <a:ext cx="685800" cy="22860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CA"/>
            </a:p>
          </p:txBody>
        </p:sp>
        <p:sp>
          <p:nvSpPr>
            <p:cNvPr id="62484" name="Rectangle 20"/>
            <p:cNvSpPr>
              <a:spLocks noChangeArrowheads="1"/>
            </p:cNvSpPr>
            <p:nvPr/>
          </p:nvSpPr>
          <p:spPr bwMode="auto">
            <a:xfrm>
              <a:off x="1693863" y="3332163"/>
              <a:ext cx="457200" cy="4572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62485" name="Text Box 21"/>
            <p:cNvSpPr txBox="1">
              <a:spLocks noChangeArrowheads="1"/>
            </p:cNvSpPr>
            <p:nvPr/>
          </p:nvSpPr>
          <p:spPr bwMode="auto">
            <a:xfrm>
              <a:off x="1549400" y="3763963"/>
              <a:ext cx="838200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b="0"/>
                <a:t>rear</a:t>
              </a:r>
            </a:p>
          </p:txBody>
        </p:sp>
        <p:sp>
          <p:nvSpPr>
            <p:cNvPr id="62486" name="Text Box 22"/>
            <p:cNvSpPr txBox="1">
              <a:spLocks noChangeArrowheads="1"/>
            </p:cNvSpPr>
            <p:nvPr/>
          </p:nvSpPr>
          <p:spPr bwMode="auto">
            <a:xfrm>
              <a:off x="1549400" y="2898775"/>
              <a:ext cx="762000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b="0"/>
                <a:t>front</a:t>
              </a:r>
            </a:p>
          </p:txBody>
        </p:sp>
        <p:sp>
          <p:nvSpPr>
            <p:cNvPr id="62487" name="Rectangle 23"/>
            <p:cNvSpPr>
              <a:spLocks noChangeArrowheads="1"/>
            </p:cNvSpPr>
            <p:nvPr/>
          </p:nvSpPr>
          <p:spPr bwMode="auto">
            <a:xfrm>
              <a:off x="1693863" y="2395538"/>
              <a:ext cx="457200" cy="457200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62488" name="Rectangle 24"/>
            <p:cNvSpPr>
              <a:spLocks noChangeArrowheads="1"/>
            </p:cNvSpPr>
            <p:nvPr/>
          </p:nvSpPr>
          <p:spPr bwMode="auto">
            <a:xfrm>
              <a:off x="1404938" y="2260600"/>
              <a:ext cx="1839912" cy="1905000"/>
            </a:xfrm>
            <a:prstGeom prst="rect">
              <a:avLst/>
            </a:prstGeom>
            <a:noFill/>
            <a:ln w="38100">
              <a:solidFill>
                <a:schemeClr val="accent2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62490" name="Rectangle 26"/>
            <p:cNvSpPr>
              <a:spLocks noChangeArrowheads="1"/>
            </p:cNvSpPr>
            <p:nvPr/>
          </p:nvSpPr>
          <p:spPr bwMode="auto">
            <a:xfrm>
              <a:off x="2482850" y="3327400"/>
              <a:ext cx="457200" cy="4572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62491" name="Text Box 27"/>
            <p:cNvSpPr txBox="1">
              <a:spLocks noChangeArrowheads="1"/>
            </p:cNvSpPr>
            <p:nvPr/>
          </p:nvSpPr>
          <p:spPr bwMode="auto">
            <a:xfrm>
              <a:off x="2559050" y="3403600"/>
              <a:ext cx="360363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>
                  <a:solidFill>
                    <a:schemeClr val="accent2"/>
                  </a:solidFill>
                </a:rPr>
                <a:t>4</a:t>
              </a:r>
            </a:p>
          </p:txBody>
        </p:sp>
        <p:sp>
          <p:nvSpPr>
            <p:cNvPr id="62492" name="Text Box 28"/>
            <p:cNvSpPr txBox="1">
              <a:spLocks noChangeArrowheads="1"/>
            </p:cNvSpPr>
            <p:nvPr/>
          </p:nvSpPr>
          <p:spPr bwMode="auto">
            <a:xfrm>
              <a:off x="2330450" y="2870200"/>
              <a:ext cx="914400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b="0"/>
                <a:t>queue</a:t>
              </a:r>
            </a:p>
          </p:txBody>
        </p:sp>
        <p:sp>
          <p:nvSpPr>
            <p:cNvPr id="62493" name="Rectangle 29"/>
            <p:cNvSpPr>
              <a:spLocks noChangeArrowheads="1"/>
            </p:cNvSpPr>
            <p:nvPr/>
          </p:nvSpPr>
          <p:spPr bwMode="auto">
            <a:xfrm>
              <a:off x="2482850" y="2413000"/>
              <a:ext cx="457200" cy="4572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62494" name="Text Box 30"/>
            <p:cNvSpPr txBox="1">
              <a:spLocks noChangeArrowheads="1"/>
            </p:cNvSpPr>
            <p:nvPr/>
          </p:nvSpPr>
          <p:spPr bwMode="auto">
            <a:xfrm>
              <a:off x="2330450" y="3784600"/>
              <a:ext cx="914400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b="0"/>
                <a:t>count</a:t>
              </a:r>
            </a:p>
          </p:txBody>
        </p:sp>
        <p:sp>
          <p:nvSpPr>
            <p:cNvPr id="62495" name="Text Box 31"/>
            <p:cNvSpPr txBox="1">
              <a:spLocks noChangeArrowheads="1"/>
            </p:cNvSpPr>
            <p:nvPr/>
          </p:nvSpPr>
          <p:spPr bwMode="auto">
            <a:xfrm>
              <a:off x="1765300" y="3403600"/>
              <a:ext cx="360363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>
                  <a:solidFill>
                    <a:schemeClr val="accent2"/>
                  </a:solidFill>
                </a:rPr>
                <a:t>2</a:t>
              </a:r>
            </a:p>
          </p:txBody>
        </p:sp>
        <p:sp>
          <p:nvSpPr>
            <p:cNvPr id="62496" name="Line 32"/>
            <p:cNvSpPr>
              <a:spLocks noChangeShapeType="1"/>
            </p:cNvSpPr>
            <p:nvPr/>
          </p:nvSpPr>
          <p:spPr bwMode="auto">
            <a:xfrm>
              <a:off x="2711450" y="2641600"/>
              <a:ext cx="1600200" cy="304800"/>
            </a:xfrm>
            <a:prstGeom prst="line">
              <a:avLst/>
            </a:prstGeom>
            <a:noFill/>
            <a:ln w="38100">
              <a:solidFill>
                <a:schemeClr val="hlink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CA"/>
            </a:p>
          </p:txBody>
        </p:sp>
        <p:sp>
          <p:nvSpPr>
            <p:cNvPr id="62497" name="Text Box 33"/>
            <p:cNvSpPr txBox="1">
              <a:spLocks noChangeArrowheads="1"/>
            </p:cNvSpPr>
            <p:nvPr/>
          </p:nvSpPr>
          <p:spPr bwMode="auto">
            <a:xfrm>
              <a:off x="1693863" y="2466975"/>
              <a:ext cx="533400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>
                  <a:solidFill>
                    <a:schemeClr val="accent2"/>
                  </a:solidFill>
                </a:rPr>
                <a:t>98</a:t>
              </a:r>
            </a:p>
          </p:txBody>
        </p:sp>
        <p:sp>
          <p:nvSpPr>
            <p:cNvPr id="62498" name="Text Box 34"/>
            <p:cNvSpPr txBox="1">
              <a:spLocks noChangeArrowheads="1"/>
            </p:cNvSpPr>
            <p:nvPr/>
          </p:nvSpPr>
          <p:spPr bwMode="auto">
            <a:xfrm>
              <a:off x="5073650" y="3022600"/>
              <a:ext cx="360363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>
                  <a:solidFill>
                    <a:schemeClr val="accent2"/>
                  </a:solidFill>
                </a:rPr>
                <a:t>0</a:t>
              </a:r>
            </a:p>
          </p:txBody>
        </p:sp>
        <p:sp>
          <p:nvSpPr>
            <p:cNvPr id="62499" name="Text Box 35"/>
            <p:cNvSpPr txBox="1">
              <a:spLocks noChangeArrowheads="1"/>
            </p:cNvSpPr>
            <p:nvPr/>
          </p:nvSpPr>
          <p:spPr bwMode="auto">
            <a:xfrm>
              <a:off x="5378450" y="2717800"/>
              <a:ext cx="360363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>
                  <a:solidFill>
                    <a:schemeClr val="accent2"/>
                  </a:solidFill>
                </a:rPr>
                <a:t>1</a:t>
              </a:r>
            </a:p>
          </p:txBody>
        </p:sp>
        <p:sp>
          <p:nvSpPr>
            <p:cNvPr id="62500" name="Text Box 36"/>
            <p:cNvSpPr txBox="1">
              <a:spLocks noChangeArrowheads="1"/>
            </p:cNvSpPr>
            <p:nvPr/>
          </p:nvSpPr>
          <p:spPr bwMode="auto">
            <a:xfrm>
              <a:off x="5759450" y="2565400"/>
              <a:ext cx="360363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>
                  <a:solidFill>
                    <a:schemeClr val="accent2"/>
                  </a:solidFill>
                </a:rPr>
                <a:t>2</a:t>
              </a:r>
            </a:p>
          </p:txBody>
        </p:sp>
        <p:sp>
          <p:nvSpPr>
            <p:cNvPr id="62501" name="Text Box 37"/>
            <p:cNvSpPr txBox="1">
              <a:spLocks noChangeArrowheads="1"/>
            </p:cNvSpPr>
            <p:nvPr/>
          </p:nvSpPr>
          <p:spPr bwMode="auto">
            <a:xfrm>
              <a:off x="6216650" y="2565400"/>
              <a:ext cx="360363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>
                  <a:solidFill>
                    <a:schemeClr val="accent2"/>
                  </a:solidFill>
                </a:rPr>
                <a:t>3</a:t>
              </a:r>
            </a:p>
          </p:txBody>
        </p:sp>
        <p:sp>
          <p:nvSpPr>
            <p:cNvPr id="62502" name="Text Box 38"/>
            <p:cNvSpPr txBox="1">
              <a:spLocks noChangeArrowheads="1"/>
            </p:cNvSpPr>
            <p:nvPr/>
          </p:nvSpPr>
          <p:spPr bwMode="auto">
            <a:xfrm>
              <a:off x="6673850" y="2641600"/>
              <a:ext cx="360363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>
                  <a:solidFill>
                    <a:schemeClr val="accent2"/>
                  </a:solidFill>
                </a:rPr>
                <a:t>4</a:t>
              </a:r>
            </a:p>
          </p:txBody>
        </p:sp>
        <p:sp>
          <p:nvSpPr>
            <p:cNvPr id="62503" name="Text Box 39"/>
            <p:cNvSpPr txBox="1">
              <a:spLocks noChangeArrowheads="1"/>
            </p:cNvSpPr>
            <p:nvPr/>
          </p:nvSpPr>
          <p:spPr bwMode="auto">
            <a:xfrm>
              <a:off x="7054850" y="2946400"/>
              <a:ext cx="360363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>
                  <a:solidFill>
                    <a:schemeClr val="accent2"/>
                  </a:solidFill>
                </a:rPr>
                <a:t>5</a:t>
              </a:r>
            </a:p>
          </p:txBody>
        </p:sp>
        <p:sp>
          <p:nvSpPr>
            <p:cNvPr id="62504" name="Text Box 40"/>
            <p:cNvSpPr txBox="1">
              <a:spLocks noChangeArrowheads="1"/>
            </p:cNvSpPr>
            <p:nvPr/>
          </p:nvSpPr>
          <p:spPr bwMode="auto">
            <a:xfrm>
              <a:off x="7359650" y="3403600"/>
              <a:ext cx="360363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>
                  <a:solidFill>
                    <a:schemeClr val="accent2"/>
                  </a:solidFill>
                </a:rPr>
                <a:t>6</a:t>
              </a:r>
            </a:p>
          </p:txBody>
        </p:sp>
        <p:sp>
          <p:nvSpPr>
            <p:cNvPr id="62505" name="Text Box 41"/>
            <p:cNvSpPr txBox="1">
              <a:spLocks noChangeArrowheads="1"/>
            </p:cNvSpPr>
            <p:nvPr/>
          </p:nvSpPr>
          <p:spPr bwMode="auto">
            <a:xfrm>
              <a:off x="7359650" y="3860800"/>
              <a:ext cx="360363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>
                  <a:solidFill>
                    <a:schemeClr val="accent2"/>
                  </a:solidFill>
                </a:rPr>
                <a:t>7</a:t>
              </a:r>
            </a:p>
          </p:txBody>
        </p:sp>
        <p:sp>
          <p:nvSpPr>
            <p:cNvPr id="62506" name="Text Box 42"/>
            <p:cNvSpPr txBox="1">
              <a:spLocks noChangeArrowheads="1"/>
            </p:cNvSpPr>
            <p:nvPr/>
          </p:nvSpPr>
          <p:spPr bwMode="auto">
            <a:xfrm>
              <a:off x="7131050" y="4318000"/>
              <a:ext cx="360363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>
                  <a:solidFill>
                    <a:schemeClr val="accent2"/>
                  </a:solidFill>
                </a:rPr>
                <a:t>8</a:t>
              </a:r>
            </a:p>
          </p:txBody>
        </p:sp>
        <p:sp>
          <p:nvSpPr>
            <p:cNvPr id="62507" name="Text Box 43"/>
            <p:cNvSpPr txBox="1">
              <a:spLocks noChangeArrowheads="1"/>
            </p:cNvSpPr>
            <p:nvPr/>
          </p:nvSpPr>
          <p:spPr bwMode="auto">
            <a:xfrm>
              <a:off x="6826250" y="4622800"/>
              <a:ext cx="360363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>
                  <a:solidFill>
                    <a:schemeClr val="accent2"/>
                  </a:solidFill>
                </a:rPr>
                <a:t>9</a:t>
              </a:r>
            </a:p>
          </p:txBody>
        </p:sp>
        <p:sp>
          <p:nvSpPr>
            <p:cNvPr id="62508" name="Text Box 44"/>
            <p:cNvSpPr txBox="1">
              <a:spLocks noChangeArrowheads="1"/>
            </p:cNvSpPr>
            <p:nvPr/>
          </p:nvSpPr>
          <p:spPr bwMode="auto">
            <a:xfrm>
              <a:off x="6292850" y="4775200"/>
              <a:ext cx="533400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>
                  <a:solidFill>
                    <a:schemeClr val="accent2"/>
                  </a:solidFill>
                </a:rPr>
                <a:t>10</a:t>
              </a:r>
            </a:p>
          </p:txBody>
        </p:sp>
        <p:sp>
          <p:nvSpPr>
            <p:cNvPr id="62509" name="Text Box 45"/>
            <p:cNvSpPr txBox="1">
              <a:spLocks noChangeArrowheads="1"/>
            </p:cNvSpPr>
            <p:nvPr/>
          </p:nvSpPr>
          <p:spPr bwMode="auto">
            <a:xfrm>
              <a:off x="4845050" y="3479800"/>
              <a:ext cx="685800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>
                  <a:solidFill>
                    <a:schemeClr val="accent2"/>
                  </a:solidFill>
                </a:rPr>
                <a:t>99</a:t>
              </a:r>
            </a:p>
          </p:txBody>
        </p:sp>
        <p:sp>
          <p:nvSpPr>
            <p:cNvPr id="62510" name="Text Box 46"/>
            <p:cNvSpPr txBox="1">
              <a:spLocks noChangeArrowheads="1"/>
            </p:cNvSpPr>
            <p:nvPr/>
          </p:nvSpPr>
          <p:spPr bwMode="auto">
            <a:xfrm>
              <a:off x="4845050" y="3860800"/>
              <a:ext cx="685800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>
                  <a:solidFill>
                    <a:schemeClr val="accent2"/>
                  </a:solidFill>
                </a:rPr>
                <a:t>98</a:t>
              </a:r>
            </a:p>
          </p:txBody>
        </p:sp>
        <p:sp>
          <p:nvSpPr>
            <p:cNvPr id="62511" name="Text Box 47"/>
            <p:cNvSpPr txBox="1">
              <a:spLocks noChangeArrowheads="1"/>
            </p:cNvSpPr>
            <p:nvPr/>
          </p:nvSpPr>
          <p:spPr bwMode="auto">
            <a:xfrm>
              <a:off x="5073650" y="4318000"/>
              <a:ext cx="685800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>
                  <a:solidFill>
                    <a:schemeClr val="accent2"/>
                  </a:solidFill>
                </a:rPr>
                <a:t>97</a:t>
              </a:r>
            </a:p>
          </p:txBody>
        </p:sp>
        <p:sp>
          <p:nvSpPr>
            <p:cNvPr id="62512" name="Text Box 48"/>
            <p:cNvSpPr txBox="1">
              <a:spLocks noChangeArrowheads="1"/>
            </p:cNvSpPr>
            <p:nvPr/>
          </p:nvSpPr>
          <p:spPr bwMode="auto">
            <a:xfrm>
              <a:off x="5073650" y="4622800"/>
              <a:ext cx="304800" cy="10064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 eaLnBrk="0" hangingPunct="0">
                <a:spcBef>
                  <a:spcPct val="50000"/>
                </a:spcBef>
              </a:pPr>
              <a:r>
                <a:rPr lang="en-US" sz="6000" b="0">
                  <a:solidFill>
                    <a:schemeClr val="accent2"/>
                  </a:solidFill>
                  <a:latin typeface="Times" pitchFamily="18" charset="0"/>
                </a:rPr>
                <a:t>.</a:t>
              </a:r>
            </a:p>
          </p:txBody>
        </p:sp>
        <p:sp>
          <p:nvSpPr>
            <p:cNvPr id="62513" name="Text Box 49"/>
            <p:cNvSpPr txBox="1">
              <a:spLocks noChangeArrowheads="1"/>
            </p:cNvSpPr>
            <p:nvPr/>
          </p:nvSpPr>
          <p:spPr bwMode="auto">
            <a:xfrm>
              <a:off x="5683250" y="4851400"/>
              <a:ext cx="304800" cy="10064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 eaLnBrk="0" hangingPunct="0">
                <a:spcBef>
                  <a:spcPct val="50000"/>
                </a:spcBef>
              </a:pPr>
              <a:r>
                <a:rPr lang="en-US" sz="6000" b="0">
                  <a:solidFill>
                    <a:schemeClr val="accent2"/>
                  </a:solidFill>
                  <a:latin typeface="Times" pitchFamily="18" charset="0"/>
                </a:rPr>
                <a:t>.</a:t>
              </a:r>
            </a:p>
          </p:txBody>
        </p:sp>
        <p:sp>
          <p:nvSpPr>
            <p:cNvPr id="62514" name="Text Box 50"/>
            <p:cNvSpPr txBox="1">
              <a:spLocks noChangeArrowheads="1"/>
            </p:cNvSpPr>
            <p:nvPr/>
          </p:nvSpPr>
          <p:spPr bwMode="auto">
            <a:xfrm>
              <a:off x="5378450" y="4775200"/>
              <a:ext cx="304800" cy="10064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 eaLnBrk="0" hangingPunct="0">
                <a:spcBef>
                  <a:spcPct val="50000"/>
                </a:spcBef>
              </a:pPr>
              <a:r>
                <a:rPr lang="en-US" sz="6000" b="0">
                  <a:solidFill>
                    <a:schemeClr val="accent2"/>
                  </a:solidFill>
                  <a:latin typeface="Times" pitchFamily="18" charset="0"/>
                </a:rPr>
                <a:t>.</a:t>
              </a:r>
            </a:p>
          </p:txBody>
        </p:sp>
        <p:sp>
          <p:nvSpPr>
            <p:cNvPr id="62515" name="Rectangle 51"/>
            <p:cNvSpPr>
              <a:spLocks noChangeArrowheads="1"/>
            </p:cNvSpPr>
            <p:nvPr/>
          </p:nvSpPr>
          <p:spPr bwMode="auto">
            <a:xfrm>
              <a:off x="3397250" y="3098800"/>
              <a:ext cx="457200" cy="457200"/>
            </a:xfrm>
            <a:prstGeom prst="rect">
              <a:avLst/>
            </a:prstGeom>
            <a:solidFill>
              <a:schemeClr val="tx2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62516" name="Rectangle 52"/>
            <p:cNvSpPr>
              <a:spLocks noChangeArrowheads="1"/>
            </p:cNvSpPr>
            <p:nvPr/>
          </p:nvSpPr>
          <p:spPr bwMode="auto">
            <a:xfrm>
              <a:off x="3321050" y="4241800"/>
              <a:ext cx="457200" cy="457200"/>
            </a:xfrm>
            <a:prstGeom prst="rect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62517" name="Rectangle 53"/>
            <p:cNvSpPr>
              <a:spLocks noChangeArrowheads="1"/>
            </p:cNvSpPr>
            <p:nvPr/>
          </p:nvSpPr>
          <p:spPr bwMode="auto">
            <a:xfrm>
              <a:off x="4692650" y="1422400"/>
              <a:ext cx="457200" cy="457200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62518" name="Rectangle 54"/>
            <p:cNvSpPr>
              <a:spLocks noChangeArrowheads="1"/>
            </p:cNvSpPr>
            <p:nvPr/>
          </p:nvSpPr>
          <p:spPr bwMode="auto">
            <a:xfrm>
              <a:off x="3778250" y="2032000"/>
              <a:ext cx="457200" cy="457200"/>
            </a:xfrm>
            <a:prstGeom prst="rect">
              <a:avLst/>
            </a:prstGeom>
            <a:solidFill>
              <a:schemeClr val="hlink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62523" name="Line 59"/>
            <p:cNvSpPr>
              <a:spLocks noChangeShapeType="1"/>
            </p:cNvSpPr>
            <p:nvPr/>
          </p:nvSpPr>
          <p:spPr bwMode="auto">
            <a:xfrm flipH="1">
              <a:off x="3778250" y="4165600"/>
              <a:ext cx="685800" cy="304800"/>
            </a:xfrm>
            <a:prstGeom prst="line">
              <a:avLst/>
            </a:prstGeom>
            <a:noFill/>
            <a:ln w="38100">
              <a:solidFill>
                <a:schemeClr val="hlink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CA"/>
            </a:p>
          </p:txBody>
        </p:sp>
        <p:sp>
          <p:nvSpPr>
            <p:cNvPr id="62524" name="Line 60"/>
            <p:cNvSpPr>
              <a:spLocks noChangeShapeType="1"/>
            </p:cNvSpPr>
            <p:nvPr/>
          </p:nvSpPr>
          <p:spPr bwMode="auto">
            <a:xfrm flipH="1" flipV="1">
              <a:off x="3854450" y="3327400"/>
              <a:ext cx="533400" cy="152400"/>
            </a:xfrm>
            <a:prstGeom prst="line">
              <a:avLst/>
            </a:prstGeom>
            <a:noFill/>
            <a:ln w="38100">
              <a:solidFill>
                <a:schemeClr val="hlink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CA"/>
            </a:p>
          </p:txBody>
        </p:sp>
        <p:sp>
          <p:nvSpPr>
            <p:cNvPr id="62525" name="Line 61"/>
            <p:cNvSpPr>
              <a:spLocks noChangeShapeType="1"/>
            </p:cNvSpPr>
            <p:nvPr/>
          </p:nvSpPr>
          <p:spPr bwMode="auto">
            <a:xfrm flipH="1" flipV="1">
              <a:off x="4235450" y="2336800"/>
              <a:ext cx="533400" cy="533400"/>
            </a:xfrm>
            <a:prstGeom prst="line">
              <a:avLst/>
            </a:prstGeom>
            <a:noFill/>
            <a:ln w="38100">
              <a:solidFill>
                <a:schemeClr val="hlink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CA"/>
            </a:p>
          </p:txBody>
        </p:sp>
        <p:sp>
          <p:nvSpPr>
            <p:cNvPr id="62526" name="Line 62"/>
            <p:cNvSpPr>
              <a:spLocks noChangeShapeType="1"/>
            </p:cNvSpPr>
            <p:nvPr/>
          </p:nvSpPr>
          <p:spPr bwMode="auto">
            <a:xfrm flipH="1" flipV="1">
              <a:off x="4921250" y="1879600"/>
              <a:ext cx="304800" cy="533400"/>
            </a:xfrm>
            <a:prstGeom prst="line">
              <a:avLst/>
            </a:prstGeom>
            <a:noFill/>
            <a:ln w="38100">
              <a:solidFill>
                <a:schemeClr val="hlink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CA"/>
            </a:p>
          </p:txBody>
        </p:sp>
        <p:sp>
          <p:nvSpPr>
            <p:cNvPr id="62527" name="Text Box 63"/>
            <p:cNvSpPr txBox="1">
              <a:spLocks noChangeArrowheads="1"/>
            </p:cNvSpPr>
            <p:nvPr/>
          </p:nvSpPr>
          <p:spPr bwMode="auto">
            <a:xfrm>
              <a:off x="250825" y="3068638"/>
              <a:ext cx="863600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 eaLnBrk="0" hangingPunct="0">
                <a:spcBef>
                  <a:spcPct val="50000"/>
                </a:spcBef>
              </a:pPr>
              <a:r>
                <a:rPr lang="en-US">
                  <a:solidFill>
                    <a:schemeClr val="accent2"/>
                  </a:solidFill>
                </a:rPr>
                <a:t>cq</a:t>
              </a:r>
            </a:p>
          </p:txBody>
        </p:sp>
        <p:sp>
          <p:nvSpPr>
            <p:cNvPr id="62528" name="Rectangle 64"/>
            <p:cNvSpPr>
              <a:spLocks noChangeArrowheads="1"/>
            </p:cNvSpPr>
            <p:nvPr/>
          </p:nvSpPr>
          <p:spPr bwMode="auto">
            <a:xfrm>
              <a:off x="755650" y="3068638"/>
              <a:ext cx="457200" cy="4572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62529" name="Line 65"/>
            <p:cNvSpPr>
              <a:spLocks noChangeShapeType="1"/>
            </p:cNvSpPr>
            <p:nvPr/>
          </p:nvSpPr>
          <p:spPr bwMode="auto">
            <a:xfrm>
              <a:off x="971550" y="3284538"/>
              <a:ext cx="431800" cy="0"/>
            </a:xfrm>
            <a:prstGeom prst="line">
              <a:avLst/>
            </a:prstGeom>
            <a:noFill/>
            <a:ln w="38100">
              <a:solidFill>
                <a:srgbClr val="339966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CA"/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9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Circular Queue Drawn Linearly</a:t>
            </a:r>
          </a:p>
        </p:txBody>
      </p:sp>
      <p:sp>
        <p:nvSpPr>
          <p:cNvPr id="63585" name="Text Box 97"/>
          <p:cNvSpPr txBox="1">
            <a:spLocks noChangeArrowheads="1"/>
          </p:cNvSpPr>
          <p:nvPr/>
        </p:nvSpPr>
        <p:spPr bwMode="auto">
          <a:xfrm>
            <a:off x="2663863" y="1505817"/>
            <a:ext cx="4116487" cy="461665"/>
          </a:xfrm>
          <a:prstGeom prst="rect">
            <a:avLst/>
          </a:prstGeom>
          <a:solidFill>
            <a:schemeClr val="bg2"/>
          </a:solidFill>
          <a:ln w="38100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spcBef>
                <a:spcPct val="50000"/>
              </a:spcBef>
            </a:pPr>
            <a:r>
              <a:rPr lang="en-US" sz="2400" dirty="0"/>
              <a:t>Queue from previous slide</a:t>
            </a:r>
          </a:p>
        </p:txBody>
      </p:sp>
      <p:grpSp>
        <p:nvGrpSpPr>
          <p:cNvPr id="2" name="Group 1" descr="This is the same circular queue as the previous slide, but drawn as a normal linear array.&#10;It still has spots numbered 0 thru 99 and with spot 99 next to spot 0. It stores four values, red, blue, green, and cream, at spots 98 thru 1.&#10;&#10;Variables:&#10;queue = the array&#10;front = 98&#10;rear = 2 (just after cream element)&#10;count = 4">
            <a:extLst>
              <a:ext uri="{FF2B5EF4-FFF2-40B4-BE49-F238E27FC236}">
                <a16:creationId xmlns:a16="http://schemas.microsoft.com/office/drawing/2014/main" id="{01798224-C831-16C8-22B7-97680C6A13C8}"/>
              </a:ext>
            </a:extLst>
          </p:cNvPr>
          <p:cNvGrpSpPr/>
          <p:nvPr/>
        </p:nvGrpSpPr>
        <p:grpSpPr>
          <a:xfrm>
            <a:off x="325636" y="2476723"/>
            <a:ext cx="8278812" cy="3184525"/>
            <a:chOff x="179388" y="1844675"/>
            <a:chExt cx="8278812" cy="3184525"/>
          </a:xfrm>
        </p:grpSpPr>
        <p:sp>
          <p:nvSpPr>
            <p:cNvPr id="63508" name="Rectangle 20"/>
            <p:cNvSpPr>
              <a:spLocks noChangeArrowheads="1"/>
            </p:cNvSpPr>
            <p:nvPr/>
          </p:nvSpPr>
          <p:spPr bwMode="auto">
            <a:xfrm>
              <a:off x="1403350" y="2940050"/>
              <a:ext cx="457200" cy="4572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63509" name="Text Box 21"/>
            <p:cNvSpPr txBox="1">
              <a:spLocks noChangeArrowheads="1"/>
            </p:cNvSpPr>
            <p:nvPr/>
          </p:nvSpPr>
          <p:spPr bwMode="auto">
            <a:xfrm>
              <a:off x="1330325" y="3373438"/>
              <a:ext cx="838200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b="0"/>
                <a:t>rear</a:t>
              </a:r>
            </a:p>
          </p:txBody>
        </p:sp>
        <p:sp>
          <p:nvSpPr>
            <p:cNvPr id="63510" name="Text Box 22"/>
            <p:cNvSpPr txBox="1">
              <a:spLocks noChangeArrowheads="1"/>
            </p:cNvSpPr>
            <p:nvPr/>
          </p:nvSpPr>
          <p:spPr bwMode="auto">
            <a:xfrm>
              <a:off x="1330325" y="2436813"/>
              <a:ext cx="762000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b="0"/>
                <a:t>front</a:t>
              </a:r>
            </a:p>
          </p:txBody>
        </p:sp>
        <p:sp>
          <p:nvSpPr>
            <p:cNvPr id="63511" name="Rectangle 23"/>
            <p:cNvSpPr>
              <a:spLocks noChangeArrowheads="1"/>
            </p:cNvSpPr>
            <p:nvPr/>
          </p:nvSpPr>
          <p:spPr bwMode="auto">
            <a:xfrm>
              <a:off x="1403350" y="2005013"/>
              <a:ext cx="457200" cy="457200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63512" name="Rectangle 24"/>
            <p:cNvSpPr>
              <a:spLocks noChangeArrowheads="1"/>
            </p:cNvSpPr>
            <p:nvPr/>
          </p:nvSpPr>
          <p:spPr bwMode="auto">
            <a:xfrm>
              <a:off x="1258888" y="1844675"/>
              <a:ext cx="1695450" cy="1905000"/>
            </a:xfrm>
            <a:prstGeom prst="rect">
              <a:avLst/>
            </a:prstGeom>
            <a:noFill/>
            <a:ln w="38100">
              <a:solidFill>
                <a:schemeClr val="accent2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63514" name="Rectangle 26"/>
            <p:cNvSpPr>
              <a:spLocks noChangeArrowheads="1"/>
            </p:cNvSpPr>
            <p:nvPr/>
          </p:nvSpPr>
          <p:spPr bwMode="auto">
            <a:xfrm>
              <a:off x="2192338" y="2911475"/>
              <a:ext cx="457200" cy="4572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63515" name="Text Box 27"/>
            <p:cNvSpPr txBox="1">
              <a:spLocks noChangeArrowheads="1"/>
            </p:cNvSpPr>
            <p:nvPr/>
          </p:nvSpPr>
          <p:spPr bwMode="auto">
            <a:xfrm>
              <a:off x="2268538" y="2987675"/>
              <a:ext cx="360362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>
                  <a:solidFill>
                    <a:schemeClr val="accent2"/>
                  </a:solidFill>
                </a:rPr>
                <a:t>4</a:t>
              </a:r>
            </a:p>
          </p:txBody>
        </p:sp>
        <p:sp>
          <p:nvSpPr>
            <p:cNvPr id="63516" name="Text Box 28"/>
            <p:cNvSpPr txBox="1">
              <a:spLocks noChangeArrowheads="1"/>
            </p:cNvSpPr>
            <p:nvPr/>
          </p:nvSpPr>
          <p:spPr bwMode="auto">
            <a:xfrm>
              <a:off x="2039938" y="2454275"/>
              <a:ext cx="914400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b="0"/>
                <a:t>queue</a:t>
              </a:r>
            </a:p>
          </p:txBody>
        </p:sp>
        <p:sp>
          <p:nvSpPr>
            <p:cNvPr id="63517" name="Rectangle 29"/>
            <p:cNvSpPr>
              <a:spLocks noChangeArrowheads="1"/>
            </p:cNvSpPr>
            <p:nvPr/>
          </p:nvSpPr>
          <p:spPr bwMode="auto">
            <a:xfrm>
              <a:off x="2192338" y="1997075"/>
              <a:ext cx="457200" cy="4572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63518" name="Text Box 30"/>
            <p:cNvSpPr txBox="1">
              <a:spLocks noChangeArrowheads="1"/>
            </p:cNvSpPr>
            <p:nvPr/>
          </p:nvSpPr>
          <p:spPr bwMode="auto">
            <a:xfrm>
              <a:off x="2039938" y="3368675"/>
              <a:ext cx="914400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b="0"/>
                <a:t>count</a:t>
              </a:r>
            </a:p>
          </p:txBody>
        </p:sp>
        <p:sp>
          <p:nvSpPr>
            <p:cNvPr id="63519" name="Text Box 31"/>
            <p:cNvSpPr txBox="1">
              <a:spLocks noChangeArrowheads="1"/>
            </p:cNvSpPr>
            <p:nvPr/>
          </p:nvSpPr>
          <p:spPr bwMode="auto">
            <a:xfrm>
              <a:off x="1474788" y="3013075"/>
              <a:ext cx="360362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>
                  <a:solidFill>
                    <a:schemeClr val="accent2"/>
                  </a:solidFill>
                </a:rPr>
                <a:t>2</a:t>
              </a:r>
            </a:p>
          </p:txBody>
        </p:sp>
        <p:sp>
          <p:nvSpPr>
            <p:cNvPr id="63520" name="Line 32"/>
            <p:cNvSpPr>
              <a:spLocks noChangeShapeType="1"/>
            </p:cNvSpPr>
            <p:nvPr/>
          </p:nvSpPr>
          <p:spPr bwMode="auto">
            <a:xfrm>
              <a:off x="2484438" y="2205038"/>
              <a:ext cx="868362" cy="995362"/>
            </a:xfrm>
            <a:prstGeom prst="line">
              <a:avLst/>
            </a:prstGeom>
            <a:noFill/>
            <a:ln w="38100">
              <a:solidFill>
                <a:schemeClr val="hlink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CA"/>
            </a:p>
          </p:txBody>
        </p:sp>
        <p:sp>
          <p:nvSpPr>
            <p:cNvPr id="63521" name="Text Box 33"/>
            <p:cNvSpPr txBox="1">
              <a:spLocks noChangeArrowheads="1"/>
            </p:cNvSpPr>
            <p:nvPr/>
          </p:nvSpPr>
          <p:spPr bwMode="auto">
            <a:xfrm>
              <a:off x="1403350" y="2076450"/>
              <a:ext cx="533400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>
                  <a:solidFill>
                    <a:schemeClr val="accent2"/>
                  </a:solidFill>
                </a:rPr>
                <a:t>98</a:t>
              </a:r>
            </a:p>
          </p:txBody>
        </p:sp>
        <p:sp>
          <p:nvSpPr>
            <p:cNvPr id="63552" name="Text Box 64"/>
            <p:cNvSpPr txBox="1">
              <a:spLocks noChangeArrowheads="1"/>
            </p:cNvSpPr>
            <p:nvPr/>
          </p:nvSpPr>
          <p:spPr bwMode="auto">
            <a:xfrm>
              <a:off x="3352800" y="2590800"/>
              <a:ext cx="360363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>
                  <a:solidFill>
                    <a:schemeClr val="accent2"/>
                  </a:solidFill>
                </a:rPr>
                <a:t>0</a:t>
              </a:r>
            </a:p>
          </p:txBody>
        </p:sp>
        <p:sp>
          <p:nvSpPr>
            <p:cNvPr id="63553" name="Text Box 65"/>
            <p:cNvSpPr txBox="1">
              <a:spLocks noChangeArrowheads="1"/>
            </p:cNvSpPr>
            <p:nvPr/>
          </p:nvSpPr>
          <p:spPr bwMode="auto">
            <a:xfrm>
              <a:off x="5181600" y="2590800"/>
              <a:ext cx="360363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>
                  <a:solidFill>
                    <a:schemeClr val="accent2"/>
                  </a:solidFill>
                </a:rPr>
                <a:t>4</a:t>
              </a:r>
            </a:p>
          </p:txBody>
        </p:sp>
        <p:sp>
          <p:nvSpPr>
            <p:cNvPr id="63554" name="Text Box 66"/>
            <p:cNvSpPr txBox="1">
              <a:spLocks noChangeArrowheads="1"/>
            </p:cNvSpPr>
            <p:nvPr/>
          </p:nvSpPr>
          <p:spPr bwMode="auto">
            <a:xfrm>
              <a:off x="4724400" y="2590800"/>
              <a:ext cx="360363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>
                  <a:solidFill>
                    <a:schemeClr val="accent2"/>
                  </a:solidFill>
                </a:rPr>
                <a:t>3</a:t>
              </a:r>
            </a:p>
          </p:txBody>
        </p:sp>
        <p:sp>
          <p:nvSpPr>
            <p:cNvPr id="63555" name="Text Box 67"/>
            <p:cNvSpPr txBox="1">
              <a:spLocks noChangeArrowheads="1"/>
            </p:cNvSpPr>
            <p:nvPr/>
          </p:nvSpPr>
          <p:spPr bwMode="auto">
            <a:xfrm>
              <a:off x="4267200" y="2590800"/>
              <a:ext cx="360363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>
                  <a:solidFill>
                    <a:schemeClr val="accent2"/>
                  </a:solidFill>
                </a:rPr>
                <a:t>2</a:t>
              </a:r>
            </a:p>
          </p:txBody>
        </p:sp>
        <p:sp>
          <p:nvSpPr>
            <p:cNvPr id="63556" name="Text Box 68"/>
            <p:cNvSpPr txBox="1">
              <a:spLocks noChangeArrowheads="1"/>
            </p:cNvSpPr>
            <p:nvPr/>
          </p:nvSpPr>
          <p:spPr bwMode="auto">
            <a:xfrm>
              <a:off x="3810000" y="2590800"/>
              <a:ext cx="360363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>
                  <a:solidFill>
                    <a:schemeClr val="accent2"/>
                  </a:solidFill>
                </a:rPr>
                <a:t>1</a:t>
              </a:r>
            </a:p>
          </p:txBody>
        </p:sp>
        <p:sp>
          <p:nvSpPr>
            <p:cNvPr id="63560" name="Rectangle 72"/>
            <p:cNvSpPr>
              <a:spLocks noChangeArrowheads="1"/>
            </p:cNvSpPr>
            <p:nvPr/>
          </p:nvSpPr>
          <p:spPr bwMode="auto">
            <a:xfrm>
              <a:off x="3352800" y="2971800"/>
              <a:ext cx="457200" cy="457200"/>
            </a:xfrm>
            <a:prstGeom prst="rect">
              <a:avLst/>
            </a:prstGeom>
            <a:solidFill>
              <a:schemeClr val="bg2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63561" name="Rectangle 73"/>
            <p:cNvSpPr>
              <a:spLocks noChangeArrowheads="1"/>
            </p:cNvSpPr>
            <p:nvPr/>
          </p:nvSpPr>
          <p:spPr bwMode="auto">
            <a:xfrm>
              <a:off x="3810000" y="2971800"/>
              <a:ext cx="457200" cy="457200"/>
            </a:xfrm>
            <a:prstGeom prst="rect">
              <a:avLst/>
            </a:prstGeom>
            <a:solidFill>
              <a:schemeClr val="bg2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63562" name="Rectangle 74"/>
            <p:cNvSpPr>
              <a:spLocks noChangeArrowheads="1"/>
            </p:cNvSpPr>
            <p:nvPr/>
          </p:nvSpPr>
          <p:spPr bwMode="auto">
            <a:xfrm>
              <a:off x="4267200" y="2971800"/>
              <a:ext cx="457200" cy="4572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63563" name="Rectangle 75"/>
            <p:cNvSpPr>
              <a:spLocks noChangeArrowheads="1"/>
            </p:cNvSpPr>
            <p:nvPr/>
          </p:nvSpPr>
          <p:spPr bwMode="auto">
            <a:xfrm>
              <a:off x="4724400" y="2971800"/>
              <a:ext cx="457200" cy="4572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63564" name="Rectangle 76"/>
            <p:cNvSpPr>
              <a:spLocks noChangeArrowheads="1"/>
            </p:cNvSpPr>
            <p:nvPr/>
          </p:nvSpPr>
          <p:spPr bwMode="auto">
            <a:xfrm>
              <a:off x="5181600" y="2971800"/>
              <a:ext cx="457200" cy="4572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63565" name="Rectangle 77"/>
            <p:cNvSpPr>
              <a:spLocks noChangeArrowheads="1"/>
            </p:cNvSpPr>
            <p:nvPr/>
          </p:nvSpPr>
          <p:spPr bwMode="auto">
            <a:xfrm>
              <a:off x="6553200" y="2971800"/>
              <a:ext cx="457200" cy="4572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63566" name="Rectangle 78"/>
            <p:cNvSpPr>
              <a:spLocks noChangeArrowheads="1"/>
            </p:cNvSpPr>
            <p:nvPr/>
          </p:nvSpPr>
          <p:spPr bwMode="auto">
            <a:xfrm>
              <a:off x="7010400" y="2971800"/>
              <a:ext cx="457200" cy="4572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63567" name="Rectangle 79"/>
            <p:cNvSpPr>
              <a:spLocks noChangeArrowheads="1"/>
            </p:cNvSpPr>
            <p:nvPr/>
          </p:nvSpPr>
          <p:spPr bwMode="auto">
            <a:xfrm>
              <a:off x="7467600" y="2971800"/>
              <a:ext cx="457200" cy="457200"/>
            </a:xfrm>
            <a:prstGeom prst="rect">
              <a:avLst/>
            </a:prstGeom>
            <a:solidFill>
              <a:schemeClr val="bg2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63568" name="Rectangle 80"/>
            <p:cNvSpPr>
              <a:spLocks noChangeArrowheads="1"/>
            </p:cNvSpPr>
            <p:nvPr/>
          </p:nvSpPr>
          <p:spPr bwMode="auto">
            <a:xfrm>
              <a:off x="7924800" y="2971800"/>
              <a:ext cx="457200" cy="457200"/>
            </a:xfrm>
            <a:prstGeom prst="rect">
              <a:avLst/>
            </a:prstGeom>
            <a:solidFill>
              <a:schemeClr val="bg2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63569" name="Line 81"/>
            <p:cNvSpPr>
              <a:spLocks noChangeShapeType="1"/>
            </p:cNvSpPr>
            <p:nvPr/>
          </p:nvSpPr>
          <p:spPr bwMode="auto">
            <a:xfrm>
              <a:off x="5638800" y="2971800"/>
              <a:ext cx="9144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CA"/>
            </a:p>
          </p:txBody>
        </p:sp>
        <p:sp>
          <p:nvSpPr>
            <p:cNvPr id="63570" name="Line 82"/>
            <p:cNvSpPr>
              <a:spLocks noChangeShapeType="1"/>
            </p:cNvSpPr>
            <p:nvPr/>
          </p:nvSpPr>
          <p:spPr bwMode="auto">
            <a:xfrm>
              <a:off x="5638800" y="3429000"/>
              <a:ext cx="9144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CA"/>
            </a:p>
          </p:txBody>
        </p:sp>
        <p:sp>
          <p:nvSpPr>
            <p:cNvPr id="63571" name="Text Box 83"/>
            <p:cNvSpPr txBox="1">
              <a:spLocks noChangeArrowheads="1"/>
            </p:cNvSpPr>
            <p:nvPr/>
          </p:nvSpPr>
          <p:spPr bwMode="auto">
            <a:xfrm>
              <a:off x="6553200" y="2590800"/>
              <a:ext cx="533400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>
                  <a:solidFill>
                    <a:schemeClr val="accent2"/>
                  </a:solidFill>
                </a:rPr>
                <a:t>96</a:t>
              </a:r>
            </a:p>
          </p:txBody>
        </p:sp>
        <p:sp>
          <p:nvSpPr>
            <p:cNvPr id="63572" name="Text Box 84"/>
            <p:cNvSpPr txBox="1">
              <a:spLocks noChangeArrowheads="1"/>
            </p:cNvSpPr>
            <p:nvPr/>
          </p:nvSpPr>
          <p:spPr bwMode="auto">
            <a:xfrm>
              <a:off x="7010400" y="2590800"/>
              <a:ext cx="533400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>
                  <a:solidFill>
                    <a:schemeClr val="accent2"/>
                  </a:solidFill>
                </a:rPr>
                <a:t>97</a:t>
              </a:r>
            </a:p>
          </p:txBody>
        </p:sp>
        <p:sp>
          <p:nvSpPr>
            <p:cNvPr id="63573" name="Text Box 85"/>
            <p:cNvSpPr txBox="1">
              <a:spLocks noChangeArrowheads="1"/>
            </p:cNvSpPr>
            <p:nvPr/>
          </p:nvSpPr>
          <p:spPr bwMode="auto">
            <a:xfrm>
              <a:off x="7467600" y="2590800"/>
              <a:ext cx="533400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dirty="0">
                  <a:solidFill>
                    <a:schemeClr val="accent2"/>
                  </a:solidFill>
                </a:rPr>
                <a:t>98</a:t>
              </a:r>
            </a:p>
          </p:txBody>
        </p:sp>
        <p:sp>
          <p:nvSpPr>
            <p:cNvPr id="63574" name="Text Box 86"/>
            <p:cNvSpPr txBox="1">
              <a:spLocks noChangeArrowheads="1"/>
            </p:cNvSpPr>
            <p:nvPr/>
          </p:nvSpPr>
          <p:spPr bwMode="auto">
            <a:xfrm>
              <a:off x="7924800" y="2590800"/>
              <a:ext cx="533400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>
                  <a:solidFill>
                    <a:schemeClr val="accent2"/>
                  </a:solidFill>
                </a:rPr>
                <a:t>99</a:t>
              </a:r>
            </a:p>
          </p:txBody>
        </p:sp>
        <p:sp>
          <p:nvSpPr>
            <p:cNvPr id="63575" name="Text Box 87"/>
            <p:cNvSpPr txBox="1">
              <a:spLocks noChangeArrowheads="1"/>
            </p:cNvSpPr>
            <p:nvPr/>
          </p:nvSpPr>
          <p:spPr bwMode="auto">
            <a:xfrm>
              <a:off x="5715000" y="2667000"/>
              <a:ext cx="838200" cy="7016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 eaLnBrk="0" hangingPunct="0">
                <a:spcBef>
                  <a:spcPct val="50000"/>
                </a:spcBef>
              </a:pPr>
              <a:r>
                <a:rPr lang="en-US" sz="4000" b="0">
                  <a:solidFill>
                    <a:schemeClr val="accent2"/>
                  </a:solidFill>
                </a:rPr>
                <a:t>…</a:t>
              </a:r>
            </a:p>
          </p:txBody>
        </p:sp>
        <p:sp>
          <p:nvSpPr>
            <p:cNvPr id="63576" name="Rectangle 88"/>
            <p:cNvSpPr>
              <a:spLocks noChangeArrowheads="1"/>
            </p:cNvSpPr>
            <p:nvPr/>
          </p:nvSpPr>
          <p:spPr bwMode="auto">
            <a:xfrm>
              <a:off x="7467600" y="3733800"/>
              <a:ext cx="457200" cy="457200"/>
            </a:xfrm>
            <a:prstGeom prst="rect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63577" name="Rectangle 89"/>
            <p:cNvSpPr>
              <a:spLocks noChangeArrowheads="1"/>
            </p:cNvSpPr>
            <p:nvPr/>
          </p:nvSpPr>
          <p:spPr bwMode="auto">
            <a:xfrm>
              <a:off x="7924800" y="4572000"/>
              <a:ext cx="457200" cy="457200"/>
            </a:xfrm>
            <a:prstGeom prst="rect">
              <a:avLst/>
            </a:prstGeom>
            <a:solidFill>
              <a:schemeClr val="tx2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63578" name="Rectangle 90"/>
            <p:cNvSpPr>
              <a:spLocks noChangeArrowheads="1"/>
            </p:cNvSpPr>
            <p:nvPr/>
          </p:nvSpPr>
          <p:spPr bwMode="auto">
            <a:xfrm>
              <a:off x="3352800" y="3733800"/>
              <a:ext cx="457200" cy="457200"/>
            </a:xfrm>
            <a:prstGeom prst="rect">
              <a:avLst/>
            </a:prstGeom>
            <a:solidFill>
              <a:schemeClr val="hlink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63579" name="Rectangle 91"/>
            <p:cNvSpPr>
              <a:spLocks noChangeArrowheads="1"/>
            </p:cNvSpPr>
            <p:nvPr/>
          </p:nvSpPr>
          <p:spPr bwMode="auto">
            <a:xfrm>
              <a:off x="3810000" y="4572000"/>
              <a:ext cx="457200" cy="457200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63581" name="Line 93"/>
            <p:cNvSpPr>
              <a:spLocks noChangeShapeType="1"/>
            </p:cNvSpPr>
            <p:nvPr/>
          </p:nvSpPr>
          <p:spPr bwMode="auto">
            <a:xfrm>
              <a:off x="3581400" y="3200400"/>
              <a:ext cx="0" cy="533400"/>
            </a:xfrm>
            <a:prstGeom prst="line">
              <a:avLst/>
            </a:prstGeom>
            <a:noFill/>
            <a:ln w="38100">
              <a:solidFill>
                <a:schemeClr val="hlink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CA"/>
            </a:p>
          </p:txBody>
        </p:sp>
        <p:sp>
          <p:nvSpPr>
            <p:cNvPr id="63582" name="Line 94"/>
            <p:cNvSpPr>
              <a:spLocks noChangeShapeType="1"/>
            </p:cNvSpPr>
            <p:nvPr/>
          </p:nvSpPr>
          <p:spPr bwMode="auto">
            <a:xfrm>
              <a:off x="4038600" y="3200400"/>
              <a:ext cx="0" cy="1371600"/>
            </a:xfrm>
            <a:prstGeom prst="line">
              <a:avLst/>
            </a:prstGeom>
            <a:noFill/>
            <a:ln w="38100">
              <a:solidFill>
                <a:schemeClr val="hlink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CA"/>
            </a:p>
          </p:txBody>
        </p:sp>
        <p:sp>
          <p:nvSpPr>
            <p:cNvPr id="63583" name="Line 95"/>
            <p:cNvSpPr>
              <a:spLocks noChangeShapeType="1"/>
            </p:cNvSpPr>
            <p:nvPr/>
          </p:nvSpPr>
          <p:spPr bwMode="auto">
            <a:xfrm>
              <a:off x="8153400" y="3200400"/>
              <a:ext cx="0" cy="1371600"/>
            </a:xfrm>
            <a:prstGeom prst="line">
              <a:avLst/>
            </a:prstGeom>
            <a:noFill/>
            <a:ln w="38100">
              <a:solidFill>
                <a:schemeClr val="hlink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CA"/>
            </a:p>
          </p:txBody>
        </p:sp>
        <p:sp>
          <p:nvSpPr>
            <p:cNvPr id="63584" name="Line 96"/>
            <p:cNvSpPr>
              <a:spLocks noChangeShapeType="1"/>
            </p:cNvSpPr>
            <p:nvPr/>
          </p:nvSpPr>
          <p:spPr bwMode="auto">
            <a:xfrm>
              <a:off x="7696200" y="3200400"/>
              <a:ext cx="0" cy="533400"/>
            </a:xfrm>
            <a:prstGeom prst="line">
              <a:avLst/>
            </a:prstGeom>
            <a:noFill/>
            <a:ln w="38100">
              <a:solidFill>
                <a:schemeClr val="hlink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CA"/>
            </a:p>
          </p:txBody>
        </p:sp>
        <p:sp>
          <p:nvSpPr>
            <p:cNvPr id="63586" name="Text Box 98"/>
            <p:cNvSpPr txBox="1">
              <a:spLocks noChangeArrowheads="1"/>
            </p:cNvSpPr>
            <p:nvPr/>
          </p:nvSpPr>
          <p:spPr bwMode="auto">
            <a:xfrm>
              <a:off x="179388" y="2492375"/>
              <a:ext cx="863600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 eaLnBrk="0" hangingPunct="0">
                <a:spcBef>
                  <a:spcPct val="50000"/>
                </a:spcBef>
              </a:pPr>
              <a:r>
                <a:rPr lang="en-US">
                  <a:solidFill>
                    <a:schemeClr val="accent2"/>
                  </a:solidFill>
                </a:rPr>
                <a:t>cq</a:t>
              </a:r>
            </a:p>
          </p:txBody>
        </p:sp>
        <p:sp>
          <p:nvSpPr>
            <p:cNvPr id="63587" name="Rectangle 99"/>
            <p:cNvSpPr>
              <a:spLocks noChangeArrowheads="1"/>
            </p:cNvSpPr>
            <p:nvPr/>
          </p:nvSpPr>
          <p:spPr bwMode="auto">
            <a:xfrm>
              <a:off x="611188" y="2492375"/>
              <a:ext cx="457200" cy="4572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63588" name="Line 100"/>
            <p:cNvSpPr>
              <a:spLocks noChangeShapeType="1"/>
            </p:cNvSpPr>
            <p:nvPr/>
          </p:nvSpPr>
          <p:spPr bwMode="auto">
            <a:xfrm>
              <a:off x="827088" y="2708275"/>
              <a:ext cx="431800" cy="0"/>
            </a:xfrm>
            <a:prstGeom prst="line">
              <a:avLst/>
            </a:prstGeom>
            <a:noFill/>
            <a:ln w="38100">
              <a:solidFill>
                <a:srgbClr val="339966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CA"/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err="1"/>
              <a:t>Enquing</a:t>
            </a:r>
            <a:r>
              <a:rPr lang="en-US" b="1" dirty="0"/>
              <a:t> an item</a:t>
            </a:r>
          </a:p>
        </p:txBody>
      </p:sp>
      <p:sp>
        <p:nvSpPr>
          <p:cNvPr id="6451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09600" y="1447800"/>
            <a:ext cx="8382000" cy="4648200"/>
          </a:xfrm>
        </p:spPr>
        <p:txBody>
          <a:bodyPr/>
          <a:lstStyle/>
          <a:p>
            <a:r>
              <a:rPr lang="en-US" dirty="0"/>
              <a:t>Increment the value of </a:t>
            </a:r>
            <a:r>
              <a:rPr lang="en-US" b="1" dirty="0">
                <a:solidFill>
                  <a:schemeClr val="accent2"/>
                </a:solidFill>
              </a:rPr>
              <a:t>rear</a:t>
            </a:r>
            <a:r>
              <a:rPr lang="en-US" dirty="0"/>
              <a:t> </a:t>
            </a:r>
          </a:p>
          <a:p>
            <a:r>
              <a:rPr lang="en-US" dirty="0"/>
              <a:t>But it must take into account the need to loop back to index 0:</a:t>
            </a:r>
          </a:p>
          <a:p>
            <a:pPr algn="ctr">
              <a:spcBef>
                <a:spcPct val="70000"/>
              </a:spcBef>
              <a:spcAft>
                <a:spcPct val="70000"/>
              </a:spcAft>
              <a:buFontTx/>
              <a:buNone/>
            </a:pPr>
            <a:r>
              <a:rPr lang="en-US" b="1" dirty="0">
                <a:solidFill>
                  <a:schemeClr val="accent2"/>
                </a:solidFill>
              </a:rPr>
              <a:t>rear = (rear+1) % </a:t>
            </a:r>
            <a:r>
              <a:rPr lang="en-US" b="1" dirty="0" err="1">
                <a:solidFill>
                  <a:schemeClr val="accent2"/>
                </a:solidFill>
              </a:rPr>
              <a:t>queue.length</a:t>
            </a:r>
            <a:r>
              <a:rPr lang="en-US" b="1" dirty="0">
                <a:solidFill>
                  <a:schemeClr val="accent2"/>
                </a:solidFill>
              </a:rPr>
              <a:t>;</a:t>
            </a:r>
          </a:p>
          <a:p>
            <a:r>
              <a:rPr lang="en-US" dirty="0"/>
              <a:t>Can this array implementation also reach capacity? </a:t>
            </a:r>
          </a:p>
          <a:p>
            <a:endParaRPr lang="en-US" dirty="0"/>
          </a:p>
        </p:txBody>
      </p:sp>
    </p:spTree>
  </p:cSld>
  <p:clrMapOvr>
    <a:masterClrMapping/>
  </p:clrMapOvr>
  <p:transition spd="med"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5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sz="3600"/>
              <a:t>Example: array of length 4</a:t>
            </a:r>
            <a:br>
              <a:rPr lang="en-US" sz="3600"/>
            </a:br>
            <a:r>
              <a:rPr lang="en-US" sz="3600"/>
              <a:t>What  happens?</a:t>
            </a:r>
            <a:r>
              <a:rPr lang="en-US"/>
              <a:t> </a:t>
            </a:r>
          </a:p>
        </p:txBody>
      </p:sp>
      <p:sp>
        <p:nvSpPr>
          <p:cNvPr id="78917" name="Text Box 69"/>
          <p:cNvSpPr txBox="1">
            <a:spLocks noChangeArrowheads="1"/>
          </p:cNvSpPr>
          <p:nvPr/>
        </p:nvSpPr>
        <p:spPr bwMode="auto">
          <a:xfrm>
            <a:off x="5715000" y="2667000"/>
            <a:ext cx="3124200" cy="1311275"/>
          </a:xfrm>
          <a:prstGeom prst="rect">
            <a:avLst/>
          </a:prstGeom>
          <a:solidFill>
            <a:schemeClr val="bg2"/>
          </a:solidFill>
          <a:ln w="38100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/>
              <a:t>Suppose we try to add one more item to a queue implemented by an array of length 4</a:t>
            </a:r>
          </a:p>
        </p:txBody>
      </p:sp>
      <p:grpSp>
        <p:nvGrpSpPr>
          <p:cNvPr id="3" name="Group 2" descr="A circular queue of length 4 with four elements at spots 2, 3, 0, and 1.&#10;array = [green, cream, red, blue]&#10;front = 2&#10;rear = 2&#10;count = 4">
            <a:extLst>
              <a:ext uri="{FF2B5EF4-FFF2-40B4-BE49-F238E27FC236}">
                <a16:creationId xmlns:a16="http://schemas.microsoft.com/office/drawing/2014/main" id="{E39C8128-E40D-1085-EFF7-9ADE197F5E67}"/>
              </a:ext>
            </a:extLst>
          </p:cNvPr>
          <p:cNvGrpSpPr/>
          <p:nvPr/>
        </p:nvGrpSpPr>
        <p:grpSpPr>
          <a:xfrm>
            <a:off x="0" y="4267200"/>
            <a:ext cx="5181600" cy="2438400"/>
            <a:chOff x="0" y="4267200"/>
            <a:chExt cx="5181600" cy="2438400"/>
          </a:xfrm>
        </p:grpSpPr>
        <p:sp>
          <p:nvSpPr>
            <p:cNvPr id="78880" name="Rectangle 32"/>
            <p:cNvSpPr>
              <a:spLocks noChangeArrowheads="1"/>
            </p:cNvSpPr>
            <p:nvPr/>
          </p:nvSpPr>
          <p:spPr bwMode="auto">
            <a:xfrm>
              <a:off x="1263650" y="5541963"/>
              <a:ext cx="457200" cy="4572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78881" name="Text Box 33"/>
            <p:cNvSpPr txBox="1">
              <a:spLocks noChangeArrowheads="1"/>
            </p:cNvSpPr>
            <p:nvPr/>
          </p:nvSpPr>
          <p:spPr bwMode="auto">
            <a:xfrm>
              <a:off x="1187450" y="6021388"/>
              <a:ext cx="838200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b="0"/>
                <a:t>rear</a:t>
              </a:r>
            </a:p>
          </p:txBody>
        </p:sp>
        <p:sp>
          <p:nvSpPr>
            <p:cNvPr id="78882" name="Text Box 34"/>
            <p:cNvSpPr txBox="1">
              <a:spLocks noChangeArrowheads="1"/>
            </p:cNvSpPr>
            <p:nvPr/>
          </p:nvSpPr>
          <p:spPr bwMode="auto">
            <a:xfrm>
              <a:off x="1187450" y="5084763"/>
              <a:ext cx="762000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b="0"/>
                <a:t>front</a:t>
              </a:r>
            </a:p>
          </p:txBody>
        </p:sp>
        <p:sp>
          <p:nvSpPr>
            <p:cNvPr id="78883" name="Rectangle 35"/>
            <p:cNvSpPr>
              <a:spLocks noChangeArrowheads="1"/>
            </p:cNvSpPr>
            <p:nvPr/>
          </p:nvSpPr>
          <p:spPr bwMode="auto">
            <a:xfrm>
              <a:off x="1263650" y="4627563"/>
              <a:ext cx="457200" cy="457200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78884" name="Rectangle 36"/>
            <p:cNvSpPr>
              <a:spLocks noChangeArrowheads="1"/>
            </p:cNvSpPr>
            <p:nvPr/>
          </p:nvSpPr>
          <p:spPr bwMode="auto">
            <a:xfrm>
              <a:off x="1116013" y="4495800"/>
              <a:ext cx="1627187" cy="1905000"/>
            </a:xfrm>
            <a:prstGeom prst="rect">
              <a:avLst/>
            </a:prstGeom>
            <a:noFill/>
            <a:ln w="38100">
              <a:solidFill>
                <a:schemeClr val="accent2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78885" name="Rectangle 37"/>
            <p:cNvSpPr>
              <a:spLocks noChangeArrowheads="1"/>
            </p:cNvSpPr>
            <p:nvPr/>
          </p:nvSpPr>
          <p:spPr bwMode="auto">
            <a:xfrm>
              <a:off x="1981200" y="5562600"/>
              <a:ext cx="457200" cy="4572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78886" name="Text Box 38"/>
            <p:cNvSpPr txBox="1">
              <a:spLocks noChangeArrowheads="1"/>
            </p:cNvSpPr>
            <p:nvPr/>
          </p:nvSpPr>
          <p:spPr bwMode="auto">
            <a:xfrm>
              <a:off x="2051050" y="5589588"/>
              <a:ext cx="360363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>
                  <a:solidFill>
                    <a:schemeClr val="accent2"/>
                  </a:solidFill>
                </a:rPr>
                <a:t>4</a:t>
              </a:r>
            </a:p>
          </p:txBody>
        </p:sp>
        <p:sp>
          <p:nvSpPr>
            <p:cNvPr id="78887" name="Text Box 39"/>
            <p:cNvSpPr txBox="1">
              <a:spLocks noChangeArrowheads="1"/>
            </p:cNvSpPr>
            <p:nvPr/>
          </p:nvSpPr>
          <p:spPr bwMode="auto">
            <a:xfrm>
              <a:off x="1828800" y="5105400"/>
              <a:ext cx="914400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b="0"/>
                <a:t>queue</a:t>
              </a:r>
            </a:p>
          </p:txBody>
        </p:sp>
        <p:sp>
          <p:nvSpPr>
            <p:cNvPr id="78888" name="Rectangle 40"/>
            <p:cNvSpPr>
              <a:spLocks noChangeArrowheads="1"/>
            </p:cNvSpPr>
            <p:nvPr/>
          </p:nvSpPr>
          <p:spPr bwMode="auto">
            <a:xfrm>
              <a:off x="1981200" y="4648200"/>
              <a:ext cx="457200" cy="4572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78889" name="Text Box 41"/>
            <p:cNvSpPr txBox="1">
              <a:spLocks noChangeArrowheads="1"/>
            </p:cNvSpPr>
            <p:nvPr/>
          </p:nvSpPr>
          <p:spPr bwMode="auto">
            <a:xfrm>
              <a:off x="1828800" y="6019800"/>
              <a:ext cx="914400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b="0"/>
                <a:t>count</a:t>
              </a:r>
            </a:p>
          </p:txBody>
        </p:sp>
        <p:sp>
          <p:nvSpPr>
            <p:cNvPr id="78890" name="Text Box 42"/>
            <p:cNvSpPr txBox="1">
              <a:spLocks noChangeArrowheads="1"/>
            </p:cNvSpPr>
            <p:nvPr/>
          </p:nvSpPr>
          <p:spPr bwMode="auto">
            <a:xfrm>
              <a:off x="1339850" y="5618163"/>
              <a:ext cx="360363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>
                  <a:solidFill>
                    <a:schemeClr val="accent2"/>
                  </a:solidFill>
                </a:rPr>
                <a:t>2</a:t>
              </a:r>
            </a:p>
          </p:txBody>
        </p:sp>
        <p:sp>
          <p:nvSpPr>
            <p:cNvPr id="78891" name="Line 43"/>
            <p:cNvSpPr>
              <a:spLocks noChangeShapeType="1"/>
            </p:cNvSpPr>
            <p:nvPr/>
          </p:nvSpPr>
          <p:spPr bwMode="auto">
            <a:xfrm>
              <a:off x="2209800" y="4876800"/>
              <a:ext cx="1143000" cy="0"/>
            </a:xfrm>
            <a:prstGeom prst="line">
              <a:avLst/>
            </a:prstGeom>
            <a:noFill/>
            <a:ln w="38100">
              <a:solidFill>
                <a:schemeClr val="hlink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CA"/>
            </a:p>
          </p:txBody>
        </p:sp>
        <p:sp>
          <p:nvSpPr>
            <p:cNvPr id="78892" name="Text Box 44"/>
            <p:cNvSpPr txBox="1">
              <a:spLocks noChangeArrowheads="1"/>
            </p:cNvSpPr>
            <p:nvPr/>
          </p:nvSpPr>
          <p:spPr bwMode="auto">
            <a:xfrm>
              <a:off x="1331913" y="4652963"/>
              <a:ext cx="533400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>
                  <a:solidFill>
                    <a:schemeClr val="accent2"/>
                  </a:solidFill>
                </a:rPr>
                <a:t>2</a:t>
              </a:r>
            </a:p>
          </p:txBody>
        </p:sp>
        <p:sp>
          <p:nvSpPr>
            <p:cNvPr id="78893" name="Text Box 45"/>
            <p:cNvSpPr txBox="1">
              <a:spLocks noChangeArrowheads="1"/>
            </p:cNvSpPr>
            <p:nvPr/>
          </p:nvSpPr>
          <p:spPr bwMode="auto">
            <a:xfrm>
              <a:off x="3352800" y="4267200"/>
              <a:ext cx="360363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>
                  <a:solidFill>
                    <a:schemeClr val="accent2"/>
                  </a:solidFill>
                </a:rPr>
                <a:t>0</a:t>
              </a:r>
            </a:p>
          </p:txBody>
        </p:sp>
        <p:sp>
          <p:nvSpPr>
            <p:cNvPr id="78894" name="Text Box 46"/>
            <p:cNvSpPr txBox="1">
              <a:spLocks noChangeArrowheads="1"/>
            </p:cNvSpPr>
            <p:nvPr/>
          </p:nvSpPr>
          <p:spPr bwMode="auto">
            <a:xfrm>
              <a:off x="4724400" y="4267200"/>
              <a:ext cx="360363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>
                  <a:solidFill>
                    <a:schemeClr val="accent2"/>
                  </a:solidFill>
                </a:rPr>
                <a:t>3</a:t>
              </a:r>
            </a:p>
          </p:txBody>
        </p:sp>
        <p:sp>
          <p:nvSpPr>
            <p:cNvPr id="78895" name="Text Box 47"/>
            <p:cNvSpPr txBox="1">
              <a:spLocks noChangeArrowheads="1"/>
            </p:cNvSpPr>
            <p:nvPr/>
          </p:nvSpPr>
          <p:spPr bwMode="auto">
            <a:xfrm>
              <a:off x="4267200" y="4267200"/>
              <a:ext cx="360363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>
                  <a:solidFill>
                    <a:schemeClr val="accent2"/>
                  </a:solidFill>
                </a:rPr>
                <a:t>2</a:t>
              </a:r>
            </a:p>
          </p:txBody>
        </p:sp>
        <p:sp>
          <p:nvSpPr>
            <p:cNvPr id="78896" name="Text Box 48"/>
            <p:cNvSpPr txBox="1">
              <a:spLocks noChangeArrowheads="1"/>
            </p:cNvSpPr>
            <p:nvPr/>
          </p:nvSpPr>
          <p:spPr bwMode="auto">
            <a:xfrm>
              <a:off x="3810000" y="4267200"/>
              <a:ext cx="360363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>
                  <a:solidFill>
                    <a:schemeClr val="accent2"/>
                  </a:solidFill>
                </a:rPr>
                <a:t>1</a:t>
              </a:r>
            </a:p>
          </p:txBody>
        </p:sp>
        <p:sp>
          <p:nvSpPr>
            <p:cNvPr id="78897" name="Rectangle 49"/>
            <p:cNvSpPr>
              <a:spLocks noChangeArrowheads="1"/>
            </p:cNvSpPr>
            <p:nvPr/>
          </p:nvSpPr>
          <p:spPr bwMode="auto">
            <a:xfrm>
              <a:off x="3352800" y="4648200"/>
              <a:ext cx="457200" cy="457200"/>
            </a:xfrm>
            <a:prstGeom prst="rect">
              <a:avLst/>
            </a:prstGeom>
            <a:solidFill>
              <a:schemeClr val="bg2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78898" name="Rectangle 50"/>
            <p:cNvSpPr>
              <a:spLocks noChangeArrowheads="1"/>
            </p:cNvSpPr>
            <p:nvPr/>
          </p:nvSpPr>
          <p:spPr bwMode="auto">
            <a:xfrm>
              <a:off x="3810000" y="4648200"/>
              <a:ext cx="457200" cy="457200"/>
            </a:xfrm>
            <a:prstGeom prst="rect">
              <a:avLst/>
            </a:prstGeom>
            <a:solidFill>
              <a:schemeClr val="bg2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78899" name="Rectangle 51"/>
            <p:cNvSpPr>
              <a:spLocks noChangeArrowheads="1"/>
            </p:cNvSpPr>
            <p:nvPr/>
          </p:nvSpPr>
          <p:spPr bwMode="auto">
            <a:xfrm>
              <a:off x="3352800" y="5410200"/>
              <a:ext cx="457200" cy="457200"/>
            </a:xfrm>
            <a:prstGeom prst="rect">
              <a:avLst/>
            </a:prstGeom>
            <a:solidFill>
              <a:schemeClr val="hlink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78900" name="Rectangle 52"/>
            <p:cNvSpPr>
              <a:spLocks noChangeArrowheads="1"/>
            </p:cNvSpPr>
            <p:nvPr/>
          </p:nvSpPr>
          <p:spPr bwMode="auto">
            <a:xfrm>
              <a:off x="3810000" y="6248400"/>
              <a:ext cx="457200" cy="457200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78901" name="Line 53"/>
            <p:cNvSpPr>
              <a:spLocks noChangeShapeType="1"/>
            </p:cNvSpPr>
            <p:nvPr/>
          </p:nvSpPr>
          <p:spPr bwMode="auto">
            <a:xfrm>
              <a:off x="3581400" y="4876800"/>
              <a:ext cx="0" cy="533400"/>
            </a:xfrm>
            <a:prstGeom prst="line">
              <a:avLst/>
            </a:prstGeom>
            <a:noFill/>
            <a:ln w="38100">
              <a:solidFill>
                <a:schemeClr val="hlink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CA"/>
            </a:p>
          </p:txBody>
        </p:sp>
        <p:sp>
          <p:nvSpPr>
            <p:cNvPr id="78902" name="Line 54"/>
            <p:cNvSpPr>
              <a:spLocks noChangeShapeType="1"/>
            </p:cNvSpPr>
            <p:nvPr/>
          </p:nvSpPr>
          <p:spPr bwMode="auto">
            <a:xfrm>
              <a:off x="4038600" y="4876800"/>
              <a:ext cx="0" cy="1371600"/>
            </a:xfrm>
            <a:prstGeom prst="line">
              <a:avLst/>
            </a:prstGeom>
            <a:noFill/>
            <a:ln w="38100">
              <a:solidFill>
                <a:schemeClr val="hlink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CA"/>
            </a:p>
          </p:txBody>
        </p:sp>
        <p:sp>
          <p:nvSpPr>
            <p:cNvPr id="78903" name="Rectangle 55"/>
            <p:cNvSpPr>
              <a:spLocks noChangeArrowheads="1"/>
            </p:cNvSpPr>
            <p:nvPr/>
          </p:nvSpPr>
          <p:spPr bwMode="auto">
            <a:xfrm>
              <a:off x="4267200" y="4648200"/>
              <a:ext cx="457200" cy="457200"/>
            </a:xfrm>
            <a:prstGeom prst="rect">
              <a:avLst/>
            </a:prstGeom>
            <a:solidFill>
              <a:schemeClr val="bg2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78904" name="Rectangle 56"/>
            <p:cNvSpPr>
              <a:spLocks noChangeArrowheads="1"/>
            </p:cNvSpPr>
            <p:nvPr/>
          </p:nvSpPr>
          <p:spPr bwMode="auto">
            <a:xfrm>
              <a:off x="4724400" y="4648200"/>
              <a:ext cx="457200" cy="457200"/>
            </a:xfrm>
            <a:prstGeom prst="rect">
              <a:avLst/>
            </a:prstGeom>
            <a:solidFill>
              <a:schemeClr val="bg2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78905" name="Rectangle 57"/>
            <p:cNvSpPr>
              <a:spLocks noChangeArrowheads="1"/>
            </p:cNvSpPr>
            <p:nvPr/>
          </p:nvSpPr>
          <p:spPr bwMode="auto">
            <a:xfrm>
              <a:off x="4267200" y="5410200"/>
              <a:ext cx="457200" cy="457200"/>
            </a:xfrm>
            <a:prstGeom prst="rect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78906" name="Rectangle 58"/>
            <p:cNvSpPr>
              <a:spLocks noChangeArrowheads="1"/>
            </p:cNvSpPr>
            <p:nvPr/>
          </p:nvSpPr>
          <p:spPr bwMode="auto">
            <a:xfrm>
              <a:off x="4724400" y="6248400"/>
              <a:ext cx="457200" cy="457200"/>
            </a:xfrm>
            <a:prstGeom prst="rect">
              <a:avLst/>
            </a:prstGeom>
            <a:solidFill>
              <a:schemeClr val="tx2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78907" name="Line 59"/>
            <p:cNvSpPr>
              <a:spLocks noChangeShapeType="1"/>
            </p:cNvSpPr>
            <p:nvPr/>
          </p:nvSpPr>
          <p:spPr bwMode="auto">
            <a:xfrm>
              <a:off x="4953000" y="4876800"/>
              <a:ext cx="0" cy="1371600"/>
            </a:xfrm>
            <a:prstGeom prst="line">
              <a:avLst/>
            </a:prstGeom>
            <a:noFill/>
            <a:ln w="38100">
              <a:solidFill>
                <a:schemeClr val="hlink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CA"/>
            </a:p>
          </p:txBody>
        </p:sp>
        <p:sp>
          <p:nvSpPr>
            <p:cNvPr id="78908" name="Line 60"/>
            <p:cNvSpPr>
              <a:spLocks noChangeShapeType="1"/>
            </p:cNvSpPr>
            <p:nvPr/>
          </p:nvSpPr>
          <p:spPr bwMode="auto">
            <a:xfrm>
              <a:off x="4495800" y="4876800"/>
              <a:ext cx="0" cy="533400"/>
            </a:xfrm>
            <a:prstGeom prst="line">
              <a:avLst/>
            </a:prstGeom>
            <a:noFill/>
            <a:ln w="38100">
              <a:solidFill>
                <a:schemeClr val="hlink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CA"/>
            </a:p>
          </p:txBody>
        </p:sp>
        <p:sp>
          <p:nvSpPr>
            <p:cNvPr id="78921" name="Text Box 73"/>
            <p:cNvSpPr txBox="1">
              <a:spLocks noChangeArrowheads="1"/>
            </p:cNvSpPr>
            <p:nvPr/>
          </p:nvSpPr>
          <p:spPr bwMode="auto">
            <a:xfrm>
              <a:off x="0" y="5229225"/>
              <a:ext cx="863600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 eaLnBrk="0" hangingPunct="0">
                <a:spcBef>
                  <a:spcPct val="50000"/>
                </a:spcBef>
              </a:pPr>
              <a:r>
                <a:rPr lang="en-US">
                  <a:solidFill>
                    <a:schemeClr val="accent2"/>
                  </a:solidFill>
                </a:rPr>
                <a:t>cq</a:t>
              </a:r>
            </a:p>
          </p:txBody>
        </p:sp>
        <p:sp>
          <p:nvSpPr>
            <p:cNvPr id="78922" name="Rectangle 74"/>
            <p:cNvSpPr>
              <a:spLocks noChangeArrowheads="1"/>
            </p:cNvSpPr>
            <p:nvPr/>
          </p:nvSpPr>
          <p:spPr bwMode="auto">
            <a:xfrm>
              <a:off x="431800" y="5229225"/>
              <a:ext cx="457200" cy="4572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78923" name="Line 75"/>
            <p:cNvSpPr>
              <a:spLocks noChangeShapeType="1"/>
            </p:cNvSpPr>
            <p:nvPr/>
          </p:nvSpPr>
          <p:spPr bwMode="auto">
            <a:xfrm>
              <a:off x="647700" y="5445125"/>
              <a:ext cx="431800" cy="0"/>
            </a:xfrm>
            <a:prstGeom prst="line">
              <a:avLst/>
            </a:prstGeom>
            <a:noFill/>
            <a:ln w="38100">
              <a:solidFill>
                <a:srgbClr val="339966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CA"/>
            </a:p>
          </p:txBody>
        </p:sp>
      </p:grpSp>
      <p:grpSp>
        <p:nvGrpSpPr>
          <p:cNvPr id="2" name="Group 1" descr="A circular queue of length 4 with three elements at spots 2, 3, and 0.&#10;array = [green, null, red, blue]&#10;front = 2&#10;rear = 1&#10;count = 3">
            <a:extLst>
              <a:ext uri="{FF2B5EF4-FFF2-40B4-BE49-F238E27FC236}">
                <a16:creationId xmlns:a16="http://schemas.microsoft.com/office/drawing/2014/main" id="{473B7D4F-71A7-1A7A-1DF1-FAFF7EACF395}"/>
              </a:ext>
            </a:extLst>
          </p:cNvPr>
          <p:cNvGrpSpPr/>
          <p:nvPr/>
        </p:nvGrpSpPr>
        <p:grpSpPr>
          <a:xfrm>
            <a:off x="0" y="1447800"/>
            <a:ext cx="5181600" cy="2438400"/>
            <a:chOff x="0" y="1447800"/>
            <a:chExt cx="5181600" cy="2438400"/>
          </a:xfrm>
        </p:grpSpPr>
        <p:sp>
          <p:nvSpPr>
            <p:cNvPr id="78851" name="Rectangle 3"/>
            <p:cNvSpPr>
              <a:spLocks noChangeArrowheads="1"/>
            </p:cNvSpPr>
            <p:nvPr/>
          </p:nvSpPr>
          <p:spPr bwMode="auto">
            <a:xfrm>
              <a:off x="1268413" y="2755900"/>
              <a:ext cx="457200" cy="4572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78852" name="Text Box 4"/>
            <p:cNvSpPr txBox="1">
              <a:spLocks noChangeArrowheads="1"/>
            </p:cNvSpPr>
            <p:nvPr/>
          </p:nvSpPr>
          <p:spPr bwMode="auto">
            <a:xfrm>
              <a:off x="1187450" y="3213100"/>
              <a:ext cx="838200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b="0"/>
                <a:t>rear</a:t>
              </a:r>
            </a:p>
          </p:txBody>
        </p:sp>
        <p:sp>
          <p:nvSpPr>
            <p:cNvPr id="78853" name="Text Box 5"/>
            <p:cNvSpPr txBox="1">
              <a:spLocks noChangeArrowheads="1"/>
            </p:cNvSpPr>
            <p:nvPr/>
          </p:nvSpPr>
          <p:spPr bwMode="auto">
            <a:xfrm>
              <a:off x="1192213" y="2298700"/>
              <a:ext cx="762000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b="0"/>
                <a:t>front</a:t>
              </a:r>
            </a:p>
          </p:txBody>
        </p:sp>
        <p:sp>
          <p:nvSpPr>
            <p:cNvPr id="78854" name="Rectangle 6"/>
            <p:cNvSpPr>
              <a:spLocks noChangeArrowheads="1"/>
            </p:cNvSpPr>
            <p:nvPr/>
          </p:nvSpPr>
          <p:spPr bwMode="auto">
            <a:xfrm>
              <a:off x="1268413" y="1841500"/>
              <a:ext cx="457200" cy="457200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78855" name="Rectangle 7"/>
            <p:cNvSpPr>
              <a:spLocks noChangeArrowheads="1"/>
            </p:cNvSpPr>
            <p:nvPr/>
          </p:nvSpPr>
          <p:spPr bwMode="auto">
            <a:xfrm>
              <a:off x="1116013" y="1676400"/>
              <a:ext cx="1627187" cy="1905000"/>
            </a:xfrm>
            <a:prstGeom prst="rect">
              <a:avLst/>
            </a:prstGeom>
            <a:noFill/>
            <a:ln w="38100">
              <a:solidFill>
                <a:schemeClr val="accent2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78856" name="Rectangle 8"/>
            <p:cNvSpPr>
              <a:spLocks noChangeArrowheads="1"/>
            </p:cNvSpPr>
            <p:nvPr/>
          </p:nvSpPr>
          <p:spPr bwMode="auto">
            <a:xfrm>
              <a:off x="1981200" y="2743200"/>
              <a:ext cx="457200" cy="4572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78857" name="Text Box 9"/>
            <p:cNvSpPr txBox="1">
              <a:spLocks noChangeArrowheads="1"/>
            </p:cNvSpPr>
            <p:nvPr/>
          </p:nvSpPr>
          <p:spPr bwMode="auto">
            <a:xfrm>
              <a:off x="2057400" y="2819400"/>
              <a:ext cx="360363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>
                  <a:solidFill>
                    <a:schemeClr val="accent2"/>
                  </a:solidFill>
                </a:rPr>
                <a:t>3</a:t>
              </a:r>
            </a:p>
          </p:txBody>
        </p:sp>
        <p:sp>
          <p:nvSpPr>
            <p:cNvPr id="78858" name="Text Box 10"/>
            <p:cNvSpPr txBox="1">
              <a:spLocks noChangeArrowheads="1"/>
            </p:cNvSpPr>
            <p:nvPr/>
          </p:nvSpPr>
          <p:spPr bwMode="auto">
            <a:xfrm>
              <a:off x="1828800" y="2286000"/>
              <a:ext cx="914400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b="0"/>
                <a:t>queue</a:t>
              </a:r>
            </a:p>
          </p:txBody>
        </p:sp>
        <p:sp>
          <p:nvSpPr>
            <p:cNvPr id="78859" name="Rectangle 11"/>
            <p:cNvSpPr>
              <a:spLocks noChangeArrowheads="1"/>
            </p:cNvSpPr>
            <p:nvPr/>
          </p:nvSpPr>
          <p:spPr bwMode="auto">
            <a:xfrm>
              <a:off x="1981200" y="1828800"/>
              <a:ext cx="457200" cy="4572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78860" name="Text Box 12"/>
            <p:cNvSpPr txBox="1">
              <a:spLocks noChangeArrowheads="1"/>
            </p:cNvSpPr>
            <p:nvPr/>
          </p:nvSpPr>
          <p:spPr bwMode="auto">
            <a:xfrm>
              <a:off x="1828800" y="3200400"/>
              <a:ext cx="914400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b="0"/>
                <a:t>count</a:t>
              </a:r>
            </a:p>
          </p:txBody>
        </p:sp>
        <p:sp>
          <p:nvSpPr>
            <p:cNvPr id="78861" name="Text Box 13"/>
            <p:cNvSpPr txBox="1">
              <a:spLocks noChangeArrowheads="1"/>
            </p:cNvSpPr>
            <p:nvPr/>
          </p:nvSpPr>
          <p:spPr bwMode="auto">
            <a:xfrm>
              <a:off x="1344613" y="2832100"/>
              <a:ext cx="360362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>
                  <a:solidFill>
                    <a:schemeClr val="accent2"/>
                  </a:solidFill>
                </a:rPr>
                <a:t>1</a:t>
              </a:r>
            </a:p>
          </p:txBody>
        </p:sp>
        <p:sp>
          <p:nvSpPr>
            <p:cNvPr id="78862" name="Line 14"/>
            <p:cNvSpPr>
              <a:spLocks noChangeShapeType="1"/>
            </p:cNvSpPr>
            <p:nvPr/>
          </p:nvSpPr>
          <p:spPr bwMode="auto">
            <a:xfrm>
              <a:off x="2209800" y="2057400"/>
              <a:ext cx="1143000" cy="0"/>
            </a:xfrm>
            <a:prstGeom prst="line">
              <a:avLst/>
            </a:prstGeom>
            <a:noFill/>
            <a:ln w="38100">
              <a:solidFill>
                <a:schemeClr val="hlink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CA"/>
            </a:p>
          </p:txBody>
        </p:sp>
        <p:sp>
          <p:nvSpPr>
            <p:cNvPr id="78863" name="Text Box 15"/>
            <p:cNvSpPr txBox="1">
              <a:spLocks noChangeArrowheads="1"/>
            </p:cNvSpPr>
            <p:nvPr/>
          </p:nvSpPr>
          <p:spPr bwMode="auto">
            <a:xfrm>
              <a:off x="1331913" y="1916113"/>
              <a:ext cx="533400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>
                  <a:solidFill>
                    <a:schemeClr val="accent2"/>
                  </a:solidFill>
                </a:rPr>
                <a:t>2</a:t>
              </a:r>
            </a:p>
          </p:txBody>
        </p:sp>
        <p:sp>
          <p:nvSpPr>
            <p:cNvPr id="78864" name="Text Box 16"/>
            <p:cNvSpPr txBox="1">
              <a:spLocks noChangeArrowheads="1"/>
            </p:cNvSpPr>
            <p:nvPr/>
          </p:nvSpPr>
          <p:spPr bwMode="auto">
            <a:xfrm>
              <a:off x="3352800" y="1447800"/>
              <a:ext cx="360363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>
                  <a:solidFill>
                    <a:schemeClr val="accent2"/>
                  </a:solidFill>
                </a:rPr>
                <a:t>0</a:t>
              </a:r>
            </a:p>
          </p:txBody>
        </p:sp>
        <p:sp>
          <p:nvSpPr>
            <p:cNvPr id="78865" name="Text Box 17"/>
            <p:cNvSpPr txBox="1">
              <a:spLocks noChangeArrowheads="1"/>
            </p:cNvSpPr>
            <p:nvPr/>
          </p:nvSpPr>
          <p:spPr bwMode="auto">
            <a:xfrm>
              <a:off x="4724400" y="1447800"/>
              <a:ext cx="360363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>
                  <a:solidFill>
                    <a:schemeClr val="accent2"/>
                  </a:solidFill>
                </a:rPr>
                <a:t>3</a:t>
              </a:r>
            </a:p>
          </p:txBody>
        </p:sp>
        <p:sp>
          <p:nvSpPr>
            <p:cNvPr id="78866" name="Text Box 18"/>
            <p:cNvSpPr txBox="1">
              <a:spLocks noChangeArrowheads="1"/>
            </p:cNvSpPr>
            <p:nvPr/>
          </p:nvSpPr>
          <p:spPr bwMode="auto">
            <a:xfrm>
              <a:off x="4267200" y="1447800"/>
              <a:ext cx="360363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>
                  <a:solidFill>
                    <a:schemeClr val="accent2"/>
                  </a:solidFill>
                </a:rPr>
                <a:t>2</a:t>
              </a:r>
            </a:p>
          </p:txBody>
        </p:sp>
        <p:sp>
          <p:nvSpPr>
            <p:cNvPr id="78867" name="Text Box 19"/>
            <p:cNvSpPr txBox="1">
              <a:spLocks noChangeArrowheads="1"/>
            </p:cNvSpPr>
            <p:nvPr/>
          </p:nvSpPr>
          <p:spPr bwMode="auto">
            <a:xfrm>
              <a:off x="3810000" y="1447800"/>
              <a:ext cx="360363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>
                  <a:solidFill>
                    <a:schemeClr val="accent2"/>
                  </a:solidFill>
                </a:rPr>
                <a:t>1</a:t>
              </a:r>
            </a:p>
          </p:txBody>
        </p:sp>
        <p:sp>
          <p:nvSpPr>
            <p:cNvPr id="78868" name="Rectangle 20"/>
            <p:cNvSpPr>
              <a:spLocks noChangeArrowheads="1"/>
            </p:cNvSpPr>
            <p:nvPr/>
          </p:nvSpPr>
          <p:spPr bwMode="auto">
            <a:xfrm>
              <a:off x="3352800" y="1828800"/>
              <a:ext cx="457200" cy="457200"/>
            </a:xfrm>
            <a:prstGeom prst="rect">
              <a:avLst/>
            </a:prstGeom>
            <a:solidFill>
              <a:schemeClr val="bg2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78869" name="Rectangle 21"/>
            <p:cNvSpPr>
              <a:spLocks noChangeArrowheads="1"/>
            </p:cNvSpPr>
            <p:nvPr/>
          </p:nvSpPr>
          <p:spPr bwMode="auto">
            <a:xfrm>
              <a:off x="3810000" y="1828800"/>
              <a:ext cx="457200" cy="45720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endParaRPr lang="en-US"/>
            </a:p>
          </p:txBody>
        </p:sp>
        <p:sp>
          <p:nvSpPr>
            <p:cNvPr id="78870" name="Rectangle 22"/>
            <p:cNvSpPr>
              <a:spLocks noChangeArrowheads="1"/>
            </p:cNvSpPr>
            <p:nvPr/>
          </p:nvSpPr>
          <p:spPr bwMode="auto">
            <a:xfrm>
              <a:off x="3352800" y="2590800"/>
              <a:ext cx="457200" cy="457200"/>
            </a:xfrm>
            <a:prstGeom prst="rect">
              <a:avLst/>
            </a:prstGeom>
            <a:solidFill>
              <a:schemeClr val="hlink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78872" name="Line 24"/>
            <p:cNvSpPr>
              <a:spLocks noChangeShapeType="1"/>
            </p:cNvSpPr>
            <p:nvPr/>
          </p:nvSpPr>
          <p:spPr bwMode="auto">
            <a:xfrm>
              <a:off x="3581400" y="2057400"/>
              <a:ext cx="0" cy="533400"/>
            </a:xfrm>
            <a:prstGeom prst="line">
              <a:avLst/>
            </a:prstGeom>
            <a:noFill/>
            <a:ln w="38100">
              <a:solidFill>
                <a:schemeClr val="hlink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CA"/>
            </a:p>
          </p:txBody>
        </p:sp>
        <p:sp>
          <p:nvSpPr>
            <p:cNvPr id="78874" name="Rectangle 26"/>
            <p:cNvSpPr>
              <a:spLocks noChangeArrowheads="1"/>
            </p:cNvSpPr>
            <p:nvPr/>
          </p:nvSpPr>
          <p:spPr bwMode="auto">
            <a:xfrm>
              <a:off x="4267200" y="1828800"/>
              <a:ext cx="457200" cy="457200"/>
            </a:xfrm>
            <a:prstGeom prst="rect">
              <a:avLst/>
            </a:prstGeom>
            <a:solidFill>
              <a:schemeClr val="bg2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78875" name="Rectangle 27"/>
            <p:cNvSpPr>
              <a:spLocks noChangeArrowheads="1"/>
            </p:cNvSpPr>
            <p:nvPr/>
          </p:nvSpPr>
          <p:spPr bwMode="auto">
            <a:xfrm>
              <a:off x="4724400" y="1828800"/>
              <a:ext cx="457200" cy="457200"/>
            </a:xfrm>
            <a:prstGeom prst="rect">
              <a:avLst/>
            </a:prstGeom>
            <a:solidFill>
              <a:schemeClr val="bg2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78876" name="Rectangle 28"/>
            <p:cNvSpPr>
              <a:spLocks noChangeArrowheads="1"/>
            </p:cNvSpPr>
            <p:nvPr/>
          </p:nvSpPr>
          <p:spPr bwMode="auto">
            <a:xfrm>
              <a:off x="4267200" y="2590800"/>
              <a:ext cx="457200" cy="457200"/>
            </a:xfrm>
            <a:prstGeom prst="rect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78877" name="Rectangle 29"/>
            <p:cNvSpPr>
              <a:spLocks noChangeArrowheads="1"/>
            </p:cNvSpPr>
            <p:nvPr/>
          </p:nvSpPr>
          <p:spPr bwMode="auto">
            <a:xfrm>
              <a:off x="4724400" y="3429000"/>
              <a:ext cx="457200" cy="457200"/>
            </a:xfrm>
            <a:prstGeom prst="rect">
              <a:avLst/>
            </a:prstGeom>
            <a:solidFill>
              <a:schemeClr val="tx2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78878" name="Line 30"/>
            <p:cNvSpPr>
              <a:spLocks noChangeShapeType="1"/>
            </p:cNvSpPr>
            <p:nvPr/>
          </p:nvSpPr>
          <p:spPr bwMode="auto">
            <a:xfrm>
              <a:off x="4953000" y="2057400"/>
              <a:ext cx="0" cy="1371600"/>
            </a:xfrm>
            <a:prstGeom prst="line">
              <a:avLst/>
            </a:prstGeom>
            <a:noFill/>
            <a:ln w="38100">
              <a:solidFill>
                <a:schemeClr val="hlink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CA"/>
            </a:p>
          </p:txBody>
        </p:sp>
        <p:sp>
          <p:nvSpPr>
            <p:cNvPr id="78879" name="Line 31"/>
            <p:cNvSpPr>
              <a:spLocks noChangeShapeType="1"/>
            </p:cNvSpPr>
            <p:nvPr/>
          </p:nvSpPr>
          <p:spPr bwMode="auto">
            <a:xfrm>
              <a:off x="4495800" y="2057400"/>
              <a:ext cx="0" cy="533400"/>
            </a:xfrm>
            <a:prstGeom prst="line">
              <a:avLst/>
            </a:prstGeom>
            <a:noFill/>
            <a:ln w="38100">
              <a:solidFill>
                <a:schemeClr val="hlink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CA"/>
            </a:p>
          </p:txBody>
        </p:sp>
        <p:sp>
          <p:nvSpPr>
            <p:cNvPr id="78924" name="Text Box 76"/>
            <p:cNvSpPr txBox="1">
              <a:spLocks noChangeArrowheads="1"/>
            </p:cNvSpPr>
            <p:nvPr/>
          </p:nvSpPr>
          <p:spPr bwMode="auto">
            <a:xfrm>
              <a:off x="0" y="2492375"/>
              <a:ext cx="863600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 eaLnBrk="0" hangingPunct="0">
                <a:spcBef>
                  <a:spcPct val="50000"/>
                </a:spcBef>
              </a:pPr>
              <a:r>
                <a:rPr lang="en-US">
                  <a:solidFill>
                    <a:schemeClr val="accent2"/>
                  </a:solidFill>
                </a:rPr>
                <a:t>cq</a:t>
              </a:r>
            </a:p>
          </p:txBody>
        </p:sp>
        <p:sp>
          <p:nvSpPr>
            <p:cNvPr id="78925" name="Rectangle 77"/>
            <p:cNvSpPr>
              <a:spLocks noChangeArrowheads="1"/>
            </p:cNvSpPr>
            <p:nvPr/>
          </p:nvSpPr>
          <p:spPr bwMode="auto">
            <a:xfrm>
              <a:off x="431800" y="2492375"/>
              <a:ext cx="457200" cy="4572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78926" name="Line 78"/>
            <p:cNvSpPr>
              <a:spLocks noChangeShapeType="1"/>
            </p:cNvSpPr>
            <p:nvPr/>
          </p:nvSpPr>
          <p:spPr bwMode="auto">
            <a:xfrm>
              <a:off x="647700" y="2708275"/>
              <a:ext cx="431800" cy="0"/>
            </a:xfrm>
            <a:prstGeom prst="line">
              <a:avLst/>
            </a:prstGeom>
            <a:noFill/>
            <a:ln w="38100">
              <a:solidFill>
                <a:srgbClr val="339966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CA"/>
            </a:p>
          </p:txBody>
        </p:sp>
      </p:grpSp>
      <p:sp>
        <p:nvSpPr>
          <p:cNvPr id="78927" name="Text Box 79"/>
          <p:cNvSpPr txBox="1">
            <a:spLocks noChangeArrowheads="1"/>
          </p:cNvSpPr>
          <p:nvPr/>
        </p:nvSpPr>
        <p:spPr bwMode="auto">
          <a:xfrm>
            <a:off x="5791200" y="4581525"/>
            <a:ext cx="3040063" cy="701675"/>
          </a:xfrm>
          <a:prstGeom prst="rect">
            <a:avLst/>
          </a:prstGeom>
          <a:solidFill>
            <a:schemeClr val="bg2"/>
          </a:solidFill>
          <a:ln w="38100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/>
              <a:t>The queue is now full. How can you tell?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Title 1">
            <a:extLst>
              <a:ext uri="{FF2B5EF4-FFF2-40B4-BE49-F238E27FC236}">
                <a16:creationId xmlns:a16="http://schemas.microsoft.com/office/drawing/2014/main" id="{74A8B6BB-5373-82CC-FD20-9879DF1BE2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/>
              <a:t>Circular Array Queue</a:t>
            </a:r>
          </a:p>
        </p:txBody>
      </p:sp>
      <p:grpSp>
        <p:nvGrpSpPr>
          <p:cNvPr id="14340" name="Group 38" descr="An array with the first and last entries blank:&#10;&#10;[null, null, ... null, b, c, d, e, f, null, ... , null]&#10;&#10;There are three instance variables:&#10;&#10;q - stores a reference to the array&#10;front = 7 (the location of the first element, b)&#10;back = 12 (the location right after the last element, f)">
            <a:extLst>
              <a:ext uri="{FF2B5EF4-FFF2-40B4-BE49-F238E27FC236}">
                <a16:creationId xmlns:a16="http://schemas.microsoft.com/office/drawing/2014/main" id="{6773084D-C62C-A26B-90F5-22BF2B1EF028}"/>
              </a:ext>
            </a:extLst>
          </p:cNvPr>
          <p:cNvGrpSpPr>
            <a:grpSpLocks/>
          </p:cNvGrpSpPr>
          <p:nvPr/>
        </p:nvGrpSpPr>
        <p:grpSpPr bwMode="auto">
          <a:xfrm>
            <a:off x="685800" y="1219200"/>
            <a:ext cx="7772400" cy="1238250"/>
            <a:chOff x="685800" y="1143000"/>
            <a:chExt cx="7772400" cy="1238310"/>
          </a:xfrm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4EC77748-EFE7-06ED-3BAE-41233A58ACBC}"/>
                </a:ext>
              </a:extLst>
            </p:cNvPr>
            <p:cNvSpPr/>
            <p:nvPr/>
          </p:nvSpPr>
          <p:spPr bwMode="auto">
            <a:xfrm>
              <a:off x="685800" y="1143000"/>
              <a:ext cx="7772400" cy="1219259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itchFamily="18" charset="0"/>
                <a:ea typeface="MS PGothic" panose="020B0600070205080204" pitchFamily="34" charset="-128"/>
                <a:cs typeface="+mn-cs"/>
              </a:endParaRPr>
            </a:p>
          </p:txBody>
        </p:sp>
        <p:sp>
          <p:nvSpPr>
            <p:cNvPr id="14344" name="Rectangle 4">
              <a:extLst>
                <a:ext uri="{FF2B5EF4-FFF2-40B4-BE49-F238E27FC236}">
                  <a16:creationId xmlns:a16="http://schemas.microsoft.com/office/drawing/2014/main" id="{1DAD96CA-5D40-4DF4-4AB9-4E372588990A}"/>
                </a:ext>
              </a:extLst>
            </p:cNvPr>
            <p:cNvSpPr>
              <a:spLocks noChangeArrowheads="1"/>
            </p:cNvSpPr>
            <p:nvPr>
              <p:custDataLst>
                <p:tags r:id="rId2"/>
              </p:custDataLst>
            </p:nvPr>
          </p:nvSpPr>
          <p:spPr bwMode="auto">
            <a:xfrm>
              <a:off x="1600200" y="1600200"/>
              <a:ext cx="304800" cy="3048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spcBef>
                  <a:spcPts val="600"/>
                </a:spcBef>
                <a:buClr>
                  <a:schemeClr val="accent1"/>
                </a:buClr>
                <a:buSzPct val="76000"/>
                <a:buFont typeface="Wingdings 3" panose="05040102010807070707" pitchFamily="18" charset="2"/>
                <a:buChar char=""/>
                <a:defRPr sz="2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1pPr>
              <a:lvl2pPr marL="37931725" indent="-37474525">
                <a:spcBef>
                  <a:spcPts val="500"/>
                </a:spcBef>
                <a:buClr>
                  <a:schemeClr val="accent2"/>
                </a:buClr>
                <a:buSzPct val="76000"/>
                <a:buFont typeface="Wingdings 3" panose="05040102010807070707" pitchFamily="18" charset="2"/>
                <a:buChar char=""/>
                <a:defRPr sz="2300">
                  <a:solidFill>
                    <a:schemeClr val="tx2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2pPr>
              <a:lvl3pPr marL="822325" indent="-228600">
                <a:spcBef>
                  <a:spcPts val="500"/>
                </a:spcBef>
                <a:buClr>
                  <a:srgbClr val="BCBCBC"/>
                </a:buClr>
                <a:buSzPct val="76000"/>
                <a:buFont typeface="Wingdings 3" panose="05040102010807070707" pitchFamily="18" charset="2"/>
                <a:buChar char="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3pPr>
              <a:lvl4pPr marL="1096963" indent="-228600">
                <a:spcBef>
                  <a:spcPts val="400"/>
                </a:spcBef>
                <a:buClr>
                  <a:srgbClr val="8BA2B4"/>
                </a:buClr>
                <a:buSzPct val="70000"/>
                <a:buFont typeface="Wingdings" panose="05000000000000000000" pitchFamily="2" charset="2"/>
                <a:buChar char=""/>
                <a:defRPr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4pPr>
              <a:lvl5pPr marL="1371600" indent="-228600">
                <a:spcBef>
                  <a:spcPts val="3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5pPr>
              <a:lvl6pPr marL="18288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6pPr>
              <a:lvl7pPr marL="22860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7pPr>
              <a:lvl8pPr marL="27432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8pPr>
              <a:lvl9pPr marL="32004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9pPr>
            </a:lstStyle>
            <a:p>
              <a:pPr marL="0" marR="0" lvl="0" indent="0" algn="l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MS PGothic" panose="020B0600070205080204" pitchFamily="34" charset="-128"/>
                <a:cs typeface="+mn-cs"/>
              </a:endParaRPr>
            </a:p>
          </p:txBody>
        </p:sp>
        <p:sp>
          <p:nvSpPr>
            <p:cNvPr id="14345" name="Rectangle 5">
              <a:extLst>
                <a:ext uri="{FF2B5EF4-FFF2-40B4-BE49-F238E27FC236}">
                  <a16:creationId xmlns:a16="http://schemas.microsoft.com/office/drawing/2014/main" id="{50F11A99-049E-779D-B072-8FDECFCCFA87}"/>
                </a:ext>
              </a:extLst>
            </p:cNvPr>
            <p:cNvSpPr>
              <a:spLocks noChangeArrowheads="1"/>
            </p:cNvSpPr>
            <p:nvPr>
              <p:custDataLst>
                <p:tags r:id="rId3"/>
              </p:custDataLst>
            </p:nvPr>
          </p:nvSpPr>
          <p:spPr bwMode="auto">
            <a:xfrm>
              <a:off x="1905000" y="1600200"/>
              <a:ext cx="304800" cy="3048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spcBef>
                  <a:spcPts val="600"/>
                </a:spcBef>
                <a:buClr>
                  <a:schemeClr val="accent1"/>
                </a:buClr>
                <a:buSzPct val="76000"/>
                <a:buFont typeface="Wingdings 3" panose="05040102010807070707" pitchFamily="18" charset="2"/>
                <a:buChar char=""/>
                <a:defRPr sz="2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1pPr>
              <a:lvl2pPr marL="37931725" indent="-37474525">
                <a:spcBef>
                  <a:spcPts val="500"/>
                </a:spcBef>
                <a:buClr>
                  <a:schemeClr val="accent2"/>
                </a:buClr>
                <a:buSzPct val="76000"/>
                <a:buFont typeface="Wingdings 3" panose="05040102010807070707" pitchFamily="18" charset="2"/>
                <a:buChar char=""/>
                <a:defRPr sz="2300">
                  <a:solidFill>
                    <a:schemeClr val="tx2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2pPr>
              <a:lvl3pPr marL="822325" indent="-228600">
                <a:spcBef>
                  <a:spcPts val="500"/>
                </a:spcBef>
                <a:buClr>
                  <a:srgbClr val="BCBCBC"/>
                </a:buClr>
                <a:buSzPct val="76000"/>
                <a:buFont typeface="Wingdings 3" panose="05040102010807070707" pitchFamily="18" charset="2"/>
                <a:buChar char="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3pPr>
              <a:lvl4pPr marL="1096963" indent="-228600">
                <a:spcBef>
                  <a:spcPts val="400"/>
                </a:spcBef>
                <a:buClr>
                  <a:srgbClr val="8BA2B4"/>
                </a:buClr>
                <a:buSzPct val="70000"/>
                <a:buFont typeface="Wingdings" panose="05000000000000000000" pitchFamily="2" charset="2"/>
                <a:buChar char=""/>
                <a:defRPr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4pPr>
              <a:lvl5pPr marL="1371600" indent="-228600">
                <a:spcBef>
                  <a:spcPts val="3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5pPr>
              <a:lvl6pPr marL="18288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6pPr>
              <a:lvl7pPr marL="22860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7pPr>
              <a:lvl8pPr marL="27432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8pPr>
              <a:lvl9pPr marL="32004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9pPr>
            </a:lstStyle>
            <a:p>
              <a:pPr marL="0" marR="0" lvl="0" indent="0" algn="l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MS PGothic" panose="020B0600070205080204" pitchFamily="34" charset="-128"/>
                <a:cs typeface="+mn-cs"/>
              </a:endParaRPr>
            </a:p>
          </p:txBody>
        </p:sp>
        <p:sp>
          <p:nvSpPr>
            <p:cNvPr id="14346" name="Rectangle 6">
              <a:extLst>
                <a:ext uri="{FF2B5EF4-FFF2-40B4-BE49-F238E27FC236}">
                  <a16:creationId xmlns:a16="http://schemas.microsoft.com/office/drawing/2014/main" id="{7FA0F470-6E68-2415-DFDE-DE6072DA7FB9}"/>
                </a:ext>
              </a:extLst>
            </p:cNvPr>
            <p:cNvSpPr>
              <a:spLocks noChangeArrowheads="1"/>
            </p:cNvSpPr>
            <p:nvPr>
              <p:custDataLst>
                <p:tags r:id="rId4"/>
              </p:custDataLst>
            </p:nvPr>
          </p:nvSpPr>
          <p:spPr bwMode="auto">
            <a:xfrm>
              <a:off x="2209800" y="1600200"/>
              <a:ext cx="304800" cy="3048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spcBef>
                  <a:spcPts val="600"/>
                </a:spcBef>
                <a:buClr>
                  <a:schemeClr val="accent1"/>
                </a:buClr>
                <a:buSzPct val="76000"/>
                <a:buFont typeface="Wingdings 3" panose="05040102010807070707" pitchFamily="18" charset="2"/>
                <a:buChar char=""/>
                <a:defRPr sz="2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1pPr>
              <a:lvl2pPr marL="37931725" indent="-37474525">
                <a:spcBef>
                  <a:spcPts val="500"/>
                </a:spcBef>
                <a:buClr>
                  <a:schemeClr val="accent2"/>
                </a:buClr>
                <a:buSzPct val="76000"/>
                <a:buFont typeface="Wingdings 3" panose="05040102010807070707" pitchFamily="18" charset="2"/>
                <a:buChar char=""/>
                <a:defRPr sz="2300">
                  <a:solidFill>
                    <a:schemeClr val="tx2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2pPr>
              <a:lvl3pPr marL="822325" indent="-228600">
                <a:spcBef>
                  <a:spcPts val="500"/>
                </a:spcBef>
                <a:buClr>
                  <a:srgbClr val="BCBCBC"/>
                </a:buClr>
                <a:buSzPct val="76000"/>
                <a:buFont typeface="Wingdings 3" panose="05040102010807070707" pitchFamily="18" charset="2"/>
                <a:buChar char="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3pPr>
              <a:lvl4pPr marL="1096963" indent="-228600">
                <a:spcBef>
                  <a:spcPts val="400"/>
                </a:spcBef>
                <a:buClr>
                  <a:srgbClr val="8BA2B4"/>
                </a:buClr>
                <a:buSzPct val="70000"/>
                <a:buFont typeface="Wingdings" panose="05000000000000000000" pitchFamily="2" charset="2"/>
                <a:buChar char=""/>
                <a:defRPr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4pPr>
              <a:lvl5pPr marL="1371600" indent="-228600">
                <a:spcBef>
                  <a:spcPts val="3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5pPr>
              <a:lvl6pPr marL="18288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6pPr>
              <a:lvl7pPr marL="22860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7pPr>
              <a:lvl8pPr marL="27432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8pPr>
              <a:lvl9pPr marL="32004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9pPr>
            </a:lstStyle>
            <a:p>
              <a:pPr marL="0" marR="0" lvl="0" indent="0" algn="l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MS PGothic" panose="020B0600070205080204" pitchFamily="34" charset="-128"/>
                <a:cs typeface="+mn-cs"/>
              </a:endParaRPr>
            </a:p>
          </p:txBody>
        </p:sp>
        <p:sp>
          <p:nvSpPr>
            <p:cNvPr id="14347" name="Rectangle 7">
              <a:extLst>
                <a:ext uri="{FF2B5EF4-FFF2-40B4-BE49-F238E27FC236}">
                  <a16:creationId xmlns:a16="http://schemas.microsoft.com/office/drawing/2014/main" id="{BE6DAD0C-D612-B958-23E7-A9F9DDAF114F}"/>
                </a:ext>
              </a:extLst>
            </p:cNvPr>
            <p:cNvSpPr>
              <a:spLocks noChangeArrowheads="1"/>
            </p:cNvSpPr>
            <p:nvPr>
              <p:custDataLst>
                <p:tags r:id="rId5"/>
              </p:custDataLst>
            </p:nvPr>
          </p:nvSpPr>
          <p:spPr bwMode="auto">
            <a:xfrm>
              <a:off x="2514600" y="1600200"/>
              <a:ext cx="304800" cy="3048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spcBef>
                  <a:spcPts val="600"/>
                </a:spcBef>
                <a:buClr>
                  <a:schemeClr val="accent1"/>
                </a:buClr>
                <a:buSzPct val="76000"/>
                <a:buFont typeface="Wingdings 3" panose="05040102010807070707" pitchFamily="18" charset="2"/>
                <a:buChar char=""/>
                <a:defRPr sz="2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1pPr>
              <a:lvl2pPr marL="37931725" indent="-37474525">
                <a:spcBef>
                  <a:spcPts val="500"/>
                </a:spcBef>
                <a:buClr>
                  <a:schemeClr val="accent2"/>
                </a:buClr>
                <a:buSzPct val="76000"/>
                <a:buFont typeface="Wingdings 3" panose="05040102010807070707" pitchFamily="18" charset="2"/>
                <a:buChar char=""/>
                <a:defRPr sz="2300">
                  <a:solidFill>
                    <a:schemeClr val="tx2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2pPr>
              <a:lvl3pPr marL="822325" indent="-228600">
                <a:spcBef>
                  <a:spcPts val="500"/>
                </a:spcBef>
                <a:buClr>
                  <a:srgbClr val="BCBCBC"/>
                </a:buClr>
                <a:buSzPct val="76000"/>
                <a:buFont typeface="Wingdings 3" panose="05040102010807070707" pitchFamily="18" charset="2"/>
                <a:buChar char="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3pPr>
              <a:lvl4pPr marL="1096963" indent="-228600">
                <a:spcBef>
                  <a:spcPts val="400"/>
                </a:spcBef>
                <a:buClr>
                  <a:srgbClr val="8BA2B4"/>
                </a:buClr>
                <a:buSzPct val="70000"/>
                <a:buFont typeface="Wingdings" panose="05000000000000000000" pitchFamily="2" charset="2"/>
                <a:buChar char=""/>
                <a:defRPr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4pPr>
              <a:lvl5pPr marL="1371600" indent="-228600">
                <a:spcBef>
                  <a:spcPts val="3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5pPr>
              <a:lvl6pPr marL="18288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6pPr>
              <a:lvl7pPr marL="22860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7pPr>
              <a:lvl8pPr marL="27432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8pPr>
              <a:lvl9pPr marL="32004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9pPr>
            </a:lstStyle>
            <a:p>
              <a:pPr marL="0" marR="0" lvl="0" indent="0" algn="l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MS PGothic" panose="020B0600070205080204" pitchFamily="34" charset="-128"/>
                <a:cs typeface="+mn-cs"/>
              </a:endParaRPr>
            </a:p>
          </p:txBody>
        </p:sp>
        <p:sp>
          <p:nvSpPr>
            <p:cNvPr id="14348" name="Rectangle 8">
              <a:extLst>
                <a:ext uri="{FF2B5EF4-FFF2-40B4-BE49-F238E27FC236}">
                  <a16:creationId xmlns:a16="http://schemas.microsoft.com/office/drawing/2014/main" id="{A640D426-1617-1551-3A5D-7F003C48D899}"/>
                </a:ext>
              </a:extLst>
            </p:cNvPr>
            <p:cNvSpPr>
              <a:spLocks noChangeArrowheads="1"/>
            </p:cNvSpPr>
            <p:nvPr>
              <p:custDataLst>
                <p:tags r:id="rId6"/>
              </p:custDataLst>
            </p:nvPr>
          </p:nvSpPr>
          <p:spPr bwMode="auto">
            <a:xfrm>
              <a:off x="2819400" y="1600200"/>
              <a:ext cx="304800" cy="3048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spcBef>
                  <a:spcPts val="600"/>
                </a:spcBef>
                <a:buClr>
                  <a:schemeClr val="accent1"/>
                </a:buClr>
                <a:buSzPct val="76000"/>
                <a:buFont typeface="Wingdings 3" panose="05040102010807070707" pitchFamily="18" charset="2"/>
                <a:buChar char=""/>
                <a:defRPr sz="2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1pPr>
              <a:lvl2pPr marL="37931725" indent="-37474525">
                <a:spcBef>
                  <a:spcPts val="500"/>
                </a:spcBef>
                <a:buClr>
                  <a:schemeClr val="accent2"/>
                </a:buClr>
                <a:buSzPct val="76000"/>
                <a:buFont typeface="Wingdings 3" panose="05040102010807070707" pitchFamily="18" charset="2"/>
                <a:buChar char=""/>
                <a:defRPr sz="2300">
                  <a:solidFill>
                    <a:schemeClr val="tx2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2pPr>
              <a:lvl3pPr marL="822325" indent="-228600">
                <a:spcBef>
                  <a:spcPts val="500"/>
                </a:spcBef>
                <a:buClr>
                  <a:srgbClr val="BCBCBC"/>
                </a:buClr>
                <a:buSzPct val="76000"/>
                <a:buFont typeface="Wingdings 3" panose="05040102010807070707" pitchFamily="18" charset="2"/>
                <a:buChar char="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3pPr>
              <a:lvl4pPr marL="1096963" indent="-228600">
                <a:spcBef>
                  <a:spcPts val="400"/>
                </a:spcBef>
                <a:buClr>
                  <a:srgbClr val="8BA2B4"/>
                </a:buClr>
                <a:buSzPct val="70000"/>
                <a:buFont typeface="Wingdings" panose="05000000000000000000" pitchFamily="2" charset="2"/>
                <a:buChar char=""/>
                <a:defRPr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4pPr>
              <a:lvl5pPr marL="1371600" indent="-228600">
                <a:spcBef>
                  <a:spcPts val="3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5pPr>
              <a:lvl6pPr marL="18288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6pPr>
              <a:lvl7pPr marL="22860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7pPr>
              <a:lvl8pPr marL="27432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8pPr>
              <a:lvl9pPr marL="32004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9pPr>
            </a:lstStyle>
            <a:p>
              <a:pPr marL="0" marR="0" lvl="0" indent="0" algn="l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MS PGothic" panose="020B0600070205080204" pitchFamily="34" charset="-128"/>
                <a:cs typeface="+mn-cs"/>
              </a:endParaRPr>
            </a:p>
          </p:txBody>
        </p:sp>
        <p:sp>
          <p:nvSpPr>
            <p:cNvPr id="14349" name="Rectangle 9">
              <a:extLst>
                <a:ext uri="{FF2B5EF4-FFF2-40B4-BE49-F238E27FC236}">
                  <a16:creationId xmlns:a16="http://schemas.microsoft.com/office/drawing/2014/main" id="{12043133-0D08-2AA6-9B66-98F7551D9E4E}"/>
                </a:ext>
              </a:extLst>
            </p:cNvPr>
            <p:cNvSpPr>
              <a:spLocks noChangeArrowheads="1"/>
            </p:cNvSpPr>
            <p:nvPr>
              <p:custDataLst>
                <p:tags r:id="rId7"/>
              </p:custDataLst>
            </p:nvPr>
          </p:nvSpPr>
          <p:spPr bwMode="auto">
            <a:xfrm>
              <a:off x="3124200" y="1600200"/>
              <a:ext cx="304800" cy="3048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spcBef>
                  <a:spcPts val="600"/>
                </a:spcBef>
                <a:buClr>
                  <a:schemeClr val="accent1"/>
                </a:buClr>
                <a:buSzPct val="76000"/>
                <a:buFont typeface="Wingdings 3" panose="05040102010807070707" pitchFamily="18" charset="2"/>
                <a:buChar char=""/>
                <a:defRPr sz="2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1pPr>
              <a:lvl2pPr marL="37931725" indent="-37474525">
                <a:spcBef>
                  <a:spcPts val="500"/>
                </a:spcBef>
                <a:buClr>
                  <a:schemeClr val="accent2"/>
                </a:buClr>
                <a:buSzPct val="76000"/>
                <a:buFont typeface="Wingdings 3" panose="05040102010807070707" pitchFamily="18" charset="2"/>
                <a:buChar char=""/>
                <a:defRPr sz="2300">
                  <a:solidFill>
                    <a:schemeClr val="tx2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2pPr>
              <a:lvl3pPr marL="822325" indent="-228600">
                <a:spcBef>
                  <a:spcPts val="500"/>
                </a:spcBef>
                <a:buClr>
                  <a:srgbClr val="BCBCBC"/>
                </a:buClr>
                <a:buSzPct val="76000"/>
                <a:buFont typeface="Wingdings 3" panose="05040102010807070707" pitchFamily="18" charset="2"/>
                <a:buChar char="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3pPr>
              <a:lvl4pPr marL="1096963" indent="-228600">
                <a:spcBef>
                  <a:spcPts val="400"/>
                </a:spcBef>
                <a:buClr>
                  <a:srgbClr val="8BA2B4"/>
                </a:buClr>
                <a:buSzPct val="70000"/>
                <a:buFont typeface="Wingdings" panose="05000000000000000000" pitchFamily="2" charset="2"/>
                <a:buChar char=""/>
                <a:defRPr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4pPr>
              <a:lvl5pPr marL="1371600" indent="-228600">
                <a:spcBef>
                  <a:spcPts val="3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5pPr>
              <a:lvl6pPr marL="18288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6pPr>
              <a:lvl7pPr marL="22860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7pPr>
              <a:lvl8pPr marL="27432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8pPr>
              <a:lvl9pPr marL="32004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9pPr>
            </a:lstStyle>
            <a:p>
              <a:pPr marL="0" marR="0" lvl="0" indent="0" algn="l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MS PGothic" panose="020B0600070205080204" pitchFamily="34" charset="-128"/>
                <a:cs typeface="+mn-cs"/>
              </a:endParaRPr>
            </a:p>
          </p:txBody>
        </p:sp>
        <p:sp>
          <p:nvSpPr>
            <p:cNvPr id="14350" name="Rectangle 10">
              <a:extLst>
                <a:ext uri="{FF2B5EF4-FFF2-40B4-BE49-F238E27FC236}">
                  <a16:creationId xmlns:a16="http://schemas.microsoft.com/office/drawing/2014/main" id="{BB8A6746-BB82-98EB-43B9-21EA380886D9}"/>
                </a:ext>
              </a:extLst>
            </p:cNvPr>
            <p:cNvSpPr>
              <a:spLocks noChangeArrowheads="1"/>
            </p:cNvSpPr>
            <p:nvPr>
              <p:custDataLst>
                <p:tags r:id="rId8"/>
              </p:custDataLst>
            </p:nvPr>
          </p:nvSpPr>
          <p:spPr bwMode="auto">
            <a:xfrm>
              <a:off x="3429000" y="1600200"/>
              <a:ext cx="304800" cy="3048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spcBef>
                  <a:spcPts val="600"/>
                </a:spcBef>
                <a:buClr>
                  <a:schemeClr val="accent1"/>
                </a:buClr>
                <a:buSzPct val="76000"/>
                <a:buFont typeface="Wingdings 3" panose="05040102010807070707" pitchFamily="18" charset="2"/>
                <a:buChar char=""/>
                <a:defRPr sz="2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1pPr>
              <a:lvl2pPr marL="37931725" indent="-37474525">
                <a:spcBef>
                  <a:spcPts val="500"/>
                </a:spcBef>
                <a:buClr>
                  <a:schemeClr val="accent2"/>
                </a:buClr>
                <a:buSzPct val="76000"/>
                <a:buFont typeface="Wingdings 3" panose="05040102010807070707" pitchFamily="18" charset="2"/>
                <a:buChar char=""/>
                <a:defRPr sz="2300">
                  <a:solidFill>
                    <a:schemeClr val="tx2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2pPr>
              <a:lvl3pPr marL="822325" indent="-228600">
                <a:spcBef>
                  <a:spcPts val="500"/>
                </a:spcBef>
                <a:buClr>
                  <a:srgbClr val="BCBCBC"/>
                </a:buClr>
                <a:buSzPct val="76000"/>
                <a:buFont typeface="Wingdings 3" panose="05040102010807070707" pitchFamily="18" charset="2"/>
                <a:buChar char="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3pPr>
              <a:lvl4pPr marL="1096963" indent="-228600">
                <a:spcBef>
                  <a:spcPts val="400"/>
                </a:spcBef>
                <a:buClr>
                  <a:srgbClr val="8BA2B4"/>
                </a:buClr>
                <a:buSzPct val="70000"/>
                <a:buFont typeface="Wingdings" panose="05000000000000000000" pitchFamily="2" charset="2"/>
                <a:buChar char=""/>
                <a:defRPr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4pPr>
              <a:lvl5pPr marL="1371600" indent="-228600">
                <a:spcBef>
                  <a:spcPts val="3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5pPr>
              <a:lvl6pPr marL="18288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6pPr>
              <a:lvl7pPr marL="22860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7pPr>
              <a:lvl8pPr marL="27432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8pPr>
              <a:lvl9pPr marL="32004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9pPr>
            </a:lstStyle>
            <a:p>
              <a:pPr marL="0" marR="0" lvl="0" indent="0" algn="l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MS PGothic" panose="020B0600070205080204" pitchFamily="34" charset="-128"/>
                <a:cs typeface="+mn-cs"/>
              </a:endParaRPr>
            </a:p>
          </p:txBody>
        </p:sp>
        <p:sp>
          <p:nvSpPr>
            <p:cNvPr id="14351" name="Rectangle 11">
              <a:extLst>
                <a:ext uri="{FF2B5EF4-FFF2-40B4-BE49-F238E27FC236}">
                  <a16:creationId xmlns:a16="http://schemas.microsoft.com/office/drawing/2014/main" id="{7B3DDB77-24E8-2A74-A596-08DAE7685CD7}"/>
                </a:ext>
              </a:extLst>
            </p:cNvPr>
            <p:cNvSpPr>
              <a:spLocks noChangeArrowheads="1"/>
            </p:cNvSpPr>
            <p:nvPr>
              <p:custDataLst>
                <p:tags r:id="rId9"/>
              </p:custDataLst>
            </p:nvPr>
          </p:nvSpPr>
          <p:spPr bwMode="auto">
            <a:xfrm>
              <a:off x="3733800" y="1600200"/>
              <a:ext cx="304800" cy="3048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spcBef>
                  <a:spcPts val="600"/>
                </a:spcBef>
                <a:buClr>
                  <a:schemeClr val="accent1"/>
                </a:buClr>
                <a:buSzPct val="76000"/>
                <a:buFont typeface="Wingdings 3" panose="05040102010807070707" pitchFamily="18" charset="2"/>
                <a:buChar char=""/>
                <a:defRPr sz="2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1pPr>
              <a:lvl2pPr marL="37931725" indent="-37474525">
                <a:spcBef>
                  <a:spcPts val="500"/>
                </a:spcBef>
                <a:buClr>
                  <a:schemeClr val="accent2"/>
                </a:buClr>
                <a:buSzPct val="76000"/>
                <a:buFont typeface="Wingdings 3" panose="05040102010807070707" pitchFamily="18" charset="2"/>
                <a:buChar char=""/>
                <a:defRPr sz="2300">
                  <a:solidFill>
                    <a:schemeClr val="tx2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2pPr>
              <a:lvl3pPr marL="822325" indent="-228600">
                <a:spcBef>
                  <a:spcPts val="500"/>
                </a:spcBef>
                <a:buClr>
                  <a:srgbClr val="BCBCBC"/>
                </a:buClr>
                <a:buSzPct val="76000"/>
                <a:buFont typeface="Wingdings 3" panose="05040102010807070707" pitchFamily="18" charset="2"/>
                <a:buChar char="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3pPr>
              <a:lvl4pPr marL="1096963" indent="-228600">
                <a:spcBef>
                  <a:spcPts val="400"/>
                </a:spcBef>
                <a:buClr>
                  <a:srgbClr val="8BA2B4"/>
                </a:buClr>
                <a:buSzPct val="70000"/>
                <a:buFont typeface="Wingdings" panose="05000000000000000000" pitchFamily="2" charset="2"/>
                <a:buChar char=""/>
                <a:defRPr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4pPr>
              <a:lvl5pPr marL="1371600" indent="-228600">
                <a:spcBef>
                  <a:spcPts val="3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5pPr>
              <a:lvl6pPr marL="18288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6pPr>
              <a:lvl7pPr marL="22860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7pPr>
              <a:lvl8pPr marL="27432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8pPr>
              <a:lvl9pPr marL="32004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9pPr>
            </a:lstStyle>
            <a:p>
              <a:pPr marL="0" marR="0" lvl="0" indent="0" algn="ct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MS PGothic" panose="020B0600070205080204" pitchFamily="34" charset="-128"/>
                  <a:cs typeface="+mn-cs"/>
                </a:rPr>
                <a:t>b</a:t>
              </a:r>
            </a:p>
          </p:txBody>
        </p:sp>
        <p:sp>
          <p:nvSpPr>
            <p:cNvPr id="14352" name="Rectangle 12">
              <a:extLst>
                <a:ext uri="{FF2B5EF4-FFF2-40B4-BE49-F238E27FC236}">
                  <a16:creationId xmlns:a16="http://schemas.microsoft.com/office/drawing/2014/main" id="{F3017DE2-F46F-C221-7516-FCF4DC2C9482}"/>
                </a:ext>
              </a:extLst>
            </p:cNvPr>
            <p:cNvSpPr>
              <a:spLocks noChangeArrowheads="1"/>
            </p:cNvSpPr>
            <p:nvPr>
              <p:custDataLst>
                <p:tags r:id="rId10"/>
              </p:custDataLst>
            </p:nvPr>
          </p:nvSpPr>
          <p:spPr bwMode="auto">
            <a:xfrm>
              <a:off x="4038600" y="1600200"/>
              <a:ext cx="304800" cy="3048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spcBef>
                  <a:spcPts val="600"/>
                </a:spcBef>
                <a:buClr>
                  <a:schemeClr val="accent1"/>
                </a:buClr>
                <a:buSzPct val="76000"/>
                <a:buFont typeface="Wingdings 3" panose="05040102010807070707" pitchFamily="18" charset="2"/>
                <a:buChar char=""/>
                <a:defRPr sz="2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1pPr>
              <a:lvl2pPr marL="37931725" indent="-37474525">
                <a:spcBef>
                  <a:spcPts val="500"/>
                </a:spcBef>
                <a:buClr>
                  <a:schemeClr val="accent2"/>
                </a:buClr>
                <a:buSzPct val="76000"/>
                <a:buFont typeface="Wingdings 3" panose="05040102010807070707" pitchFamily="18" charset="2"/>
                <a:buChar char=""/>
                <a:defRPr sz="2300">
                  <a:solidFill>
                    <a:schemeClr val="tx2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2pPr>
              <a:lvl3pPr marL="822325" indent="-228600">
                <a:spcBef>
                  <a:spcPts val="500"/>
                </a:spcBef>
                <a:buClr>
                  <a:srgbClr val="BCBCBC"/>
                </a:buClr>
                <a:buSzPct val="76000"/>
                <a:buFont typeface="Wingdings 3" panose="05040102010807070707" pitchFamily="18" charset="2"/>
                <a:buChar char="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3pPr>
              <a:lvl4pPr marL="1096963" indent="-228600">
                <a:spcBef>
                  <a:spcPts val="400"/>
                </a:spcBef>
                <a:buClr>
                  <a:srgbClr val="8BA2B4"/>
                </a:buClr>
                <a:buSzPct val="70000"/>
                <a:buFont typeface="Wingdings" panose="05000000000000000000" pitchFamily="2" charset="2"/>
                <a:buChar char=""/>
                <a:defRPr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4pPr>
              <a:lvl5pPr marL="1371600" indent="-228600">
                <a:spcBef>
                  <a:spcPts val="3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5pPr>
              <a:lvl6pPr marL="18288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6pPr>
              <a:lvl7pPr marL="22860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7pPr>
              <a:lvl8pPr marL="27432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8pPr>
              <a:lvl9pPr marL="32004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9pPr>
            </a:lstStyle>
            <a:p>
              <a:pPr marL="0" marR="0" lvl="0" indent="0" algn="ct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MS PGothic" panose="020B0600070205080204" pitchFamily="34" charset="-128"/>
                  <a:cs typeface="+mn-cs"/>
                </a:rPr>
                <a:t>c</a:t>
              </a:r>
            </a:p>
          </p:txBody>
        </p:sp>
        <p:sp>
          <p:nvSpPr>
            <p:cNvPr id="14353" name="Rectangle 13">
              <a:extLst>
                <a:ext uri="{FF2B5EF4-FFF2-40B4-BE49-F238E27FC236}">
                  <a16:creationId xmlns:a16="http://schemas.microsoft.com/office/drawing/2014/main" id="{FFDE52B6-18B9-33CA-F8BC-3E6CE50898E0}"/>
                </a:ext>
              </a:extLst>
            </p:cNvPr>
            <p:cNvSpPr>
              <a:spLocks noChangeArrowheads="1"/>
            </p:cNvSpPr>
            <p:nvPr>
              <p:custDataLst>
                <p:tags r:id="rId11"/>
              </p:custDataLst>
            </p:nvPr>
          </p:nvSpPr>
          <p:spPr bwMode="auto">
            <a:xfrm>
              <a:off x="4343400" y="1600200"/>
              <a:ext cx="304800" cy="3048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spcBef>
                  <a:spcPts val="600"/>
                </a:spcBef>
                <a:buClr>
                  <a:schemeClr val="accent1"/>
                </a:buClr>
                <a:buSzPct val="76000"/>
                <a:buFont typeface="Wingdings 3" panose="05040102010807070707" pitchFamily="18" charset="2"/>
                <a:buChar char=""/>
                <a:defRPr sz="2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1pPr>
              <a:lvl2pPr marL="37931725" indent="-37474525">
                <a:spcBef>
                  <a:spcPts val="500"/>
                </a:spcBef>
                <a:buClr>
                  <a:schemeClr val="accent2"/>
                </a:buClr>
                <a:buSzPct val="76000"/>
                <a:buFont typeface="Wingdings 3" panose="05040102010807070707" pitchFamily="18" charset="2"/>
                <a:buChar char=""/>
                <a:defRPr sz="2300">
                  <a:solidFill>
                    <a:schemeClr val="tx2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2pPr>
              <a:lvl3pPr marL="822325" indent="-228600">
                <a:spcBef>
                  <a:spcPts val="500"/>
                </a:spcBef>
                <a:buClr>
                  <a:srgbClr val="BCBCBC"/>
                </a:buClr>
                <a:buSzPct val="76000"/>
                <a:buFont typeface="Wingdings 3" panose="05040102010807070707" pitchFamily="18" charset="2"/>
                <a:buChar char="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3pPr>
              <a:lvl4pPr marL="1096963" indent="-228600">
                <a:spcBef>
                  <a:spcPts val="400"/>
                </a:spcBef>
                <a:buClr>
                  <a:srgbClr val="8BA2B4"/>
                </a:buClr>
                <a:buSzPct val="70000"/>
                <a:buFont typeface="Wingdings" panose="05000000000000000000" pitchFamily="2" charset="2"/>
                <a:buChar char=""/>
                <a:defRPr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4pPr>
              <a:lvl5pPr marL="1371600" indent="-228600">
                <a:spcBef>
                  <a:spcPts val="3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5pPr>
              <a:lvl6pPr marL="18288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6pPr>
              <a:lvl7pPr marL="22860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7pPr>
              <a:lvl8pPr marL="27432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8pPr>
              <a:lvl9pPr marL="32004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9pPr>
            </a:lstStyle>
            <a:p>
              <a:pPr marL="0" marR="0" lvl="0" indent="0" algn="ct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MS PGothic" panose="020B0600070205080204" pitchFamily="34" charset="-128"/>
                  <a:cs typeface="+mn-cs"/>
                </a:rPr>
                <a:t>d</a:t>
              </a:r>
            </a:p>
          </p:txBody>
        </p:sp>
        <p:sp>
          <p:nvSpPr>
            <p:cNvPr id="14354" name="Rectangle 14">
              <a:extLst>
                <a:ext uri="{FF2B5EF4-FFF2-40B4-BE49-F238E27FC236}">
                  <a16:creationId xmlns:a16="http://schemas.microsoft.com/office/drawing/2014/main" id="{6D4EACC6-3668-DB79-1472-9B1263340E1A}"/>
                </a:ext>
              </a:extLst>
            </p:cNvPr>
            <p:cNvSpPr>
              <a:spLocks noChangeArrowheads="1"/>
            </p:cNvSpPr>
            <p:nvPr>
              <p:custDataLst>
                <p:tags r:id="rId12"/>
              </p:custDataLst>
            </p:nvPr>
          </p:nvSpPr>
          <p:spPr bwMode="auto">
            <a:xfrm>
              <a:off x="4648200" y="1600200"/>
              <a:ext cx="304800" cy="3048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spcBef>
                  <a:spcPts val="600"/>
                </a:spcBef>
                <a:buClr>
                  <a:schemeClr val="accent1"/>
                </a:buClr>
                <a:buSzPct val="76000"/>
                <a:buFont typeface="Wingdings 3" panose="05040102010807070707" pitchFamily="18" charset="2"/>
                <a:buChar char=""/>
                <a:defRPr sz="2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1pPr>
              <a:lvl2pPr marL="37931725" indent="-37474525">
                <a:spcBef>
                  <a:spcPts val="500"/>
                </a:spcBef>
                <a:buClr>
                  <a:schemeClr val="accent2"/>
                </a:buClr>
                <a:buSzPct val="76000"/>
                <a:buFont typeface="Wingdings 3" panose="05040102010807070707" pitchFamily="18" charset="2"/>
                <a:buChar char=""/>
                <a:defRPr sz="2300">
                  <a:solidFill>
                    <a:schemeClr val="tx2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2pPr>
              <a:lvl3pPr marL="822325" indent="-228600">
                <a:spcBef>
                  <a:spcPts val="500"/>
                </a:spcBef>
                <a:buClr>
                  <a:srgbClr val="BCBCBC"/>
                </a:buClr>
                <a:buSzPct val="76000"/>
                <a:buFont typeface="Wingdings 3" panose="05040102010807070707" pitchFamily="18" charset="2"/>
                <a:buChar char="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3pPr>
              <a:lvl4pPr marL="1096963" indent="-228600">
                <a:spcBef>
                  <a:spcPts val="400"/>
                </a:spcBef>
                <a:buClr>
                  <a:srgbClr val="8BA2B4"/>
                </a:buClr>
                <a:buSzPct val="70000"/>
                <a:buFont typeface="Wingdings" panose="05000000000000000000" pitchFamily="2" charset="2"/>
                <a:buChar char=""/>
                <a:defRPr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4pPr>
              <a:lvl5pPr marL="1371600" indent="-228600">
                <a:spcBef>
                  <a:spcPts val="3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5pPr>
              <a:lvl6pPr marL="18288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6pPr>
              <a:lvl7pPr marL="22860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7pPr>
              <a:lvl8pPr marL="27432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8pPr>
              <a:lvl9pPr marL="32004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9pPr>
            </a:lstStyle>
            <a:p>
              <a:pPr marL="0" marR="0" lvl="0" indent="0" algn="ct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MS PGothic" panose="020B0600070205080204" pitchFamily="34" charset="-128"/>
                  <a:cs typeface="+mn-cs"/>
                </a:rPr>
                <a:t>e</a:t>
              </a:r>
            </a:p>
          </p:txBody>
        </p:sp>
        <p:sp>
          <p:nvSpPr>
            <p:cNvPr id="14355" name="Rectangle 15">
              <a:extLst>
                <a:ext uri="{FF2B5EF4-FFF2-40B4-BE49-F238E27FC236}">
                  <a16:creationId xmlns:a16="http://schemas.microsoft.com/office/drawing/2014/main" id="{73BC65E0-B46B-A162-DA60-AA00B5F2EBB1}"/>
                </a:ext>
              </a:extLst>
            </p:cNvPr>
            <p:cNvSpPr>
              <a:spLocks noChangeArrowheads="1"/>
            </p:cNvSpPr>
            <p:nvPr>
              <p:custDataLst>
                <p:tags r:id="rId13"/>
              </p:custDataLst>
            </p:nvPr>
          </p:nvSpPr>
          <p:spPr bwMode="auto">
            <a:xfrm>
              <a:off x="4953000" y="1600200"/>
              <a:ext cx="304800" cy="3048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spcBef>
                  <a:spcPts val="600"/>
                </a:spcBef>
                <a:buClr>
                  <a:schemeClr val="accent1"/>
                </a:buClr>
                <a:buSzPct val="76000"/>
                <a:buFont typeface="Wingdings 3" panose="05040102010807070707" pitchFamily="18" charset="2"/>
                <a:buChar char=""/>
                <a:defRPr sz="2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1pPr>
              <a:lvl2pPr marL="37931725" indent="-37474525">
                <a:spcBef>
                  <a:spcPts val="500"/>
                </a:spcBef>
                <a:buClr>
                  <a:schemeClr val="accent2"/>
                </a:buClr>
                <a:buSzPct val="76000"/>
                <a:buFont typeface="Wingdings 3" panose="05040102010807070707" pitchFamily="18" charset="2"/>
                <a:buChar char=""/>
                <a:defRPr sz="2300">
                  <a:solidFill>
                    <a:schemeClr val="tx2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2pPr>
              <a:lvl3pPr marL="822325" indent="-228600">
                <a:spcBef>
                  <a:spcPts val="500"/>
                </a:spcBef>
                <a:buClr>
                  <a:srgbClr val="BCBCBC"/>
                </a:buClr>
                <a:buSzPct val="76000"/>
                <a:buFont typeface="Wingdings 3" panose="05040102010807070707" pitchFamily="18" charset="2"/>
                <a:buChar char="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3pPr>
              <a:lvl4pPr marL="1096963" indent="-228600">
                <a:spcBef>
                  <a:spcPts val="400"/>
                </a:spcBef>
                <a:buClr>
                  <a:srgbClr val="8BA2B4"/>
                </a:buClr>
                <a:buSzPct val="70000"/>
                <a:buFont typeface="Wingdings" panose="05000000000000000000" pitchFamily="2" charset="2"/>
                <a:buChar char=""/>
                <a:defRPr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4pPr>
              <a:lvl5pPr marL="1371600" indent="-228600">
                <a:spcBef>
                  <a:spcPts val="3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5pPr>
              <a:lvl6pPr marL="18288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6pPr>
              <a:lvl7pPr marL="22860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7pPr>
              <a:lvl8pPr marL="27432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8pPr>
              <a:lvl9pPr marL="32004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9pPr>
            </a:lstStyle>
            <a:p>
              <a:pPr marL="0" marR="0" lvl="0" indent="0" algn="ct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MS PGothic" panose="020B0600070205080204" pitchFamily="34" charset="-128"/>
                  <a:cs typeface="+mn-cs"/>
                </a:rPr>
                <a:t>f</a:t>
              </a:r>
            </a:p>
          </p:txBody>
        </p:sp>
        <p:sp>
          <p:nvSpPr>
            <p:cNvPr id="14356" name="Rectangle 16">
              <a:extLst>
                <a:ext uri="{FF2B5EF4-FFF2-40B4-BE49-F238E27FC236}">
                  <a16:creationId xmlns:a16="http://schemas.microsoft.com/office/drawing/2014/main" id="{2D7A2C9F-62BF-99DB-42CD-10C24EEC1B02}"/>
                </a:ext>
              </a:extLst>
            </p:cNvPr>
            <p:cNvSpPr>
              <a:spLocks noChangeArrowheads="1"/>
            </p:cNvSpPr>
            <p:nvPr>
              <p:custDataLst>
                <p:tags r:id="rId14"/>
              </p:custDataLst>
            </p:nvPr>
          </p:nvSpPr>
          <p:spPr bwMode="auto">
            <a:xfrm>
              <a:off x="5257800" y="1600200"/>
              <a:ext cx="304800" cy="3048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spcBef>
                  <a:spcPts val="600"/>
                </a:spcBef>
                <a:buClr>
                  <a:schemeClr val="accent1"/>
                </a:buClr>
                <a:buSzPct val="76000"/>
                <a:buFont typeface="Wingdings 3" panose="05040102010807070707" pitchFamily="18" charset="2"/>
                <a:buChar char=""/>
                <a:defRPr sz="2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1pPr>
              <a:lvl2pPr marL="37931725" indent="-37474525">
                <a:spcBef>
                  <a:spcPts val="500"/>
                </a:spcBef>
                <a:buClr>
                  <a:schemeClr val="accent2"/>
                </a:buClr>
                <a:buSzPct val="76000"/>
                <a:buFont typeface="Wingdings 3" panose="05040102010807070707" pitchFamily="18" charset="2"/>
                <a:buChar char=""/>
                <a:defRPr sz="2300">
                  <a:solidFill>
                    <a:schemeClr val="tx2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2pPr>
              <a:lvl3pPr marL="822325" indent="-228600">
                <a:spcBef>
                  <a:spcPts val="500"/>
                </a:spcBef>
                <a:buClr>
                  <a:srgbClr val="BCBCBC"/>
                </a:buClr>
                <a:buSzPct val="76000"/>
                <a:buFont typeface="Wingdings 3" panose="05040102010807070707" pitchFamily="18" charset="2"/>
                <a:buChar char="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3pPr>
              <a:lvl4pPr marL="1096963" indent="-228600">
                <a:spcBef>
                  <a:spcPts val="400"/>
                </a:spcBef>
                <a:buClr>
                  <a:srgbClr val="8BA2B4"/>
                </a:buClr>
                <a:buSzPct val="70000"/>
                <a:buFont typeface="Wingdings" panose="05000000000000000000" pitchFamily="2" charset="2"/>
                <a:buChar char=""/>
                <a:defRPr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4pPr>
              <a:lvl5pPr marL="1371600" indent="-228600">
                <a:spcBef>
                  <a:spcPts val="3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5pPr>
              <a:lvl6pPr marL="18288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6pPr>
              <a:lvl7pPr marL="22860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7pPr>
              <a:lvl8pPr marL="27432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8pPr>
              <a:lvl9pPr marL="32004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9pPr>
            </a:lstStyle>
            <a:p>
              <a:pPr marL="0" marR="0" lvl="0" indent="0" algn="l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MS PGothic" panose="020B0600070205080204" pitchFamily="34" charset="-128"/>
                <a:cs typeface="+mn-cs"/>
              </a:endParaRPr>
            </a:p>
          </p:txBody>
        </p:sp>
        <p:sp>
          <p:nvSpPr>
            <p:cNvPr id="14357" name="Rectangle 17">
              <a:extLst>
                <a:ext uri="{FF2B5EF4-FFF2-40B4-BE49-F238E27FC236}">
                  <a16:creationId xmlns:a16="http://schemas.microsoft.com/office/drawing/2014/main" id="{4A249008-DA09-134A-6770-46CFD5462D51}"/>
                </a:ext>
              </a:extLst>
            </p:cNvPr>
            <p:cNvSpPr>
              <a:spLocks noChangeArrowheads="1"/>
            </p:cNvSpPr>
            <p:nvPr>
              <p:custDataLst>
                <p:tags r:id="rId15"/>
              </p:custDataLst>
            </p:nvPr>
          </p:nvSpPr>
          <p:spPr bwMode="auto">
            <a:xfrm>
              <a:off x="5562600" y="1600200"/>
              <a:ext cx="304800" cy="3048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spcBef>
                  <a:spcPts val="600"/>
                </a:spcBef>
                <a:buClr>
                  <a:schemeClr val="accent1"/>
                </a:buClr>
                <a:buSzPct val="76000"/>
                <a:buFont typeface="Wingdings 3" panose="05040102010807070707" pitchFamily="18" charset="2"/>
                <a:buChar char=""/>
                <a:defRPr sz="2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1pPr>
              <a:lvl2pPr marL="37931725" indent="-37474525">
                <a:spcBef>
                  <a:spcPts val="500"/>
                </a:spcBef>
                <a:buClr>
                  <a:schemeClr val="accent2"/>
                </a:buClr>
                <a:buSzPct val="76000"/>
                <a:buFont typeface="Wingdings 3" panose="05040102010807070707" pitchFamily="18" charset="2"/>
                <a:buChar char=""/>
                <a:defRPr sz="2300">
                  <a:solidFill>
                    <a:schemeClr val="tx2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2pPr>
              <a:lvl3pPr marL="822325" indent="-228600">
                <a:spcBef>
                  <a:spcPts val="500"/>
                </a:spcBef>
                <a:buClr>
                  <a:srgbClr val="BCBCBC"/>
                </a:buClr>
                <a:buSzPct val="76000"/>
                <a:buFont typeface="Wingdings 3" panose="05040102010807070707" pitchFamily="18" charset="2"/>
                <a:buChar char="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3pPr>
              <a:lvl4pPr marL="1096963" indent="-228600">
                <a:spcBef>
                  <a:spcPts val="400"/>
                </a:spcBef>
                <a:buClr>
                  <a:srgbClr val="8BA2B4"/>
                </a:buClr>
                <a:buSzPct val="70000"/>
                <a:buFont typeface="Wingdings" panose="05000000000000000000" pitchFamily="2" charset="2"/>
                <a:buChar char=""/>
                <a:defRPr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4pPr>
              <a:lvl5pPr marL="1371600" indent="-228600">
                <a:spcBef>
                  <a:spcPts val="3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5pPr>
              <a:lvl6pPr marL="18288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6pPr>
              <a:lvl7pPr marL="22860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7pPr>
              <a:lvl8pPr marL="27432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8pPr>
              <a:lvl9pPr marL="32004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9pPr>
            </a:lstStyle>
            <a:p>
              <a:pPr marL="0" marR="0" lvl="0" indent="0" algn="l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MS PGothic" panose="020B0600070205080204" pitchFamily="34" charset="-128"/>
                <a:cs typeface="+mn-cs"/>
              </a:endParaRPr>
            </a:p>
          </p:txBody>
        </p:sp>
        <p:sp>
          <p:nvSpPr>
            <p:cNvPr id="14358" name="Rectangle 18">
              <a:extLst>
                <a:ext uri="{FF2B5EF4-FFF2-40B4-BE49-F238E27FC236}">
                  <a16:creationId xmlns:a16="http://schemas.microsoft.com/office/drawing/2014/main" id="{1F292238-2033-1CCF-306A-534BC66C17BC}"/>
                </a:ext>
              </a:extLst>
            </p:cNvPr>
            <p:cNvSpPr>
              <a:spLocks noChangeArrowheads="1"/>
            </p:cNvSpPr>
            <p:nvPr>
              <p:custDataLst>
                <p:tags r:id="rId16"/>
              </p:custDataLst>
            </p:nvPr>
          </p:nvSpPr>
          <p:spPr bwMode="auto">
            <a:xfrm>
              <a:off x="5867400" y="1600200"/>
              <a:ext cx="304800" cy="3048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spcBef>
                  <a:spcPts val="600"/>
                </a:spcBef>
                <a:buClr>
                  <a:schemeClr val="accent1"/>
                </a:buClr>
                <a:buSzPct val="76000"/>
                <a:buFont typeface="Wingdings 3" panose="05040102010807070707" pitchFamily="18" charset="2"/>
                <a:buChar char=""/>
                <a:defRPr sz="2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1pPr>
              <a:lvl2pPr marL="37931725" indent="-37474525">
                <a:spcBef>
                  <a:spcPts val="500"/>
                </a:spcBef>
                <a:buClr>
                  <a:schemeClr val="accent2"/>
                </a:buClr>
                <a:buSzPct val="76000"/>
                <a:buFont typeface="Wingdings 3" panose="05040102010807070707" pitchFamily="18" charset="2"/>
                <a:buChar char=""/>
                <a:defRPr sz="2300">
                  <a:solidFill>
                    <a:schemeClr val="tx2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2pPr>
              <a:lvl3pPr marL="822325" indent="-228600">
                <a:spcBef>
                  <a:spcPts val="500"/>
                </a:spcBef>
                <a:buClr>
                  <a:srgbClr val="BCBCBC"/>
                </a:buClr>
                <a:buSzPct val="76000"/>
                <a:buFont typeface="Wingdings 3" panose="05040102010807070707" pitchFamily="18" charset="2"/>
                <a:buChar char="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3pPr>
              <a:lvl4pPr marL="1096963" indent="-228600">
                <a:spcBef>
                  <a:spcPts val="400"/>
                </a:spcBef>
                <a:buClr>
                  <a:srgbClr val="8BA2B4"/>
                </a:buClr>
                <a:buSzPct val="70000"/>
                <a:buFont typeface="Wingdings" panose="05000000000000000000" pitchFamily="2" charset="2"/>
                <a:buChar char=""/>
                <a:defRPr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4pPr>
              <a:lvl5pPr marL="1371600" indent="-228600">
                <a:spcBef>
                  <a:spcPts val="3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5pPr>
              <a:lvl6pPr marL="18288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6pPr>
              <a:lvl7pPr marL="22860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7pPr>
              <a:lvl8pPr marL="27432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8pPr>
              <a:lvl9pPr marL="32004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9pPr>
            </a:lstStyle>
            <a:p>
              <a:pPr marL="0" marR="0" lvl="0" indent="0" algn="l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MS PGothic" panose="020B0600070205080204" pitchFamily="34" charset="-128"/>
                <a:cs typeface="+mn-cs"/>
              </a:endParaRPr>
            </a:p>
          </p:txBody>
        </p:sp>
        <p:sp>
          <p:nvSpPr>
            <p:cNvPr id="14359" name="Rectangle 19">
              <a:extLst>
                <a:ext uri="{FF2B5EF4-FFF2-40B4-BE49-F238E27FC236}">
                  <a16:creationId xmlns:a16="http://schemas.microsoft.com/office/drawing/2014/main" id="{1F167C76-9FF4-B2BE-3914-FDACFB8E17D1}"/>
                </a:ext>
              </a:extLst>
            </p:cNvPr>
            <p:cNvSpPr>
              <a:spLocks noChangeArrowheads="1"/>
            </p:cNvSpPr>
            <p:nvPr>
              <p:custDataLst>
                <p:tags r:id="rId17"/>
              </p:custDataLst>
            </p:nvPr>
          </p:nvSpPr>
          <p:spPr bwMode="auto">
            <a:xfrm>
              <a:off x="6172200" y="1600200"/>
              <a:ext cx="304800" cy="3048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spcBef>
                  <a:spcPts val="600"/>
                </a:spcBef>
                <a:buClr>
                  <a:schemeClr val="accent1"/>
                </a:buClr>
                <a:buSzPct val="76000"/>
                <a:buFont typeface="Wingdings 3" panose="05040102010807070707" pitchFamily="18" charset="2"/>
                <a:buChar char=""/>
                <a:defRPr sz="2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1pPr>
              <a:lvl2pPr marL="37931725" indent="-37474525">
                <a:spcBef>
                  <a:spcPts val="500"/>
                </a:spcBef>
                <a:buClr>
                  <a:schemeClr val="accent2"/>
                </a:buClr>
                <a:buSzPct val="76000"/>
                <a:buFont typeface="Wingdings 3" panose="05040102010807070707" pitchFamily="18" charset="2"/>
                <a:buChar char=""/>
                <a:defRPr sz="2300">
                  <a:solidFill>
                    <a:schemeClr val="tx2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2pPr>
              <a:lvl3pPr marL="822325" indent="-228600">
                <a:spcBef>
                  <a:spcPts val="500"/>
                </a:spcBef>
                <a:buClr>
                  <a:srgbClr val="BCBCBC"/>
                </a:buClr>
                <a:buSzPct val="76000"/>
                <a:buFont typeface="Wingdings 3" panose="05040102010807070707" pitchFamily="18" charset="2"/>
                <a:buChar char="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3pPr>
              <a:lvl4pPr marL="1096963" indent="-228600">
                <a:spcBef>
                  <a:spcPts val="400"/>
                </a:spcBef>
                <a:buClr>
                  <a:srgbClr val="8BA2B4"/>
                </a:buClr>
                <a:buSzPct val="70000"/>
                <a:buFont typeface="Wingdings" panose="05000000000000000000" pitchFamily="2" charset="2"/>
                <a:buChar char=""/>
                <a:defRPr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4pPr>
              <a:lvl5pPr marL="1371600" indent="-228600">
                <a:spcBef>
                  <a:spcPts val="3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5pPr>
              <a:lvl6pPr marL="18288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6pPr>
              <a:lvl7pPr marL="22860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7pPr>
              <a:lvl8pPr marL="27432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8pPr>
              <a:lvl9pPr marL="32004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9pPr>
            </a:lstStyle>
            <a:p>
              <a:pPr marL="0" marR="0" lvl="0" indent="0" algn="l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MS PGothic" panose="020B0600070205080204" pitchFamily="34" charset="-128"/>
                <a:cs typeface="+mn-cs"/>
              </a:endParaRPr>
            </a:p>
          </p:txBody>
        </p:sp>
        <p:sp>
          <p:nvSpPr>
            <p:cNvPr id="14360" name="Rectangle 20">
              <a:extLst>
                <a:ext uri="{FF2B5EF4-FFF2-40B4-BE49-F238E27FC236}">
                  <a16:creationId xmlns:a16="http://schemas.microsoft.com/office/drawing/2014/main" id="{9C9C238D-D5D4-BCBB-8C82-27AB44B81F9F}"/>
                </a:ext>
              </a:extLst>
            </p:cNvPr>
            <p:cNvSpPr>
              <a:spLocks noChangeArrowheads="1"/>
            </p:cNvSpPr>
            <p:nvPr>
              <p:custDataLst>
                <p:tags r:id="rId18"/>
              </p:custDataLst>
            </p:nvPr>
          </p:nvSpPr>
          <p:spPr bwMode="auto">
            <a:xfrm>
              <a:off x="6477000" y="1600200"/>
              <a:ext cx="304800" cy="3048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spcBef>
                  <a:spcPts val="600"/>
                </a:spcBef>
                <a:buClr>
                  <a:schemeClr val="accent1"/>
                </a:buClr>
                <a:buSzPct val="76000"/>
                <a:buFont typeface="Wingdings 3" panose="05040102010807070707" pitchFamily="18" charset="2"/>
                <a:buChar char=""/>
                <a:defRPr sz="2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1pPr>
              <a:lvl2pPr marL="37931725" indent="-37474525">
                <a:spcBef>
                  <a:spcPts val="500"/>
                </a:spcBef>
                <a:buClr>
                  <a:schemeClr val="accent2"/>
                </a:buClr>
                <a:buSzPct val="76000"/>
                <a:buFont typeface="Wingdings 3" panose="05040102010807070707" pitchFamily="18" charset="2"/>
                <a:buChar char=""/>
                <a:defRPr sz="2300">
                  <a:solidFill>
                    <a:schemeClr val="tx2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2pPr>
              <a:lvl3pPr marL="822325" indent="-228600">
                <a:spcBef>
                  <a:spcPts val="500"/>
                </a:spcBef>
                <a:buClr>
                  <a:srgbClr val="BCBCBC"/>
                </a:buClr>
                <a:buSzPct val="76000"/>
                <a:buFont typeface="Wingdings 3" panose="05040102010807070707" pitchFamily="18" charset="2"/>
                <a:buChar char="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3pPr>
              <a:lvl4pPr marL="1096963" indent="-228600">
                <a:spcBef>
                  <a:spcPts val="400"/>
                </a:spcBef>
                <a:buClr>
                  <a:srgbClr val="8BA2B4"/>
                </a:buClr>
                <a:buSzPct val="70000"/>
                <a:buFont typeface="Wingdings" panose="05000000000000000000" pitchFamily="2" charset="2"/>
                <a:buChar char=""/>
                <a:defRPr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4pPr>
              <a:lvl5pPr marL="1371600" indent="-228600">
                <a:spcBef>
                  <a:spcPts val="3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5pPr>
              <a:lvl6pPr marL="18288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6pPr>
              <a:lvl7pPr marL="22860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7pPr>
              <a:lvl8pPr marL="27432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8pPr>
              <a:lvl9pPr marL="32004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9pPr>
            </a:lstStyle>
            <a:p>
              <a:pPr marL="0" marR="0" lvl="0" indent="0" algn="l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MS PGothic" panose="020B0600070205080204" pitchFamily="34" charset="-128"/>
                <a:cs typeface="+mn-cs"/>
              </a:endParaRPr>
            </a:p>
          </p:txBody>
        </p:sp>
        <p:sp>
          <p:nvSpPr>
            <p:cNvPr id="14361" name="Rectangle 21">
              <a:extLst>
                <a:ext uri="{FF2B5EF4-FFF2-40B4-BE49-F238E27FC236}">
                  <a16:creationId xmlns:a16="http://schemas.microsoft.com/office/drawing/2014/main" id="{F19EE75E-2CBA-6628-80DB-E8A89C356030}"/>
                </a:ext>
              </a:extLst>
            </p:cNvPr>
            <p:cNvSpPr>
              <a:spLocks noChangeArrowheads="1"/>
            </p:cNvSpPr>
            <p:nvPr>
              <p:custDataLst>
                <p:tags r:id="rId19"/>
              </p:custDataLst>
            </p:nvPr>
          </p:nvSpPr>
          <p:spPr bwMode="auto">
            <a:xfrm>
              <a:off x="6781800" y="1600200"/>
              <a:ext cx="304800" cy="3048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spcBef>
                  <a:spcPts val="600"/>
                </a:spcBef>
                <a:buClr>
                  <a:schemeClr val="accent1"/>
                </a:buClr>
                <a:buSzPct val="76000"/>
                <a:buFont typeface="Wingdings 3" panose="05040102010807070707" pitchFamily="18" charset="2"/>
                <a:buChar char=""/>
                <a:defRPr sz="2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1pPr>
              <a:lvl2pPr marL="37931725" indent="-37474525">
                <a:spcBef>
                  <a:spcPts val="500"/>
                </a:spcBef>
                <a:buClr>
                  <a:schemeClr val="accent2"/>
                </a:buClr>
                <a:buSzPct val="76000"/>
                <a:buFont typeface="Wingdings 3" panose="05040102010807070707" pitchFamily="18" charset="2"/>
                <a:buChar char=""/>
                <a:defRPr sz="2300">
                  <a:solidFill>
                    <a:schemeClr val="tx2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2pPr>
              <a:lvl3pPr marL="822325" indent="-228600">
                <a:spcBef>
                  <a:spcPts val="500"/>
                </a:spcBef>
                <a:buClr>
                  <a:srgbClr val="BCBCBC"/>
                </a:buClr>
                <a:buSzPct val="76000"/>
                <a:buFont typeface="Wingdings 3" panose="05040102010807070707" pitchFamily="18" charset="2"/>
                <a:buChar char="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3pPr>
              <a:lvl4pPr marL="1096963" indent="-228600">
                <a:spcBef>
                  <a:spcPts val="400"/>
                </a:spcBef>
                <a:buClr>
                  <a:srgbClr val="8BA2B4"/>
                </a:buClr>
                <a:buSzPct val="70000"/>
                <a:buFont typeface="Wingdings" panose="05000000000000000000" pitchFamily="2" charset="2"/>
                <a:buChar char=""/>
                <a:defRPr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4pPr>
              <a:lvl5pPr marL="1371600" indent="-228600">
                <a:spcBef>
                  <a:spcPts val="3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5pPr>
              <a:lvl6pPr marL="18288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6pPr>
              <a:lvl7pPr marL="22860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7pPr>
              <a:lvl8pPr marL="27432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8pPr>
              <a:lvl9pPr marL="32004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9pPr>
            </a:lstStyle>
            <a:p>
              <a:pPr marL="0" marR="0" lvl="0" indent="0" algn="l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MS PGothic" panose="020B0600070205080204" pitchFamily="34" charset="-128"/>
                <a:cs typeface="+mn-cs"/>
              </a:endParaRPr>
            </a:p>
          </p:txBody>
        </p:sp>
        <p:sp>
          <p:nvSpPr>
            <p:cNvPr id="14362" name="Rectangle 22">
              <a:extLst>
                <a:ext uri="{FF2B5EF4-FFF2-40B4-BE49-F238E27FC236}">
                  <a16:creationId xmlns:a16="http://schemas.microsoft.com/office/drawing/2014/main" id="{C45B2190-E4C6-38BF-D593-153BBE0DF3C1}"/>
                </a:ext>
              </a:extLst>
            </p:cNvPr>
            <p:cNvSpPr>
              <a:spLocks noChangeArrowheads="1"/>
            </p:cNvSpPr>
            <p:nvPr>
              <p:custDataLst>
                <p:tags r:id="rId20"/>
              </p:custDataLst>
            </p:nvPr>
          </p:nvSpPr>
          <p:spPr bwMode="auto">
            <a:xfrm>
              <a:off x="7086600" y="1600200"/>
              <a:ext cx="304800" cy="3048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spcBef>
                  <a:spcPts val="600"/>
                </a:spcBef>
                <a:buClr>
                  <a:schemeClr val="accent1"/>
                </a:buClr>
                <a:buSzPct val="76000"/>
                <a:buFont typeface="Wingdings 3" panose="05040102010807070707" pitchFamily="18" charset="2"/>
                <a:buChar char=""/>
                <a:defRPr sz="2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1pPr>
              <a:lvl2pPr marL="37931725" indent="-37474525">
                <a:spcBef>
                  <a:spcPts val="500"/>
                </a:spcBef>
                <a:buClr>
                  <a:schemeClr val="accent2"/>
                </a:buClr>
                <a:buSzPct val="76000"/>
                <a:buFont typeface="Wingdings 3" panose="05040102010807070707" pitchFamily="18" charset="2"/>
                <a:buChar char=""/>
                <a:defRPr sz="2300">
                  <a:solidFill>
                    <a:schemeClr val="tx2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2pPr>
              <a:lvl3pPr marL="822325" indent="-228600">
                <a:spcBef>
                  <a:spcPts val="500"/>
                </a:spcBef>
                <a:buClr>
                  <a:srgbClr val="BCBCBC"/>
                </a:buClr>
                <a:buSzPct val="76000"/>
                <a:buFont typeface="Wingdings 3" panose="05040102010807070707" pitchFamily="18" charset="2"/>
                <a:buChar char="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3pPr>
              <a:lvl4pPr marL="1096963" indent="-228600">
                <a:spcBef>
                  <a:spcPts val="400"/>
                </a:spcBef>
                <a:buClr>
                  <a:srgbClr val="8BA2B4"/>
                </a:buClr>
                <a:buSzPct val="70000"/>
                <a:buFont typeface="Wingdings" panose="05000000000000000000" pitchFamily="2" charset="2"/>
                <a:buChar char=""/>
                <a:defRPr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4pPr>
              <a:lvl5pPr marL="1371600" indent="-228600">
                <a:spcBef>
                  <a:spcPts val="3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5pPr>
              <a:lvl6pPr marL="18288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6pPr>
              <a:lvl7pPr marL="22860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7pPr>
              <a:lvl8pPr marL="27432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8pPr>
              <a:lvl9pPr marL="32004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9pPr>
            </a:lstStyle>
            <a:p>
              <a:pPr marL="0" marR="0" lvl="0" indent="0" algn="l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MS PGothic" panose="020B0600070205080204" pitchFamily="34" charset="-128"/>
                <a:cs typeface="+mn-cs"/>
              </a:endParaRPr>
            </a:p>
          </p:txBody>
        </p:sp>
        <p:sp>
          <p:nvSpPr>
            <p:cNvPr id="14363" name="Rectangle 23">
              <a:extLst>
                <a:ext uri="{FF2B5EF4-FFF2-40B4-BE49-F238E27FC236}">
                  <a16:creationId xmlns:a16="http://schemas.microsoft.com/office/drawing/2014/main" id="{15649F39-DCED-1905-173C-C0B642770424}"/>
                </a:ext>
              </a:extLst>
            </p:cNvPr>
            <p:cNvSpPr>
              <a:spLocks noChangeArrowheads="1"/>
            </p:cNvSpPr>
            <p:nvPr>
              <p:custDataLst>
                <p:tags r:id="rId21"/>
              </p:custDataLst>
            </p:nvPr>
          </p:nvSpPr>
          <p:spPr bwMode="auto">
            <a:xfrm>
              <a:off x="7391400" y="1600200"/>
              <a:ext cx="304800" cy="3048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spcBef>
                  <a:spcPts val="600"/>
                </a:spcBef>
                <a:buClr>
                  <a:schemeClr val="accent1"/>
                </a:buClr>
                <a:buSzPct val="76000"/>
                <a:buFont typeface="Wingdings 3" panose="05040102010807070707" pitchFamily="18" charset="2"/>
                <a:buChar char=""/>
                <a:defRPr sz="2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1pPr>
              <a:lvl2pPr marL="37931725" indent="-37474525">
                <a:spcBef>
                  <a:spcPts val="500"/>
                </a:spcBef>
                <a:buClr>
                  <a:schemeClr val="accent2"/>
                </a:buClr>
                <a:buSzPct val="76000"/>
                <a:buFont typeface="Wingdings 3" panose="05040102010807070707" pitchFamily="18" charset="2"/>
                <a:buChar char=""/>
                <a:defRPr sz="2300">
                  <a:solidFill>
                    <a:schemeClr val="tx2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2pPr>
              <a:lvl3pPr marL="822325" indent="-228600">
                <a:spcBef>
                  <a:spcPts val="500"/>
                </a:spcBef>
                <a:buClr>
                  <a:srgbClr val="BCBCBC"/>
                </a:buClr>
                <a:buSzPct val="76000"/>
                <a:buFont typeface="Wingdings 3" panose="05040102010807070707" pitchFamily="18" charset="2"/>
                <a:buChar char="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3pPr>
              <a:lvl4pPr marL="1096963" indent="-228600">
                <a:spcBef>
                  <a:spcPts val="400"/>
                </a:spcBef>
                <a:buClr>
                  <a:srgbClr val="8BA2B4"/>
                </a:buClr>
                <a:buSzPct val="70000"/>
                <a:buFont typeface="Wingdings" panose="05000000000000000000" pitchFamily="2" charset="2"/>
                <a:buChar char=""/>
                <a:defRPr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4pPr>
              <a:lvl5pPr marL="1371600" indent="-228600">
                <a:spcBef>
                  <a:spcPts val="3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5pPr>
              <a:lvl6pPr marL="18288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6pPr>
              <a:lvl7pPr marL="22860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7pPr>
              <a:lvl8pPr marL="27432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8pPr>
              <a:lvl9pPr marL="32004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9pPr>
            </a:lstStyle>
            <a:p>
              <a:pPr marL="0" marR="0" lvl="0" indent="0" algn="l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MS PGothic" panose="020B0600070205080204" pitchFamily="34" charset="-128"/>
                <a:cs typeface="+mn-cs"/>
              </a:endParaRPr>
            </a:p>
          </p:txBody>
        </p:sp>
        <p:sp>
          <p:nvSpPr>
            <p:cNvPr id="14364" name="Text Box 24">
              <a:extLst>
                <a:ext uri="{FF2B5EF4-FFF2-40B4-BE49-F238E27FC236}">
                  <a16:creationId xmlns:a16="http://schemas.microsoft.com/office/drawing/2014/main" id="{DD7FD833-7F6C-2D1A-A45B-6915AFE9685F}"/>
                </a:ext>
              </a:extLst>
            </p:cNvPr>
            <p:cNvSpPr txBox="1">
              <a:spLocks noChangeArrowheads="1"/>
            </p:cNvSpPr>
            <p:nvPr>
              <p:custDataLst>
                <p:tags r:id="rId22"/>
              </p:custDataLst>
            </p:nvPr>
          </p:nvSpPr>
          <p:spPr bwMode="auto">
            <a:xfrm>
              <a:off x="838200" y="1219200"/>
              <a:ext cx="526106" cy="4616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ts val="600"/>
                </a:spcBef>
                <a:buClr>
                  <a:schemeClr val="accent1"/>
                </a:buClr>
                <a:buSzPct val="76000"/>
                <a:buFont typeface="Wingdings 3" panose="05040102010807070707" pitchFamily="18" charset="2"/>
                <a:buChar char=""/>
                <a:defRPr sz="2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1pPr>
              <a:lvl2pPr marL="37931725" indent="-37474525">
                <a:spcBef>
                  <a:spcPts val="500"/>
                </a:spcBef>
                <a:buClr>
                  <a:schemeClr val="accent2"/>
                </a:buClr>
                <a:buSzPct val="76000"/>
                <a:buFont typeface="Wingdings 3" panose="05040102010807070707" pitchFamily="18" charset="2"/>
                <a:buChar char=""/>
                <a:defRPr sz="2300">
                  <a:solidFill>
                    <a:schemeClr val="tx2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2pPr>
              <a:lvl3pPr marL="822325" indent="-228600">
                <a:spcBef>
                  <a:spcPts val="500"/>
                </a:spcBef>
                <a:buClr>
                  <a:srgbClr val="BCBCBC"/>
                </a:buClr>
                <a:buSzPct val="76000"/>
                <a:buFont typeface="Wingdings 3" panose="05040102010807070707" pitchFamily="18" charset="2"/>
                <a:buChar char="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3pPr>
              <a:lvl4pPr marL="1096963" indent="-228600">
                <a:spcBef>
                  <a:spcPts val="400"/>
                </a:spcBef>
                <a:buClr>
                  <a:srgbClr val="8BA2B4"/>
                </a:buClr>
                <a:buSzPct val="70000"/>
                <a:buFont typeface="Wingdings" panose="05000000000000000000" pitchFamily="2" charset="2"/>
                <a:buChar char=""/>
                <a:defRPr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4pPr>
              <a:lvl5pPr marL="1371600" indent="-228600">
                <a:spcBef>
                  <a:spcPts val="3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5pPr>
              <a:lvl6pPr marL="18288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6pPr>
              <a:lvl7pPr marL="22860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7pPr>
              <a:lvl8pPr marL="27432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8pPr>
              <a:lvl9pPr marL="32004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9pPr>
            </a:lstStyle>
            <a:p>
              <a:pPr marL="0" marR="0" lvl="0" indent="0" algn="l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MS PGothic" panose="020B0600070205080204" pitchFamily="34" charset="-128"/>
                  <a:cs typeface="+mn-cs"/>
                </a:rPr>
                <a:t>Q:</a:t>
              </a:r>
            </a:p>
          </p:txBody>
        </p:sp>
        <p:sp>
          <p:nvSpPr>
            <p:cNvPr id="14365" name="Text Box 25">
              <a:extLst>
                <a:ext uri="{FF2B5EF4-FFF2-40B4-BE49-F238E27FC236}">
                  <a16:creationId xmlns:a16="http://schemas.microsoft.com/office/drawing/2014/main" id="{90E3F12D-01B8-2E24-5C07-874886C7C9BF}"/>
                </a:ext>
              </a:extLst>
            </p:cNvPr>
            <p:cNvSpPr txBox="1">
              <a:spLocks noChangeArrowheads="1"/>
            </p:cNvSpPr>
            <p:nvPr>
              <p:custDataLst>
                <p:tags r:id="rId23"/>
              </p:custDataLst>
            </p:nvPr>
          </p:nvSpPr>
          <p:spPr bwMode="auto">
            <a:xfrm>
              <a:off x="1592094" y="1219200"/>
              <a:ext cx="327334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ts val="600"/>
                </a:spcBef>
                <a:buClr>
                  <a:schemeClr val="accent1"/>
                </a:buClr>
                <a:buSzPct val="76000"/>
                <a:buFont typeface="Wingdings 3" panose="05040102010807070707" pitchFamily="18" charset="2"/>
                <a:buChar char=""/>
                <a:defRPr sz="2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1pPr>
              <a:lvl2pPr marL="37931725" indent="-37474525">
                <a:spcBef>
                  <a:spcPts val="500"/>
                </a:spcBef>
                <a:buClr>
                  <a:schemeClr val="accent2"/>
                </a:buClr>
                <a:buSzPct val="76000"/>
                <a:buFont typeface="Wingdings 3" panose="05040102010807070707" pitchFamily="18" charset="2"/>
                <a:buChar char=""/>
                <a:defRPr sz="2300">
                  <a:solidFill>
                    <a:schemeClr val="tx2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2pPr>
              <a:lvl3pPr marL="822325" indent="-228600">
                <a:spcBef>
                  <a:spcPts val="500"/>
                </a:spcBef>
                <a:buClr>
                  <a:srgbClr val="BCBCBC"/>
                </a:buClr>
                <a:buSzPct val="76000"/>
                <a:buFont typeface="Wingdings 3" panose="05040102010807070707" pitchFamily="18" charset="2"/>
                <a:buChar char="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3pPr>
              <a:lvl4pPr marL="1096963" indent="-228600">
                <a:spcBef>
                  <a:spcPts val="400"/>
                </a:spcBef>
                <a:buClr>
                  <a:srgbClr val="8BA2B4"/>
                </a:buClr>
                <a:buSzPct val="70000"/>
                <a:buFont typeface="Wingdings" panose="05000000000000000000" pitchFamily="2" charset="2"/>
                <a:buChar char=""/>
                <a:defRPr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4pPr>
              <a:lvl5pPr marL="1371600" indent="-228600">
                <a:spcBef>
                  <a:spcPts val="3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5pPr>
              <a:lvl6pPr marL="18288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6pPr>
              <a:lvl7pPr marL="22860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7pPr>
              <a:lvl8pPr marL="27432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8pPr>
              <a:lvl9pPr marL="32004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9pPr>
            </a:lstStyle>
            <a:p>
              <a:pPr marL="0" marR="0" lvl="0" indent="0" algn="l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MS PGothic" panose="020B0600070205080204" pitchFamily="34" charset="-128"/>
                  <a:cs typeface="+mn-cs"/>
                </a:rPr>
                <a:t>0</a:t>
              </a:r>
            </a:p>
          </p:txBody>
        </p:sp>
        <p:sp>
          <p:nvSpPr>
            <p:cNvPr id="14366" name="Text Box 26">
              <a:extLst>
                <a:ext uri="{FF2B5EF4-FFF2-40B4-BE49-F238E27FC236}">
                  <a16:creationId xmlns:a16="http://schemas.microsoft.com/office/drawing/2014/main" id="{5888D8BC-5081-838A-3E99-EE3B12AF29CD}"/>
                </a:ext>
              </a:extLst>
            </p:cNvPr>
            <p:cNvSpPr txBox="1">
              <a:spLocks noChangeArrowheads="1"/>
            </p:cNvSpPr>
            <p:nvPr>
              <p:custDataLst>
                <p:tags r:id="rId24"/>
              </p:custDataLst>
            </p:nvPr>
          </p:nvSpPr>
          <p:spPr bwMode="auto">
            <a:xfrm>
              <a:off x="7315200" y="1219200"/>
              <a:ext cx="1037463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ts val="600"/>
                </a:spcBef>
                <a:buClr>
                  <a:schemeClr val="accent1"/>
                </a:buClr>
                <a:buSzPct val="76000"/>
                <a:buFont typeface="Wingdings 3" panose="05040102010807070707" pitchFamily="18" charset="2"/>
                <a:buChar char=""/>
                <a:defRPr sz="2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1pPr>
              <a:lvl2pPr marL="37931725" indent="-37474525">
                <a:spcBef>
                  <a:spcPts val="500"/>
                </a:spcBef>
                <a:buClr>
                  <a:schemeClr val="accent2"/>
                </a:buClr>
                <a:buSzPct val="76000"/>
                <a:buFont typeface="Wingdings 3" panose="05040102010807070707" pitchFamily="18" charset="2"/>
                <a:buChar char=""/>
                <a:defRPr sz="2300">
                  <a:solidFill>
                    <a:schemeClr val="tx2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2pPr>
              <a:lvl3pPr marL="822325" indent="-228600">
                <a:spcBef>
                  <a:spcPts val="500"/>
                </a:spcBef>
                <a:buClr>
                  <a:srgbClr val="BCBCBC"/>
                </a:buClr>
                <a:buSzPct val="76000"/>
                <a:buFont typeface="Wingdings 3" panose="05040102010807070707" pitchFamily="18" charset="2"/>
                <a:buChar char="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3pPr>
              <a:lvl4pPr marL="1096963" indent="-228600">
                <a:spcBef>
                  <a:spcPts val="400"/>
                </a:spcBef>
                <a:buClr>
                  <a:srgbClr val="8BA2B4"/>
                </a:buClr>
                <a:buSzPct val="70000"/>
                <a:buFont typeface="Wingdings" panose="05000000000000000000" pitchFamily="2" charset="2"/>
                <a:buChar char=""/>
                <a:defRPr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4pPr>
              <a:lvl5pPr marL="1371600" indent="-228600">
                <a:spcBef>
                  <a:spcPts val="3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5pPr>
              <a:lvl6pPr marL="18288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6pPr>
              <a:lvl7pPr marL="22860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7pPr>
              <a:lvl8pPr marL="27432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8pPr>
              <a:lvl9pPr marL="32004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9pPr>
            </a:lstStyle>
            <a:p>
              <a:pPr marL="0" marR="0" lvl="0" indent="0" algn="l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MS PGothic" panose="020B0600070205080204" pitchFamily="34" charset="-128"/>
                  <a:cs typeface="+mn-cs"/>
                </a:rPr>
                <a:t>size - 1</a:t>
              </a:r>
            </a:p>
          </p:txBody>
        </p:sp>
        <p:cxnSp>
          <p:nvCxnSpPr>
            <p:cNvPr id="14367" name="AutoShape 29">
              <a:extLst>
                <a:ext uri="{FF2B5EF4-FFF2-40B4-BE49-F238E27FC236}">
                  <a16:creationId xmlns:a16="http://schemas.microsoft.com/office/drawing/2014/main" id="{15242A6E-391E-4379-AA8D-AA7F98A943E0}"/>
                </a:ext>
              </a:extLst>
            </p:cNvPr>
            <p:cNvCxnSpPr>
              <a:cxnSpLocks noChangeShapeType="1"/>
              <a:endCxn id="14351" idx="2"/>
            </p:cNvCxnSpPr>
            <p:nvPr>
              <p:custDataLst>
                <p:tags r:id="rId25"/>
              </p:custDataLst>
            </p:nvPr>
          </p:nvCxnSpPr>
          <p:spPr bwMode="auto">
            <a:xfrm flipH="1" flipV="1">
              <a:off x="3886200" y="1905000"/>
              <a:ext cx="1588" cy="273050"/>
            </a:xfrm>
            <a:prstGeom prst="straightConnector1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4368" name="AutoShape 30">
              <a:extLst>
                <a:ext uri="{FF2B5EF4-FFF2-40B4-BE49-F238E27FC236}">
                  <a16:creationId xmlns:a16="http://schemas.microsoft.com/office/drawing/2014/main" id="{10293622-38A1-F307-C719-5D45A35A0FD2}"/>
                </a:ext>
              </a:extLst>
            </p:cNvPr>
            <p:cNvCxnSpPr>
              <a:cxnSpLocks noChangeShapeType="1"/>
            </p:cNvCxnSpPr>
            <p:nvPr>
              <p:custDataLst>
                <p:tags r:id="rId26"/>
              </p:custDataLst>
            </p:nvPr>
          </p:nvCxnSpPr>
          <p:spPr bwMode="auto">
            <a:xfrm flipV="1">
              <a:off x="5393606" y="1905000"/>
              <a:ext cx="6350" cy="273050"/>
            </a:xfrm>
            <a:prstGeom prst="straightConnector1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14369" name="Text Box 25">
              <a:extLst>
                <a:ext uri="{FF2B5EF4-FFF2-40B4-BE49-F238E27FC236}">
                  <a16:creationId xmlns:a16="http://schemas.microsoft.com/office/drawing/2014/main" id="{DD159466-E3FC-FA26-F939-47593CE131F0}"/>
                </a:ext>
              </a:extLst>
            </p:cNvPr>
            <p:cNvSpPr txBox="1">
              <a:spLocks noChangeArrowheads="1"/>
            </p:cNvSpPr>
            <p:nvPr>
              <p:custDataLst>
                <p:tags r:id="rId27"/>
              </p:custDataLst>
            </p:nvPr>
          </p:nvSpPr>
          <p:spPr bwMode="auto">
            <a:xfrm>
              <a:off x="3276600" y="1981200"/>
              <a:ext cx="696024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ts val="600"/>
                </a:spcBef>
                <a:buClr>
                  <a:schemeClr val="accent1"/>
                </a:buClr>
                <a:buSzPct val="76000"/>
                <a:buFont typeface="Wingdings 3" panose="05040102010807070707" pitchFamily="18" charset="2"/>
                <a:buChar char=""/>
                <a:defRPr sz="2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1pPr>
              <a:lvl2pPr marL="37931725" indent="-37474525">
                <a:spcBef>
                  <a:spcPts val="500"/>
                </a:spcBef>
                <a:buClr>
                  <a:schemeClr val="accent2"/>
                </a:buClr>
                <a:buSzPct val="76000"/>
                <a:buFont typeface="Wingdings 3" panose="05040102010807070707" pitchFamily="18" charset="2"/>
                <a:buChar char=""/>
                <a:defRPr sz="2300">
                  <a:solidFill>
                    <a:schemeClr val="tx2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2pPr>
              <a:lvl3pPr marL="822325" indent="-228600">
                <a:spcBef>
                  <a:spcPts val="500"/>
                </a:spcBef>
                <a:buClr>
                  <a:srgbClr val="BCBCBC"/>
                </a:buClr>
                <a:buSzPct val="76000"/>
                <a:buFont typeface="Wingdings 3" panose="05040102010807070707" pitchFamily="18" charset="2"/>
                <a:buChar char="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3pPr>
              <a:lvl4pPr marL="1096963" indent="-228600">
                <a:spcBef>
                  <a:spcPts val="400"/>
                </a:spcBef>
                <a:buClr>
                  <a:srgbClr val="8BA2B4"/>
                </a:buClr>
                <a:buSzPct val="70000"/>
                <a:buFont typeface="Wingdings" panose="05000000000000000000" pitchFamily="2" charset="2"/>
                <a:buChar char=""/>
                <a:defRPr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4pPr>
              <a:lvl5pPr marL="1371600" indent="-228600">
                <a:spcBef>
                  <a:spcPts val="3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5pPr>
              <a:lvl6pPr marL="18288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6pPr>
              <a:lvl7pPr marL="22860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7pPr>
              <a:lvl8pPr marL="27432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8pPr>
              <a:lvl9pPr marL="32004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9pPr>
            </a:lstStyle>
            <a:p>
              <a:pPr marL="0" marR="0" lvl="0" indent="0" algn="l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MS PGothic" panose="020B0600070205080204" pitchFamily="34" charset="-128"/>
                  <a:cs typeface="+mn-cs"/>
                </a:rPr>
                <a:t>front</a:t>
              </a:r>
            </a:p>
          </p:txBody>
        </p:sp>
        <p:sp>
          <p:nvSpPr>
            <p:cNvPr id="14370" name="Text Box 25">
              <a:extLst>
                <a:ext uri="{FF2B5EF4-FFF2-40B4-BE49-F238E27FC236}">
                  <a16:creationId xmlns:a16="http://schemas.microsoft.com/office/drawing/2014/main" id="{11116C22-475E-1E2A-8B86-6C5BE0AFA586}"/>
                </a:ext>
              </a:extLst>
            </p:cNvPr>
            <p:cNvSpPr txBox="1">
              <a:spLocks noChangeArrowheads="1"/>
            </p:cNvSpPr>
            <p:nvPr>
              <p:custDataLst>
                <p:tags r:id="rId28"/>
              </p:custDataLst>
            </p:nvPr>
          </p:nvSpPr>
          <p:spPr bwMode="auto">
            <a:xfrm>
              <a:off x="5315852" y="1977995"/>
              <a:ext cx="726481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ts val="600"/>
                </a:spcBef>
                <a:buClr>
                  <a:schemeClr val="accent1"/>
                </a:buClr>
                <a:buSzPct val="76000"/>
                <a:buFont typeface="Wingdings 3" panose="05040102010807070707" pitchFamily="18" charset="2"/>
                <a:buChar char=""/>
                <a:defRPr sz="2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1pPr>
              <a:lvl2pPr marL="37931725" indent="-37474525">
                <a:spcBef>
                  <a:spcPts val="500"/>
                </a:spcBef>
                <a:buClr>
                  <a:schemeClr val="accent2"/>
                </a:buClr>
                <a:buSzPct val="76000"/>
                <a:buFont typeface="Wingdings 3" panose="05040102010807070707" pitchFamily="18" charset="2"/>
                <a:buChar char=""/>
                <a:defRPr sz="2300">
                  <a:solidFill>
                    <a:schemeClr val="tx2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2pPr>
              <a:lvl3pPr marL="822325" indent="-228600">
                <a:spcBef>
                  <a:spcPts val="500"/>
                </a:spcBef>
                <a:buClr>
                  <a:srgbClr val="BCBCBC"/>
                </a:buClr>
                <a:buSzPct val="76000"/>
                <a:buFont typeface="Wingdings 3" panose="05040102010807070707" pitchFamily="18" charset="2"/>
                <a:buChar char="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3pPr>
              <a:lvl4pPr marL="1096963" indent="-228600">
                <a:spcBef>
                  <a:spcPts val="400"/>
                </a:spcBef>
                <a:buClr>
                  <a:srgbClr val="8BA2B4"/>
                </a:buClr>
                <a:buSzPct val="70000"/>
                <a:buFont typeface="Wingdings" panose="05000000000000000000" pitchFamily="2" charset="2"/>
                <a:buChar char=""/>
                <a:defRPr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4pPr>
              <a:lvl5pPr marL="1371600" indent="-228600">
                <a:spcBef>
                  <a:spcPts val="3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5pPr>
              <a:lvl6pPr marL="18288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6pPr>
              <a:lvl7pPr marL="22860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7pPr>
              <a:lvl8pPr marL="27432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8pPr>
              <a:lvl9pPr marL="32004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9pPr>
            </a:lstStyle>
            <a:p>
              <a:pPr marL="0" marR="0" lvl="0" indent="0" algn="l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MS PGothic" panose="020B0600070205080204" pitchFamily="34" charset="-128"/>
                  <a:cs typeface="+mn-cs"/>
                </a:rPr>
                <a:t>back</a:t>
              </a:r>
            </a:p>
          </p:txBody>
        </p:sp>
      </p:grpSp>
      <p:sp>
        <p:nvSpPr>
          <p:cNvPr id="66" name="Rectangle 3">
            <a:extLst>
              <a:ext uri="{FF2B5EF4-FFF2-40B4-BE49-F238E27FC236}">
                <a16:creationId xmlns:a16="http://schemas.microsoft.com/office/drawing/2014/main" id="{831927BC-066C-6A54-286E-D277666F3447}"/>
              </a:ext>
            </a:extLst>
          </p:cNvPr>
          <p:cNvSpPr txBox="1"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77644" y="3212975"/>
            <a:ext cx="7880555" cy="2400461"/>
          </a:xfrm>
          <a:prstGeom prst="rect">
            <a:avLst/>
          </a:prstGeom>
          <a:solidFill>
            <a:srgbClr val="FFFF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spcBef>
                <a:spcPts val="600"/>
              </a:spcBef>
              <a:buClr>
                <a:schemeClr val="accent1"/>
              </a:buClr>
              <a:buSzPct val="76000"/>
              <a:buFont typeface="Wingdings 3" panose="05040102010807070707" pitchFamily="18" charset="2"/>
              <a:buChar char=""/>
              <a:defRPr sz="26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</a:defRPr>
            </a:lvl1pPr>
            <a:lvl2pPr marL="37931725" indent="-37474525">
              <a:spcBef>
                <a:spcPts val="500"/>
              </a:spcBef>
              <a:buClr>
                <a:schemeClr val="accent2"/>
              </a:buClr>
              <a:buSzPct val="76000"/>
              <a:buFont typeface="Wingdings 3" panose="05040102010807070707" pitchFamily="18" charset="2"/>
              <a:buChar char=""/>
              <a:defRPr sz="2300">
                <a:solidFill>
                  <a:schemeClr val="tx2"/>
                </a:solidFill>
                <a:latin typeface="Gill Sans MT" panose="020B0502020104020203" pitchFamily="34" charset="0"/>
                <a:ea typeface="MS PGothic" panose="020B0600070205080204" pitchFamily="34" charset="-128"/>
              </a:defRPr>
            </a:lvl2pPr>
            <a:lvl3pPr marL="822325" indent="-228600">
              <a:spcBef>
                <a:spcPts val="500"/>
              </a:spcBef>
              <a:buClr>
                <a:srgbClr val="BCBCBC"/>
              </a:buClr>
              <a:buSzPct val="76000"/>
              <a:buFont typeface="Wingdings 3" panose="05040102010807070707" pitchFamily="18" charset="2"/>
              <a:buChar char=""/>
              <a:defRPr sz="20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</a:defRPr>
            </a:lvl3pPr>
            <a:lvl4pPr marL="1096963" indent="-228600">
              <a:spcBef>
                <a:spcPts val="400"/>
              </a:spcBef>
              <a:buClr>
                <a:srgbClr val="8BA2B4"/>
              </a:buClr>
              <a:buSzPct val="70000"/>
              <a:buFont typeface="Wingdings" panose="05000000000000000000" pitchFamily="2" charset="2"/>
              <a:buChar char=""/>
              <a:defRPr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</a:defRPr>
            </a:lvl4pPr>
            <a:lvl5pPr marL="1371600" indent="-228600">
              <a:spcBef>
                <a:spcPts val="3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"/>
              <a:defRPr sz="16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</a:defRPr>
            </a:lvl5pPr>
            <a:lvl6pPr marL="1828800" indent="-228600" eaLnBrk="0" fontAlgn="base" hangingPunct="0">
              <a:spcBef>
                <a:spcPts val="3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anose="05000000000000000000" pitchFamily="2" charset="2"/>
              <a:buChar char=""/>
              <a:defRPr sz="16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</a:defRPr>
            </a:lvl6pPr>
            <a:lvl7pPr marL="2286000" indent="-228600" eaLnBrk="0" fontAlgn="base" hangingPunct="0">
              <a:spcBef>
                <a:spcPts val="3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anose="05000000000000000000" pitchFamily="2" charset="2"/>
              <a:buChar char=""/>
              <a:defRPr sz="16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</a:defRPr>
            </a:lvl7pPr>
            <a:lvl8pPr marL="2743200" indent="-228600" eaLnBrk="0" fontAlgn="base" hangingPunct="0">
              <a:spcBef>
                <a:spcPts val="3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anose="05000000000000000000" pitchFamily="2" charset="2"/>
              <a:buChar char=""/>
              <a:defRPr sz="16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</a:defRPr>
            </a:lvl8pPr>
            <a:lvl9pPr marL="3200400" indent="-228600" eaLnBrk="0" fontAlgn="base" hangingPunct="0">
              <a:spcBef>
                <a:spcPts val="3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anose="05000000000000000000" pitchFamily="2" charset="2"/>
              <a:buChar char=""/>
              <a:defRPr sz="16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</a:defRPr>
            </a:lvl9pPr>
          </a:lstStyle>
          <a:p>
            <a:pPr marL="342900" marR="0" lvl="0" indent="-342900" algn="l" defTabSz="914400" rtl="0" eaLnBrk="1" fontAlgn="base" latinLnBrk="0" hangingPunct="1">
              <a:lnSpc>
                <a:spcPct val="90000"/>
              </a:lnSpc>
              <a:spcBef>
                <a:spcPts val="2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373D54"/>
                </a:solidFill>
                <a:effectLst/>
                <a:uLnTx/>
                <a:uFillTx/>
                <a:latin typeface="Courier New" panose="02070309020205020404" pitchFamily="49" charset="0"/>
              </a:rPr>
              <a:t>enqueue</a:t>
            </a:r>
            <a:r>
              <a:rPr kumimoji="0" lang="en-US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</a:rPr>
              <a:t>(x) {</a:t>
            </a:r>
          </a:p>
          <a:p>
            <a:pPr marL="342900" marR="0" lvl="0" indent="-342900" algn="l" defTabSz="914400" rtl="0" eaLnBrk="1" fontAlgn="base" latinLnBrk="0" hangingPunct="1">
              <a:lnSpc>
                <a:spcPct val="90000"/>
              </a:lnSpc>
              <a:spcBef>
                <a:spcPts val="2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</a:rPr>
              <a:t>  </a:t>
            </a:r>
            <a:r>
              <a:rPr kumimoji="0" lang="en-US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</a:rPr>
              <a:t>Q[back] = x;</a:t>
            </a:r>
          </a:p>
          <a:p>
            <a:pPr marL="342900" marR="0" lvl="0" indent="-342900" algn="l" defTabSz="914400" rtl="0" eaLnBrk="1" fontAlgn="base" latinLnBrk="0" hangingPunct="1">
              <a:lnSpc>
                <a:spcPct val="90000"/>
              </a:lnSpc>
              <a:spcBef>
                <a:spcPts val="2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</a:rPr>
              <a:t>  </a:t>
            </a:r>
            <a:r>
              <a:rPr kumimoji="0" lang="en-US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</a:rPr>
              <a:t>back = (back + 1) % size </a:t>
            </a:r>
          </a:p>
          <a:p>
            <a:pPr marL="342900" marR="0" lvl="0" indent="-342900" algn="l" defTabSz="914400" rtl="0" eaLnBrk="1" fontAlgn="base" latinLnBrk="0" hangingPunct="1">
              <a:lnSpc>
                <a:spcPct val="90000"/>
              </a:lnSpc>
              <a:spcBef>
                <a:spcPts val="2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</a:rPr>
              <a:t>}</a:t>
            </a:r>
          </a:p>
          <a:p>
            <a:pPr algn="r">
              <a:lnSpc>
                <a:spcPct val="90000"/>
              </a:lnSpc>
              <a:spcBef>
                <a:spcPts val="200"/>
              </a:spcBef>
              <a:buClrTx/>
              <a:buSzTx/>
              <a:buNone/>
              <a:defRPr/>
            </a:pPr>
            <a:r>
              <a:rPr lang="en-US" altLang="en-US" sz="3200" dirty="0">
                <a:solidFill>
                  <a:srgbClr val="339933"/>
                </a:solidFill>
                <a:latin typeface="Courier New" panose="02070309020205020404" pitchFamily="49" charset="0"/>
              </a:rPr>
              <a:t>// Basic idea only!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6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3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Add another item!</a:t>
            </a:r>
            <a:br>
              <a:rPr lang="en-US"/>
            </a:br>
            <a:r>
              <a:rPr lang="en-US"/>
              <a:t>Need to expand capacity…</a:t>
            </a:r>
          </a:p>
        </p:txBody>
      </p:sp>
      <p:sp>
        <p:nvSpPr>
          <p:cNvPr id="69727" name="Text Box 95"/>
          <p:cNvSpPr txBox="1">
            <a:spLocks noChangeArrowheads="1"/>
          </p:cNvSpPr>
          <p:nvPr/>
        </p:nvSpPr>
        <p:spPr bwMode="auto">
          <a:xfrm>
            <a:off x="5868144" y="1772816"/>
            <a:ext cx="2819400" cy="2246769"/>
          </a:xfrm>
          <a:prstGeom prst="rect">
            <a:avLst/>
          </a:prstGeom>
          <a:solidFill>
            <a:schemeClr val="bg2"/>
          </a:solidFill>
          <a:ln w="38100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dirty="0"/>
              <a:t>We can’t just double the size of the array and copy values to the same positions as before: circular properties of the queue will be lost</a:t>
            </a:r>
          </a:p>
        </p:txBody>
      </p:sp>
      <p:grpSp>
        <p:nvGrpSpPr>
          <p:cNvPr id="3" name="Group 2" descr="A circular queue of length 8 with four elements at spots 2, 3, 0, and 1.&#10;array = [green, cream, red, blue, null, null, null, null]&#10;front = 2&#10;rear = 2&#10;The new spots 4, 5, 6, and 7 are in the middle of the circular queue, &#10;count = 4">
            <a:extLst>
              <a:ext uri="{FF2B5EF4-FFF2-40B4-BE49-F238E27FC236}">
                <a16:creationId xmlns:a16="http://schemas.microsoft.com/office/drawing/2014/main" id="{3F959520-EAEC-1009-8F09-7E965B0B79C0}"/>
              </a:ext>
            </a:extLst>
          </p:cNvPr>
          <p:cNvGrpSpPr/>
          <p:nvPr/>
        </p:nvGrpSpPr>
        <p:grpSpPr>
          <a:xfrm>
            <a:off x="0" y="4267200"/>
            <a:ext cx="8229600" cy="2438400"/>
            <a:chOff x="0" y="4267200"/>
            <a:chExt cx="8229600" cy="2438400"/>
          </a:xfrm>
        </p:grpSpPr>
        <p:sp>
          <p:nvSpPr>
            <p:cNvPr id="69685" name="Rectangle 53"/>
            <p:cNvSpPr>
              <a:spLocks noChangeArrowheads="1"/>
            </p:cNvSpPr>
            <p:nvPr/>
          </p:nvSpPr>
          <p:spPr bwMode="auto">
            <a:xfrm>
              <a:off x="1263650" y="5541963"/>
              <a:ext cx="457200" cy="4572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69686" name="Text Box 54"/>
            <p:cNvSpPr txBox="1">
              <a:spLocks noChangeArrowheads="1"/>
            </p:cNvSpPr>
            <p:nvPr/>
          </p:nvSpPr>
          <p:spPr bwMode="auto">
            <a:xfrm>
              <a:off x="1187450" y="6021388"/>
              <a:ext cx="838200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b="0"/>
                <a:t>rear</a:t>
              </a:r>
            </a:p>
          </p:txBody>
        </p:sp>
        <p:sp>
          <p:nvSpPr>
            <p:cNvPr id="69687" name="Text Box 55"/>
            <p:cNvSpPr txBox="1">
              <a:spLocks noChangeArrowheads="1"/>
            </p:cNvSpPr>
            <p:nvPr/>
          </p:nvSpPr>
          <p:spPr bwMode="auto">
            <a:xfrm>
              <a:off x="1187450" y="5084763"/>
              <a:ext cx="762000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b="0"/>
                <a:t>front</a:t>
              </a:r>
            </a:p>
          </p:txBody>
        </p:sp>
        <p:sp>
          <p:nvSpPr>
            <p:cNvPr id="69688" name="Rectangle 56"/>
            <p:cNvSpPr>
              <a:spLocks noChangeArrowheads="1"/>
            </p:cNvSpPr>
            <p:nvPr/>
          </p:nvSpPr>
          <p:spPr bwMode="auto">
            <a:xfrm>
              <a:off x="1263650" y="4627563"/>
              <a:ext cx="457200" cy="457200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69689" name="Rectangle 57"/>
            <p:cNvSpPr>
              <a:spLocks noChangeArrowheads="1"/>
            </p:cNvSpPr>
            <p:nvPr/>
          </p:nvSpPr>
          <p:spPr bwMode="auto">
            <a:xfrm>
              <a:off x="1116013" y="4495800"/>
              <a:ext cx="1627187" cy="1905000"/>
            </a:xfrm>
            <a:prstGeom prst="rect">
              <a:avLst/>
            </a:prstGeom>
            <a:noFill/>
            <a:ln w="38100">
              <a:solidFill>
                <a:schemeClr val="accent2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69691" name="Rectangle 59"/>
            <p:cNvSpPr>
              <a:spLocks noChangeArrowheads="1"/>
            </p:cNvSpPr>
            <p:nvPr/>
          </p:nvSpPr>
          <p:spPr bwMode="auto">
            <a:xfrm>
              <a:off x="1981200" y="5562600"/>
              <a:ext cx="457200" cy="4572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69692" name="Text Box 60"/>
            <p:cNvSpPr txBox="1">
              <a:spLocks noChangeArrowheads="1"/>
            </p:cNvSpPr>
            <p:nvPr/>
          </p:nvSpPr>
          <p:spPr bwMode="auto">
            <a:xfrm>
              <a:off x="2051050" y="5589588"/>
              <a:ext cx="360363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>
                  <a:solidFill>
                    <a:schemeClr val="accent2"/>
                  </a:solidFill>
                </a:rPr>
                <a:t>4</a:t>
              </a:r>
            </a:p>
          </p:txBody>
        </p:sp>
        <p:sp>
          <p:nvSpPr>
            <p:cNvPr id="69693" name="Text Box 61"/>
            <p:cNvSpPr txBox="1">
              <a:spLocks noChangeArrowheads="1"/>
            </p:cNvSpPr>
            <p:nvPr/>
          </p:nvSpPr>
          <p:spPr bwMode="auto">
            <a:xfrm>
              <a:off x="1828800" y="5105400"/>
              <a:ext cx="914400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b="0"/>
                <a:t>queue</a:t>
              </a:r>
            </a:p>
          </p:txBody>
        </p:sp>
        <p:sp>
          <p:nvSpPr>
            <p:cNvPr id="69694" name="Rectangle 62"/>
            <p:cNvSpPr>
              <a:spLocks noChangeArrowheads="1"/>
            </p:cNvSpPr>
            <p:nvPr/>
          </p:nvSpPr>
          <p:spPr bwMode="auto">
            <a:xfrm>
              <a:off x="1981200" y="4648200"/>
              <a:ext cx="457200" cy="4572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69695" name="Text Box 63"/>
            <p:cNvSpPr txBox="1">
              <a:spLocks noChangeArrowheads="1"/>
            </p:cNvSpPr>
            <p:nvPr/>
          </p:nvSpPr>
          <p:spPr bwMode="auto">
            <a:xfrm>
              <a:off x="1828800" y="6019800"/>
              <a:ext cx="914400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b="0"/>
                <a:t>count</a:t>
              </a:r>
            </a:p>
          </p:txBody>
        </p:sp>
        <p:sp>
          <p:nvSpPr>
            <p:cNvPr id="69696" name="Text Box 64"/>
            <p:cNvSpPr txBox="1">
              <a:spLocks noChangeArrowheads="1"/>
            </p:cNvSpPr>
            <p:nvPr/>
          </p:nvSpPr>
          <p:spPr bwMode="auto">
            <a:xfrm>
              <a:off x="1339850" y="5618163"/>
              <a:ext cx="360363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>
                  <a:solidFill>
                    <a:schemeClr val="accent2"/>
                  </a:solidFill>
                </a:rPr>
                <a:t>2</a:t>
              </a:r>
            </a:p>
          </p:txBody>
        </p:sp>
        <p:sp>
          <p:nvSpPr>
            <p:cNvPr id="69697" name="Line 65"/>
            <p:cNvSpPr>
              <a:spLocks noChangeShapeType="1"/>
            </p:cNvSpPr>
            <p:nvPr/>
          </p:nvSpPr>
          <p:spPr bwMode="auto">
            <a:xfrm>
              <a:off x="2209800" y="4876800"/>
              <a:ext cx="1143000" cy="0"/>
            </a:xfrm>
            <a:prstGeom prst="line">
              <a:avLst/>
            </a:prstGeom>
            <a:noFill/>
            <a:ln w="38100">
              <a:solidFill>
                <a:schemeClr val="hlink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CA"/>
            </a:p>
          </p:txBody>
        </p:sp>
        <p:sp>
          <p:nvSpPr>
            <p:cNvPr id="69698" name="Text Box 66"/>
            <p:cNvSpPr txBox="1">
              <a:spLocks noChangeArrowheads="1"/>
            </p:cNvSpPr>
            <p:nvPr/>
          </p:nvSpPr>
          <p:spPr bwMode="auto">
            <a:xfrm>
              <a:off x="1331913" y="4652963"/>
              <a:ext cx="533400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>
                  <a:solidFill>
                    <a:schemeClr val="accent2"/>
                  </a:solidFill>
                </a:rPr>
                <a:t>2</a:t>
              </a:r>
            </a:p>
          </p:txBody>
        </p:sp>
        <p:sp>
          <p:nvSpPr>
            <p:cNvPr id="69699" name="Text Box 67"/>
            <p:cNvSpPr txBox="1">
              <a:spLocks noChangeArrowheads="1"/>
            </p:cNvSpPr>
            <p:nvPr/>
          </p:nvSpPr>
          <p:spPr bwMode="auto">
            <a:xfrm>
              <a:off x="3352800" y="4267200"/>
              <a:ext cx="360363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>
                  <a:solidFill>
                    <a:schemeClr val="accent2"/>
                  </a:solidFill>
                </a:rPr>
                <a:t>0</a:t>
              </a:r>
            </a:p>
          </p:txBody>
        </p:sp>
        <p:sp>
          <p:nvSpPr>
            <p:cNvPr id="69700" name="Text Box 68"/>
            <p:cNvSpPr txBox="1">
              <a:spLocks noChangeArrowheads="1"/>
            </p:cNvSpPr>
            <p:nvPr/>
          </p:nvSpPr>
          <p:spPr bwMode="auto">
            <a:xfrm>
              <a:off x="4724400" y="4267200"/>
              <a:ext cx="360363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>
                  <a:solidFill>
                    <a:schemeClr val="accent2"/>
                  </a:solidFill>
                </a:rPr>
                <a:t>3</a:t>
              </a:r>
            </a:p>
          </p:txBody>
        </p:sp>
        <p:sp>
          <p:nvSpPr>
            <p:cNvPr id="69701" name="Text Box 69"/>
            <p:cNvSpPr txBox="1">
              <a:spLocks noChangeArrowheads="1"/>
            </p:cNvSpPr>
            <p:nvPr/>
          </p:nvSpPr>
          <p:spPr bwMode="auto">
            <a:xfrm>
              <a:off x="4267200" y="4267200"/>
              <a:ext cx="360363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>
                  <a:solidFill>
                    <a:schemeClr val="accent2"/>
                  </a:solidFill>
                </a:rPr>
                <a:t>2</a:t>
              </a:r>
            </a:p>
          </p:txBody>
        </p:sp>
        <p:sp>
          <p:nvSpPr>
            <p:cNvPr id="69702" name="Text Box 70"/>
            <p:cNvSpPr txBox="1">
              <a:spLocks noChangeArrowheads="1"/>
            </p:cNvSpPr>
            <p:nvPr/>
          </p:nvSpPr>
          <p:spPr bwMode="auto">
            <a:xfrm>
              <a:off x="3810000" y="4267200"/>
              <a:ext cx="360363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>
                  <a:solidFill>
                    <a:schemeClr val="accent2"/>
                  </a:solidFill>
                </a:rPr>
                <a:t>1</a:t>
              </a:r>
            </a:p>
          </p:txBody>
        </p:sp>
        <p:sp>
          <p:nvSpPr>
            <p:cNvPr id="69703" name="Rectangle 71"/>
            <p:cNvSpPr>
              <a:spLocks noChangeArrowheads="1"/>
            </p:cNvSpPr>
            <p:nvPr/>
          </p:nvSpPr>
          <p:spPr bwMode="auto">
            <a:xfrm>
              <a:off x="3352800" y="4648200"/>
              <a:ext cx="457200" cy="457200"/>
            </a:xfrm>
            <a:prstGeom prst="rect">
              <a:avLst/>
            </a:prstGeom>
            <a:solidFill>
              <a:schemeClr val="bg2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69704" name="Rectangle 72"/>
            <p:cNvSpPr>
              <a:spLocks noChangeArrowheads="1"/>
            </p:cNvSpPr>
            <p:nvPr/>
          </p:nvSpPr>
          <p:spPr bwMode="auto">
            <a:xfrm>
              <a:off x="3810000" y="4648200"/>
              <a:ext cx="457200" cy="457200"/>
            </a:xfrm>
            <a:prstGeom prst="rect">
              <a:avLst/>
            </a:prstGeom>
            <a:solidFill>
              <a:schemeClr val="bg2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69705" name="Rectangle 73"/>
            <p:cNvSpPr>
              <a:spLocks noChangeArrowheads="1"/>
            </p:cNvSpPr>
            <p:nvPr/>
          </p:nvSpPr>
          <p:spPr bwMode="auto">
            <a:xfrm>
              <a:off x="3352800" y="5410200"/>
              <a:ext cx="457200" cy="457200"/>
            </a:xfrm>
            <a:prstGeom prst="rect">
              <a:avLst/>
            </a:prstGeom>
            <a:solidFill>
              <a:schemeClr val="hlink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69706" name="Rectangle 74"/>
            <p:cNvSpPr>
              <a:spLocks noChangeArrowheads="1"/>
            </p:cNvSpPr>
            <p:nvPr/>
          </p:nvSpPr>
          <p:spPr bwMode="auto">
            <a:xfrm>
              <a:off x="3810000" y="6248400"/>
              <a:ext cx="457200" cy="457200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69707" name="Line 75"/>
            <p:cNvSpPr>
              <a:spLocks noChangeShapeType="1"/>
            </p:cNvSpPr>
            <p:nvPr/>
          </p:nvSpPr>
          <p:spPr bwMode="auto">
            <a:xfrm>
              <a:off x="3581400" y="4876800"/>
              <a:ext cx="0" cy="533400"/>
            </a:xfrm>
            <a:prstGeom prst="line">
              <a:avLst/>
            </a:prstGeom>
            <a:noFill/>
            <a:ln w="38100">
              <a:solidFill>
                <a:schemeClr val="hlink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CA"/>
            </a:p>
          </p:txBody>
        </p:sp>
        <p:sp>
          <p:nvSpPr>
            <p:cNvPr id="69708" name="Line 76"/>
            <p:cNvSpPr>
              <a:spLocks noChangeShapeType="1"/>
            </p:cNvSpPr>
            <p:nvPr/>
          </p:nvSpPr>
          <p:spPr bwMode="auto">
            <a:xfrm>
              <a:off x="4038600" y="4876800"/>
              <a:ext cx="0" cy="1371600"/>
            </a:xfrm>
            <a:prstGeom prst="line">
              <a:avLst/>
            </a:prstGeom>
            <a:noFill/>
            <a:ln w="38100">
              <a:solidFill>
                <a:schemeClr val="hlink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CA"/>
            </a:p>
          </p:txBody>
        </p:sp>
        <p:sp>
          <p:nvSpPr>
            <p:cNvPr id="69709" name="Rectangle 77"/>
            <p:cNvSpPr>
              <a:spLocks noChangeArrowheads="1"/>
            </p:cNvSpPr>
            <p:nvPr/>
          </p:nvSpPr>
          <p:spPr bwMode="auto">
            <a:xfrm>
              <a:off x="4267200" y="4648200"/>
              <a:ext cx="457200" cy="457200"/>
            </a:xfrm>
            <a:prstGeom prst="rect">
              <a:avLst/>
            </a:prstGeom>
            <a:solidFill>
              <a:schemeClr val="bg2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69710" name="Rectangle 78"/>
            <p:cNvSpPr>
              <a:spLocks noChangeArrowheads="1"/>
            </p:cNvSpPr>
            <p:nvPr/>
          </p:nvSpPr>
          <p:spPr bwMode="auto">
            <a:xfrm>
              <a:off x="4724400" y="4648200"/>
              <a:ext cx="457200" cy="457200"/>
            </a:xfrm>
            <a:prstGeom prst="rect">
              <a:avLst/>
            </a:prstGeom>
            <a:solidFill>
              <a:schemeClr val="bg2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69711" name="Rectangle 79"/>
            <p:cNvSpPr>
              <a:spLocks noChangeArrowheads="1"/>
            </p:cNvSpPr>
            <p:nvPr/>
          </p:nvSpPr>
          <p:spPr bwMode="auto">
            <a:xfrm>
              <a:off x="4267200" y="5410200"/>
              <a:ext cx="457200" cy="457200"/>
            </a:xfrm>
            <a:prstGeom prst="rect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69712" name="Rectangle 80"/>
            <p:cNvSpPr>
              <a:spLocks noChangeArrowheads="1"/>
            </p:cNvSpPr>
            <p:nvPr/>
          </p:nvSpPr>
          <p:spPr bwMode="auto">
            <a:xfrm>
              <a:off x="4724400" y="6248400"/>
              <a:ext cx="457200" cy="457200"/>
            </a:xfrm>
            <a:prstGeom prst="rect">
              <a:avLst/>
            </a:prstGeom>
            <a:solidFill>
              <a:schemeClr val="tx2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69713" name="Line 81"/>
            <p:cNvSpPr>
              <a:spLocks noChangeShapeType="1"/>
            </p:cNvSpPr>
            <p:nvPr/>
          </p:nvSpPr>
          <p:spPr bwMode="auto">
            <a:xfrm>
              <a:off x="4953000" y="4876800"/>
              <a:ext cx="0" cy="1371600"/>
            </a:xfrm>
            <a:prstGeom prst="line">
              <a:avLst/>
            </a:prstGeom>
            <a:noFill/>
            <a:ln w="38100">
              <a:solidFill>
                <a:schemeClr val="hlink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CA"/>
            </a:p>
          </p:txBody>
        </p:sp>
        <p:sp>
          <p:nvSpPr>
            <p:cNvPr id="69714" name="Line 82"/>
            <p:cNvSpPr>
              <a:spLocks noChangeShapeType="1"/>
            </p:cNvSpPr>
            <p:nvPr/>
          </p:nvSpPr>
          <p:spPr bwMode="auto">
            <a:xfrm>
              <a:off x="4495800" y="4876800"/>
              <a:ext cx="0" cy="533400"/>
            </a:xfrm>
            <a:prstGeom prst="line">
              <a:avLst/>
            </a:prstGeom>
            <a:noFill/>
            <a:ln w="38100">
              <a:solidFill>
                <a:schemeClr val="hlink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CA"/>
            </a:p>
          </p:txBody>
        </p:sp>
        <p:sp>
          <p:nvSpPr>
            <p:cNvPr id="69715" name="Rectangle 83"/>
            <p:cNvSpPr>
              <a:spLocks noChangeArrowheads="1"/>
            </p:cNvSpPr>
            <p:nvPr/>
          </p:nvSpPr>
          <p:spPr bwMode="auto">
            <a:xfrm>
              <a:off x="5181600" y="4648200"/>
              <a:ext cx="457200" cy="457200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69716" name="Rectangle 84"/>
            <p:cNvSpPr>
              <a:spLocks noChangeArrowheads="1"/>
            </p:cNvSpPr>
            <p:nvPr/>
          </p:nvSpPr>
          <p:spPr bwMode="auto">
            <a:xfrm>
              <a:off x="5638800" y="4648200"/>
              <a:ext cx="457200" cy="457200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69717" name="Rectangle 85"/>
            <p:cNvSpPr>
              <a:spLocks noChangeArrowheads="1"/>
            </p:cNvSpPr>
            <p:nvPr/>
          </p:nvSpPr>
          <p:spPr bwMode="auto">
            <a:xfrm>
              <a:off x="6096000" y="4648200"/>
              <a:ext cx="457200" cy="4572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69718" name="Rectangle 86"/>
            <p:cNvSpPr>
              <a:spLocks noChangeArrowheads="1"/>
            </p:cNvSpPr>
            <p:nvPr/>
          </p:nvSpPr>
          <p:spPr bwMode="auto">
            <a:xfrm>
              <a:off x="6553200" y="4648200"/>
              <a:ext cx="457200" cy="4572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69723" name="Text Box 91"/>
            <p:cNvSpPr txBox="1">
              <a:spLocks noChangeArrowheads="1"/>
            </p:cNvSpPr>
            <p:nvPr/>
          </p:nvSpPr>
          <p:spPr bwMode="auto">
            <a:xfrm>
              <a:off x="5181600" y="4267200"/>
              <a:ext cx="360363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>
                  <a:solidFill>
                    <a:schemeClr val="accent2"/>
                  </a:solidFill>
                </a:rPr>
                <a:t>4</a:t>
              </a:r>
            </a:p>
          </p:txBody>
        </p:sp>
        <p:sp>
          <p:nvSpPr>
            <p:cNvPr id="69724" name="Text Box 92"/>
            <p:cNvSpPr txBox="1">
              <a:spLocks noChangeArrowheads="1"/>
            </p:cNvSpPr>
            <p:nvPr/>
          </p:nvSpPr>
          <p:spPr bwMode="auto">
            <a:xfrm>
              <a:off x="6553200" y="4267200"/>
              <a:ext cx="360363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>
                  <a:solidFill>
                    <a:schemeClr val="accent2"/>
                  </a:solidFill>
                </a:rPr>
                <a:t>7</a:t>
              </a:r>
            </a:p>
          </p:txBody>
        </p:sp>
        <p:sp>
          <p:nvSpPr>
            <p:cNvPr id="69725" name="Text Box 93"/>
            <p:cNvSpPr txBox="1">
              <a:spLocks noChangeArrowheads="1"/>
            </p:cNvSpPr>
            <p:nvPr/>
          </p:nvSpPr>
          <p:spPr bwMode="auto">
            <a:xfrm>
              <a:off x="6096000" y="4267200"/>
              <a:ext cx="360363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>
                  <a:solidFill>
                    <a:schemeClr val="accent2"/>
                  </a:solidFill>
                </a:rPr>
                <a:t>6</a:t>
              </a:r>
            </a:p>
          </p:txBody>
        </p:sp>
        <p:sp>
          <p:nvSpPr>
            <p:cNvPr id="69726" name="Text Box 94"/>
            <p:cNvSpPr txBox="1">
              <a:spLocks noChangeArrowheads="1"/>
            </p:cNvSpPr>
            <p:nvPr/>
          </p:nvSpPr>
          <p:spPr bwMode="auto">
            <a:xfrm>
              <a:off x="5638800" y="4267200"/>
              <a:ext cx="360363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>
                  <a:solidFill>
                    <a:schemeClr val="accent2"/>
                  </a:solidFill>
                </a:rPr>
                <a:t>5</a:t>
              </a:r>
            </a:p>
          </p:txBody>
        </p:sp>
        <p:sp>
          <p:nvSpPr>
            <p:cNvPr id="69728" name="Text Box 96"/>
            <p:cNvSpPr txBox="1">
              <a:spLocks noChangeArrowheads="1"/>
            </p:cNvSpPr>
            <p:nvPr/>
          </p:nvSpPr>
          <p:spPr bwMode="auto">
            <a:xfrm>
              <a:off x="5791200" y="5715000"/>
              <a:ext cx="2438400" cy="701675"/>
            </a:xfrm>
            <a:prstGeom prst="rect">
              <a:avLst/>
            </a:prstGeom>
            <a:solidFill>
              <a:schemeClr val="bg2"/>
            </a:solidFill>
            <a:ln w="38100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/>
                <a:t>These locations should be in use</a:t>
              </a:r>
            </a:p>
          </p:txBody>
        </p:sp>
        <p:sp>
          <p:nvSpPr>
            <p:cNvPr id="69729" name="Line 97"/>
            <p:cNvSpPr>
              <a:spLocks noChangeShapeType="1"/>
            </p:cNvSpPr>
            <p:nvPr/>
          </p:nvSpPr>
          <p:spPr bwMode="auto">
            <a:xfrm flipH="1" flipV="1">
              <a:off x="5486400" y="5181600"/>
              <a:ext cx="457200" cy="53340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CA"/>
            </a:p>
          </p:txBody>
        </p:sp>
        <p:sp>
          <p:nvSpPr>
            <p:cNvPr id="69730" name="Line 98"/>
            <p:cNvSpPr>
              <a:spLocks noChangeShapeType="1"/>
            </p:cNvSpPr>
            <p:nvPr/>
          </p:nvSpPr>
          <p:spPr bwMode="auto">
            <a:xfrm flipH="1" flipV="1">
              <a:off x="5943600" y="5181600"/>
              <a:ext cx="457200" cy="53340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CA"/>
            </a:p>
          </p:txBody>
        </p:sp>
        <p:sp>
          <p:nvSpPr>
            <p:cNvPr id="69731" name="Text Box 99"/>
            <p:cNvSpPr txBox="1">
              <a:spLocks noChangeArrowheads="1"/>
            </p:cNvSpPr>
            <p:nvPr/>
          </p:nvSpPr>
          <p:spPr bwMode="auto">
            <a:xfrm>
              <a:off x="0" y="5229225"/>
              <a:ext cx="863600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 eaLnBrk="0" hangingPunct="0">
                <a:spcBef>
                  <a:spcPct val="50000"/>
                </a:spcBef>
              </a:pPr>
              <a:r>
                <a:rPr lang="en-US">
                  <a:solidFill>
                    <a:schemeClr val="accent2"/>
                  </a:solidFill>
                </a:rPr>
                <a:t>cq</a:t>
              </a:r>
            </a:p>
          </p:txBody>
        </p:sp>
        <p:sp>
          <p:nvSpPr>
            <p:cNvPr id="69732" name="Rectangle 100"/>
            <p:cNvSpPr>
              <a:spLocks noChangeArrowheads="1"/>
            </p:cNvSpPr>
            <p:nvPr/>
          </p:nvSpPr>
          <p:spPr bwMode="auto">
            <a:xfrm>
              <a:off x="431800" y="5229225"/>
              <a:ext cx="457200" cy="4572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69733" name="Line 101"/>
            <p:cNvSpPr>
              <a:spLocks noChangeShapeType="1"/>
            </p:cNvSpPr>
            <p:nvPr/>
          </p:nvSpPr>
          <p:spPr bwMode="auto">
            <a:xfrm>
              <a:off x="647700" y="5445125"/>
              <a:ext cx="431800" cy="0"/>
            </a:xfrm>
            <a:prstGeom prst="line">
              <a:avLst/>
            </a:prstGeom>
            <a:noFill/>
            <a:ln w="38100">
              <a:solidFill>
                <a:srgbClr val="339966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CA"/>
            </a:p>
          </p:txBody>
        </p:sp>
      </p:grpSp>
      <p:grpSp>
        <p:nvGrpSpPr>
          <p:cNvPr id="2" name="Group 1" descr="The same full circular queue of length 4 with four elements at spots 2, 3, 0, and 1.&#10;array = [green, cream, red, blue]&#10;front = 2&#10;rear = 2&#10;count = 4">
            <a:extLst>
              <a:ext uri="{FF2B5EF4-FFF2-40B4-BE49-F238E27FC236}">
                <a16:creationId xmlns:a16="http://schemas.microsoft.com/office/drawing/2014/main" id="{AD886AED-7026-D8CB-BB38-9C1274B17B5F}"/>
              </a:ext>
            </a:extLst>
          </p:cNvPr>
          <p:cNvGrpSpPr/>
          <p:nvPr/>
        </p:nvGrpSpPr>
        <p:grpSpPr>
          <a:xfrm>
            <a:off x="0" y="1447800"/>
            <a:ext cx="5181600" cy="2438400"/>
            <a:chOff x="0" y="1447800"/>
            <a:chExt cx="5181600" cy="2438400"/>
          </a:xfrm>
        </p:grpSpPr>
        <p:sp>
          <p:nvSpPr>
            <p:cNvPr id="69635" name="Rectangle 3"/>
            <p:cNvSpPr>
              <a:spLocks noChangeArrowheads="1"/>
            </p:cNvSpPr>
            <p:nvPr/>
          </p:nvSpPr>
          <p:spPr bwMode="auto">
            <a:xfrm>
              <a:off x="1268413" y="2755900"/>
              <a:ext cx="457200" cy="4572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69636" name="Text Box 4"/>
            <p:cNvSpPr txBox="1">
              <a:spLocks noChangeArrowheads="1"/>
            </p:cNvSpPr>
            <p:nvPr/>
          </p:nvSpPr>
          <p:spPr bwMode="auto">
            <a:xfrm>
              <a:off x="1187450" y="3213100"/>
              <a:ext cx="838200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b="0"/>
                <a:t>rear</a:t>
              </a:r>
            </a:p>
          </p:txBody>
        </p:sp>
        <p:sp>
          <p:nvSpPr>
            <p:cNvPr id="69637" name="Text Box 5"/>
            <p:cNvSpPr txBox="1">
              <a:spLocks noChangeArrowheads="1"/>
            </p:cNvSpPr>
            <p:nvPr/>
          </p:nvSpPr>
          <p:spPr bwMode="auto">
            <a:xfrm>
              <a:off x="1192213" y="2298700"/>
              <a:ext cx="762000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b="0"/>
                <a:t>front</a:t>
              </a:r>
            </a:p>
          </p:txBody>
        </p:sp>
        <p:sp>
          <p:nvSpPr>
            <p:cNvPr id="69638" name="Rectangle 6"/>
            <p:cNvSpPr>
              <a:spLocks noChangeArrowheads="1"/>
            </p:cNvSpPr>
            <p:nvPr/>
          </p:nvSpPr>
          <p:spPr bwMode="auto">
            <a:xfrm>
              <a:off x="1268413" y="1841500"/>
              <a:ext cx="457200" cy="457200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69639" name="Rectangle 7"/>
            <p:cNvSpPr>
              <a:spLocks noChangeArrowheads="1"/>
            </p:cNvSpPr>
            <p:nvPr/>
          </p:nvSpPr>
          <p:spPr bwMode="auto">
            <a:xfrm>
              <a:off x="1116013" y="1676400"/>
              <a:ext cx="1627187" cy="1905000"/>
            </a:xfrm>
            <a:prstGeom prst="rect">
              <a:avLst/>
            </a:prstGeom>
            <a:noFill/>
            <a:ln w="38100">
              <a:solidFill>
                <a:schemeClr val="accent2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69641" name="Rectangle 9"/>
            <p:cNvSpPr>
              <a:spLocks noChangeArrowheads="1"/>
            </p:cNvSpPr>
            <p:nvPr/>
          </p:nvSpPr>
          <p:spPr bwMode="auto">
            <a:xfrm>
              <a:off x="1981200" y="2743200"/>
              <a:ext cx="457200" cy="4572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69642" name="Text Box 10"/>
            <p:cNvSpPr txBox="1">
              <a:spLocks noChangeArrowheads="1"/>
            </p:cNvSpPr>
            <p:nvPr/>
          </p:nvSpPr>
          <p:spPr bwMode="auto">
            <a:xfrm>
              <a:off x="2057400" y="2819400"/>
              <a:ext cx="360363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>
                  <a:solidFill>
                    <a:schemeClr val="accent2"/>
                  </a:solidFill>
                </a:rPr>
                <a:t>4</a:t>
              </a:r>
            </a:p>
          </p:txBody>
        </p:sp>
        <p:sp>
          <p:nvSpPr>
            <p:cNvPr id="69643" name="Text Box 11"/>
            <p:cNvSpPr txBox="1">
              <a:spLocks noChangeArrowheads="1"/>
            </p:cNvSpPr>
            <p:nvPr/>
          </p:nvSpPr>
          <p:spPr bwMode="auto">
            <a:xfrm>
              <a:off x="1828800" y="2286000"/>
              <a:ext cx="914400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b="0"/>
                <a:t>queue</a:t>
              </a:r>
            </a:p>
          </p:txBody>
        </p:sp>
        <p:sp>
          <p:nvSpPr>
            <p:cNvPr id="69644" name="Rectangle 12"/>
            <p:cNvSpPr>
              <a:spLocks noChangeArrowheads="1"/>
            </p:cNvSpPr>
            <p:nvPr/>
          </p:nvSpPr>
          <p:spPr bwMode="auto">
            <a:xfrm>
              <a:off x="1981200" y="1828800"/>
              <a:ext cx="457200" cy="4572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69645" name="Text Box 13"/>
            <p:cNvSpPr txBox="1">
              <a:spLocks noChangeArrowheads="1"/>
            </p:cNvSpPr>
            <p:nvPr/>
          </p:nvSpPr>
          <p:spPr bwMode="auto">
            <a:xfrm>
              <a:off x="1828800" y="3200400"/>
              <a:ext cx="914400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b="0"/>
                <a:t>count</a:t>
              </a:r>
            </a:p>
          </p:txBody>
        </p:sp>
        <p:sp>
          <p:nvSpPr>
            <p:cNvPr id="69646" name="Text Box 14"/>
            <p:cNvSpPr txBox="1">
              <a:spLocks noChangeArrowheads="1"/>
            </p:cNvSpPr>
            <p:nvPr/>
          </p:nvSpPr>
          <p:spPr bwMode="auto">
            <a:xfrm>
              <a:off x="1344613" y="2832100"/>
              <a:ext cx="360362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>
                  <a:solidFill>
                    <a:schemeClr val="accent2"/>
                  </a:solidFill>
                </a:rPr>
                <a:t>2</a:t>
              </a:r>
            </a:p>
          </p:txBody>
        </p:sp>
        <p:sp>
          <p:nvSpPr>
            <p:cNvPr id="69647" name="Line 15"/>
            <p:cNvSpPr>
              <a:spLocks noChangeShapeType="1"/>
            </p:cNvSpPr>
            <p:nvPr/>
          </p:nvSpPr>
          <p:spPr bwMode="auto">
            <a:xfrm>
              <a:off x="2209800" y="2057400"/>
              <a:ext cx="1143000" cy="0"/>
            </a:xfrm>
            <a:prstGeom prst="line">
              <a:avLst/>
            </a:prstGeom>
            <a:noFill/>
            <a:ln w="38100">
              <a:solidFill>
                <a:schemeClr val="hlink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CA"/>
            </a:p>
          </p:txBody>
        </p:sp>
        <p:sp>
          <p:nvSpPr>
            <p:cNvPr id="69648" name="Text Box 16"/>
            <p:cNvSpPr txBox="1">
              <a:spLocks noChangeArrowheads="1"/>
            </p:cNvSpPr>
            <p:nvPr/>
          </p:nvSpPr>
          <p:spPr bwMode="auto">
            <a:xfrm>
              <a:off x="1331913" y="1916113"/>
              <a:ext cx="533400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>
                  <a:solidFill>
                    <a:schemeClr val="accent2"/>
                  </a:solidFill>
                </a:rPr>
                <a:t>2</a:t>
              </a:r>
            </a:p>
          </p:txBody>
        </p:sp>
        <p:sp>
          <p:nvSpPr>
            <p:cNvPr id="69649" name="Text Box 17"/>
            <p:cNvSpPr txBox="1">
              <a:spLocks noChangeArrowheads="1"/>
            </p:cNvSpPr>
            <p:nvPr/>
          </p:nvSpPr>
          <p:spPr bwMode="auto">
            <a:xfrm>
              <a:off x="3352800" y="1447800"/>
              <a:ext cx="360363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>
                  <a:solidFill>
                    <a:schemeClr val="accent2"/>
                  </a:solidFill>
                </a:rPr>
                <a:t>0</a:t>
              </a:r>
            </a:p>
          </p:txBody>
        </p:sp>
        <p:sp>
          <p:nvSpPr>
            <p:cNvPr id="69651" name="Text Box 19"/>
            <p:cNvSpPr txBox="1">
              <a:spLocks noChangeArrowheads="1"/>
            </p:cNvSpPr>
            <p:nvPr/>
          </p:nvSpPr>
          <p:spPr bwMode="auto">
            <a:xfrm>
              <a:off x="4724400" y="1447800"/>
              <a:ext cx="360363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>
                  <a:solidFill>
                    <a:schemeClr val="accent2"/>
                  </a:solidFill>
                </a:rPr>
                <a:t>3</a:t>
              </a:r>
            </a:p>
          </p:txBody>
        </p:sp>
        <p:sp>
          <p:nvSpPr>
            <p:cNvPr id="69652" name="Text Box 20"/>
            <p:cNvSpPr txBox="1">
              <a:spLocks noChangeArrowheads="1"/>
            </p:cNvSpPr>
            <p:nvPr/>
          </p:nvSpPr>
          <p:spPr bwMode="auto">
            <a:xfrm>
              <a:off x="4267200" y="1447800"/>
              <a:ext cx="360363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>
                  <a:solidFill>
                    <a:schemeClr val="accent2"/>
                  </a:solidFill>
                </a:rPr>
                <a:t>2</a:t>
              </a:r>
            </a:p>
          </p:txBody>
        </p:sp>
        <p:sp>
          <p:nvSpPr>
            <p:cNvPr id="69653" name="Text Box 21"/>
            <p:cNvSpPr txBox="1">
              <a:spLocks noChangeArrowheads="1"/>
            </p:cNvSpPr>
            <p:nvPr/>
          </p:nvSpPr>
          <p:spPr bwMode="auto">
            <a:xfrm>
              <a:off x="3810000" y="1447800"/>
              <a:ext cx="360363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>
                  <a:solidFill>
                    <a:schemeClr val="accent2"/>
                  </a:solidFill>
                </a:rPr>
                <a:t>1</a:t>
              </a:r>
            </a:p>
          </p:txBody>
        </p:sp>
        <p:sp>
          <p:nvSpPr>
            <p:cNvPr id="69654" name="Rectangle 22"/>
            <p:cNvSpPr>
              <a:spLocks noChangeArrowheads="1"/>
            </p:cNvSpPr>
            <p:nvPr/>
          </p:nvSpPr>
          <p:spPr bwMode="auto">
            <a:xfrm>
              <a:off x="3352800" y="1828800"/>
              <a:ext cx="457200" cy="457200"/>
            </a:xfrm>
            <a:prstGeom prst="rect">
              <a:avLst/>
            </a:prstGeom>
            <a:solidFill>
              <a:schemeClr val="bg2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69655" name="Rectangle 23"/>
            <p:cNvSpPr>
              <a:spLocks noChangeArrowheads="1"/>
            </p:cNvSpPr>
            <p:nvPr/>
          </p:nvSpPr>
          <p:spPr bwMode="auto">
            <a:xfrm>
              <a:off x="3810000" y="1828800"/>
              <a:ext cx="457200" cy="457200"/>
            </a:xfrm>
            <a:prstGeom prst="rect">
              <a:avLst/>
            </a:prstGeom>
            <a:solidFill>
              <a:schemeClr val="bg2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69672" name="Rectangle 40"/>
            <p:cNvSpPr>
              <a:spLocks noChangeArrowheads="1"/>
            </p:cNvSpPr>
            <p:nvPr/>
          </p:nvSpPr>
          <p:spPr bwMode="auto">
            <a:xfrm>
              <a:off x="3352800" y="2590800"/>
              <a:ext cx="457200" cy="457200"/>
            </a:xfrm>
            <a:prstGeom prst="rect">
              <a:avLst/>
            </a:prstGeom>
            <a:solidFill>
              <a:schemeClr val="hlink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69673" name="Rectangle 41"/>
            <p:cNvSpPr>
              <a:spLocks noChangeArrowheads="1"/>
            </p:cNvSpPr>
            <p:nvPr/>
          </p:nvSpPr>
          <p:spPr bwMode="auto">
            <a:xfrm>
              <a:off x="3810000" y="3429000"/>
              <a:ext cx="457200" cy="457200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69674" name="Line 42"/>
            <p:cNvSpPr>
              <a:spLocks noChangeShapeType="1"/>
            </p:cNvSpPr>
            <p:nvPr/>
          </p:nvSpPr>
          <p:spPr bwMode="auto">
            <a:xfrm>
              <a:off x="3581400" y="2057400"/>
              <a:ext cx="0" cy="533400"/>
            </a:xfrm>
            <a:prstGeom prst="line">
              <a:avLst/>
            </a:prstGeom>
            <a:noFill/>
            <a:ln w="38100">
              <a:solidFill>
                <a:schemeClr val="hlink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CA"/>
            </a:p>
          </p:txBody>
        </p:sp>
        <p:sp>
          <p:nvSpPr>
            <p:cNvPr id="69675" name="Line 43"/>
            <p:cNvSpPr>
              <a:spLocks noChangeShapeType="1"/>
            </p:cNvSpPr>
            <p:nvPr/>
          </p:nvSpPr>
          <p:spPr bwMode="auto">
            <a:xfrm>
              <a:off x="4038600" y="2057400"/>
              <a:ext cx="0" cy="1371600"/>
            </a:xfrm>
            <a:prstGeom prst="line">
              <a:avLst/>
            </a:prstGeom>
            <a:noFill/>
            <a:ln w="38100">
              <a:solidFill>
                <a:schemeClr val="hlink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CA"/>
            </a:p>
          </p:txBody>
        </p:sp>
        <p:sp>
          <p:nvSpPr>
            <p:cNvPr id="69679" name="Rectangle 47"/>
            <p:cNvSpPr>
              <a:spLocks noChangeArrowheads="1"/>
            </p:cNvSpPr>
            <p:nvPr/>
          </p:nvSpPr>
          <p:spPr bwMode="auto">
            <a:xfrm>
              <a:off x="4267200" y="1828800"/>
              <a:ext cx="457200" cy="457200"/>
            </a:xfrm>
            <a:prstGeom prst="rect">
              <a:avLst/>
            </a:prstGeom>
            <a:solidFill>
              <a:schemeClr val="bg2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69680" name="Rectangle 48"/>
            <p:cNvSpPr>
              <a:spLocks noChangeArrowheads="1"/>
            </p:cNvSpPr>
            <p:nvPr/>
          </p:nvSpPr>
          <p:spPr bwMode="auto">
            <a:xfrm>
              <a:off x="4724400" y="1828800"/>
              <a:ext cx="457200" cy="457200"/>
            </a:xfrm>
            <a:prstGeom prst="rect">
              <a:avLst/>
            </a:prstGeom>
            <a:solidFill>
              <a:schemeClr val="bg2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69681" name="Rectangle 49"/>
            <p:cNvSpPr>
              <a:spLocks noChangeArrowheads="1"/>
            </p:cNvSpPr>
            <p:nvPr/>
          </p:nvSpPr>
          <p:spPr bwMode="auto">
            <a:xfrm>
              <a:off x="4267200" y="2590800"/>
              <a:ext cx="457200" cy="457200"/>
            </a:xfrm>
            <a:prstGeom prst="rect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69682" name="Rectangle 50"/>
            <p:cNvSpPr>
              <a:spLocks noChangeArrowheads="1"/>
            </p:cNvSpPr>
            <p:nvPr/>
          </p:nvSpPr>
          <p:spPr bwMode="auto">
            <a:xfrm>
              <a:off x="4724400" y="3429000"/>
              <a:ext cx="457200" cy="457200"/>
            </a:xfrm>
            <a:prstGeom prst="rect">
              <a:avLst/>
            </a:prstGeom>
            <a:solidFill>
              <a:schemeClr val="tx2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69683" name="Line 51"/>
            <p:cNvSpPr>
              <a:spLocks noChangeShapeType="1"/>
            </p:cNvSpPr>
            <p:nvPr/>
          </p:nvSpPr>
          <p:spPr bwMode="auto">
            <a:xfrm>
              <a:off x="4953000" y="2057400"/>
              <a:ext cx="0" cy="1371600"/>
            </a:xfrm>
            <a:prstGeom prst="line">
              <a:avLst/>
            </a:prstGeom>
            <a:noFill/>
            <a:ln w="38100">
              <a:solidFill>
                <a:schemeClr val="hlink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CA"/>
            </a:p>
          </p:txBody>
        </p:sp>
        <p:sp>
          <p:nvSpPr>
            <p:cNvPr id="69684" name="Line 52"/>
            <p:cNvSpPr>
              <a:spLocks noChangeShapeType="1"/>
            </p:cNvSpPr>
            <p:nvPr/>
          </p:nvSpPr>
          <p:spPr bwMode="auto">
            <a:xfrm>
              <a:off x="4495800" y="2057400"/>
              <a:ext cx="0" cy="533400"/>
            </a:xfrm>
            <a:prstGeom prst="line">
              <a:avLst/>
            </a:prstGeom>
            <a:noFill/>
            <a:ln w="38100">
              <a:solidFill>
                <a:schemeClr val="hlink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CA"/>
            </a:p>
          </p:txBody>
        </p:sp>
        <p:sp>
          <p:nvSpPr>
            <p:cNvPr id="69734" name="Text Box 102"/>
            <p:cNvSpPr txBox="1">
              <a:spLocks noChangeArrowheads="1"/>
            </p:cNvSpPr>
            <p:nvPr/>
          </p:nvSpPr>
          <p:spPr bwMode="auto">
            <a:xfrm>
              <a:off x="0" y="2492375"/>
              <a:ext cx="863600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 eaLnBrk="0" hangingPunct="0">
                <a:spcBef>
                  <a:spcPct val="50000"/>
                </a:spcBef>
              </a:pPr>
              <a:r>
                <a:rPr lang="en-US">
                  <a:solidFill>
                    <a:schemeClr val="accent2"/>
                  </a:solidFill>
                </a:rPr>
                <a:t>cq</a:t>
              </a:r>
            </a:p>
          </p:txBody>
        </p:sp>
        <p:sp>
          <p:nvSpPr>
            <p:cNvPr id="69735" name="Rectangle 103"/>
            <p:cNvSpPr>
              <a:spLocks noChangeArrowheads="1"/>
            </p:cNvSpPr>
            <p:nvPr/>
          </p:nvSpPr>
          <p:spPr bwMode="auto">
            <a:xfrm>
              <a:off x="431800" y="2492375"/>
              <a:ext cx="457200" cy="4572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69736" name="Line 104"/>
            <p:cNvSpPr>
              <a:spLocks noChangeShapeType="1"/>
            </p:cNvSpPr>
            <p:nvPr/>
          </p:nvSpPr>
          <p:spPr bwMode="auto">
            <a:xfrm>
              <a:off x="647700" y="2708275"/>
              <a:ext cx="431800" cy="0"/>
            </a:xfrm>
            <a:prstGeom prst="line">
              <a:avLst/>
            </a:prstGeom>
            <a:noFill/>
            <a:ln w="38100">
              <a:solidFill>
                <a:srgbClr val="339966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CA"/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18" name="Text Box 38"/>
          <p:cNvSpPr txBox="1">
            <a:spLocks noChangeArrowheads="1"/>
          </p:cNvSpPr>
          <p:nvPr/>
        </p:nvSpPr>
        <p:spPr bwMode="auto">
          <a:xfrm>
            <a:off x="685800" y="1143000"/>
            <a:ext cx="7543800" cy="701675"/>
          </a:xfrm>
          <a:prstGeom prst="rect">
            <a:avLst/>
          </a:prstGeom>
          <a:solidFill>
            <a:schemeClr val="bg2"/>
          </a:solidFill>
          <a:ln w="38100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/>
              <a:t>We </a:t>
            </a:r>
            <a:r>
              <a:rPr lang="en-US" i="1"/>
              <a:t>could</a:t>
            </a:r>
            <a:r>
              <a:rPr lang="en-US"/>
              <a:t> build the new array, and copy the queue elements into contiguous locations beginning at location </a:t>
            </a:r>
            <a:r>
              <a:rPr lang="en-US">
                <a:solidFill>
                  <a:schemeClr val="accent2"/>
                </a:solidFill>
              </a:rPr>
              <a:t>front</a:t>
            </a:r>
            <a:r>
              <a:rPr lang="en-US"/>
              <a:t>:</a:t>
            </a:r>
          </a:p>
        </p:txBody>
      </p:sp>
      <p:grpSp>
        <p:nvGrpSpPr>
          <p:cNvPr id="2" name="Group 1" descr="A circular queue of length 8 with four elements at spots 2, 3, 4, and 5.&#10;array = [null, null, red, blue, green, cream, null, null]&#10;front = 2&#10;rear = 6&#10;count = 4">
            <a:extLst>
              <a:ext uri="{FF2B5EF4-FFF2-40B4-BE49-F238E27FC236}">
                <a16:creationId xmlns:a16="http://schemas.microsoft.com/office/drawing/2014/main" id="{D627EE71-FE02-BAC6-44E4-E054E4D7929E}"/>
              </a:ext>
            </a:extLst>
          </p:cNvPr>
          <p:cNvGrpSpPr/>
          <p:nvPr/>
        </p:nvGrpSpPr>
        <p:grpSpPr>
          <a:xfrm>
            <a:off x="811609" y="2590800"/>
            <a:ext cx="7216775" cy="2438400"/>
            <a:chOff x="250825" y="2590800"/>
            <a:chExt cx="7216775" cy="2438400"/>
          </a:xfrm>
        </p:grpSpPr>
        <p:sp>
          <p:nvSpPr>
            <p:cNvPr id="71682" name="Rectangle 2"/>
            <p:cNvSpPr>
              <a:spLocks noChangeArrowheads="1"/>
            </p:cNvSpPr>
            <p:nvPr/>
          </p:nvSpPr>
          <p:spPr bwMode="auto">
            <a:xfrm>
              <a:off x="1524000" y="3886200"/>
              <a:ext cx="457200" cy="457200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71683" name="Text Box 3"/>
            <p:cNvSpPr txBox="1">
              <a:spLocks noChangeArrowheads="1"/>
            </p:cNvSpPr>
            <p:nvPr/>
          </p:nvSpPr>
          <p:spPr bwMode="auto">
            <a:xfrm>
              <a:off x="1371600" y="4343400"/>
              <a:ext cx="838200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b="0"/>
                <a:t>rear</a:t>
              </a:r>
            </a:p>
          </p:txBody>
        </p:sp>
        <p:sp>
          <p:nvSpPr>
            <p:cNvPr id="71684" name="Text Box 4"/>
            <p:cNvSpPr txBox="1">
              <a:spLocks noChangeArrowheads="1"/>
            </p:cNvSpPr>
            <p:nvPr/>
          </p:nvSpPr>
          <p:spPr bwMode="auto">
            <a:xfrm>
              <a:off x="1447800" y="3429000"/>
              <a:ext cx="762000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b="0"/>
                <a:t>front</a:t>
              </a:r>
            </a:p>
          </p:txBody>
        </p:sp>
        <p:sp>
          <p:nvSpPr>
            <p:cNvPr id="71685" name="Rectangle 5"/>
            <p:cNvSpPr>
              <a:spLocks noChangeArrowheads="1"/>
            </p:cNvSpPr>
            <p:nvPr/>
          </p:nvSpPr>
          <p:spPr bwMode="auto">
            <a:xfrm>
              <a:off x="1524000" y="2971800"/>
              <a:ext cx="457200" cy="4572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71686" name="Rectangle 6"/>
            <p:cNvSpPr>
              <a:spLocks noChangeArrowheads="1"/>
            </p:cNvSpPr>
            <p:nvPr/>
          </p:nvSpPr>
          <p:spPr bwMode="auto">
            <a:xfrm>
              <a:off x="1331913" y="2819400"/>
              <a:ext cx="1868487" cy="1905000"/>
            </a:xfrm>
            <a:prstGeom prst="rect">
              <a:avLst/>
            </a:prstGeom>
            <a:noFill/>
            <a:ln w="38100">
              <a:solidFill>
                <a:schemeClr val="accent2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71688" name="Rectangle 8"/>
            <p:cNvSpPr>
              <a:spLocks noChangeArrowheads="1"/>
            </p:cNvSpPr>
            <p:nvPr/>
          </p:nvSpPr>
          <p:spPr bwMode="auto">
            <a:xfrm>
              <a:off x="2438400" y="3886200"/>
              <a:ext cx="457200" cy="4572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71689" name="Text Box 9"/>
            <p:cNvSpPr txBox="1">
              <a:spLocks noChangeArrowheads="1"/>
            </p:cNvSpPr>
            <p:nvPr/>
          </p:nvSpPr>
          <p:spPr bwMode="auto">
            <a:xfrm>
              <a:off x="2514600" y="3962400"/>
              <a:ext cx="360363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>
                  <a:solidFill>
                    <a:schemeClr val="accent2"/>
                  </a:solidFill>
                </a:rPr>
                <a:t>4</a:t>
              </a:r>
            </a:p>
          </p:txBody>
        </p:sp>
        <p:sp>
          <p:nvSpPr>
            <p:cNvPr id="71690" name="Text Box 10"/>
            <p:cNvSpPr txBox="1">
              <a:spLocks noChangeArrowheads="1"/>
            </p:cNvSpPr>
            <p:nvPr/>
          </p:nvSpPr>
          <p:spPr bwMode="auto">
            <a:xfrm>
              <a:off x="2286000" y="3429000"/>
              <a:ext cx="914400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b="0"/>
                <a:t>queue</a:t>
              </a:r>
            </a:p>
          </p:txBody>
        </p:sp>
        <p:sp>
          <p:nvSpPr>
            <p:cNvPr id="71691" name="Rectangle 11"/>
            <p:cNvSpPr>
              <a:spLocks noChangeArrowheads="1"/>
            </p:cNvSpPr>
            <p:nvPr/>
          </p:nvSpPr>
          <p:spPr bwMode="auto">
            <a:xfrm>
              <a:off x="2438400" y="2971800"/>
              <a:ext cx="457200" cy="4572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71692" name="Text Box 12"/>
            <p:cNvSpPr txBox="1">
              <a:spLocks noChangeArrowheads="1"/>
            </p:cNvSpPr>
            <p:nvPr/>
          </p:nvSpPr>
          <p:spPr bwMode="auto">
            <a:xfrm>
              <a:off x="2286000" y="4343400"/>
              <a:ext cx="914400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b="0"/>
                <a:t>count</a:t>
              </a:r>
            </a:p>
          </p:txBody>
        </p:sp>
        <p:sp>
          <p:nvSpPr>
            <p:cNvPr id="71693" name="Text Box 13"/>
            <p:cNvSpPr txBox="1">
              <a:spLocks noChangeArrowheads="1"/>
            </p:cNvSpPr>
            <p:nvPr/>
          </p:nvSpPr>
          <p:spPr bwMode="auto">
            <a:xfrm>
              <a:off x="1600200" y="3962400"/>
              <a:ext cx="360363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>
                  <a:solidFill>
                    <a:schemeClr val="accent2"/>
                  </a:solidFill>
                </a:rPr>
                <a:t>6</a:t>
              </a:r>
            </a:p>
          </p:txBody>
        </p:sp>
        <p:sp>
          <p:nvSpPr>
            <p:cNvPr id="71694" name="Line 14"/>
            <p:cNvSpPr>
              <a:spLocks noChangeShapeType="1"/>
            </p:cNvSpPr>
            <p:nvPr/>
          </p:nvSpPr>
          <p:spPr bwMode="auto">
            <a:xfrm>
              <a:off x="2667000" y="3200400"/>
              <a:ext cx="1143000" cy="0"/>
            </a:xfrm>
            <a:prstGeom prst="line">
              <a:avLst/>
            </a:prstGeom>
            <a:noFill/>
            <a:ln w="38100">
              <a:solidFill>
                <a:schemeClr val="hlink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CA"/>
            </a:p>
          </p:txBody>
        </p:sp>
        <p:sp>
          <p:nvSpPr>
            <p:cNvPr id="71695" name="Text Box 15"/>
            <p:cNvSpPr txBox="1">
              <a:spLocks noChangeArrowheads="1"/>
            </p:cNvSpPr>
            <p:nvPr/>
          </p:nvSpPr>
          <p:spPr bwMode="auto">
            <a:xfrm>
              <a:off x="1524000" y="3048000"/>
              <a:ext cx="533400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>
                  <a:solidFill>
                    <a:schemeClr val="accent2"/>
                  </a:solidFill>
                </a:rPr>
                <a:t>2</a:t>
              </a:r>
            </a:p>
          </p:txBody>
        </p:sp>
        <p:sp>
          <p:nvSpPr>
            <p:cNvPr id="71696" name="Text Box 16"/>
            <p:cNvSpPr txBox="1">
              <a:spLocks noChangeArrowheads="1"/>
            </p:cNvSpPr>
            <p:nvPr/>
          </p:nvSpPr>
          <p:spPr bwMode="auto">
            <a:xfrm>
              <a:off x="3810000" y="2590800"/>
              <a:ext cx="360363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>
                  <a:solidFill>
                    <a:schemeClr val="accent2"/>
                  </a:solidFill>
                </a:rPr>
                <a:t>0</a:t>
              </a:r>
            </a:p>
          </p:txBody>
        </p:sp>
        <p:sp>
          <p:nvSpPr>
            <p:cNvPr id="71697" name="Text Box 17"/>
            <p:cNvSpPr txBox="1">
              <a:spLocks noChangeArrowheads="1"/>
            </p:cNvSpPr>
            <p:nvPr/>
          </p:nvSpPr>
          <p:spPr bwMode="auto">
            <a:xfrm>
              <a:off x="5181600" y="2590800"/>
              <a:ext cx="360363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>
                  <a:solidFill>
                    <a:schemeClr val="accent2"/>
                  </a:solidFill>
                </a:rPr>
                <a:t>3</a:t>
              </a:r>
            </a:p>
          </p:txBody>
        </p:sp>
        <p:sp>
          <p:nvSpPr>
            <p:cNvPr id="71698" name="Text Box 18"/>
            <p:cNvSpPr txBox="1">
              <a:spLocks noChangeArrowheads="1"/>
            </p:cNvSpPr>
            <p:nvPr/>
          </p:nvSpPr>
          <p:spPr bwMode="auto">
            <a:xfrm>
              <a:off x="4724400" y="2590800"/>
              <a:ext cx="360363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>
                  <a:solidFill>
                    <a:schemeClr val="accent2"/>
                  </a:solidFill>
                </a:rPr>
                <a:t>2</a:t>
              </a:r>
            </a:p>
          </p:txBody>
        </p:sp>
        <p:sp>
          <p:nvSpPr>
            <p:cNvPr id="71699" name="Text Box 19"/>
            <p:cNvSpPr txBox="1">
              <a:spLocks noChangeArrowheads="1"/>
            </p:cNvSpPr>
            <p:nvPr/>
          </p:nvSpPr>
          <p:spPr bwMode="auto">
            <a:xfrm>
              <a:off x="4267200" y="2590800"/>
              <a:ext cx="360363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>
                  <a:solidFill>
                    <a:schemeClr val="accent2"/>
                  </a:solidFill>
                </a:rPr>
                <a:t>1</a:t>
              </a:r>
            </a:p>
          </p:txBody>
        </p:sp>
        <p:sp>
          <p:nvSpPr>
            <p:cNvPr id="71700" name="Rectangle 20"/>
            <p:cNvSpPr>
              <a:spLocks noChangeArrowheads="1"/>
            </p:cNvSpPr>
            <p:nvPr/>
          </p:nvSpPr>
          <p:spPr bwMode="auto">
            <a:xfrm>
              <a:off x="3810000" y="2971800"/>
              <a:ext cx="457200" cy="4572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71701" name="Rectangle 21"/>
            <p:cNvSpPr>
              <a:spLocks noChangeArrowheads="1"/>
            </p:cNvSpPr>
            <p:nvPr/>
          </p:nvSpPr>
          <p:spPr bwMode="auto">
            <a:xfrm>
              <a:off x="4267200" y="2971800"/>
              <a:ext cx="457200" cy="4572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71702" name="Rectangle 22"/>
            <p:cNvSpPr>
              <a:spLocks noChangeArrowheads="1"/>
            </p:cNvSpPr>
            <p:nvPr/>
          </p:nvSpPr>
          <p:spPr bwMode="auto">
            <a:xfrm>
              <a:off x="5638800" y="3733800"/>
              <a:ext cx="457200" cy="457200"/>
            </a:xfrm>
            <a:prstGeom prst="rect">
              <a:avLst/>
            </a:prstGeom>
            <a:solidFill>
              <a:schemeClr val="hlink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71703" name="Rectangle 23"/>
            <p:cNvSpPr>
              <a:spLocks noChangeArrowheads="1"/>
            </p:cNvSpPr>
            <p:nvPr/>
          </p:nvSpPr>
          <p:spPr bwMode="auto">
            <a:xfrm>
              <a:off x="6096000" y="4572000"/>
              <a:ext cx="457200" cy="457200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71704" name="Rectangle 24"/>
            <p:cNvSpPr>
              <a:spLocks noChangeArrowheads="1"/>
            </p:cNvSpPr>
            <p:nvPr/>
          </p:nvSpPr>
          <p:spPr bwMode="auto">
            <a:xfrm>
              <a:off x="4724400" y="2971800"/>
              <a:ext cx="457200" cy="457200"/>
            </a:xfrm>
            <a:prstGeom prst="rect">
              <a:avLst/>
            </a:prstGeom>
            <a:solidFill>
              <a:schemeClr val="bg2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71705" name="Rectangle 25"/>
            <p:cNvSpPr>
              <a:spLocks noChangeArrowheads="1"/>
            </p:cNvSpPr>
            <p:nvPr/>
          </p:nvSpPr>
          <p:spPr bwMode="auto">
            <a:xfrm>
              <a:off x="5181600" y="2971800"/>
              <a:ext cx="457200" cy="457200"/>
            </a:xfrm>
            <a:prstGeom prst="rect">
              <a:avLst/>
            </a:prstGeom>
            <a:solidFill>
              <a:schemeClr val="bg2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71706" name="Rectangle 26"/>
            <p:cNvSpPr>
              <a:spLocks noChangeArrowheads="1"/>
            </p:cNvSpPr>
            <p:nvPr/>
          </p:nvSpPr>
          <p:spPr bwMode="auto">
            <a:xfrm>
              <a:off x="4724400" y="3733800"/>
              <a:ext cx="457200" cy="457200"/>
            </a:xfrm>
            <a:prstGeom prst="rect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71707" name="Rectangle 27"/>
            <p:cNvSpPr>
              <a:spLocks noChangeArrowheads="1"/>
            </p:cNvSpPr>
            <p:nvPr/>
          </p:nvSpPr>
          <p:spPr bwMode="auto">
            <a:xfrm>
              <a:off x="5181600" y="4572000"/>
              <a:ext cx="457200" cy="457200"/>
            </a:xfrm>
            <a:prstGeom prst="rect">
              <a:avLst/>
            </a:prstGeom>
            <a:solidFill>
              <a:schemeClr val="tx2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71708" name="Line 28"/>
            <p:cNvSpPr>
              <a:spLocks noChangeShapeType="1"/>
            </p:cNvSpPr>
            <p:nvPr/>
          </p:nvSpPr>
          <p:spPr bwMode="auto">
            <a:xfrm>
              <a:off x="5410200" y="3200400"/>
              <a:ext cx="0" cy="1371600"/>
            </a:xfrm>
            <a:prstGeom prst="line">
              <a:avLst/>
            </a:prstGeom>
            <a:noFill/>
            <a:ln w="38100">
              <a:solidFill>
                <a:schemeClr val="hlink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CA"/>
            </a:p>
          </p:txBody>
        </p:sp>
        <p:sp>
          <p:nvSpPr>
            <p:cNvPr id="71709" name="Line 29"/>
            <p:cNvSpPr>
              <a:spLocks noChangeShapeType="1"/>
            </p:cNvSpPr>
            <p:nvPr/>
          </p:nvSpPr>
          <p:spPr bwMode="auto">
            <a:xfrm>
              <a:off x="4953000" y="3200400"/>
              <a:ext cx="0" cy="533400"/>
            </a:xfrm>
            <a:prstGeom prst="line">
              <a:avLst/>
            </a:prstGeom>
            <a:noFill/>
            <a:ln w="38100">
              <a:solidFill>
                <a:schemeClr val="hlink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CA"/>
            </a:p>
          </p:txBody>
        </p:sp>
        <p:sp>
          <p:nvSpPr>
            <p:cNvPr id="71710" name="Rectangle 30"/>
            <p:cNvSpPr>
              <a:spLocks noChangeArrowheads="1"/>
            </p:cNvSpPr>
            <p:nvPr/>
          </p:nvSpPr>
          <p:spPr bwMode="auto">
            <a:xfrm>
              <a:off x="5638800" y="2971800"/>
              <a:ext cx="457200" cy="457200"/>
            </a:xfrm>
            <a:prstGeom prst="rect">
              <a:avLst/>
            </a:prstGeom>
            <a:solidFill>
              <a:schemeClr val="bg2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71711" name="Rectangle 31"/>
            <p:cNvSpPr>
              <a:spLocks noChangeArrowheads="1"/>
            </p:cNvSpPr>
            <p:nvPr/>
          </p:nvSpPr>
          <p:spPr bwMode="auto">
            <a:xfrm>
              <a:off x="6096000" y="2971800"/>
              <a:ext cx="457200" cy="457200"/>
            </a:xfrm>
            <a:prstGeom prst="rect">
              <a:avLst/>
            </a:prstGeom>
            <a:solidFill>
              <a:schemeClr val="bg2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71712" name="Rectangle 32"/>
            <p:cNvSpPr>
              <a:spLocks noChangeArrowheads="1"/>
            </p:cNvSpPr>
            <p:nvPr/>
          </p:nvSpPr>
          <p:spPr bwMode="auto">
            <a:xfrm>
              <a:off x="6553200" y="2971800"/>
              <a:ext cx="457200" cy="4572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71713" name="Rectangle 33"/>
            <p:cNvSpPr>
              <a:spLocks noChangeArrowheads="1"/>
            </p:cNvSpPr>
            <p:nvPr/>
          </p:nvSpPr>
          <p:spPr bwMode="auto">
            <a:xfrm>
              <a:off x="7010400" y="2971800"/>
              <a:ext cx="457200" cy="4572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71714" name="Text Box 34"/>
            <p:cNvSpPr txBox="1">
              <a:spLocks noChangeArrowheads="1"/>
            </p:cNvSpPr>
            <p:nvPr/>
          </p:nvSpPr>
          <p:spPr bwMode="auto">
            <a:xfrm>
              <a:off x="5638800" y="2590800"/>
              <a:ext cx="360363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>
                  <a:solidFill>
                    <a:schemeClr val="accent2"/>
                  </a:solidFill>
                </a:rPr>
                <a:t>4</a:t>
              </a:r>
            </a:p>
          </p:txBody>
        </p:sp>
        <p:sp>
          <p:nvSpPr>
            <p:cNvPr id="71715" name="Text Box 35"/>
            <p:cNvSpPr txBox="1">
              <a:spLocks noChangeArrowheads="1"/>
            </p:cNvSpPr>
            <p:nvPr/>
          </p:nvSpPr>
          <p:spPr bwMode="auto">
            <a:xfrm>
              <a:off x="7010400" y="2590800"/>
              <a:ext cx="360363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>
                  <a:solidFill>
                    <a:schemeClr val="accent2"/>
                  </a:solidFill>
                </a:rPr>
                <a:t>7</a:t>
              </a:r>
            </a:p>
          </p:txBody>
        </p:sp>
        <p:sp>
          <p:nvSpPr>
            <p:cNvPr id="71716" name="Text Box 36"/>
            <p:cNvSpPr txBox="1">
              <a:spLocks noChangeArrowheads="1"/>
            </p:cNvSpPr>
            <p:nvPr/>
          </p:nvSpPr>
          <p:spPr bwMode="auto">
            <a:xfrm>
              <a:off x="6553200" y="2590800"/>
              <a:ext cx="360363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>
                  <a:solidFill>
                    <a:schemeClr val="accent2"/>
                  </a:solidFill>
                </a:rPr>
                <a:t>6</a:t>
              </a:r>
            </a:p>
          </p:txBody>
        </p:sp>
        <p:sp>
          <p:nvSpPr>
            <p:cNvPr id="71717" name="Text Box 37"/>
            <p:cNvSpPr txBox="1">
              <a:spLocks noChangeArrowheads="1"/>
            </p:cNvSpPr>
            <p:nvPr/>
          </p:nvSpPr>
          <p:spPr bwMode="auto">
            <a:xfrm>
              <a:off x="6096000" y="2590800"/>
              <a:ext cx="360363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>
                  <a:solidFill>
                    <a:schemeClr val="accent2"/>
                  </a:solidFill>
                </a:rPr>
                <a:t>5</a:t>
              </a:r>
            </a:p>
          </p:txBody>
        </p:sp>
        <p:sp>
          <p:nvSpPr>
            <p:cNvPr id="71719" name="Line 39"/>
            <p:cNvSpPr>
              <a:spLocks noChangeShapeType="1"/>
            </p:cNvSpPr>
            <p:nvPr/>
          </p:nvSpPr>
          <p:spPr bwMode="auto">
            <a:xfrm>
              <a:off x="5867400" y="3200400"/>
              <a:ext cx="0" cy="533400"/>
            </a:xfrm>
            <a:prstGeom prst="line">
              <a:avLst/>
            </a:prstGeom>
            <a:noFill/>
            <a:ln w="38100">
              <a:solidFill>
                <a:schemeClr val="hlink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CA"/>
            </a:p>
          </p:txBody>
        </p:sp>
        <p:sp>
          <p:nvSpPr>
            <p:cNvPr id="71720" name="Line 40"/>
            <p:cNvSpPr>
              <a:spLocks noChangeShapeType="1"/>
            </p:cNvSpPr>
            <p:nvPr/>
          </p:nvSpPr>
          <p:spPr bwMode="auto">
            <a:xfrm>
              <a:off x="6324600" y="3200400"/>
              <a:ext cx="0" cy="1371600"/>
            </a:xfrm>
            <a:prstGeom prst="line">
              <a:avLst/>
            </a:prstGeom>
            <a:noFill/>
            <a:ln w="38100">
              <a:solidFill>
                <a:schemeClr val="hlink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CA"/>
            </a:p>
          </p:txBody>
        </p:sp>
        <p:sp>
          <p:nvSpPr>
            <p:cNvPr id="71721" name="Text Box 41"/>
            <p:cNvSpPr txBox="1">
              <a:spLocks noChangeArrowheads="1"/>
            </p:cNvSpPr>
            <p:nvPr/>
          </p:nvSpPr>
          <p:spPr bwMode="auto">
            <a:xfrm>
              <a:off x="250825" y="3573463"/>
              <a:ext cx="863600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 eaLnBrk="0" hangingPunct="0">
                <a:spcBef>
                  <a:spcPct val="50000"/>
                </a:spcBef>
              </a:pPr>
              <a:r>
                <a:rPr lang="en-US">
                  <a:solidFill>
                    <a:schemeClr val="accent2"/>
                  </a:solidFill>
                </a:rPr>
                <a:t>cq</a:t>
              </a:r>
            </a:p>
          </p:txBody>
        </p:sp>
        <p:sp>
          <p:nvSpPr>
            <p:cNvPr id="71722" name="Rectangle 42"/>
            <p:cNvSpPr>
              <a:spLocks noChangeArrowheads="1"/>
            </p:cNvSpPr>
            <p:nvPr/>
          </p:nvSpPr>
          <p:spPr bwMode="auto">
            <a:xfrm>
              <a:off x="682625" y="3573463"/>
              <a:ext cx="457200" cy="4572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71723" name="Line 43"/>
            <p:cNvSpPr>
              <a:spLocks noChangeShapeType="1"/>
            </p:cNvSpPr>
            <p:nvPr/>
          </p:nvSpPr>
          <p:spPr bwMode="auto">
            <a:xfrm>
              <a:off x="898525" y="3789363"/>
              <a:ext cx="431800" cy="0"/>
            </a:xfrm>
            <a:prstGeom prst="line">
              <a:avLst/>
            </a:prstGeom>
            <a:noFill/>
            <a:ln w="38100">
              <a:solidFill>
                <a:srgbClr val="339966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CA"/>
            </a:p>
          </p:txBody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96" name="Text Box 40"/>
          <p:cNvSpPr txBox="1">
            <a:spLocks noChangeArrowheads="1"/>
          </p:cNvSpPr>
          <p:nvPr/>
        </p:nvSpPr>
        <p:spPr bwMode="auto">
          <a:xfrm>
            <a:off x="685800" y="1143000"/>
            <a:ext cx="7239000" cy="701675"/>
          </a:xfrm>
          <a:prstGeom prst="rect">
            <a:avLst/>
          </a:prstGeom>
          <a:solidFill>
            <a:schemeClr val="bg2"/>
          </a:solidFill>
          <a:ln w="38100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/>
              <a:t>Better: copy the queue elements in order to the </a:t>
            </a:r>
            <a:r>
              <a:rPr lang="en-US" i="1"/>
              <a:t>beginning</a:t>
            </a:r>
            <a:r>
              <a:rPr lang="en-US"/>
              <a:t> of the new array</a:t>
            </a:r>
          </a:p>
        </p:txBody>
      </p:sp>
      <p:grpSp>
        <p:nvGrpSpPr>
          <p:cNvPr id="2" name="Group 1" descr="A circular queue of length 8 with four elements at spots 0, 1, 2, and 3.&#10;array = [red, blue, green, cream, null, null, null, null]&#10;front = 0&#10;rear = 4&#10;count = 4">
            <a:extLst>
              <a:ext uri="{FF2B5EF4-FFF2-40B4-BE49-F238E27FC236}">
                <a16:creationId xmlns:a16="http://schemas.microsoft.com/office/drawing/2014/main" id="{0BAE1DA6-BA8A-B027-F52B-75E0B520C75D}"/>
              </a:ext>
            </a:extLst>
          </p:cNvPr>
          <p:cNvGrpSpPr/>
          <p:nvPr/>
        </p:nvGrpSpPr>
        <p:grpSpPr>
          <a:xfrm>
            <a:off x="811609" y="2590800"/>
            <a:ext cx="7216775" cy="2438400"/>
            <a:chOff x="250825" y="2590800"/>
            <a:chExt cx="7216775" cy="2438400"/>
          </a:xfrm>
        </p:grpSpPr>
        <p:sp>
          <p:nvSpPr>
            <p:cNvPr id="70658" name="Rectangle 2"/>
            <p:cNvSpPr>
              <a:spLocks noChangeArrowheads="1"/>
            </p:cNvSpPr>
            <p:nvPr/>
          </p:nvSpPr>
          <p:spPr bwMode="auto">
            <a:xfrm>
              <a:off x="1524000" y="3886200"/>
              <a:ext cx="457200" cy="457200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70659" name="Text Box 3"/>
            <p:cNvSpPr txBox="1">
              <a:spLocks noChangeArrowheads="1"/>
            </p:cNvSpPr>
            <p:nvPr/>
          </p:nvSpPr>
          <p:spPr bwMode="auto">
            <a:xfrm>
              <a:off x="1371600" y="4343400"/>
              <a:ext cx="838200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b="0"/>
                <a:t>rear</a:t>
              </a:r>
            </a:p>
          </p:txBody>
        </p:sp>
        <p:sp>
          <p:nvSpPr>
            <p:cNvPr id="70660" name="Text Box 4"/>
            <p:cNvSpPr txBox="1">
              <a:spLocks noChangeArrowheads="1"/>
            </p:cNvSpPr>
            <p:nvPr/>
          </p:nvSpPr>
          <p:spPr bwMode="auto">
            <a:xfrm>
              <a:off x="1447800" y="3429000"/>
              <a:ext cx="762000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b="0"/>
                <a:t>front</a:t>
              </a:r>
            </a:p>
          </p:txBody>
        </p:sp>
        <p:sp>
          <p:nvSpPr>
            <p:cNvPr id="70661" name="Rectangle 5"/>
            <p:cNvSpPr>
              <a:spLocks noChangeArrowheads="1"/>
            </p:cNvSpPr>
            <p:nvPr/>
          </p:nvSpPr>
          <p:spPr bwMode="auto">
            <a:xfrm>
              <a:off x="1524000" y="2971800"/>
              <a:ext cx="457200" cy="457200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70662" name="Rectangle 6"/>
            <p:cNvSpPr>
              <a:spLocks noChangeArrowheads="1"/>
            </p:cNvSpPr>
            <p:nvPr/>
          </p:nvSpPr>
          <p:spPr bwMode="auto">
            <a:xfrm>
              <a:off x="1331913" y="2819400"/>
              <a:ext cx="1868487" cy="1905000"/>
            </a:xfrm>
            <a:prstGeom prst="rect">
              <a:avLst/>
            </a:prstGeom>
            <a:noFill/>
            <a:ln w="38100">
              <a:solidFill>
                <a:schemeClr val="accent2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70664" name="Rectangle 8"/>
            <p:cNvSpPr>
              <a:spLocks noChangeArrowheads="1"/>
            </p:cNvSpPr>
            <p:nvPr/>
          </p:nvSpPr>
          <p:spPr bwMode="auto">
            <a:xfrm>
              <a:off x="2438400" y="3886200"/>
              <a:ext cx="457200" cy="4572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70665" name="Text Box 9"/>
            <p:cNvSpPr txBox="1">
              <a:spLocks noChangeArrowheads="1"/>
            </p:cNvSpPr>
            <p:nvPr/>
          </p:nvSpPr>
          <p:spPr bwMode="auto">
            <a:xfrm>
              <a:off x="2514600" y="3962400"/>
              <a:ext cx="360363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>
                  <a:solidFill>
                    <a:schemeClr val="accent2"/>
                  </a:solidFill>
                </a:rPr>
                <a:t>4</a:t>
              </a:r>
            </a:p>
          </p:txBody>
        </p:sp>
        <p:sp>
          <p:nvSpPr>
            <p:cNvPr id="70666" name="Text Box 10"/>
            <p:cNvSpPr txBox="1">
              <a:spLocks noChangeArrowheads="1"/>
            </p:cNvSpPr>
            <p:nvPr/>
          </p:nvSpPr>
          <p:spPr bwMode="auto">
            <a:xfrm>
              <a:off x="2286000" y="3429000"/>
              <a:ext cx="914400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b="0"/>
                <a:t>queue</a:t>
              </a:r>
            </a:p>
          </p:txBody>
        </p:sp>
        <p:sp>
          <p:nvSpPr>
            <p:cNvPr id="70667" name="Rectangle 11"/>
            <p:cNvSpPr>
              <a:spLocks noChangeArrowheads="1"/>
            </p:cNvSpPr>
            <p:nvPr/>
          </p:nvSpPr>
          <p:spPr bwMode="auto">
            <a:xfrm>
              <a:off x="2438400" y="2971800"/>
              <a:ext cx="457200" cy="4572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70668" name="Text Box 12"/>
            <p:cNvSpPr txBox="1">
              <a:spLocks noChangeArrowheads="1"/>
            </p:cNvSpPr>
            <p:nvPr/>
          </p:nvSpPr>
          <p:spPr bwMode="auto">
            <a:xfrm>
              <a:off x="2286000" y="4343400"/>
              <a:ext cx="914400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b="0"/>
                <a:t>count</a:t>
              </a:r>
            </a:p>
          </p:txBody>
        </p:sp>
        <p:sp>
          <p:nvSpPr>
            <p:cNvPr id="70669" name="Text Box 13"/>
            <p:cNvSpPr txBox="1">
              <a:spLocks noChangeArrowheads="1"/>
            </p:cNvSpPr>
            <p:nvPr/>
          </p:nvSpPr>
          <p:spPr bwMode="auto">
            <a:xfrm>
              <a:off x="1600200" y="3962400"/>
              <a:ext cx="360363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>
                  <a:solidFill>
                    <a:schemeClr val="accent2"/>
                  </a:solidFill>
                </a:rPr>
                <a:t>4</a:t>
              </a:r>
            </a:p>
          </p:txBody>
        </p:sp>
        <p:sp>
          <p:nvSpPr>
            <p:cNvPr id="70670" name="Line 14"/>
            <p:cNvSpPr>
              <a:spLocks noChangeShapeType="1"/>
            </p:cNvSpPr>
            <p:nvPr/>
          </p:nvSpPr>
          <p:spPr bwMode="auto">
            <a:xfrm>
              <a:off x="2667000" y="3200400"/>
              <a:ext cx="1143000" cy="0"/>
            </a:xfrm>
            <a:prstGeom prst="line">
              <a:avLst/>
            </a:prstGeom>
            <a:noFill/>
            <a:ln w="38100">
              <a:solidFill>
                <a:schemeClr val="hlink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CA"/>
            </a:p>
          </p:txBody>
        </p:sp>
        <p:sp>
          <p:nvSpPr>
            <p:cNvPr id="70671" name="Text Box 15"/>
            <p:cNvSpPr txBox="1">
              <a:spLocks noChangeArrowheads="1"/>
            </p:cNvSpPr>
            <p:nvPr/>
          </p:nvSpPr>
          <p:spPr bwMode="auto">
            <a:xfrm>
              <a:off x="1619250" y="2997200"/>
              <a:ext cx="533400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>
                  <a:solidFill>
                    <a:schemeClr val="accent2"/>
                  </a:solidFill>
                </a:rPr>
                <a:t>0</a:t>
              </a:r>
            </a:p>
          </p:txBody>
        </p:sp>
        <p:sp>
          <p:nvSpPr>
            <p:cNvPr id="70672" name="Text Box 16"/>
            <p:cNvSpPr txBox="1">
              <a:spLocks noChangeArrowheads="1"/>
            </p:cNvSpPr>
            <p:nvPr/>
          </p:nvSpPr>
          <p:spPr bwMode="auto">
            <a:xfrm>
              <a:off x="3810000" y="2590800"/>
              <a:ext cx="360363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>
                  <a:solidFill>
                    <a:schemeClr val="accent2"/>
                  </a:solidFill>
                </a:rPr>
                <a:t>0</a:t>
              </a:r>
            </a:p>
          </p:txBody>
        </p:sp>
        <p:sp>
          <p:nvSpPr>
            <p:cNvPr id="70673" name="Text Box 17"/>
            <p:cNvSpPr txBox="1">
              <a:spLocks noChangeArrowheads="1"/>
            </p:cNvSpPr>
            <p:nvPr/>
          </p:nvSpPr>
          <p:spPr bwMode="auto">
            <a:xfrm>
              <a:off x="5181600" y="2590800"/>
              <a:ext cx="360363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>
                  <a:solidFill>
                    <a:schemeClr val="accent2"/>
                  </a:solidFill>
                </a:rPr>
                <a:t>3</a:t>
              </a:r>
            </a:p>
          </p:txBody>
        </p:sp>
        <p:sp>
          <p:nvSpPr>
            <p:cNvPr id="70674" name="Text Box 18"/>
            <p:cNvSpPr txBox="1">
              <a:spLocks noChangeArrowheads="1"/>
            </p:cNvSpPr>
            <p:nvPr/>
          </p:nvSpPr>
          <p:spPr bwMode="auto">
            <a:xfrm>
              <a:off x="4724400" y="2590800"/>
              <a:ext cx="360363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>
                  <a:solidFill>
                    <a:schemeClr val="accent2"/>
                  </a:solidFill>
                </a:rPr>
                <a:t>2</a:t>
              </a:r>
            </a:p>
          </p:txBody>
        </p:sp>
        <p:sp>
          <p:nvSpPr>
            <p:cNvPr id="70675" name="Text Box 19"/>
            <p:cNvSpPr txBox="1">
              <a:spLocks noChangeArrowheads="1"/>
            </p:cNvSpPr>
            <p:nvPr/>
          </p:nvSpPr>
          <p:spPr bwMode="auto">
            <a:xfrm>
              <a:off x="4267200" y="2590800"/>
              <a:ext cx="360363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>
                  <a:solidFill>
                    <a:schemeClr val="accent2"/>
                  </a:solidFill>
                </a:rPr>
                <a:t>1</a:t>
              </a:r>
            </a:p>
          </p:txBody>
        </p:sp>
        <p:sp>
          <p:nvSpPr>
            <p:cNvPr id="70676" name="Rectangle 20"/>
            <p:cNvSpPr>
              <a:spLocks noChangeArrowheads="1"/>
            </p:cNvSpPr>
            <p:nvPr/>
          </p:nvSpPr>
          <p:spPr bwMode="auto">
            <a:xfrm>
              <a:off x="3810000" y="2971800"/>
              <a:ext cx="457200" cy="457200"/>
            </a:xfrm>
            <a:prstGeom prst="rect">
              <a:avLst/>
            </a:prstGeom>
            <a:solidFill>
              <a:schemeClr val="bg2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70677" name="Rectangle 21"/>
            <p:cNvSpPr>
              <a:spLocks noChangeArrowheads="1"/>
            </p:cNvSpPr>
            <p:nvPr/>
          </p:nvSpPr>
          <p:spPr bwMode="auto">
            <a:xfrm>
              <a:off x="4267200" y="2971800"/>
              <a:ext cx="457200" cy="457200"/>
            </a:xfrm>
            <a:prstGeom prst="rect">
              <a:avLst/>
            </a:prstGeom>
            <a:solidFill>
              <a:schemeClr val="bg2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70678" name="Rectangle 22"/>
            <p:cNvSpPr>
              <a:spLocks noChangeArrowheads="1"/>
            </p:cNvSpPr>
            <p:nvPr/>
          </p:nvSpPr>
          <p:spPr bwMode="auto">
            <a:xfrm>
              <a:off x="4724400" y="3733800"/>
              <a:ext cx="457200" cy="457200"/>
            </a:xfrm>
            <a:prstGeom prst="rect">
              <a:avLst/>
            </a:prstGeom>
            <a:solidFill>
              <a:schemeClr val="hlink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70679" name="Rectangle 23"/>
            <p:cNvSpPr>
              <a:spLocks noChangeArrowheads="1"/>
            </p:cNvSpPr>
            <p:nvPr/>
          </p:nvSpPr>
          <p:spPr bwMode="auto">
            <a:xfrm>
              <a:off x="5181600" y="4572000"/>
              <a:ext cx="457200" cy="457200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70682" name="Rectangle 26"/>
            <p:cNvSpPr>
              <a:spLocks noChangeArrowheads="1"/>
            </p:cNvSpPr>
            <p:nvPr/>
          </p:nvSpPr>
          <p:spPr bwMode="auto">
            <a:xfrm>
              <a:off x="4724400" y="2971800"/>
              <a:ext cx="457200" cy="457200"/>
            </a:xfrm>
            <a:prstGeom prst="rect">
              <a:avLst/>
            </a:prstGeom>
            <a:solidFill>
              <a:schemeClr val="bg2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70683" name="Rectangle 27"/>
            <p:cNvSpPr>
              <a:spLocks noChangeArrowheads="1"/>
            </p:cNvSpPr>
            <p:nvPr/>
          </p:nvSpPr>
          <p:spPr bwMode="auto">
            <a:xfrm>
              <a:off x="5181600" y="2971800"/>
              <a:ext cx="457200" cy="457200"/>
            </a:xfrm>
            <a:prstGeom prst="rect">
              <a:avLst/>
            </a:prstGeom>
            <a:solidFill>
              <a:schemeClr val="bg2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70684" name="Rectangle 28"/>
            <p:cNvSpPr>
              <a:spLocks noChangeArrowheads="1"/>
            </p:cNvSpPr>
            <p:nvPr/>
          </p:nvSpPr>
          <p:spPr bwMode="auto">
            <a:xfrm>
              <a:off x="3810000" y="3733800"/>
              <a:ext cx="457200" cy="457200"/>
            </a:xfrm>
            <a:prstGeom prst="rect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70685" name="Rectangle 29"/>
            <p:cNvSpPr>
              <a:spLocks noChangeArrowheads="1"/>
            </p:cNvSpPr>
            <p:nvPr/>
          </p:nvSpPr>
          <p:spPr bwMode="auto">
            <a:xfrm>
              <a:off x="4267200" y="4572000"/>
              <a:ext cx="457200" cy="457200"/>
            </a:xfrm>
            <a:prstGeom prst="rect">
              <a:avLst/>
            </a:prstGeom>
            <a:solidFill>
              <a:schemeClr val="tx2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70686" name="Line 30"/>
            <p:cNvSpPr>
              <a:spLocks noChangeShapeType="1"/>
            </p:cNvSpPr>
            <p:nvPr/>
          </p:nvSpPr>
          <p:spPr bwMode="auto">
            <a:xfrm>
              <a:off x="4495800" y="3200400"/>
              <a:ext cx="0" cy="1371600"/>
            </a:xfrm>
            <a:prstGeom prst="line">
              <a:avLst/>
            </a:prstGeom>
            <a:noFill/>
            <a:ln w="38100">
              <a:solidFill>
                <a:schemeClr val="hlink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CA"/>
            </a:p>
          </p:txBody>
        </p:sp>
        <p:sp>
          <p:nvSpPr>
            <p:cNvPr id="70687" name="Line 31"/>
            <p:cNvSpPr>
              <a:spLocks noChangeShapeType="1"/>
            </p:cNvSpPr>
            <p:nvPr/>
          </p:nvSpPr>
          <p:spPr bwMode="auto">
            <a:xfrm>
              <a:off x="4038600" y="3200400"/>
              <a:ext cx="0" cy="533400"/>
            </a:xfrm>
            <a:prstGeom prst="line">
              <a:avLst/>
            </a:prstGeom>
            <a:noFill/>
            <a:ln w="38100">
              <a:solidFill>
                <a:schemeClr val="hlink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CA"/>
            </a:p>
          </p:txBody>
        </p:sp>
        <p:sp>
          <p:nvSpPr>
            <p:cNvPr id="70688" name="Rectangle 32"/>
            <p:cNvSpPr>
              <a:spLocks noChangeArrowheads="1"/>
            </p:cNvSpPr>
            <p:nvPr/>
          </p:nvSpPr>
          <p:spPr bwMode="auto">
            <a:xfrm>
              <a:off x="5638800" y="2971800"/>
              <a:ext cx="457200" cy="4572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70689" name="Rectangle 33"/>
            <p:cNvSpPr>
              <a:spLocks noChangeArrowheads="1"/>
            </p:cNvSpPr>
            <p:nvPr/>
          </p:nvSpPr>
          <p:spPr bwMode="auto">
            <a:xfrm>
              <a:off x="6096000" y="2971800"/>
              <a:ext cx="457200" cy="4572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70690" name="Rectangle 34"/>
            <p:cNvSpPr>
              <a:spLocks noChangeArrowheads="1"/>
            </p:cNvSpPr>
            <p:nvPr/>
          </p:nvSpPr>
          <p:spPr bwMode="auto">
            <a:xfrm>
              <a:off x="6553200" y="2971800"/>
              <a:ext cx="457200" cy="4572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70691" name="Rectangle 35"/>
            <p:cNvSpPr>
              <a:spLocks noChangeArrowheads="1"/>
            </p:cNvSpPr>
            <p:nvPr/>
          </p:nvSpPr>
          <p:spPr bwMode="auto">
            <a:xfrm>
              <a:off x="7010400" y="2971800"/>
              <a:ext cx="457200" cy="4572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70692" name="Text Box 36"/>
            <p:cNvSpPr txBox="1">
              <a:spLocks noChangeArrowheads="1"/>
            </p:cNvSpPr>
            <p:nvPr/>
          </p:nvSpPr>
          <p:spPr bwMode="auto">
            <a:xfrm>
              <a:off x="5638800" y="2590800"/>
              <a:ext cx="360363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>
                  <a:solidFill>
                    <a:schemeClr val="accent2"/>
                  </a:solidFill>
                </a:rPr>
                <a:t>4</a:t>
              </a:r>
            </a:p>
          </p:txBody>
        </p:sp>
        <p:sp>
          <p:nvSpPr>
            <p:cNvPr id="70693" name="Text Box 37"/>
            <p:cNvSpPr txBox="1">
              <a:spLocks noChangeArrowheads="1"/>
            </p:cNvSpPr>
            <p:nvPr/>
          </p:nvSpPr>
          <p:spPr bwMode="auto">
            <a:xfrm>
              <a:off x="7010400" y="2590800"/>
              <a:ext cx="360363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>
                  <a:solidFill>
                    <a:schemeClr val="accent2"/>
                  </a:solidFill>
                </a:rPr>
                <a:t>7</a:t>
              </a:r>
            </a:p>
          </p:txBody>
        </p:sp>
        <p:sp>
          <p:nvSpPr>
            <p:cNvPr id="70694" name="Text Box 38"/>
            <p:cNvSpPr txBox="1">
              <a:spLocks noChangeArrowheads="1"/>
            </p:cNvSpPr>
            <p:nvPr/>
          </p:nvSpPr>
          <p:spPr bwMode="auto">
            <a:xfrm>
              <a:off x="6553200" y="2590800"/>
              <a:ext cx="360363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>
                  <a:solidFill>
                    <a:schemeClr val="accent2"/>
                  </a:solidFill>
                </a:rPr>
                <a:t>6</a:t>
              </a:r>
            </a:p>
          </p:txBody>
        </p:sp>
        <p:sp>
          <p:nvSpPr>
            <p:cNvPr id="70695" name="Text Box 39"/>
            <p:cNvSpPr txBox="1">
              <a:spLocks noChangeArrowheads="1"/>
            </p:cNvSpPr>
            <p:nvPr/>
          </p:nvSpPr>
          <p:spPr bwMode="auto">
            <a:xfrm>
              <a:off x="6096000" y="2590800"/>
              <a:ext cx="360363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>
                  <a:solidFill>
                    <a:schemeClr val="accent2"/>
                  </a:solidFill>
                </a:rPr>
                <a:t>5</a:t>
              </a:r>
            </a:p>
          </p:txBody>
        </p:sp>
        <p:sp>
          <p:nvSpPr>
            <p:cNvPr id="70697" name="Line 41"/>
            <p:cNvSpPr>
              <a:spLocks noChangeShapeType="1"/>
            </p:cNvSpPr>
            <p:nvPr/>
          </p:nvSpPr>
          <p:spPr bwMode="auto">
            <a:xfrm>
              <a:off x="4953000" y="3200400"/>
              <a:ext cx="0" cy="533400"/>
            </a:xfrm>
            <a:prstGeom prst="line">
              <a:avLst/>
            </a:prstGeom>
            <a:noFill/>
            <a:ln w="38100">
              <a:solidFill>
                <a:schemeClr val="hlink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CA"/>
            </a:p>
          </p:txBody>
        </p:sp>
        <p:sp>
          <p:nvSpPr>
            <p:cNvPr id="70698" name="Line 42"/>
            <p:cNvSpPr>
              <a:spLocks noChangeShapeType="1"/>
            </p:cNvSpPr>
            <p:nvPr/>
          </p:nvSpPr>
          <p:spPr bwMode="auto">
            <a:xfrm>
              <a:off x="5410200" y="3200400"/>
              <a:ext cx="0" cy="1371600"/>
            </a:xfrm>
            <a:prstGeom prst="line">
              <a:avLst/>
            </a:prstGeom>
            <a:noFill/>
            <a:ln w="38100">
              <a:solidFill>
                <a:schemeClr val="hlink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CA"/>
            </a:p>
          </p:txBody>
        </p:sp>
        <p:sp>
          <p:nvSpPr>
            <p:cNvPr id="70699" name="Text Box 43"/>
            <p:cNvSpPr txBox="1">
              <a:spLocks noChangeArrowheads="1"/>
            </p:cNvSpPr>
            <p:nvPr/>
          </p:nvSpPr>
          <p:spPr bwMode="auto">
            <a:xfrm>
              <a:off x="250825" y="3573463"/>
              <a:ext cx="863600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 eaLnBrk="0" hangingPunct="0">
                <a:spcBef>
                  <a:spcPct val="50000"/>
                </a:spcBef>
              </a:pPr>
              <a:r>
                <a:rPr lang="en-US">
                  <a:solidFill>
                    <a:schemeClr val="accent2"/>
                  </a:solidFill>
                </a:rPr>
                <a:t>cq</a:t>
              </a:r>
            </a:p>
          </p:txBody>
        </p:sp>
        <p:sp>
          <p:nvSpPr>
            <p:cNvPr id="70700" name="Rectangle 44"/>
            <p:cNvSpPr>
              <a:spLocks noChangeArrowheads="1"/>
            </p:cNvSpPr>
            <p:nvPr/>
          </p:nvSpPr>
          <p:spPr bwMode="auto">
            <a:xfrm>
              <a:off x="682625" y="3573463"/>
              <a:ext cx="457200" cy="4572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70701" name="Line 45"/>
            <p:cNvSpPr>
              <a:spLocks noChangeShapeType="1"/>
            </p:cNvSpPr>
            <p:nvPr/>
          </p:nvSpPr>
          <p:spPr bwMode="auto">
            <a:xfrm>
              <a:off x="898525" y="3789363"/>
              <a:ext cx="431800" cy="0"/>
            </a:xfrm>
            <a:prstGeom prst="line">
              <a:avLst/>
            </a:prstGeom>
            <a:noFill/>
            <a:ln w="38100">
              <a:solidFill>
                <a:srgbClr val="339966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CA"/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909" name="Text Box 37"/>
          <p:cNvSpPr txBox="1">
            <a:spLocks noChangeArrowheads="1"/>
          </p:cNvSpPr>
          <p:nvPr/>
        </p:nvSpPr>
        <p:spPr bwMode="auto">
          <a:xfrm>
            <a:off x="685800" y="1143000"/>
            <a:ext cx="7558088" cy="854075"/>
          </a:xfrm>
          <a:prstGeom prst="rect">
            <a:avLst/>
          </a:prstGeom>
          <a:solidFill>
            <a:schemeClr val="bg2"/>
          </a:solidFill>
          <a:ln w="38100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/>
              <a:t>New element is added at </a:t>
            </a:r>
            <a:r>
              <a:rPr lang="en-US">
                <a:solidFill>
                  <a:schemeClr val="accent2"/>
                </a:solidFill>
              </a:rPr>
              <a:t>rear = (rear+1) % queue.length</a:t>
            </a:r>
            <a:endParaRPr lang="en-US"/>
          </a:p>
          <a:p>
            <a:pPr>
              <a:spcBef>
                <a:spcPct val="50000"/>
              </a:spcBef>
            </a:pPr>
            <a:r>
              <a:rPr lang="en-US"/>
              <a:t>See </a:t>
            </a:r>
            <a:r>
              <a:rPr lang="en-US" i="1">
                <a:solidFill>
                  <a:schemeClr val="hlink"/>
                </a:solidFill>
              </a:rPr>
              <a:t>expandCapacity()</a:t>
            </a:r>
            <a:r>
              <a:rPr lang="en-US"/>
              <a:t> in </a:t>
            </a:r>
            <a:r>
              <a:rPr lang="en-US" i="1">
                <a:solidFill>
                  <a:schemeClr val="hlink"/>
                </a:solidFill>
              </a:rPr>
              <a:t>CircularArrayQueue.java</a:t>
            </a:r>
          </a:p>
        </p:txBody>
      </p:sp>
      <p:grpSp>
        <p:nvGrpSpPr>
          <p:cNvPr id="2" name="Group 1" descr="A circular queue of length 8 with four elements at spots 0, 1, 2, and 3.&#10;array = [red, blue, green, cream, null, null, null, null]&#10;front = 0&#10;rear = 4&#10;count = 4">
            <a:extLst>
              <a:ext uri="{FF2B5EF4-FFF2-40B4-BE49-F238E27FC236}">
                <a16:creationId xmlns:a16="http://schemas.microsoft.com/office/drawing/2014/main" id="{0DA447CA-EA2B-C6F2-2DB6-A1A9997A937D}"/>
              </a:ext>
            </a:extLst>
          </p:cNvPr>
          <p:cNvGrpSpPr/>
          <p:nvPr/>
        </p:nvGrpSpPr>
        <p:grpSpPr>
          <a:xfrm>
            <a:off x="822325" y="2564904"/>
            <a:ext cx="7216775" cy="2438400"/>
            <a:chOff x="250825" y="2590800"/>
            <a:chExt cx="7216775" cy="2438400"/>
          </a:xfrm>
        </p:grpSpPr>
        <p:sp>
          <p:nvSpPr>
            <p:cNvPr id="79874" name="Rectangle 2"/>
            <p:cNvSpPr>
              <a:spLocks noChangeArrowheads="1"/>
            </p:cNvSpPr>
            <p:nvPr/>
          </p:nvSpPr>
          <p:spPr bwMode="auto">
            <a:xfrm>
              <a:off x="1524000" y="3886200"/>
              <a:ext cx="457200" cy="457200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79875" name="Text Box 3"/>
            <p:cNvSpPr txBox="1">
              <a:spLocks noChangeArrowheads="1"/>
            </p:cNvSpPr>
            <p:nvPr/>
          </p:nvSpPr>
          <p:spPr bwMode="auto">
            <a:xfrm>
              <a:off x="1371600" y="4343400"/>
              <a:ext cx="838200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b="0"/>
                <a:t>rear</a:t>
              </a:r>
            </a:p>
          </p:txBody>
        </p:sp>
        <p:sp>
          <p:nvSpPr>
            <p:cNvPr id="79876" name="Text Box 4"/>
            <p:cNvSpPr txBox="1">
              <a:spLocks noChangeArrowheads="1"/>
            </p:cNvSpPr>
            <p:nvPr/>
          </p:nvSpPr>
          <p:spPr bwMode="auto">
            <a:xfrm>
              <a:off x="1447800" y="3429000"/>
              <a:ext cx="762000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b="0"/>
                <a:t>front</a:t>
              </a:r>
            </a:p>
          </p:txBody>
        </p:sp>
        <p:sp>
          <p:nvSpPr>
            <p:cNvPr id="79877" name="Rectangle 5"/>
            <p:cNvSpPr>
              <a:spLocks noChangeArrowheads="1"/>
            </p:cNvSpPr>
            <p:nvPr/>
          </p:nvSpPr>
          <p:spPr bwMode="auto">
            <a:xfrm>
              <a:off x="1524000" y="2971800"/>
              <a:ext cx="457200" cy="457200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79878" name="Rectangle 6"/>
            <p:cNvSpPr>
              <a:spLocks noChangeArrowheads="1"/>
            </p:cNvSpPr>
            <p:nvPr/>
          </p:nvSpPr>
          <p:spPr bwMode="auto">
            <a:xfrm>
              <a:off x="1331913" y="2819400"/>
              <a:ext cx="1868487" cy="1905000"/>
            </a:xfrm>
            <a:prstGeom prst="rect">
              <a:avLst/>
            </a:prstGeom>
            <a:noFill/>
            <a:ln w="38100">
              <a:solidFill>
                <a:schemeClr val="accent2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79879" name="Rectangle 7"/>
            <p:cNvSpPr>
              <a:spLocks noChangeArrowheads="1"/>
            </p:cNvSpPr>
            <p:nvPr/>
          </p:nvSpPr>
          <p:spPr bwMode="auto">
            <a:xfrm>
              <a:off x="2438400" y="3886200"/>
              <a:ext cx="457200" cy="4572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79880" name="Text Box 8"/>
            <p:cNvSpPr txBox="1">
              <a:spLocks noChangeArrowheads="1"/>
            </p:cNvSpPr>
            <p:nvPr/>
          </p:nvSpPr>
          <p:spPr bwMode="auto">
            <a:xfrm>
              <a:off x="2514600" y="3962400"/>
              <a:ext cx="360363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>
                  <a:solidFill>
                    <a:schemeClr val="accent2"/>
                  </a:solidFill>
                </a:rPr>
                <a:t>5</a:t>
              </a:r>
            </a:p>
          </p:txBody>
        </p:sp>
        <p:sp>
          <p:nvSpPr>
            <p:cNvPr id="79881" name="Text Box 9"/>
            <p:cNvSpPr txBox="1">
              <a:spLocks noChangeArrowheads="1"/>
            </p:cNvSpPr>
            <p:nvPr/>
          </p:nvSpPr>
          <p:spPr bwMode="auto">
            <a:xfrm>
              <a:off x="2286000" y="3429000"/>
              <a:ext cx="914400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b="0"/>
                <a:t>queue</a:t>
              </a:r>
            </a:p>
          </p:txBody>
        </p:sp>
        <p:sp>
          <p:nvSpPr>
            <p:cNvPr id="79882" name="Rectangle 10"/>
            <p:cNvSpPr>
              <a:spLocks noChangeArrowheads="1"/>
            </p:cNvSpPr>
            <p:nvPr/>
          </p:nvSpPr>
          <p:spPr bwMode="auto">
            <a:xfrm>
              <a:off x="2438400" y="2971800"/>
              <a:ext cx="457200" cy="4572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79883" name="Text Box 11"/>
            <p:cNvSpPr txBox="1">
              <a:spLocks noChangeArrowheads="1"/>
            </p:cNvSpPr>
            <p:nvPr/>
          </p:nvSpPr>
          <p:spPr bwMode="auto">
            <a:xfrm>
              <a:off x="2286000" y="4343400"/>
              <a:ext cx="914400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b="0"/>
                <a:t>count</a:t>
              </a:r>
            </a:p>
          </p:txBody>
        </p:sp>
        <p:sp>
          <p:nvSpPr>
            <p:cNvPr id="79884" name="Text Box 12"/>
            <p:cNvSpPr txBox="1">
              <a:spLocks noChangeArrowheads="1"/>
            </p:cNvSpPr>
            <p:nvPr/>
          </p:nvSpPr>
          <p:spPr bwMode="auto">
            <a:xfrm>
              <a:off x="1600200" y="3962400"/>
              <a:ext cx="360363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>
                  <a:solidFill>
                    <a:schemeClr val="accent2"/>
                  </a:solidFill>
                </a:rPr>
                <a:t>5</a:t>
              </a:r>
            </a:p>
          </p:txBody>
        </p:sp>
        <p:sp>
          <p:nvSpPr>
            <p:cNvPr id="79885" name="Line 13"/>
            <p:cNvSpPr>
              <a:spLocks noChangeShapeType="1"/>
            </p:cNvSpPr>
            <p:nvPr/>
          </p:nvSpPr>
          <p:spPr bwMode="auto">
            <a:xfrm>
              <a:off x="2667000" y="3200400"/>
              <a:ext cx="1143000" cy="0"/>
            </a:xfrm>
            <a:prstGeom prst="line">
              <a:avLst/>
            </a:prstGeom>
            <a:noFill/>
            <a:ln w="38100">
              <a:solidFill>
                <a:schemeClr val="hlink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CA"/>
            </a:p>
          </p:txBody>
        </p:sp>
        <p:sp>
          <p:nvSpPr>
            <p:cNvPr id="79886" name="Text Box 14"/>
            <p:cNvSpPr txBox="1">
              <a:spLocks noChangeArrowheads="1"/>
            </p:cNvSpPr>
            <p:nvPr/>
          </p:nvSpPr>
          <p:spPr bwMode="auto">
            <a:xfrm>
              <a:off x="1619250" y="2997200"/>
              <a:ext cx="533400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>
                  <a:solidFill>
                    <a:schemeClr val="accent2"/>
                  </a:solidFill>
                </a:rPr>
                <a:t>0</a:t>
              </a:r>
            </a:p>
          </p:txBody>
        </p:sp>
        <p:sp>
          <p:nvSpPr>
            <p:cNvPr id="79887" name="Text Box 15"/>
            <p:cNvSpPr txBox="1">
              <a:spLocks noChangeArrowheads="1"/>
            </p:cNvSpPr>
            <p:nvPr/>
          </p:nvSpPr>
          <p:spPr bwMode="auto">
            <a:xfrm>
              <a:off x="3810000" y="2590800"/>
              <a:ext cx="360363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>
                  <a:solidFill>
                    <a:schemeClr val="accent2"/>
                  </a:solidFill>
                </a:rPr>
                <a:t>0</a:t>
              </a:r>
            </a:p>
          </p:txBody>
        </p:sp>
        <p:sp>
          <p:nvSpPr>
            <p:cNvPr id="79888" name="Text Box 16"/>
            <p:cNvSpPr txBox="1">
              <a:spLocks noChangeArrowheads="1"/>
            </p:cNvSpPr>
            <p:nvPr/>
          </p:nvSpPr>
          <p:spPr bwMode="auto">
            <a:xfrm>
              <a:off x="5181600" y="2590800"/>
              <a:ext cx="360363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>
                  <a:solidFill>
                    <a:schemeClr val="accent2"/>
                  </a:solidFill>
                </a:rPr>
                <a:t>3</a:t>
              </a:r>
            </a:p>
          </p:txBody>
        </p:sp>
        <p:sp>
          <p:nvSpPr>
            <p:cNvPr id="79889" name="Text Box 17"/>
            <p:cNvSpPr txBox="1">
              <a:spLocks noChangeArrowheads="1"/>
            </p:cNvSpPr>
            <p:nvPr/>
          </p:nvSpPr>
          <p:spPr bwMode="auto">
            <a:xfrm>
              <a:off x="4724400" y="2590800"/>
              <a:ext cx="360363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>
                  <a:solidFill>
                    <a:schemeClr val="accent2"/>
                  </a:solidFill>
                </a:rPr>
                <a:t>2</a:t>
              </a:r>
            </a:p>
          </p:txBody>
        </p:sp>
        <p:sp>
          <p:nvSpPr>
            <p:cNvPr id="79890" name="Text Box 18"/>
            <p:cNvSpPr txBox="1">
              <a:spLocks noChangeArrowheads="1"/>
            </p:cNvSpPr>
            <p:nvPr/>
          </p:nvSpPr>
          <p:spPr bwMode="auto">
            <a:xfrm>
              <a:off x="4267200" y="2590800"/>
              <a:ext cx="360363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>
                  <a:solidFill>
                    <a:schemeClr val="accent2"/>
                  </a:solidFill>
                </a:rPr>
                <a:t>1</a:t>
              </a:r>
            </a:p>
          </p:txBody>
        </p:sp>
        <p:sp>
          <p:nvSpPr>
            <p:cNvPr id="79891" name="Rectangle 19"/>
            <p:cNvSpPr>
              <a:spLocks noChangeArrowheads="1"/>
            </p:cNvSpPr>
            <p:nvPr/>
          </p:nvSpPr>
          <p:spPr bwMode="auto">
            <a:xfrm>
              <a:off x="3810000" y="2971800"/>
              <a:ext cx="457200" cy="457200"/>
            </a:xfrm>
            <a:prstGeom prst="rect">
              <a:avLst/>
            </a:prstGeom>
            <a:solidFill>
              <a:schemeClr val="bg2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79892" name="Rectangle 20"/>
            <p:cNvSpPr>
              <a:spLocks noChangeArrowheads="1"/>
            </p:cNvSpPr>
            <p:nvPr/>
          </p:nvSpPr>
          <p:spPr bwMode="auto">
            <a:xfrm>
              <a:off x="4267200" y="2971800"/>
              <a:ext cx="457200" cy="457200"/>
            </a:xfrm>
            <a:prstGeom prst="rect">
              <a:avLst/>
            </a:prstGeom>
            <a:solidFill>
              <a:schemeClr val="bg2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79893" name="Rectangle 21"/>
            <p:cNvSpPr>
              <a:spLocks noChangeArrowheads="1"/>
            </p:cNvSpPr>
            <p:nvPr/>
          </p:nvSpPr>
          <p:spPr bwMode="auto">
            <a:xfrm>
              <a:off x="4724400" y="3733800"/>
              <a:ext cx="457200" cy="457200"/>
            </a:xfrm>
            <a:prstGeom prst="rect">
              <a:avLst/>
            </a:prstGeom>
            <a:solidFill>
              <a:schemeClr val="hlink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79894" name="Rectangle 22"/>
            <p:cNvSpPr>
              <a:spLocks noChangeArrowheads="1"/>
            </p:cNvSpPr>
            <p:nvPr/>
          </p:nvSpPr>
          <p:spPr bwMode="auto">
            <a:xfrm>
              <a:off x="5181600" y="4572000"/>
              <a:ext cx="457200" cy="457200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79895" name="Rectangle 23"/>
            <p:cNvSpPr>
              <a:spLocks noChangeArrowheads="1"/>
            </p:cNvSpPr>
            <p:nvPr/>
          </p:nvSpPr>
          <p:spPr bwMode="auto">
            <a:xfrm>
              <a:off x="4724400" y="2971800"/>
              <a:ext cx="457200" cy="457200"/>
            </a:xfrm>
            <a:prstGeom prst="rect">
              <a:avLst/>
            </a:prstGeom>
            <a:solidFill>
              <a:schemeClr val="bg2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79896" name="Rectangle 24"/>
            <p:cNvSpPr>
              <a:spLocks noChangeArrowheads="1"/>
            </p:cNvSpPr>
            <p:nvPr/>
          </p:nvSpPr>
          <p:spPr bwMode="auto">
            <a:xfrm>
              <a:off x="5181600" y="2971800"/>
              <a:ext cx="457200" cy="457200"/>
            </a:xfrm>
            <a:prstGeom prst="rect">
              <a:avLst/>
            </a:prstGeom>
            <a:solidFill>
              <a:schemeClr val="bg2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79897" name="Rectangle 25"/>
            <p:cNvSpPr>
              <a:spLocks noChangeArrowheads="1"/>
            </p:cNvSpPr>
            <p:nvPr/>
          </p:nvSpPr>
          <p:spPr bwMode="auto">
            <a:xfrm>
              <a:off x="3810000" y="3733800"/>
              <a:ext cx="457200" cy="457200"/>
            </a:xfrm>
            <a:prstGeom prst="rect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79898" name="Rectangle 26"/>
            <p:cNvSpPr>
              <a:spLocks noChangeArrowheads="1"/>
            </p:cNvSpPr>
            <p:nvPr/>
          </p:nvSpPr>
          <p:spPr bwMode="auto">
            <a:xfrm>
              <a:off x="4267200" y="4572000"/>
              <a:ext cx="457200" cy="457200"/>
            </a:xfrm>
            <a:prstGeom prst="rect">
              <a:avLst/>
            </a:prstGeom>
            <a:solidFill>
              <a:schemeClr val="tx2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79899" name="Line 27"/>
            <p:cNvSpPr>
              <a:spLocks noChangeShapeType="1"/>
            </p:cNvSpPr>
            <p:nvPr/>
          </p:nvSpPr>
          <p:spPr bwMode="auto">
            <a:xfrm>
              <a:off x="4495800" y="3200400"/>
              <a:ext cx="0" cy="1371600"/>
            </a:xfrm>
            <a:prstGeom prst="line">
              <a:avLst/>
            </a:prstGeom>
            <a:noFill/>
            <a:ln w="38100">
              <a:solidFill>
                <a:schemeClr val="hlink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CA"/>
            </a:p>
          </p:txBody>
        </p:sp>
        <p:sp>
          <p:nvSpPr>
            <p:cNvPr id="79900" name="Line 28"/>
            <p:cNvSpPr>
              <a:spLocks noChangeShapeType="1"/>
            </p:cNvSpPr>
            <p:nvPr/>
          </p:nvSpPr>
          <p:spPr bwMode="auto">
            <a:xfrm>
              <a:off x="4038600" y="3200400"/>
              <a:ext cx="0" cy="533400"/>
            </a:xfrm>
            <a:prstGeom prst="line">
              <a:avLst/>
            </a:prstGeom>
            <a:noFill/>
            <a:ln w="38100">
              <a:solidFill>
                <a:schemeClr val="hlink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CA"/>
            </a:p>
          </p:txBody>
        </p:sp>
        <p:sp>
          <p:nvSpPr>
            <p:cNvPr id="79901" name="Rectangle 29"/>
            <p:cNvSpPr>
              <a:spLocks noChangeArrowheads="1"/>
            </p:cNvSpPr>
            <p:nvPr/>
          </p:nvSpPr>
          <p:spPr bwMode="auto">
            <a:xfrm>
              <a:off x="5638800" y="2971800"/>
              <a:ext cx="457200" cy="457200"/>
            </a:xfrm>
            <a:prstGeom prst="rect">
              <a:avLst/>
            </a:prstGeom>
            <a:solidFill>
              <a:schemeClr val="bg2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79902" name="Rectangle 30"/>
            <p:cNvSpPr>
              <a:spLocks noChangeArrowheads="1"/>
            </p:cNvSpPr>
            <p:nvPr/>
          </p:nvSpPr>
          <p:spPr bwMode="auto">
            <a:xfrm>
              <a:off x="6096000" y="2971800"/>
              <a:ext cx="457200" cy="4572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79903" name="Rectangle 31"/>
            <p:cNvSpPr>
              <a:spLocks noChangeArrowheads="1"/>
            </p:cNvSpPr>
            <p:nvPr/>
          </p:nvSpPr>
          <p:spPr bwMode="auto">
            <a:xfrm>
              <a:off x="6553200" y="2971800"/>
              <a:ext cx="457200" cy="4572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79904" name="Rectangle 32"/>
            <p:cNvSpPr>
              <a:spLocks noChangeArrowheads="1"/>
            </p:cNvSpPr>
            <p:nvPr/>
          </p:nvSpPr>
          <p:spPr bwMode="auto">
            <a:xfrm>
              <a:off x="7010400" y="2971800"/>
              <a:ext cx="457200" cy="4572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79905" name="Text Box 33"/>
            <p:cNvSpPr txBox="1">
              <a:spLocks noChangeArrowheads="1"/>
            </p:cNvSpPr>
            <p:nvPr/>
          </p:nvSpPr>
          <p:spPr bwMode="auto">
            <a:xfrm>
              <a:off x="5638800" y="2590800"/>
              <a:ext cx="360363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>
                  <a:solidFill>
                    <a:schemeClr val="accent2"/>
                  </a:solidFill>
                </a:rPr>
                <a:t>4</a:t>
              </a:r>
            </a:p>
          </p:txBody>
        </p:sp>
        <p:sp>
          <p:nvSpPr>
            <p:cNvPr id="79906" name="Text Box 34"/>
            <p:cNvSpPr txBox="1">
              <a:spLocks noChangeArrowheads="1"/>
            </p:cNvSpPr>
            <p:nvPr/>
          </p:nvSpPr>
          <p:spPr bwMode="auto">
            <a:xfrm>
              <a:off x="7010400" y="2590800"/>
              <a:ext cx="360363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>
                  <a:solidFill>
                    <a:schemeClr val="accent2"/>
                  </a:solidFill>
                </a:rPr>
                <a:t>7</a:t>
              </a:r>
            </a:p>
          </p:txBody>
        </p:sp>
        <p:sp>
          <p:nvSpPr>
            <p:cNvPr id="79907" name="Text Box 35"/>
            <p:cNvSpPr txBox="1">
              <a:spLocks noChangeArrowheads="1"/>
            </p:cNvSpPr>
            <p:nvPr/>
          </p:nvSpPr>
          <p:spPr bwMode="auto">
            <a:xfrm>
              <a:off x="6553200" y="2590800"/>
              <a:ext cx="360363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>
                  <a:solidFill>
                    <a:schemeClr val="accent2"/>
                  </a:solidFill>
                </a:rPr>
                <a:t>6</a:t>
              </a:r>
            </a:p>
          </p:txBody>
        </p:sp>
        <p:sp>
          <p:nvSpPr>
            <p:cNvPr id="79908" name="Text Box 36"/>
            <p:cNvSpPr txBox="1">
              <a:spLocks noChangeArrowheads="1"/>
            </p:cNvSpPr>
            <p:nvPr/>
          </p:nvSpPr>
          <p:spPr bwMode="auto">
            <a:xfrm>
              <a:off x="6096000" y="2590800"/>
              <a:ext cx="360363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>
                  <a:solidFill>
                    <a:schemeClr val="accent2"/>
                  </a:solidFill>
                </a:rPr>
                <a:t>5</a:t>
              </a:r>
            </a:p>
          </p:txBody>
        </p:sp>
        <p:sp>
          <p:nvSpPr>
            <p:cNvPr id="79910" name="Line 38"/>
            <p:cNvSpPr>
              <a:spLocks noChangeShapeType="1"/>
            </p:cNvSpPr>
            <p:nvPr/>
          </p:nvSpPr>
          <p:spPr bwMode="auto">
            <a:xfrm>
              <a:off x="4953000" y="3200400"/>
              <a:ext cx="0" cy="533400"/>
            </a:xfrm>
            <a:prstGeom prst="line">
              <a:avLst/>
            </a:prstGeom>
            <a:noFill/>
            <a:ln w="38100">
              <a:solidFill>
                <a:schemeClr val="hlink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CA"/>
            </a:p>
          </p:txBody>
        </p:sp>
        <p:sp>
          <p:nvSpPr>
            <p:cNvPr id="79911" name="Line 39"/>
            <p:cNvSpPr>
              <a:spLocks noChangeShapeType="1"/>
            </p:cNvSpPr>
            <p:nvPr/>
          </p:nvSpPr>
          <p:spPr bwMode="auto">
            <a:xfrm>
              <a:off x="5410200" y="3200400"/>
              <a:ext cx="0" cy="1371600"/>
            </a:xfrm>
            <a:prstGeom prst="line">
              <a:avLst/>
            </a:prstGeom>
            <a:noFill/>
            <a:ln w="38100">
              <a:solidFill>
                <a:schemeClr val="hlink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CA"/>
            </a:p>
          </p:txBody>
        </p:sp>
        <p:sp>
          <p:nvSpPr>
            <p:cNvPr id="79912" name="Text Box 40"/>
            <p:cNvSpPr txBox="1">
              <a:spLocks noChangeArrowheads="1"/>
            </p:cNvSpPr>
            <p:nvPr/>
          </p:nvSpPr>
          <p:spPr bwMode="auto">
            <a:xfrm>
              <a:off x="250825" y="3573463"/>
              <a:ext cx="863600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 eaLnBrk="0" hangingPunct="0">
                <a:spcBef>
                  <a:spcPct val="50000"/>
                </a:spcBef>
              </a:pPr>
              <a:r>
                <a:rPr lang="en-US">
                  <a:solidFill>
                    <a:schemeClr val="accent2"/>
                  </a:solidFill>
                </a:rPr>
                <a:t>cq</a:t>
              </a:r>
            </a:p>
          </p:txBody>
        </p:sp>
        <p:sp>
          <p:nvSpPr>
            <p:cNvPr id="79913" name="Rectangle 41"/>
            <p:cNvSpPr>
              <a:spLocks noChangeArrowheads="1"/>
            </p:cNvSpPr>
            <p:nvPr/>
          </p:nvSpPr>
          <p:spPr bwMode="auto">
            <a:xfrm>
              <a:off x="682625" y="3573463"/>
              <a:ext cx="457200" cy="4572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79914" name="Line 42"/>
            <p:cNvSpPr>
              <a:spLocks noChangeShapeType="1"/>
            </p:cNvSpPr>
            <p:nvPr/>
          </p:nvSpPr>
          <p:spPr bwMode="auto">
            <a:xfrm>
              <a:off x="898525" y="3789363"/>
              <a:ext cx="431800" cy="0"/>
            </a:xfrm>
            <a:prstGeom prst="line">
              <a:avLst/>
            </a:prstGeom>
            <a:noFill/>
            <a:ln w="38100">
              <a:solidFill>
                <a:srgbClr val="339966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CA"/>
            </a:p>
          </p:txBody>
        </p:sp>
        <p:sp>
          <p:nvSpPr>
            <p:cNvPr id="79915" name="Rectangle 43"/>
            <p:cNvSpPr>
              <a:spLocks noChangeArrowheads="1"/>
            </p:cNvSpPr>
            <p:nvPr/>
          </p:nvSpPr>
          <p:spPr bwMode="auto">
            <a:xfrm>
              <a:off x="5651500" y="3716338"/>
              <a:ext cx="457200" cy="457200"/>
            </a:xfrm>
            <a:prstGeom prst="rect">
              <a:avLst/>
            </a:prstGeom>
            <a:solidFill>
              <a:srgbClr val="969696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79916" name="Line 44"/>
            <p:cNvSpPr>
              <a:spLocks noChangeShapeType="1"/>
            </p:cNvSpPr>
            <p:nvPr/>
          </p:nvSpPr>
          <p:spPr bwMode="auto">
            <a:xfrm>
              <a:off x="5880100" y="3182938"/>
              <a:ext cx="0" cy="533400"/>
            </a:xfrm>
            <a:prstGeom prst="line">
              <a:avLst/>
            </a:prstGeom>
            <a:noFill/>
            <a:ln w="38100">
              <a:solidFill>
                <a:schemeClr val="hlink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CA"/>
            </a:p>
          </p:txBody>
        </p:sp>
      </p:grp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Title 1">
            <a:extLst>
              <a:ext uri="{FF2B5EF4-FFF2-40B4-BE49-F238E27FC236}">
                <a16:creationId xmlns:a16="http://schemas.microsoft.com/office/drawing/2014/main" id="{74A8B6BB-5373-82CC-FD20-9879DF1BE2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/>
              <a:t>Circular Array Queue</a:t>
            </a:r>
          </a:p>
        </p:txBody>
      </p:sp>
      <p:grpSp>
        <p:nvGrpSpPr>
          <p:cNvPr id="14340" name="Group 38" descr="An array with the first and last entries blank:&#10;&#10;[null, null, ... null, b, c, d, e, f, null, ... , null]&#10;&#10;There are three instance variables:&#10;&#10;q - stores a reference to the array&#10;front = 7 (the location of the first element, b)&#10;back = 12 (the location right after the last element, f)">
            <a:extLst>
              <a:ext uri="{FF2B5EF4-FFF2-40B4-BE49-F238E27FC236}">
                <a16:creationId xmlns:a16="http://schemas.microsoft.com/office/drawing/2014/main" id="{6773084D-C62C-A26B-90F5-22BF2B1EF028}"/>
              </a:ext>
            </a:extLst>
          </p:cNvPr>
          <p:cNvGrpSpPr>
            <a:grpSpLocks/>
          </p:cNvGrpSpPr>
          <p:nvPr/>
        </p:nvGrpSpPr>
        <p:grpSpPr bwMode="auto">
          <a:xfrm>
            <a:off x="685800" y="1219200"/>
            <a:ext cx="7772400" cy="1238250"/>
            <a:chOff x="685800" y="1143000"/>
            <a:chExt cx="7772400" cy="1238310"/>
          </a:xfrm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4EC77748-EFE7-06ED-3BAE-41233A58ACBC}"/>
                </a:ext>
              </a:extLst>
            </p:cNvPr>
            <p:cNvSpPr/>
            <p:nvPr/>
          </p:nvSpPr>
          <p:spPr bwMode="auto">
            <a:xfrm>
              <a:off x="685800" y="1143000"/>
              <a:ext cx="7772400" cy="1219259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itchFamily="18" charset="0"/>
                <a:ea typeface="MS PGothic" panose="020B0600070205080204" pitchFamily="34" charset="-128"/>
                <a:cs typeface="+mn-cs"/>
              </a:endParaRPr>
            </a:p>
          </p:txBody>
        </p:sp>
        <p:sp>
          <p:nvSpPr>
            <p:cNvPr id="14344" name="Rectangle 4">
              <a:extLst>
                <a:ext uri="{FF2B5EF4-FFF2-40B4-BE49-F238E27FC236}">
                  <a16:creationId xmlns:a16="http://schemas.microsoft.com/office/drawing/2014/main" id="{1DAD96CA-5D40-4DF4-4AB9-4E372588990A}"/>
                </a:ext>
              </a:extLst>
            </p:cNvPr>
            <p:cNvSpPr>
              <a:spLocks noChangeArrowheads="1"/>
            </p:cNvSpPr>
            <p:nvPr>
              <p:custDataLst>
                <p:tags r:id="rId2"/>
              </p:custDataLst>
            </p:nvPr>
          </p:nvSpPr>
          <p:spPr bwMode="auto">
            <a:xfrm>
              <a:off x="1600200" y="1600200"/>
              <a:ext cx="304800" cy="3048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spcBef>
                  <a:spcPts val="600"/>
                </a:spcBef>
                <a:buClr>
                  <a:schemeClr val="accent1"/>
                </a:buClr>
                <a:buSzPct val="76000"/>
                <a:buFont typeface="Wingdings 3" panose="05040102010807070707" pitchFamily="18" charset="2"/>
                <a:buChar char=""/>
                <a:defRPr sz="2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1pPr>
              <a:lvl2pPr marL="37931725" indent="-37474525">
                <a:spcBef>
                  <a:spcPts val="500"/>
                </a:spcBef>
                <a:buClr>
                  <a:schemeClr val="accent2"/>
                </a:buClr>
                <a:buSzPct val="76000"/>
                <a:buFont typeface="Wingdings 3" panose="05040102010807070707" pitchFamily="18" charset="2"/>
                <a:buChar char=""/>
                <a:defRPr sz="2300">
                  <a:solidFill>
                    <a:schemeClr val="tx2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2pPr>
              <a:lvl3pPr marL="822325" indent="-228600">
                <a:spcBef>
                  <a:spcPts val="500"/>
                </a:spcBef>
                <a:buClr>
                  <a:srgbClr val="BCBCBC"/>
                </a:buClr>
                <a:buSzPct val="76000"/>
                <a:buFont typeface="Wingdings 3" panose="05040102010807070707" pitchFamily="18" charset="2"/>
                <a:buChar char="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3pPr>
              <a:lvl4pPr marL="1096963" indent="-228600">
                <a:spcBef>
                  <a:spcPts val="400"/>
                </a:spcBef>
                <a:buClr>
                  <a:srgbClr val="8BA2B4"/>
                </a:buClr>
                <a:buSzPct val="70000"/>
                <a:buFont typeface="Wingdings" panose="05000000000000000000" pitchFamily="2" charset="2"/>
                <a:buChar char=""/>
                <a:defRPr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4pPr>
              <a:lvl5pPr marL="1371600" indent="-228600">
                <a:spcBef>
                  <a:spcPts val="3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5pPr>
              <a:lvl6pPr marL="18288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6pPr>
              <a:lvl7pPr marL="22860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7pPr>
              <a:lvl8pPr marL="27432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8pPr>
              <a:lvl9pPr marL="32004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9pPr>
            </a:lstStyle>
            <a:p>
              <a:pPr marL="0" marR="0" lvl="0" indent="0" algn="l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MS PGothic" panose="020B0600070205080204" pitchFamily="34" charset="-128"/>
                <a:cs typeface="+mn-cs"/>
              </a:endParaRPr>
            </a:p>
          </p:txBody>
        </p:sp>
        <p:sp>
          <p:nvSpPr>
            <p:cNvPr id="14345" name="Rectangle 5">
              <a:extLst>
                <a:ext uri="{FF2B5EF4-FFF2-40B4-BE49-F238E27FC236}">
                  <a16:creationId xmlns:a16="http://schemas.microsoft.com/office/drawing/2014/main" id="{50F11A99-049E-779D-B072-8FDECFCCFA87}"/>
                </a:ext>
              </a:extLst>
            </p:cNvPr>
            <p:cNvSpPr>
              <a:spLocks noChangeArrowheads="1"/>
            </p:cNvSpPr>
            <p:nvPr>
              <p:custDataLst>
                <p:tags r:id="rId3"/>
              </p:custDataLst>
            </p:nvPr>
          </p:nvSpPr>
          <p:spPr bwMode="auto">
            <a:xfrm>
              <a:off x="1905000" y="1600200"/>
              <a:ext cx="304800" cy="3048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spcBef>
                  <a:spcPts val="600"/>
                </a:spcBef>
                <a:buClr>
                  <a:schemeClr val="accent1"/>
                </a:buClr>
                <a:buSzPct val="76000"/>
                <a:buFont typeface="Wingdings 3" panose="05040102010807070707" pitchFamily="18" charset="2"/>
                <a:buChar char=""/>
                <a:defRPr sz="2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1pPr>
              <a:lvl2pPr marL="37931725" indent="-37474525">
                <a:spcBef>
                  <a:spcPts val="500"/>
                </a:spcBef>
                <a:buClr>
                  <a:schemeClr val="accent2"/>
                </a:buClr>
                <a:buSzPct val="76000"/>
                <a:buFont typeface="Wingdings 3" panose="05040102010807070707" pitchFamily="18" charset="2"/>
                <a:buChar char=""/>
                <a:defRPr sz="2300">
                  <a:solidFill>
                    <a:schemeClr val="tx2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2pPr>
              <a:lvl3pPr marL="822325" indent="-228600">
                <a:spcBef>
                  <a:spcPts val="500"/>
                </a:spcBef>
                <a:buClr>
                  <a:srgbClr val="BCBCBC"/>
                </a:buClr>
                <a:buSzPct val="76000"/>
                <a:buFont typeface="Wingdings 3" panose="05040102010807070707" pitchFamily="18" charset="2"/>
                <a:buChar char="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3pPr>
              <a:lvl4pPr marL="1096963" indent="-228600">
                <a:spcBef>
                  <a:spcPts val="400"/>
                </a:spcBef>
                <a:buClr>
                  <a:srgbClr val="8BA2B4"/>
                </a:buClr>
                <a:buSzPct val="70000"/>
                <a:buFont typeface="Wingdings" panose="05000000000000000000" pitchFamily="2" charset="2"/>
                <a:buChar char=""/>
                <a:defRPr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4pPr>
              <a:lvl5pPr marL="1371600" indent="-228600">
                <a:spcBef>
                  <a:spcPts val="3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5pPr>
              <a:lvl6pPr marL="18288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6pPr>
              <a:lvl7pPr marL="22860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7pPr>
              <a:lvl8pPr marL="27432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8pPr>
              <a:lvl9pPr marL="32004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9pPr>
            </a:lstStyle>
            <a:p>
              <a:pPr marL="0" marR="0" lvl="0" indent="0" algn="l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MS PGothic" panose="020B0600070205080204" pitchFamily="34" charset="-128"/>
                <a:cs typeface="+mn-cs"/>
              </a:endParaRPr>
            </a:p>
          </p:txBody>
        </p:sp>
        <p:sp>
          <p:nvSpPr>
            <p:cNvPr id="14346" name="Rectangle 6">
              <a:extLst>
                <a:ext uri="{FF2B5EF4-FFF2-40B4-BE49-F238E27FC236}">
                  <a16:creationId xmlns:a16="http://schemas.microsoft.com/office/drawing/2014/main" id="{7FA0F470-6E68-2415-DFDE-DE6072DA7FB9}"/>
                </a:ext>
              </a:extLst>
            </p:cNvPr>
            <p:cNvSpPr>
              <a:spLocks noChangeArrowheads="1"/>
            </p:cNvSpPr>
            <p:nvPr>
              <p:custDataLst>
                <p:tags r:id="rId4"/>
              </p:custDataLst>
            </p:nvPr>
          </p:nvSpPr>
          <p:spPr bwMode="auto">
            <a:xfrm>
              <a:off x="2209800" y="1600200"/>
              <a:ext cx="304800" cy="3048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spcBef>
                  <a:spcPts val="600"/>
                </a:spcBef>
                <a:buClr>
                  <a:schemeClr val="accent1"/>
                </a:buClr>
                <a:buSzPct val="76000"/>
                <a:buFont typeface="Wingdings 3" panose="05040102010807070707" pitchFamily="18" charset="2"/>
                <a:buChar char=""/>
                <a:defRPr sz="2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1pPr>
              <a:lvl2pPr marL="37931725" indent="-37474525">
                <a:spcBef>
                  <a:spcPts val="500"/>
                </a:spcBef>
                <a:buClr>
                  <a:schemeClr val="accent2"/>
                </a:buClr>
                <a:buSzPct val="76000"/>
                <a:buFont typeface="Wingdings 3" panose="05040102010807070707" pitchFamily="18" charset="2"/>
                <a:buChar char=""/>
                <a:defRPr sz="2300">
                  <a:solidFill>
                    <a:schemeClr val="tx2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2pPr>
              <a:lvl3pPr marL="822325" indent="-228600">
                <a:spcBef>
                  <a:spcPts val="500"/>
                </a:spcBef>
                <a:buClr>
                  <a:srgbClr val="BCBCBC"/>
                </a:buClr>
                <a:buSzPct val="76000"/>
                <a:buFont typeface="Wingdings 3" panose="05040102010807070707" pitchFamily="18" charset="2"/>
                <a:buChar char="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3pPr>
              <a:lvl4pPr marL="1096963" indent="-228600">
                <a:spcBef>
                  <a:spcPts val="400"/>
                </a:spcBef>
                <a:buClr>
                  <a:srgbClr val="8BA2B4"/>
                </a:buClr>
                <a:buSzPct val="70000"/>
                <a:buFont typeface="Wingdings" panose="05000000000000000000" pitchFamily="2" charset="2"/>
                <a:buChar char=""/>
                <a:defRPr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4pPr>
              <a:lvl5pPr marL="1371600" indent="-228600">
                <a:spcBef>
                  <a:spcPts val="3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5pPr>
              <a:lvl6pPr marL="18288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6pPr>
              <a:lvl7pPr marL="22860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7pPr>
              <a:lvl8pPr marL="27432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8pPr>
              <a:lvl9pPr marL="32004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9pPr>
            </a:lstStyle>
            <a:p>
              <a:pPr marL="0" marR="0" lvl="0" indent="0" algn="l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MS PGothic" panose="020B0600070205080204" pitchFamily="34" charset="-128"/>
                <a:cs typeface="+mn-cs"/>
              </a:endParaRPr>
            </a:p>
          </p:txBody>
        </p:sp>
        <p:sp>
          <p:nvSpPr>
            <p:cNvPr id="14347" name="Rectangle 7">
              <a:extLst>
                <a:ext uri="{FF2B5EF4-FFF2-40B4-BE49-F238E27FC236}">
                  <a16:creationId xmlns:a16="http://schemas.microsoft.com/office/drawing/2014/main" id="{BE6DAD0C-D612-B958-23E7-A9F9DDAF114F}"/>
                </a:ext>
              </a:extLst>
            </p:cNvPr>
            <p:cNvSpPr>
              <a:spLocks noChangeArrowheads="1"/>
            </p:cNvSpPr>
            <p:nvPr>
              <p:custDataLst>
                <p:tags r:id="rId5"/>
              </p:custDataLst>
            </p:nvPr>
          </p:nvSpPr>
          <p:spPr bwMode="auto">
            <a:xfrm>
              <a:off x="2514600" y="1600200"/>
              <a:ext cx="304800" cy="3048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spcBef>
                  <a:spcPts val="600"/>
                </a:spcBef>
                <a:buClr>
                  <a:schemeClr val="accent1"/>
                </a:buClr>
                <a:buSzPct val="76000"/>
                <a:buFont typeface="Wingdings 3" panose="05040102010807070707" pitchFamily="18" charset="2"/>
                <a:buChar char=""/>
                <a:defRPr sz="2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1pPr>
              <a:lvl2pPr marL="37931725" indent="-37474525">
                <a:spcBef>
                  <a:spcPts val="500"/>
                </a:spcBef>
                <a:buClr>
                  <a:schemeClr val="accent2"/>
                </a:buClr>
                <a:buSzPct val="76000"/>
                <a:buFont typeface="Wingdings 3" panose="05040102010807070707" pitchFamily="18" charset="2"/>
                <a:buChar char=""/>
                <a:defRPr sz="2300">
                  <a:solidFill>
                    <a:schemeClr val="tx2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2pPr>
              <a:lvl3pPr marL="822325" indent="-228600">
                <a:spcBef>
                  <a:spcPts val="500"/>
                </a:spcBef>
                <a:buClr>
                  <a:srgbClr val="BCBCBC"/>
                </a:buClr>
                <a:buSzPct val="76000"/>
                <a:buFont typeface="Wingdings 3" panose="05040102010807070707" pitchFamily="18" charset="2"/>
                <a:buChar char="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3pPr>
              <a:lvl4pPr marL="1096963" indent="-228600">
                <a:spcBef>
                  <a:spcPts val="400"/>
                </a:spcBef>
                <a:buClr>
                  <a:srgbClr val="8BA2B4"/>
                </a:buClr>
                <a:buSzPct val="70000"/>
                <a:buFont typeface="Wingdings" panose="05000000000000000000" pitchFamily="2" charset="2"/>
                <a:buChar char=""/>
                <a:defRPr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4pPr>
              <a:lvl5pPr marL="1371600" indent="-228600">
                <a:spcBef>
                  <a:spcPts val="3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5pPr>
              <a:lvl6pPr marL="18288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6pPr>
              <a:lvl7pPr marL="22860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7pPr>
              <a:lvl8pPr marL="27432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8pPr>
              <a:lvl9pPr marL="32004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9pPr>
            </a:lstStyle>
            <a:p>
              <a:pPr marL="0" marR="0" lvl="0" indent="0" algn="l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MS PGothic" panose="020B0600070205080204" pitchFamily="34" charset="-128"/>
                <a:cs typeface="+mn-cs"/>
              </a:endParaRPr>
            </a:p>
          </p:txBody>
        </p:sp>
        <p:sp>
          <p:nvSpPr>
            <p:cNvPr id="14348" name="Rectangle 8">
              <a:extLst>
                <a:ext uri="{FF2B5EF4-FFF2-40B4-BE49-F238E27FC236}">
                  <a16:creationId xmlns:a16="http://schemas.microsoft.com/office/drawing/2014/main" id="{A640D426-1617-1551-3A5D-7F003C48D899}"/>
                </a:ext>
              </a:extLst>
            </p:cNvPr>
            <p:cNvSpPr>
              <a:spLocks noChangeArrowheads="1"/>
            </p:cNvSpPr>
            <p:nvPr>
              <p:custDataLst>
                <p:tags r:id="rId6"/>
              </p:custDataLst>
            </p:nvPr>
          </p:nvSpPr>
          <p:spPr bwMode="auto">
            <a:xfrm>
              <a:off x="2819400" y="1600200"/>
              <a:ext cx="304800" cy="3048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spcBef>
                  <a:spcPts val="600"/>
                </a:spcBef>
                <a:buClr>
                  <a:schemeClr val="accent1"/>
                </a:buClr>
                <a:buSzPct val="76000"/>
                <a:buFont typeface="Wingdings 3" panose="05040102010807070707" pitchFamily="18" charset="2"/>
                <a:buChar char=""/>
                <a:defRPr sz="2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1pPr>
              <a:lvl2pPr marL="37931725" indent="-37474525">
                <a:spcBef>
                  <a:spcPts val="500"/>
                </a:spcBef>
                <a:buClr>
                  <a:schemeClr val="accent2"/>
                </a:buClr>
                <a:buSzPct val="76000"/>
                <a:buFont typeface="Wingdings 3" panose="05040102010807070707" pitchFamily="18" charset="2"/>
                <a:buChar char=""/>
                <a:defRPr sz="2300">
                  <a:solidFill>
                    <a:schemeClr val="tx2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2pPr>
              <a:lvl3pPr marL="822325" indent="-228600">
                <a:spcBef>
                  <a:spcPts val="500"/>
                </a:spcBef>
                <a:buClr>
                  <a:srgbClr val="BCBCBC"/>
                </a:buClr>
                <a:buSzPct val="76000"/>
                <a:buFont typeface="Wingdings 3" panose="05040102010807070707" pitchFamily="18" charset="2"/>
                <a:buChar char="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3pPr>
              <a:lvl4pPr marL="1096963" indent="-228600">
                <a:spcBef>
                  <a:spcPts val="400"/>
                </a:spcBef>
                <a:buClr>
                  <a:srgbClr val="8BA2B4"/>
                </a:buClr>
                <a:buSzPct val="70000"/>
                <a:buFont typeface="Wingdings" panose="05000000000000000000" pitchFamily="2" charset="2"/>
                <a:buChar char=""/>
                <a:defRPr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4pPr>
              <a:lvl5pPr marL="1371600" indent="-228600">
                <a:spcBef>
                  <a:spcPts val="3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5pPr>
              <a:lvl6pPr marL="18288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6pPr>
              <a:lvl7pPr marL="22860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7pPr>
              <a:lvl8pPr marL="27432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8pPr>
              <a:lvl9pPr marL="32004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9pPr>
            </a:lstStyle>
            <a:p>
              <a:pPr marL="0" marR="0" lvl="0" indent="0" algn="l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MS PGothic" panose="020B0600070205080204" pitchFamily="34" charset="-128"/>
                <a:cs typeface="+mn-cs"/>
              </a:endParaRPr>
            </a:p>
          </p:txBody>
        </p:sp>
        <p:sp>
          <p:nvSpPr>
            <p:cNvPr id="14349" name="Rectangle 9">
              <a:extLst>
                <a:ext uri="{FF2B5EF4-FFF2-40B4-BE49-F238E27FC236}">
                  <a16:creationId xmlns:a16="http://schemas.microsoft.com/office/drawing/2014/main" id="{12043133-0D08-2AA6-9B66-98F7551D9E4E}"/>
                </a:ext>
              </a:extLst>
            </p:cNvPr>
            <p:cNvSpPr>
              <a:spLocks noChangeArrowheads="1"/>
            </p:cNvSpPr>
            <p:nvPr>
              <p:custDataLst>
                <p:tags r:id="rId7"/>
              </p:custDataLst>
            </p:nvPr>
          </p:nvSpPr>
          <p:spPr bwMode="auto">
            <a:xfrm>
              <a:off x="3124200" y="1600200"/>
              <a:ext cx="304800" cy="3048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spcBef>
                  <a:spcPts val="600"/>
                </a:spcBef>
                <a:buClr>
                  <a:schemeClr val="accent1"/>
                </a:buClr>
                <a:buSzPct val="76000"/>
                <a:buFont typeface="Wingdings 3" panose="05040102010807070707" pitchFamily="18" charset="2"/>
                <a:buChar char=""/>
                <a:defRPr sz="2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1pPr>
              <a:lvl2pPr marL="37931725" indent="-37474525">
                <a:spcBef>
                  <a:spcPts val="500"/>
                </a:spcBef>
                <a:buClr>
                  <a:schemeClr val="accent2"/>
                </a:buClr>
                <a:buSzPct val="76000"/>
                <a:buFont typeface="Wingdings 3" panose="05040102010807070707" pitchFamily="18" charset="2"/>
                <a:buChar char=""/>
                <a:defRPr sz="2300">
                  <a:solidFill>
                    <a:schemeClr val="tx2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2pPr>
              <a:lvl3pPr marL="822325" indent="-228600">
                <a:spcBef>
                  <a:spcPts val="500"/>
                </a:spcBef>
                <a:buClr>
                  <a:srgbClr val="BCBCBC"/>
                </a:buClr>
                <a:buSzPct val="76000"/>
                <a:buFont typeface="Wingdings 3" panose="05040102010807070707" pitchFamily="18" charset="2"/>
                <a:buChar char="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3pPr>
              <a:lvl4pPr marL="1096963" indent="-228600">
                <a:spcBef>
                  <a:spcPts val="400"/>
                </a:spcBef>
                <a:buClr>
                  <a:srgbClr val="8BA2B4"/>
                </a:buClr>
                <a:buSzPct val="70000"/>
                <a:buFont typeface="Wingdings" panose="05000000000000000000" pitchFamily="2" charset="2"/>
                <a:buChar char=""/>
                <a:defRPr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4pPr>
              <a:lvl5pPr marL="1371600" indent="-228600">
                <a:spcBef>
                  <a:spcPts val="3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5pPr>
              <a:lvl6pPr marL="18288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6pPr>
              <a:lvl7pPr marL="22860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7pPr>
              <a:lvl8pPr marL="27432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8pPr>
              <a:lvl9pPr marL="32004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9pPr>
            </a:lstStyle>
            <a:p>
              <a:pPr marL="0" marR="0" lvl="0" indent="0" algn="l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MS PGothic" panose="020B0600070205080204" pitchFamily="34" charset="-128"/>
                <a:cs typeface="+mn-cs"/>
              </a:endParaRPr>
            </a:p>
          </p:txBody>
        </p:sp>
        <p:sp>
          <p:nvSpPr>
            <p:cNvPr id="14350" name="Rectangle 10">
              <a:extLst>
                <a:ext uri="{FF2B5EF4-FFF2-40B4-BE49-F238E27FC236}">
                  <a16:creationId xmlns:a16="http://schemas.microsoft.com/office/drawing/2014/main" id="{BB8A6746-BB82-98EB-43B9-21EA380886D9}"/>
                </a:ext>
              </a:extLst>
            </p:cNvPr>
            <p:cNvSpPr>
              <a:spLocks noChangeArrowheads="1"/>
            </p:cNvSpPr>
            <p:nvPr>
              <p:custDataLst>
                <p:tags r:id="rId8"/>
              </p:custDataLst>
            </p:nvPr>
          </p:nvSpPr>
          <p:spPr bwMode="auto">
            <a:xfrm>
              <a:off x="3429000" y="1600200"/>
              <a:ext cx="304800" cy="3048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spcBef>
                  <a:spcPts val="600"/>
                </a:spcBef>
                <a:buClr>
                  <a:schemeClr val="accent1"/>
                </a:buClr>
                <a:buSzPct val="76000"/>
                <a:buFont typeface="Wingdings 3" panose="05040102010807070707" pitchFamily="18" charset="2"/>
                <a:buChar char=""/>
                <a:defRPr sz="2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1pPr>
              <a:lvl2pPr marL="37931725" indent="-37474525">
                <a:spcBef>
                  <a:spcPts val="500"/>
                </a:spcBef>
                <a:buClr>
                  <a:schemeClr val="accent2"/>
                </a:buClr>
                <a:buSzPct val="76000"/>
                <a:buFont typeface="Wingdings 3" panose="05040102010807070707" pitchFamily="18" charset="2"/>
                <a:buChar char=""/>
                <a:defRPr sz="2300">
                  <a:solidFill>
                    <a:schemeClr val="tx2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2pPr>
              <a:lvl3pPr marL="822325" indent="-228600">
                <a:spcBef>
                  <a:spcPts val="500"/>
                </a:spcBef>
                <a:buClr>
                  <a:srgbClr val="BCBCBC"/>
                </a:buClr>
                <a:buSzPct val="76000"/>
                <a:buFont typeface="Wingdings 3" panose="05040102010807070707" pitchFamily="18" charset="2"/>
                <a:buChar char="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3pPr>
              <a:lvl4pPr marL="1096963" indent="-228600">
                <a:spcBef>
                  <a:spcPts val="400"/>
                </a:spcBef>
                <a:buClr>
                  <a:srgbClr val="8BA2B4"/>
                </a:buClr>
                <a:buSzPct val="70000"/>
                <a:buFont typeface="Wingdings" panose="05000000000000000000" pitchFamily="2" charset="2"/>
                <a:buChar char=""/>
                <a:defRPr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4pPr>
              <a:lvl5pPr marL="1371600" indent="-228600">
                <a:spcBef>
                  <a:spcPts val="3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5pPr>
              <a:lvl6pPr marL="18288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6pPr>
              <a:lvl7pPr marL="22860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7pPr>
              <a:lvl8pPr marL="27432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8pPr>
              <a:lvl9pPr marL="32004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9pPr>
            </a:lstStyle>
            <a:p>
              <a:pPr marL="0" marR="0" lvl="0" indent="0" algn="l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MS PGothic" panose="020B0600070205080204" pitchFamily="34" charset="-128"/>
                <a:cs typeface="+mn-cs"/>
              </a:endParaRPr>
            </a:p>
          </p:txBody>
        </p:sp>
        <p:sp>
          <p:nvSpPr>
            <p:cNvPr id="14351" name="Rectangle 11">
              <a:extLst>
                <a:ext uri="{FF2B5EF4-FFF2-40B4-BE49-F238E27FC236}">
                  <a16:creationId xmlns:a16="http://schemas.microsoft.com/office/drawing/2014/main" id="{7B3DDB77-24E8-2A74-A596-08DAE7685CD7}"/>
                </a:ext>
              </a:extLst>
            </p:cNvPr>
            <p:cNvSpPr>
              <a:spLocks noChangeArrowheads="1"/>
            </p:cNvSpPr>
            <p:nvPr>
              <p:custDataLst>
                <p:tags r:id="rId9"/>
              </p:custDataLst>
            </p:nvPr>
          </p:nvSpPr>
          <p:spPr bwMode="auto">
            <a:xfrm>
              <a:off x="3733800" y="1600200"/>
              <a:ext cx="304800" cy="3048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spcBef>
                  <a:spcPts val="600"/>
                </a:spcBef>
                <a:buClr>
                  <a:schemeClr val="accent1"/>
                </a:buClr>
                <a:buSzPct val="76000"/>
                <a:buFont typeface="Wingdings 3" panose="05040102010807070707" pitchFamily="18" charset="2"/>
                <a:buChar char=""/>
                <a:defRPr sz="2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1pPr>
              <a:lvl2pPr marL="37931725" indent="-37474525">
                <a:spcBef>
                  <a:spcPts val="500"/>
                </a:spcBef>
                <a:buClr>
                  <a:schemeClr val="accent2"/>
                </a:buClr>
                <a:buSzPct val="76000"/>
                <a:buFont typeface="Wingdings 3" panose="05040102010807070707" pitchFamily="18" charset="2"/>
                <a:buChar char=""/>
                <a:defRPr sz="2300">
                  <a:solidFill>
                    <a:schemeClr val="tx2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2pPr>
              <a:lvl3pPr marL="822325" indent="-228600">
                <a:spcBef>
                  <a:spcPts val="500"/>
                </a:spcBef>
                <a:buClr>
                  <a:srgbClr val="BCBCBC"/>
                </a:buClr>
                <a:buSzPct val="76000"/>
                <a:buFont typeface="Wingdings 3" panose="05040102010807070707" pitchFamily="18" charset="2"/>
                <a:buChar char="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3pPr>
              <a:lvl4pPr marL="1096963" indent="-228600">
                <a:spcBef>
                  <a:spcPts val="400"/>
                </a:spcBef>
                <a:buClr>
                  <a:srgbClr val="8BA2B4"/>
                </a:buClr>
                <a:buSzPct val="70000"/>
                <a:buFont typeface="Wingdings" panose="05000000000000000000" pitchFamily="2" charset="2"/>
                <a:buChar char=""/>
                <a:defRPr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4pPr>
              <a:lvl5pPr marL="1371600" indent="-228600">
                <a:spcBef>
                  <a:spcPts val="3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5pPr>
              <a:lvl6pPr marL="18288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6pPr>
              <a:lvl7pPr marL="22860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7pPr>
              <a:lvl8pPr marL="27432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8pPr>
              <a:lvl9pPr marL="32004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9pPr>
            </a:lstStyle>
            <a:p>
              <a:pPr marL="0" marR="0" lvl="0" indent="0" algn="ct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MS PGothic" panose="020B0600070205080204" pitchFamily="34" charset="-128"/>
                  <a:cs typeface="+mn-cs"/>
                </a:rPr>
                <a:t>b</a:t>
              </a:r>
            </a:p>
          </p:txBody>
        </p:sp>
        <p:sp>
          <p:nvSpPr>
            <p:cNvPr id="14352" name="Rectangle 12">
              <a:extLst>
                <a:ext uri="{FF2B5EF4-FFF2-40B4-BE49-F238E27FC236}">
                  <a16:creationId xmlns:a16="http://schemas.microsoft.com/office/drawing/2014/main" id="{F3017DE2-F46F-C221-7516-FCF4DC2C9482}"/>
                </a:ext>
              </a:extLst>
            </p:cNvPr>
            <p:cNvSpPr>
              <a:spLocks noChangeArrowheads="1"/>
            </p:cNvSpPr>
            <p:nvPr>
              <p:custDataLst>
                <p:tags r:id="rId10"/>
              </p:custDataLst>
            </p:nvPr>
          </p:nvSpPr>
          <p:spPr bwMode="auto">
            <a:xfrm>
              <a:off x="4038600" y="1600200"/>
              <a:ext cx="304800" cy="3048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spcBef>
                  <a:spcPts val="600"/>
                </a:spcBef>
                <a:buClr>
                  <a:schemeClr val="accent1"/>
                </a:buClr>
                <a:buSzPct val="76000"/>
                <a:buFont typeface="Wingdings 3" panose="05040102010807070707" pitchFamily="18" charset="2"/>
                <a:buChar char=""/>
                <a:defRPr sz="2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1pPr>
              <a:lvl2pPr marL="37931725" indent="-37474525">
                <a:spcBef>
                  <a:spcPts val="500"/>
                </a:spcBef>
                <a:buClr>
                  <a:schemeClr val="accent2"/>
                </a:buClr>
                <a:buSzPct val="76000"/>
                <a:buFont typeface="Wingdings 3" panose="05040102010807070707" pitchFamily="18" charset="2"/>
                <a:buChar char=""/>
                <a:defRPr sz="2300">
                  <a:solidFill>
                    <a:schemeClr val="tx2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2pPr>
              <a:lvl3pPr marL="822325" indent="-228600">
                <a:spcBef>
                  <a:spcPts val="500"/>
                </a:spcBef>
                <a:buClr>
                  <a:srgbClr val="BCBCBC"/>
                </a:buClr>
                <a:buSzPct val="76000"/>
                <a:buFont typeface="Wingdings 3" panose="05040102010807070707" pitchFamily="18" charset="2"/>
                <a:buChar char="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3pPr>
              <a:lvl4pPr marL="1096963" indent="-228600">
                <a:spcBef>
                  <a:spcPts val="400"/>
                </a:spcBef>
                <a:buClr>
                  <a:srgbClr val="8BA2B4"/>
                </a:buClr>
                <a:buSzPct val="70000"/>
                <a:buFont typeface="Wingdings" panose="05000000000000000000" pitchFamily="2" charset="2"/>
                <a:buChar char=""/>
                <a:defRPr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4pPr>
              <a:lvl5pPr marL="1371600" indent="-228600">
                <a:spcBef>
                  <a:spcPts val="3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5pPr>
              <a:lvl6pPr marL="18288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6pPr>
              <a:lvl7pPr marL="22860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7pPr>
              <a:lvl8pPr marL="27432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8pPr>
              <a:lvl9pPr marL="32004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9pPr>
            </a:lstStyle>
            <a:p>
              <a:pPr marL="0" marR="0" lvl="0" indent="0" algn="ct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MS PGothic" panose="020B0600070205080204" pitchFamily="34" charset="-128"/>
                  <a:cs typeface="+mn-cs"/>
                </a:rPr>
                <a:t>c</a:t>
              </a:r>
            </a:p>
          </p:txBody>
        </p:sp>
        <p:sp>
          <p:nvSpPr>
            <p:cNvPr id="14353" name="Rectangle 13">
              <a:extLst>
                <a:ext uri="{FF2B5EF4-FFF2-40B4-BE49-F238E27FC236}">
                  <a16:creationId xmlns:a16="http://schemas.microsoft.com/office/drawing/2014/main" id="{FFDE52B6-18B9-33CA-F8BC-3E6CE50898E0}"/>
                </a:ext>
              </a:extLst>
            </p:cNvPr>
            <p:cNvSpPr>
              <a:spLocks noChangeArrowheads="1"/>
            </p:cNvSpPr>
            <p:nvPr>
              <p:custDataLst>
                <p:tags r:id="rId11"/>
              </p:custDataLst>
            </p:nvPr>
          </p:nvSpPr>
          <p:spPr bwMode="auto">
            <a:xfrm>
              <a:off x="4343400" y="1600200"/>
              <a:ext cx="304800" cy="3048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spcBef>
                  <a:spcPts val="600"/>
                </a:spcBef>
                <a:buClr>
                  <a:schemeClr val="accent1"/>
                </a:buClr>
                <a:buSzPct val="76000"/>
                <a:buFont typeface="Wingdings 3" panose="05040102010807070707" pitchFamily="18" charset="2"/>
                <a:buChar char=""/>
                <a:defRPr sz="2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1pPr>
              <a:lvl2pPr marL="37931725" indent="-37474525">
                <a:spcBef>
                  <a:spcPts val="500"/>
                </a:spcBef>
                <a:buClr>
                  <a:schemeClr val="accent2"/>
                </a:buClr>
                <a:buSzPct val="76000"/>
                <a:buFont typeface="Wingdings 3" panose="05040102010807070707" pitchFamily="18" charset="2"/>
                <a:buChar char=""/>
                <a:defRPr sz="2300">
                  <a:solidFill>
                    <a:schemeClr val="tx2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2pPr>
              <a:lvl3pPr marL="822325" indent="-228600">
                <a:spcBef>
                  <a:spcPts val="500"/>
                </a:spcBef>
                <a:buClr>
                  <a:srgbClr val="BCBCBC"/>
                </a:buClr>
                <a:buSzPct val="76000"/>
                <a:buFont typeface="Wingdings 3" panose="05040102010807070707" pitchFamily="18" charset="2"/>
                <a:buChar char="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3pPr>
              <a:lvl4pPr marL="1096963" indent="-228600">
                <a:spcBef>
                  <a:spcPts val="400"/>
                </a:spcBef>
                <a:buClr>
                  <a:srgbClr val="8BA2B4"/>
                </a:buClr>
                <a:buSzPct val="70000"/>
                <a:buFont typeface="Wingdings" panose="05000000000000000000" pitchFamily="2" charset="2"/>
                <a:buChar char=""/>
                <a:defRPr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4pPr>
              <a:lvl5pPr marL="1371600" indent="-228600">
                <a:spcBef>
                  <a:spcPts val="3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5pPr>
              <a:lvl6pPr marL="18288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6pPr>
              <a:lvl7pPr marL="22860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7pPr>
              <a:lvl8pPr marL="27432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8pPr>
              <a:lvl9pPr marL="32004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9pPr>
            </a:lstStyle>
            <a:p>
              <a:pPr marL="0" marR="0" lvl="0" indent="0" algn="ct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MS PGothic" panose="020B0600070205080204" pitchFamily="34" charset="-128"/>
                  <a:cs typeface="+mn-cs"/>
                </a:rPr>
                <a:t>d</a:t>
              </a:r>
            </a:p>
          </p:txBody>
        </p:sp>
        <p:sp>
          <p:nvSpPr>
            <p:cNvPr id="14354" name="Rectangle 14">
              <a:extLst>
                <a:ext uri="{FF2B5EF4-FFF2-40B4-BE49-F238E27FC236}">
                  <a16:creationId xmlns:a16="http://schemas.microsoft.com/office/drawing/2014/main" id="{6D4EACC6-3668-DB79-1472-9B1263340E1A}"/>
                </a:ext>
              </a:extLst>
            </p:cNvPr>
            <p:cNvSpPr>
              <a:spLocks noChangeArrowheads="1"/>
            </p:cNvSpPr>
            <p:nvPr>
              <p:custDataLst>
                <p:tags r:id="rId12"/>
              </p:custDataLst>
            </p:nvPr>
          </p:nvSpPr>
          <p:spPr bwMode="auto">
            <a:xfrm>
              <a:off x="4648200" y="1600200"/>
              <a:ext cx="304800" cy="3048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spcBef>
                  <a:spcPts val="600"/>
                </a:spcBef>
                <a:buClr>
                  <a:schemeClr val="accent1"/>
                </a:buClr>
                <a:buSzPct val="76000"/>
                <a:buFont typeface="Wingdings 3" panose="05040102010807070707" pitchFamily="18" charset="2"/>
                <a:buChar char=""/>
                <a:defRPr sz="2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1pPr>
              <a:lvl2pPr marL="37931725" indent="-37474525">
                <a:spcBef>
                  <a:spcPts val="500"/>
                </a:spcBef>
                <a:buClr>
                  <a:schemeClr val="accent2"/>
                </a:buClr>
                <a:buSzPct val="76000"/>
                <a:buFont typeface="Wingdings 3" panose="05040102010807070707" pitchFamily="18" charset="2"/>
                <a:buChar char=""/>
                <a:defRPr sz="2300">
                  <a:solidFill>
                    <a:schemeClr val="tx2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2pPr>
              <a:lvl3pPr marL="822325" indent="-228600">
                <a:spcBef>
                  <a:spcPts val="500"/>
                </a:spcBef>
                <a:buClr>
                  <a:srgbClr val="BCBCBC"/>
                </a:buClr>
                <a:buSzPct val="76000"/>
                <a:buFont typeface="Wingdings 3" panose="05040102010807070707" pitchFamily="18" charset="2"/>
                <a:buChar char="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3pPr>
              <a:lvl4pPr marL="1096963" indent="-228600">
                <a:spcBef>
                  <a:spcPts val="400"/>
                </a:spcBef>
                <a:buClr>
                  <a:srgbClr val="8BA2B4"/>
                </a:buClr>
                <a:buSzPct val="70000"/>
                <a:buFont typeface="Wingdings" panose="05000000000000000000" pitchFamily="2" charset="2"/>
                <a:buChar char=""/>
                <a:defRPr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4pPr>
              <a:lvl5pPr marL="1371600" indent="-228600">
                <a:spcBef>
                  <a:spcPts val="3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5pPr>
              <a:lvl6pPr marL="18288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6pPr>
              <a:lvl7pPr marL="22860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7pPr>
              <a:lvl8pPr marL="27432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8pPr>
              <a:lvl9pPr marL="32004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9pPr>
            </a:lstStyle>
            <a:p>
              <a:pPr marL="0" marR="0" lvl="0" indent="0" algn="ct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MS PGothic" panose="020B0600070205080204" pitchFamily="34" charset="-128"/>
                  <a:cs typeface="+mn-cs"/>
                </a:rPr>
                <a:t>e</a:t>
              </a:r>
            </a:p>
          </p:txBody>
        </p:sp>
        <p:sp>
          <p:nvSpPr>
            <p:cNvPr id="14355" name="Rectangle 15">
              <a:extLst>
                <a:ext uri="{FF2B5EF4-FFF2-40B4-BE49-F238E27FC236}">
                  <a16:creationId xmlns:a16="http://schemas.microsoft.com/office/drawing/2014/main" id="{73BC65E0-B46B-A162-DA60-AA00B5F2EBB1}"/>
                </a:ext>
              </a:extLst>
            </p:cNvPr>
            <p:cNvSpPr>
              <a:spLocks noChangeArrowheads="1"/>
            </p:cNvSpPr>
            <p:nvPr>
              <p:custDataLst>
                <p:tags r:id="rId13"/>
              </p:custDataLst>
            </p:nvPr>
          </p:nvSpPr>
          <p:spPr bwMode="auto">
            <a:xfrm>
              <a:off x="4953000" y="1600200"/>
              <a:ext cx="304800" cy="3048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spcBef>
                  <a:spcPts val="600"/>
                </a:spcBef>
                <a:buClr>
                  <a:schemeClr val="accent1"/>
                </a:buClr>
                <a:buSzPct val="76000"/>
                <a:buFont typeface="Wingdings 3" panose="05040102010807070707" pitchFamily="18" charset="2"/>
                <a:buChar char=""/>
                <a:defRPr sz="2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1pPr>
              <a:lvl2pPr marL="37931725" indent="-37474525">
                <a:spcBef>
                  <a:spcPts val="500"/>
                </a:spcBef>
                <a:buClr>
                  <a:schemeClr val="accent2"/>
                </a:buClr>
                <a:buSzPct val="76000"/>
                <a:buFont typeface="Wingdings 3" panose="05040102010807070707" pitchFamily="18" charset="2"/>
                <a:buChar char=""/>
                <a:defRPr sz="2300">
                  <a:solidFill>
                    <a:schemeClr val="tx2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2pPr>
              <a:lvl3pPr marL="822325" indent="-228600">
                <a:spcBef>
                  <a:spcPts val="500"/>
                </a:spcBef>
                <a:buClr>
                  <a:srgbClr val="BCBCBC"/>
                </a:buClr>
                <a:buSzPct val="76000"/>
                <a:buFont typeface="Wingdings 3" panose="05040102010807070707" pitchFamily="18" charset="2"/>
                <a:buChar char="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3pPr>
              <a:lvl4pPr marL="1096963" indent="-228600">
                <a:spcBef>
                  <a:spcPts val="400"/>
                </a:spcBef>
                <a:buClr>
                  <a:srgbClr val="8BA2B4"/>
                </a:buClr>
                <a:buSzPct val="70000"/>
                <a:buFont typeface="Wingdings" panose="05000000000000000000" pitchFamily="2" charset="2"/>
                <a:buChar char=""/>
                <a:defRPr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4pPr>
              <a:lvl5pPr marL="1371600" indent="-228600">
                <a:spcBef>
                  <a:spcPts val="3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5pPr>
              <a:lvl6pPr marL="18288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6pPr>
              <a:lvl7pPr marL="22860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7pPr>
              <a:lvl8pPr marL="27432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8pPr>
              <a:lvl9pPr marL="32004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9pPr>
            </a:lstStyle>
            <a:p>
              <a:pPr marL="0" marR="0" lvl="0" indent="0" algn="ct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MS PGothic" panose="020B0600070205080204" pitchFamily="34" charset="-128"/>
                  <a:cs typeface="+mn-cs"/>
                </a:rPr>
                <a:t>f</a:t>
              </a:r>
            </a:p>
          </p:txBody>
        </p:sp>
        <p:sp>
          <p:nvSpPr>
            <p:cNvPr id="14356" name="Rectangle 16">
              <a:extLst>
                <a:ext uri="{FF2B5EF4-FFF2-40B4-BE49-F238E27FC236}">
                  <a16:creationId xmlns:a16="http://schemas.microsoft.com/office/drawing/2014/main" id="{2D7A2C9F-62BF-99DB-42CD-10C24EEC1B02}"/>
                </a:ext>
              </a:extLst>
            </p:cNvPr>
            <p:cNvSpPr>
              <a:spLocks noChangeArrowheads="1"/>
            </p:cNvSpPr>
            <p:nvPr>
              <p:custDataLst>
                <p:tags r:id="rId14"/>
              </p:custDataLst>
            </p:nvPr>
          </p:nvSpPr>
          <p:spPr bwMode="auto">
            <a:xfrm>
              <a:off x="5257800" y="1600200"/>
              <a:ext cx="304800" cy="3048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spcBef>
                  <a:spcPts val="600"/>
                </a:spcBef>
                <a:buClr>
                  <a:schemeClr val="accent1"/>
                </a:buClr>
                <a:buSzPct val="76000"/>
                <a:buFont typeface="Wingdings 3" panose="05040102010807070707" pitchFamily="18" charset="2"/>
                <a:buChar char=""/>
                <a:defRPr sz="2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1pPr>
              <a:lvl2pPr marL="37931725" indent="-37474525">
                <a:spcBef>
                  <a:spcPts val="500"/>
                </a:spcBef>
                <a:buClr>
                  <a:schemeClr val="accent2"/>
                </a:buClr>
                <a:buSzPct val="76000"/>
                <a:buFont typeface="Wingdings 3" panose="05040102010807070707" pitchFamily="18" charset="2"/>
                <a:buChar char=""/>
                <a:defRPr sz="2300">
                  <a:solidFill>
                    <a:schemeClr val="tx2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2pPr>
              <a:lvl3pPr marL="822325" indent="-228600">
                <a:spcBef>
                  <a:spcPts val="500"/>
                </a:spcBef>
                <a:buClr>
                  <a:srgbClr val="BCBCBC"/>
                </a:buClr>
                <a:buSzPct val="76000"/>
                <a:buFont typeface="Wingdings 3" panose="05040102010807070707" pitchFamily="18" charset="2"/>
                <a:buChar char="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3pPr>
              <a:lvl4pPr marL="1096963" indent="-228600">
                <a:spcBef>
                  <a:spcPts val="400"/>
                </a:spcBef>
                <a:buClr>
                  <a:srgbClr val="8BA2B4"/>
                </a:buClr>
                <a:buSzPct val="70000"/>
                <a:buFont typeface="Wingdings" panose="05000000000000000000" pitchFamily="2" charset="2"/>
                <a:buChar char=""/>
                <a:defRPr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4pPr>
              <a:lvl5pPr marL="1371600" indent="-228600">
                <a:spcBef>
                  <a:spcPts val="3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5pPr>
              <a:lvl6pPr marL="18288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6pPr>
              <a:lvl7pPr marL="22860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7pPr>
              <a:lvl8pPr marL="27432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8pPr>
              <a:lvl9pPr marL="32004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9pPr>
            </a:lstStyle>
            <a:p>
              <a:pPr marL="0" marR="0" lvl="0" indent="0" algn="l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MS PGothic" panose="020B0600070205080204" pitchFamily="34" charset="-128"/>
                <a:cs typeface="+mn-cs"/>
              </a:endParaRPr>
            </a:p>
          </p:txBody>
        </p:sp>
        <p:sp>
          <p:nvSpPr>
            <p:cNvPr id="14357" name="Rectangle 17">
              <a:extLst>
                <a:ext uri="{FF2B5EF4-FFF2-40B4-BE49-F238E27FC236}">
                  <a16:creationId xmlns:a16="http://schemas.microsoft.com/office/drawing/2014/main" id="{4A249008-DA09-134A-6770-46CFD5462D51}"/>
                </a:ext>
              </a:extLst>
            </p:cNvPr>
            <p:cNvSpPr>
              <a:spLocks noChangeArrowheads="1"/>
            </p:cNvSpPr>
            <p:nvPr>
              <p:custDataLst>
                <p:tags r:id="rId15"/>
              </p:custDataLst>
            </p:nvPr>
          </p:nvSpPr>
          <p:spPr bwMode="auto">
            <a:xfrm>
              <a:off x="5562600" y="1600200"/>
              <a:ext cx="304800" cy="3048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spcBef>
                  <a:spcPts val="600"/>
                </a:spcBef>
                <a:buClr>
                  <a:schemeClr val="accent1"/>
                </a:buClr>
                <a:buSzPct val="76000"/>
                <a:buFont typeface="Wingdings 3" panose="05040102010807070707" pitchFamily="18" charset="2"/>
                <a:buChar char=""/>
                <a:defRPr sz="2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1pPr>
              <a:lvl2pPr marL="37931725" indent="-37474525">
                <a:spcBef>
                  <a:spcPts val="500"/>
                </a:spcBef>
                <a:buClr>
                  <a:schemeClr val="accent2"/>
                </a:buClr>
                <a:buSzPct val="76000"/>
                <a:buFont typeface="Wingdings 3" panose="05040102010807070707" pitchFamily="18" charset="2"/>
                <a:buChar char=""/>
                <a:defRPr sz="2300">
                  <a:solidFill>
                    <a:schemeClr val="tx2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2pPr>
              <a:lvl3pPr marL="822325" indent="-228600">
                <a:spcBef>
                  <a:spcPts val="500"/>
                </a:spcBef>
                <a:buClr>
                  <a:srgbClr val="BCBCBC"/>
                </a:buClr>
                <a:buSzPct val="76000"/>
                <a:buFont typeface="Wingdings 3" panose="05040102010807070707" pitchFamily="18" charset="2"/>
                <a:buChar char="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3pPr>
              <a:lvl4pPr marL="1096963" indent="-228600">
                <a:spcBef>
                  <a:spcPts val="400"/>
                </a:spcBef>
                <a:buClr>
                  <a:srgbClr val="8BA2B4"/>
                </a:buClr>
                <a:buSzPct val="70000"/>
                <a:buFont typeface="Wingdings" panose="05000000000000000000" pitchFamily="2" charset="2"/>
                <a:buChar char=""/>
                <a:defRPr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4pPr>
              <a:lvl5pPr marL="1371600" indent="-228600">
                <a:spcBef>
                  <a:spcPts val="3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5pPr>
              <a:lvl6pPr marL="18288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6pPr>
              <a:lvl7pPr marL="22860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7pPr>
              <a:lvl8pPr marL="27432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8pPr>
              <a:lvl9pPr marL="32004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9pPr>
            </a:lstStyle>
            <a:p>
              <a:pPr marL="0" marR="0" lvl="0" indent="0" algn="l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MS PGothic" panose="020B0600070205080204" pitchFamily="34" charset="-128"/>
                <a:cs typeface="+mn-cs"/>
              </a:endParaRPr>
            </a:p>
          </p:txBody>
        </p:sp>
        <p:sp>
          <p:nvSpPr>
            <p:cNvPr id="14358" name="Rectangle 18">
              <a:extLst>
                <a:ext uri="{FF2B5EF4-FFF2-40B4-BE49-F238E27FC236}">
                  <a16:creationId xmlns:a16="http://schemas.microsoft.com/office/drawing/2014/main" id="{1F292238-2033-1CCF-306A-534BC66C17BC}"/>
                </a:ext>
              </a:extLst>
            </p:cNvPr>
            <p:cNvSpPr>
              <a:spLocks noChangeArrowheads="1"/>
            </p:cNvSpPr>
            <p:nvPr>
              <p:custDataLst>
                <p:tags r:id="rId16"/>
              </p:custDataLst>
            </p:nvPr>
          </p:nvSpPr>
          <p:spPr bwMode="auto">
            <a:xfrm>
              <a:off x="5867400" y="1600200"/>
              <a:ext cx="304800" cy="3048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spcBef>
                  <a:spcPts val="600"/>
                </a:spcBef>
                <a:buClr>
                  <a:schemeClr val="accent1"/>
                </a:buClr>
                <a:buSzPct val="76000"/>
                <a:buFont typeface="Wingdings 3" panose="05040102010807070707" pitchFamily="18" charset="2"/>
                <a:buChar char=""/>
                <a:defRPr sz="2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1pPr>
              <a:lvl2pPr marL="37931725" indent="-37474525">
                <a:spcBef>
                  <a:spcPts val="500"/>
                </a:spcBef>
                <a:buClr>
                  <a:schemeClr val="accent2"/>
                </a:buClr>
                <a:buSzPct val="76000"/>
                <a:buFont typeface="Wingdings 3" panose="05040102010807070707" pitchFamily="18" charset="2"/>
                <a:buChar char=""/>
                <a:defRPr sz="2300">
                  <a:solidFill>
                    <a:schemeClr val="tx2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2pPr>
              <a:lvl3pPr marL="822325" indent="-228600">
                <a:spcBef>
                  <a:spcPts val="500"/>
                </a:spcBef>
                <a:buClr>
                  <a:srgbClr val="BCBCBC"/>
                </a:buClr>
                <a:buSzPct val="76000"/>
                <a:buFont typeface="Wingdings 3" panose="05040102010807070707" pitchFamily="18" charset="2"/>
                <a:buChar char="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3pPr>
              <a:lvl4pPr marL="1096963" indent="-228600">
                <a:spcBef>
                  <a:spcPts val="400"/>
                </a:spcBef>
                <a:buClr>
                  <a:srgbClr val="8BA2B4"/>
                </a:buClr>
                <a:buSzPct val="70000"/>
                <a:buFont typeface="Wingdings" panose="05000000000000000000" pitchFamily="2" charset="2"/>
                <a:buChar char=""/>
                <a:defRPr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4pPr>
              <a:lvl5pPr marL="1371600" indent="-228600">
                <a:spcBef>
                  <a:spcPts val="3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5pPr>
              <a:lvl6pPr marL="18288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6pPr>
              <a:lvl7pPr marL="22860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7pPr>
              <a:lvl8pPr marL="27432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8pPr>
              <a:lvl9pPr marL="32004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9pPr>
            </a:lstStyle>
            <a:p>
              <a:pPr marL="0" marR="0" lvl="0" indent="0" algn="l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MS PGothic" panose="020B0600070205080204" pitchFamily="34" charset="-128"/>
                <a:cs typeface="+mn-cs"/>
              </a:endParaRPr>
            </a:p>
          </p:txBody>
        </p:sp>
        <p:sp>
          <p:nvSpPr>
            <p:cNvPr id="14359" name="Rectangle 19">
              <a:extLst>
                <a:ext uri="{FF2B5EF4-FFF2-40B4-BE49-F238E27FC236}">
                  <a16:creationId xmlns:a16="http://schemas.microsoft.com/office/drawing/2014/main" id="{1F167C76-9FF4-B2BE-3914-FDACFB8E17D1}"/>
                </a:ext>
              </a:extLst>
            </p:cNvPr>
            <p:cNvSpPr>
              <a:spLocks noChangeArrowheads="1"/>
            </p:cNvSpPr>
            <p:nvPr>
              <p:custDataLst>
                <p:tags r:id="rId17"/>
              </p:custDataLst>
            </p:nvPr>
          </p:nvSpPr>
          <p:spPr bwMode="auto">
            <a:xfrm>
              <a:off x="6172200" y="1600200"/>
              <a:ext cx="304800" cy="3048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spcBef>
                  <a:spcPts val="600"/>
                </a:spcBef>
                <a:buClr>
                  <a:schemeClr val="accent1"/>
                </a:buClr>
                <a:buSzPct val="76000"/>
                <a:buFont typeface="Wingdings 3" panose="05040102010807070707" pitchFamily="18" charset="2"/>
                <a:buChar char=""/>
                <a:defRPr sz="2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1pPr>
              <a:lvl2pPr marL="37931725" indent="-37474525">
                <a:spcBef>
                  <a:spcPts val="500"/>
                </a:spcBef>
                <a:buClr>
                  <a:schemeClr val="accent2"/>
                </a:buClr>
                <a:buSzPct val="76000"/>
                <a:buFont typeface="Wingdings 3" panose="05040102010807070707" pitchFamily="18" charset="2"/>
                <a:buChar char=""/>
                <a:defRPr sz="2300">
                  <a:solidFill>
                    <a:schemeClr val="tx2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2pPr>
              <a:lvl3pPr marL="822325" indent="-228600">
                <a:spcBef>
                  <a:spcPts val="500"/>
                </a:spcBef>
                <a:buClr>
                  <a:srgbClr val="BCBCBC"/>
                </a:buClr>
                <a:buSzPct val="76000"/>
                <a:buFont typeface="Wingdings 3" panose="05040102010807070707" pitchFamily="18" charset="2"/>
                <a:buChar char="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3pPr>
              <a:lvl4pPr marL="1096963" indent="-228600">
                <a:spcBef>
                  <a:spcPts val="400"/>
                </a:spcBef>
                <a:buClr>
                  <a:srgbClr val="8BA2B4"/>
                </a:buClr>
                <a:buSzPct val="70000"/>
                <a:buFont typeface="Wingdings" panose="05000000000000000000" pitchFamily="2" charset="2"/>
                <a:buChar char=""/>
                <a:defRPr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4pPr>
              <a:lvl5pPr marL="1371600" indent="-228600">
                <a:spcBef>
                  <a:spcPts val="3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5pPr>
              <a:lvl6pPr marL="18288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6pPr>
              <a:lvl7pPr marL="22860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7pPr>
              <a:lvl8pPr marL="27432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8pPr>
              <a:lvl9pPr marL="32004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9pPr>
            </a:lstStyle>
            <a:p>
              <a:pPr marL="0" marR="0" lvl="0" indent="0" algn="l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MS PGothic" panose="020B0600070205080204" pitchFamily="34" charset="-128"/>
                <a:cs typeface="+mn-cs"/>
              </a:endParaRPr>
            </a:p>
          </p:txBody>
        </p:sp>
        <p:sp>
          <p:nvSpPr>
            <p:cNvPr id="14360" name="Rectangle 20">
              <a:extLst>
                <a:ext uri="{FF2B5EF4-FFF2-40B4-BE49-F238E27FC236}">
                  <a16:creationId xmlns:a16="http://schemas.microsoft.com/office/drawing/2014/main" id="{9C9C238D-D5D4-BCBB-8C82-27AB44B81F9F}"/>
                </a:ext>
              </a:extLst>
            </p:cNvPr>
            <p:cNvSpPr>
              <a:spLocks noChangeArrowheads="1"/>
            </p:cNvSpPr>
            <p:nvPr>
              <p:custDataLst>
                <p:tags r:id="rId18"/>
              </p:custDataLst>
            </p:nvPr>
          </p:nvSpPr>
          <p:spPr bwMode="auto">
            <a:xfrm>
              <a:off x="6477000" y="1600200"/>
              <a:ext cx="304800" cy="3048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spcBef>
                  <a:spcPts val="600"/>
                </a:spcBef>
                <a:buClr>
                  <a:schemeClr val="accent1"/>
                </a:buClr>
                <a:buSzPct val="76000"/>
                <a:buFont typeface="Wingdings 3" panose="05040102010807070707" pitchFamily="18" charset="2"/>
                <a:buChar char=""/>
                <a:defRPr sz="2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1pPr>
              <a:lvl2pPr marL="37931725" indent="-37474525">
                <a:spcBef>
                  <a:spcPts val="500"/>
                </a:spcBef>
                <a:buClr>
                  <a:schemeClr val="accent2"/>
                </a:buClr>
                <a:buSzPct val="76000"/>
                <a:buFont typeface="Wingdings 3" panose="05040102010807070707" pitchFamily="18" charset="2"/>
                <a:buChar char=""/>
                <a:defRPr sz="2300">
                  <a:solidFill>
                    <a:schemeClr val="tx2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2pPr>
              <a:lvl3pPr marL="822325" indent="-228600">
                <a:spcBef>
                  <a:spcPts val="500"/>
                </a:spcBef>
                <a:buClr>
                  <a:srgbClr val="BCBCBC"/>
                </a:buClr>
                <a:buSzPct val="76000"/>
                <a:buFont typeface="Wingdings 3" panose="05040102010807070707" pitchFamily="18" charset="2"/>
                <a:buChar char="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3pPr>
              <a:lvl4pPr marL="1096963" indent="-228600">
                <a:spcBef>
                  <a:spcPts val="400"/>
                </a:spcBef>
                <a:buClr>
                  <a:srgbClr val="8BA2B4"/>
                </a:buClr>
                <a:buSzPct val="70000"/>
                <a:buFont typeface="Wingdings" panose="05000000000000000000" pitchFamily="2" charset="2"/>
                <a:buChar char=""/>
                <a:defRPr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4pPr>
              <a:lvl5pPr marL="1371600" indent="-228600">
                <a:spcBef>
                  <a:spcPts val="3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5pPr>
              <a:lvl6pPr marL="18288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6pPr>
              <a:lvl7pPr marL="22860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7pPr>
              <a:lvl8pPr marL="27432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8pPr>
              <a:lvl9pPr marL="32004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9pPr>
            </a:lstStyle>
            <a:p>
              <a:pPr marL="0" marR="0" lvl="0" indent="0" algn="l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MS PGothic" panose="020B0600070205080204" pitchFamily="34" charset="-128"/>
                <a:cs typeface="+mn-cs"/>
              </a:endParaRPr>
            </a:p>
          </p:txBody>
        </p:sp>
        <p:sp>
          <p:nvSpPr>
            <p:cNvPr id="14361" name="Rectangle 21">
              <a:extLst>
                <a:ext uri="{FF2B5EF4-FFF2-40B4-BE49-F238E27FC236}">
                  <a16:creationId xmlns:a16="http://schemas.microsoft.com/office/drawing/2014/main" id="{F19EE75E-2CBA-6628-80DB-E8A89C356030}"/>
                </a:ext>
              </a:extLst>
            </p:cNvPr>
            <p:cNvSpPr>
              <a:spLocks noChangeArrowheads="1"/>
            </p:cNvSpPr>
            <p:nvPr>
              <p:custDataLst>
                <p:tags r:id="rId19"/>
              </p:custDataLst>
            </p:nvPr>
          </p:nvSpPr>
          <p:spPr bwMode="auto">
            <a:xfrm>
              <a:off x="6781800" y="1600200"/>
              <a:ext cx="304800" cy="3048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spcBef>
                  <a:spcPts val="600"/>
                </a:spcBef>
                <a:buClr>
                  <a:schemeClr val="accent1"/>
                </a:buClr>
                <a:buSzPct val="76000"/>
                <a:buFont typeface="Wingdings 3" panose="05040102010807070707" pitchFamily="18" charset="2"/>
                <a:buChar char=""/>
                <a:defRPr sz="2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1pPr>
              <a:lvl2pPr marL="37931725" indent="-37474525">
                <a:spcBef>
                  <a:spcPts val="500"/>
                </a:spcBef>
                <a:buClr>
                  <a:schemeClr val="accent2"/>
                </a:buClr>
                <a:buSzPct val="76000"/>
                <a:buFont typeface="Wingdings 3" panose="05040102010807070707" pitchFamily="18" charset="2"/>
                <a:buChar char=""/>
                <a:defRPr sz="2300">
                  <a:solidFill>
                    <a:schemeClr val="tx2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2pPr>
              <a:lvl3pPr marL="822325" indent="-228600">
                <a:spcBef>
                  <a:spcPts val="500"/>
                </a:spcBef>
                <a:buClr>
                  <a:srgbClr val="BCBCBC"/>
                </a:buClr>
                <a:buSzPct val="76000"/>
                <a:buFont typeface="Wingdings 3" panose="05040102010807070707" pitchFamily="18" charset="2"/>
                <a:buChar char="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3pPr>
              <a:lvl4pPr marL="1096963" indent="-228600">
                <a:spcBef>
                  <a:spcPts val="400"/>
                </a:spcBef>
                <a:buClr>
                  <a:srgbClr val="8BA2B4"/>
                </a:buClr>
                <a:buSzPct val="70000"/>
                <a:buFont typeface="Wingdings" panose="05000000000000000000" pitchFamily="2" charset="2"/>
                <a:buChar char=""/>
                <a:defRPr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4pPr>
              <a:lvl5pPr marL="1371600" indent="-228600">
                <a:spcBef>
                  <a:spcPts val="3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5pPr>
              <a:lvl6pPr marL="18288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6pPr>
              <a:lvl7pPr marL="22860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7pPr>
              <a:lvl8pPr marL="27432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8pPr>
              <a:lvl9pPr marL="32004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9pPr>
            </a:lstStyle>
            <a:p>
              <a:pPr marL="0" marR="0" lvl="0" indent="0" algn="l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MS PGothic" panose="020B0600070205080204" pitchFamily="34" charset="-128"/>
                <a:cs typeface="+mn-cs"/>
              </a:endParaRPr>
            </a:p>
          </p:txBody>
        </p:sp>
        <p:sp>
          <p:nvSpPr>
            <p:cNvPr id="14362" name="Rectangle 22">
              <a:extLst>
                <a:ext uri="{FF2B5EF4-FFF2-40B4-BE49-F238E27FC236}">
                  <a16:creationId xmlns:a16="http://schemas.microsoft.com/office/drawing/2014/main" id="{C45B2190-E4C6-38BF-D593-153BBE0DF3C1}"/>
                </a:ext>
              </a:extLst>
            </p:cNvPr>
            <p:cNvSpPr>
              <a:spLocks noChangeArrowheads="1"/>
            </p:cNvSpPr>
            <p:nvPr>
              <p:custDataLst>
                <p:tags r:id="rId20"/>
              </p:custDataLst>
            </p:nvPr>
          </p:nvSpPr>
          <p:spPr bwMode="auto">
            <a:xfrm>
              <a:off x="7086600" y="1600200"/>
              <a:ext cx="304800" cy="3048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spcBef>
                  <a:spcPts val="600"/>
                </a:spcBef>
                <a:buClr>
                  <a:schemeClr val="accent1"/>
                </a:buClr>
                <a:buSzPct val="76000"/>
                <a:buFont typeface="Wingdings 3" panose="05040102010807070707" pitchFamily="18" charset="2"/>
                <a:buChar char=""/>
                <a:defRPr sz="2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1pPr>
              <a:lvl2pPr marL="37931725" indent="-37474525">
                <a:spcBef>
                  <a:spcPts val="500"/>
                </a:spcBef>
                <a:buClr>
                  <a:schemeClr val="accent2"/>
                </a:buClr>
                <a:buSzPct val="76000"/>
                <a:buFont typeface="Wingdings 3" panose="05040102010807070707" pitchFamily="18" charset="2"/>
                <a:buChar char=""/>
                <a:defRPr sz="2300">
                  <a:solidFill>
                    <a:schemeClr val="tx2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2pPr>
              <a:lvl3pPr marL="822325" indent="-228600">
                <a:spcBef>
                  <a:spcPts val="500"/>
                </a:spcBef>
                <a:buClr>
                  <a:srgbClr val="BCBCBC"/>
                </a:buClr>
                <a:buSzPct val="76000"/>
                <a:buFont typeface="Wingdings 3" panose="05040102010807070707" pitchFamily="18" charset="2"/>
                <a:buChar char="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3pPr>
              <a:lvl4pPr marL="1096963" indent="-228600">
                <a:spcBef>
                  <a:spcPts val="400"/>
                </a:spcBef>
                <a:buClr>
                  <a:srgbClr val="8BA2B4"/>
                </a:buClr>
                <a:buSzPct val="70000"/>
                <a:buFont typeface="Wingdings" panose="05000000000000000000" pitchFamily="2" charset="2"/>
                <a:buChar char=""/>
                <a:defRPr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4pPr>
              <a:lvl5pPr marL="1371600" indent="-228600">
                <a:spcBef>
                  <a:spcPts val="3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5pPr>
              <a:lvl6pPr marL="18288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6pPr>
              <a:lvl7pPr marL="22860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7pPr>
              <a:lvl8pPr marL="27432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8pPr>
              <a:lvl9pPr marL="32004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9pPr>
            </a:lstStyle>
            <a:p>
              <a:pPr marL="0" marR="0" lvl="0" indent="0" algn="l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MS PGothic" panose="020B0600070205080204" pitchFamily="34" charset="-128"/>
                <a:cs typeface="+mn-cs"/>
              </a:endParaRPr>
            </a:p>
          </p:txBody>
        </p:sp>
        <p:sp>
          <p:nvSpPr>
            <p:cNvPr id="14363" name="Rectangle 23">
              <a:extLst>
                <a:ext uri="{FF2B5EF4-FFF2-40B4-BE49-F238E27FC236}">
                  <a16:creationId xmlns:a16="http://schemas.microsoft.com/office/drawing/2014/main" id="{15649F39-DCED-1905-173C-C0B642770424}"/>
                </a:ext>
              </a:extLst>
            </p:cNvPr>
            <p:cNvSpPr>
              <a:spLocks noChangeArrowheads="1"/>
            </p:cNvSpPr>
            <p:nvPr>
              <p:custDataLst>
                <p:tags r:id="rId21"/>
              </p:custDataLst>
            </p:nvPr>
          </p:nvSpPr>
          <p:spPr bwMode="auto">
            <a:xfrm>
              <a:off x="7391400" y="1600200"/>
              <a:ext cx="304800" cy="3048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spcBef>
                  <a:spcPts val="600"/>
                </a:spcBef>
                <a:buClr>
                  <a:schemeClr val="accent1"/>
                </a:buClr>
                <a:buSzPct val="76000"/>
                <a:buFont typeface="Wingdings 3" panose="05040102010807070707" pitchFamily="18" charset="2"/>
                <a:buChar char=""/>
                <a:defRPr sz="2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1pPr>
              <a:lvl2pPr marL="37931725" indent="-37474525">
                <a:spcBef>
                  <a:spcPts val="500"/>
                </a:spcBef>
                <a:buClr>
                  <a:schemeClr val="accent2"/>
                </a:buClr>
                <a:buSzPct val="76000"/>
                <a:buFont typeface="Wingdings 3" panose="05040102010807070707" pitchFamily="18" charset="2"/>
                <a:buChar char=""/>
                <a:defRPr sz="2300">
                  <a:solidFill>
                    <a:schemeClr val="tx2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2pPr>
              <a:lvl3pPr marL="822325" indent="-228600">
                <a:spcBef>
                  <a:spcPts val="500"/>
                </a:spcBef>
                <a:buClr>
                  <a:srgbClr val="BCBCBC"/>
                </a:buClr>
                <a:buSzPct val="76000"/>
                <a:buFont typeface="Wingdings 3" panose="05040102010807070707" pitchFamily="18" charset="2"/>
                <a:buChar char="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3pPr>
              <a:lvl4pPr marL="1096963" indent="-228600">
                <a:spcBef>
                  <a:spcPts val="400"/>
                </a:spcBef>
                <a:buClr>
                  <a:srgbClr val="8BA2B4"/>
                </a:buClr>
                <a:buSzPct val="70000"/>
                <a:buFont typeface="Wingdings" panose="05000000000000000000" pitchFamily="2" charset="2"/>
                <a:buChar char=""/>
                <a:defRPr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4pPr>
              <a:lvl5pPr marL="1371600" indent="-228600">
                <a:spcBef>
                  <a:spcPts val="3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5pPr>
              <a:lvl6pPr marL="18288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6pPr>
              <a:lvl7pPr marL="22860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7pPr>
              <a:lvl8pPr marL="27432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8pPr>
              <a:lvl9pPr marL="32004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9pPr>
            </a:lstStyle>
            <a:p>
              <a:pPr marL="0" marR="0" lvl="0" indent="0" algn="l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MS PGothic" panose="020B0600070205080204" pitchFamily="34" charset="-128"/>
                <a:cs typeface="+mn-cs"/>
              </a:endParaRPr>
            </a:p>
          </p:txBody>
        </p:sp>
        <p:sp>
          <p:nvSpPr>
            <p:cNvPr id="14364" name="Text Box 24">
              <a:extLst>
                <a:ext uri="{FF2B5EF4-FFF2-40B4-BE49-F238E27FC236}">
                  <a16:creationId xmlns:a16="http://schemas.microsoft.com/office/drawing/2014/main" id="{DD7FD833-7F6C-2D1A-A45B-6915AFE9685F}"/>
                </a:ext>
              </a:extLst>
            </p:cNvPr>
            <p:cNvSpPr txBox="1">
              <a:spLocks noChangeArrowheads="1"/>
            </p:cNvSpPr>
            <p:nvPr>
              <p:custDataLst>
                <p:tags r:id="rId22"/>
              </p:custDataLst>
            </p:nvPr>
          </p:nvSpPr>
          <p:spPr bwMode="auto">
            <a:xfrm>
              <a:off x="838200" y="1219200"/>
              <a:ext cx="526106" cy="4616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ts val="600"/>
                </a:spcBef>
                <a:buClr>
                  <a:schemeClr val="accent1"/>
                </a:buClr>
                <a:buSzPct val="76000"/>
                <a:buFont typeface="Wingdings 3" panose="05040102010807070707" pitchFamily="18" charset="2"/>
                <a:buChar char=""/>
                <a:defRPr sz="2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1pPr>
              <a:lvl2pPr marL="37931725" indent="-37474525">
                <a:spcBef>
                  <a:spcPts val="500"/>
                </a:spcBef>
                <a:buClr>
                  <a:schemeClr val="accent2"/>
                </a:buClr>
                <a:buSzPct val="76000"/>
                <a:buFont typeface="Wingdings 3" panose="05040102010807070707" pitchFamily="18" charset="2"/>
                <a:buChar char=""/>
                <a:defRPr sz="2300">
                  <a:solidFill>
                    <a:schemeClr val="tx2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2pPr>
              <a:lvl3pPr marL="822325" indent="-228600">
                <a:spcBef>
                  <a:spcPts val="500"/>
                </a:spcBef>
                <a:buClr>
                  <a:srgbClr val="BCBCBC"/>
                </a:buClr>
                <a:buSzPct val="76000"/>
                <a:buFont typeface="Wingdings 3" panose="05040102010807070707" pitchFamily="18" charset="2"/>
                <a:buChar char="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3pPr>
              <a:lvl4pPr marL="1096963" indent="-228600">
                <a:spcBef>
                  <a:spcPts val="400"/>
                </a:spcBef>
                <a:buClr>
                  <a:srgbClr val="8BA2B4"/>
                </a:buClr>
                <a:buSzPct val="70000"/>
                <a:buFont typeface="Wingdings" panose="05000000000000000000" pitchFamily="2" charset="2"/>
                <a:buChar char=""/>
                <a:defRPr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4pPr>
              <a:lvl5pPr marL="1371600" indent="-228600">
                <a:spcBef>
                  <a:spcPts val="3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5pPr>
              <a:lvl6pPr marL="18288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6pPr>
              <a:lvl7pPr marL="22860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7pPr>
              <a:lvl8pPr marL="27432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8pPr>
              <a:lvl9pPr marL="32004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9pPr>
            </a:lstStyle>
            <a:p>
              <a:pPr marL="0" marR="0" lvl="0" indent="0" algn="l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MS PGothic" panose="020B0600070205080204" pitchFamily="34" charset="-128"/>
                  <a:cs typeface="+mn-cs"/>
                </a:rPr>
                <a:t>Q:</a:t>
              </a:r>
            </a:p>
          </p:txBody>
        </p:sp>
        <p:sp>
          <p:nvSpPr>
            <p:cNvPr id="14365" name="Text Box 25">
              <a:extLst>
                <a:ext uri="{FF2B5EF4-FFF2-40B4-BE49-F238E27FC236}">
                  <a16:creationId xmlns:a16="http://schemas.microsoft.com/office/drawing/2014/main" id="{90E3F12D-01B8-2E24-5C07-874886C7C9BF}"/>
                </a:ext>
              </a:extLst>
            </p:cNvPr>
            <p:cNvSpPr txBox="1">
              <a:spLocks noChangeArrowheads="1"/>
            </p:cNvSpPr>
            <p:nvPr>
              <p:custDataLst>
                <p:tags r:id="rId23"/>
              </p:custDataLst>
            </p:nvPr>
          </p:nvSpPr>
          <p:spPr bwMode="auto">
            <a:xfrm>
              <a:off x="1592094" y="1219200"/>
              <a:ext cx="327334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ts val="600"/>
                </a:spcBef>
                <a:buClr>
                  <a:schemeClr val="accent1"/>
                </a:buClr>
                <a:buSzPct val="76000"/>
                <a:buFont typeface="Wingdings 3" panose="05040102010807070707" pitchFamily="18" charset="2"/>
                <a:buChar char=""/>
                <a:defRPr sz="2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1pPr>
              <a:lvl2pPr marL="37931725" indent="-37474525">
                <a:spcBef>
                  <a:spcPts val="500"/>
                </a:spcBef>
                <a:buClr>
                  <a:schemeClr val="accent2"/>
                </a:buClr>
                <a:buSzPct val="76000"/>
                <a:buFont typeface="Wingdings 3" panose="05040102010807070707" pitchFamily="18" charset="2"/>
                <a:buChar char=""/>
                <a:defRPr sz="2300">
                  <a:solidFill>
                    <a:schemeClr val="tx2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2pPr>
              <a:lvl3pPr marL="822325" indent="-228600">
                <a:spcBef>
                  <a:spcPts val="500"/>
                </a:spcBef>
                <a:buClr>
                  <a:srgbClr val="BCBCBC"/>
                </a:buClr>
                <a:buSzPct val="76000"/>
                <a:buFont typeface="Wingdings 3" panose="05040102010807070707" pitchFamily="18" charset="2"/>
                <a:buChar char="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3pPr>
              <a:lvl4pPr marL="1096963" indent="-228600">
                <a:spcBef>
                  <a:spcPts val="400"/>
                </a:spcBef>
                <a:buClr>
                  <a:srgbClr val="8BA2B4"/>
                </a:buClr>
                <a:buSzPct val="70000"/>
                <a:buFont typeface="Wingdings" panose="05000000000000000000" pitchFamily="2" charset="2"/>
                <a:buChar char=""/>
                <a:defRPr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4pPr>
              <a:lvl5pPr marL="1371600" indent="-228600">
                <a:spcBef>
                  <a:spcPts val="3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5pPr>
              <a:lvl6pPr marL="18288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6pPr>
              <a:lvl7pPr marL="22860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7pPr>
              <a:lvl8pPr marL="27432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8pPr>
              <a:lvl9pPr marL="32004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9pPr>
            </a:lstStyle>
            <a:p>
              <a:pPr marL="0" marR="0" lvl="0" indent="0" algn="l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MS PGothic" panose="020B0600070205080204" pitchFamily="34" charset="-128"/>
                  <a:cs typeface="+mn-cs"/>
                </a:rPr>
                <a:t>0</a:t>
              </a:r>
            </a:p>
          </p:txBody>
        </p:sp>
        <p:sp>
          <p:nvSpPr>
            <p:cNvPr id="14366" name="Text Box 26">
              <a:extLst>
                <a:ext uri="{FF2B5EF4-FFF2-40B4-BE49-F238E27FC236}">
                  <a16:creationId xmlns:a16="http://schemas.microsoft.com/office/drawing/2014/main" id="{5888D8BC-5081-838A-3E99-EE3B12AF29CD}"/>
                </a:ext>
              </a:extLst>
            </p:cNvPr>
            <p:cNvSpPr txBox="1">
              <a:spLocks noChangeArrowheads="1"/>
            </p:cNvSpPr>
            <p:nvPr>
              <p:custDataLst>
                <p:tags r:id="rId24"/>
              </p:custDataLst>
            </p:nvPr>
          </p:nvSpPr>
          <p:spPr bwMode="auto">
            <a:xfrm>
              <a:off x="7315200" y="1219200"/>
              <a:ext cx="1037463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ts val="600"/>
                </a:spcBef>
                <a:buClr>
                  <a:schemeClr val="accent1"/>
                </a:buClr>
                <a:buSzPct val="76000"/>
                <a:buFont typeface="Wingdings 3" panose="05040102010807070707" pitchFamily="18" charset="2"/>
                <a:buChar char=""/>
                <a:defRPr sz="2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1pPr>
              <a:lvl2pPr marL="37931725" indent="-37474525">
                <a:spcBef>
                  <a:spcPts val="500"/>
                </a:spcBef>
                <a:buClr>
                  <a:schemeClr val="accent2"/>
                </a:buClr>
                <a:buSzPct val="76000"/>
                <a:buFont typeface="Wingdings 3" panose="05040102010807070707" pitchFamily="18" charset="2"/>
                <a:buChar char=""/>
                <a:defRPr sz="2300">
                  <a:solidFill>
                    <a:schemeClr val="tx2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2pPr>
              <a:lvl3pPr marL="822325" indent="-228600">
                <a:spcBef>
                  <a:spcPts val="500"/>
                </a:spcBef>
                <a:buClr>
                  <a:srgbClr val="BCBCBC"/>
                </a:buClr>
                <a:buSzPct val="76000"/>
                <a:buFont typeface="Wingdings 3" panose="05040102010807070707" pitchFamily="18" charset="2"/>
                <a:buChar char="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3pPr>
              <a:lvl4pPr marL="1096963" indent="-228600">
                <a:spcBef>
                  <a:spcPts val="400"/>
                </a:spcBef>
                <a:buClr>
                  <a:srgbClr val="8BA2B4"/>
                </a:buClr>
                <a:buSzPct val="70000"/>
                <a:buFont typeface="Wingdings" panose="05000000000000000000" pitchFamily="2" charset="2"/>
                <a:buChar char=""/>
                <a:defRPr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4pPr>
              <a:lvl5pPr marL="1371600" indent="-228600">
                <a:spcBef>
                  <a:spcPts val="3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5pPr>
              <a:lvl6pPr marL="18288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6pPr>
              <a:lvl7pPr marL="22860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7pPr>
              <a:lvl8pPr marL="27432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8pPr>
              <a:lvl9pPr marL="32004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9pPr>
            </a:lstStyle>
            <a:p>
              <a:pPr marL="0" marR="0" lvl="0" indent="0" algn="l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MS PGothic" panose="020B0600070205080204" pitchFamily="34" charset="-128"/>
                  <a:cs typeface="+mn-cs"/>
                </a:rPr>
                <a:t>size - 1</a:t>
              </a:r>
            </a:p>
          </p:txBody>
        </p:sp>
        <p:cxnSp>
          <p:nvCxnSpPr>
            <p:cNvPr id="14367" name="AutoShape 29">
              <a:extLst>
                <a:ext uri="{FF2B5EF4-FFF2-40B4-BE49-F238E27FC236}">
                  <a16:creationId xmlns:a16="http://schemas.microsoft.com/office/drawing/2014/main" id="{15242A6E-391E-4379-AA8D-AA7F98A943E0}"/>
                </a:ext>
              </a:extLst>
            </p:cNvPr>
            <p:cNvCxnSpPr>
              <a:cxnSpLocks noChangeShapeType="1"/>
              <a:endCxn id="14351" idx="2"/>
            </p:cNvCxnSpPr>
            <p:nvPr>
              <p:custDataLst>
                <p:tags r:id="rId25"/>
              </p:custDataLst>
            </p:nvPr>
          </p:nvCxnSpPr>
          <p:spPr bwMode="auto">
            <a:xfrm flipH="1" flipV="1">
              <a:off x="3886200" y="1905000"/>
              <a:ext cx="1588" cy="273050"/>
            </a:xfrm>
            <a:prstGeom prst="straightConnector1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4368" name="AutoShape 30">
              <a:extLst>
                <a:ext uri="{FF2B5EF4-FFF2-40B4-BE49-F238E27FC236}">
                  <a16:creationId xmlns:a16="http://schemas.microsoft.com/office/drawing/2014/main" id="{10293622-38A1-F307-C719-5D45A35A0FD2}"/>
                </a:ext>
              </a:extLst>
            </p:cNvPr>
            <p:cNvCxnSpPr>
              <a:cxnSpLocks noChangeShapeType="1"/>
            </p:cNvCxnSpPr>
            <p:nvPr>
              <p:custDataLst>
                <p:tags r:id="rId26"/>
              </p:custDataLst>
            </p:nvPr>
          </p:nvCxnSpPr>
          <p:spPr bwMode="auto">
            <a:xfrm flipV="1">
              <a:off x="5393606" y="1905000"/>
              <a:ext cx="6350" cy="273050"/>
            </a:xfrm>
            <a:prstGeom prst="straightConnector1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14369" name="Text Box 25">
              <a:extLst>
                <a:ext uri="{FF2B5EF4-FFF2-40B4-BE49-F238E27FC236}">
                  <a16:creationId xmlns:a16="http://schemas.microsoft.com/office/drawing/2014/main" id="{DD159466-E3FC-FA26-F939-47593CE131F0}"/>
                </a:ext>
              </a:extLst>
            </p:cNvPr>
            <p:cNvSpPr txBox="1">
              <a:spLocks noChangeArrowheads="1"/>
            </p:cNvSpPr>
            <p:nvPr>
              <p:custDataLst>
                <p:tags r:id="rId27"/>
              </p:custDataLst>
            </p:nvPr>
          </p:nvSpPr>
          <p:spPr bwMode="auto">
            <a:xfrm>
              <a:off x="3276600" y="1981200"/>
              <a:ext cx="696024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ts val="600"/>
                </a:spcBef>
                <a:buClr>
                  <a:schemeClr val="accent1"/>
                </a:buClr>
                <a:buSzPct val="76000"/>
                <a:buFont typeface="Wingdings 3" panose="05040102010807070707" pitchFamily="18" charset="2"/>
                <a:buChar char=""/>
                <a:defRPr sz="2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1pPr>
              <a:lvl2pPr marL="37931725" indent="-37474525">
                <a:spcBef>
                  <a:spcPts val="500"/>
                </a:spcBef>
                <a:buClr>
                  <a:schemeClr val="accent2"/>
                </a:buClr>
                <a:buSzPct val="76000"/>
                <a:buFont typeface="Wingdings 3" panose="05040102010807070707" pitchFamily="18" charset="2"/>
                <a:buChar char=""/>
                <a:defRPr sz="2300">
                  <a:solidFill>
                    <a:schemeClr val="tx2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2pPr>
              <a:lvl3pPr marL="822325" indent="-228600">
                <a:spcBef>
                  <a:spcPts val="500"/>
                </a:spcBef>
                <a:buClr>
                  <a:srgbClr val="BCBCBC"/>
                </a:buClr>
                <a:buSzPct val="76000"/>
                <a:buFont typeface="Wingdings 3" panose="05040102010807070707" pitchFamily="18" charset="2"/>
                <a:buChar char="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3pPr>
              <a:lvl4pPr marL="1096963" indent="-228600">
                <a:spcBef>
                  <a:spcPts val="400"/>
                </a:spcBef>
                <a:buClr>
                  <a:srgbClr val="8BA2B4"/>
                </a:buClr>
                <a:buSzPct val="70000"/>
                <a:buFont typeface="Wingdings" panose="05000000000000000000" pitchFamily="2" charset="2"/>
                <a:buChar char=""/>
                <a:defRPr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4pPr>
              <a:lvl5pPr marL="1371600" indent="-228600">
                <a:spcBef>
                  <a:spcPts val="3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5pPr>
              <a:lvl6pPr marL="18288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6pPr>
              <a:lvl7pPr marL="22860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7pPr>
              <a:lvl8pPr marL="27432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8pPr>
              <a:lvl9pPr marL="32004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9pPr>
            </a:lstStyle>
            <a:p>
              <a:pPr marL="0" marR="0" lvl="0" indent="0" algn="l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MS PGothic" panose="020B0600070205080204" pitchFamily="34" charset="-128"/>
                  <a:cs typeface="+mn-cs"/>
                </a:rPr>
                <a:t>front</a:t>
              </a:r>
            </a:p>
          </p:txBody>
        </p:sp>
        <p:sp>
          <p:nvSpPr>
            <p:cNvPr id="14370" name="Text Box 25">
              <a:extLst>
                <a:ext uri="{FF2B5EF4-FFF2-40B4-BE49-F238E27FC236}">
                  <a16:creationId xmlns:a16="http://schemas.microsoft.com/office/drawing/2014/main" id="{11116C22-475E-1E2A-8B86-6C5BE0AFA586}"/>
                </a:ext>
              </a:extLst>
            </p:cNvPr>
            <p:cNvSpPr txBox="1">
              <a:spLocks noChangeArrowheads="1"/>
            </p:cNvSpPr>
            <p:nvPr>
              <p:custDataLst>
                <p:tags r:id="rId28"/>
              </p:custDataLst>
            </p:nvPr>
          </p:nvSpPr>
          <p:spPr bwMode="auto">
            <a:xfrm>
              <a:off x="5315852" y="1977995"/>
              <a:ext cx="726481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ts val="600"/>
                </a:spcBef>
                <a:buClr>
                  <a:schemeClr val="accent1"/>
                </a:buClr>
                <a:buSzPct val="76000"/>
                <a:buFont typeface="Wingdings 3" panose="05040102010807070707" pitchFamily="18" charset="2"/>
                <a:buChar char=""/>
                <a:defRPr sz="2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1pPr>
              <a:lvl2pPr marL="37931725" indent="-37474525">
                <a:spcBef>
                  <a:spcPts val="500"/>
                </a:spcBef>
                <a:buClr>
                  <a:schemeClr val="accent2"/>
                </a:buClr>
                <a:buSzPct val="76000"/>
                <a:buFont typeface="Wingdings 3" panose="05040102010807070707" pitchFamily="18" charset="2"/>
                <a:buChar char=""/>
                <a:defRPr sz="2300">
                  <a:solidFill>
                    <a:schemeClr val="tx2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2pPr>
              <a:lvl3pPr marL="822325" indent="-228600">
                <a:spcBef>
                  <a:spcPts val="500"/>
                </a:spcBef>
                <a:buClr>
                  <a:srgbClr val="BCBCBC"/>
                </a:buClr>
                <a:buSzPct val="76000"/>
                <a:buFont typeface="Wingdings 3" panose="05040102010807070707" pitchFamily="18" charset="2"/>
                <a:buChar char="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3pPr>
              <a:lvl4pPr marL="1096963" indent="-228600">
                <a:spcBef>
                  <a:spcPts val="400"/>
                </a:spcBef>
                <a:buClr>
                  <a:srgbClr val="8BA2B4"/>
                </a:buClr>
                <a:buSzPct val="70000"/>
                <a:buFont typeface="Wingdings" panose="05000000000000000000" pitchFamily="2" charset="2"/>
                <a:buChar char=""/>
                <a:defRPr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4pPr>
              <a:lvl5pPr marL="1371600" indent="-228600">
                <a:spcBef>
                  <a:spcPts val="3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5pPr>
              <a:lvl6pPr marL="18288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6pPr>
              <a:lvl7pPr marL="22860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7pPr>
              <a:lvl8pPr marL="27432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8pPr>
              <a:lvl9pPr marL="3200400" indent="-228600" defTabSz="45720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"/>
                <a:defRPr sz="16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</a:defRPr>
              </a:lvl9pPr>
            </a:lstStyle>
            <a:p>
              <a:pPr marL="0" marR="0" lvl="0" indent="0" algn="l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MS PGothic" panose="020B0600070205080204" pitchFamily="34" charset="-128"/>
                  <a:cs typeface="+mn-cs"/>
                </a:rPr>
                <a:t>back</a:t>
              </a:r>
            </a:p>
          </p:txBody>
        </p:sp>
      </p:grpSp>
      <p:sp>
        <p:nvSpPr>
          <p:cNvPr id="23558" name="Text Box 32">
            <a:extLst>
              <a:ext uri="{FF2B5EF4-FFF2-40B4-BE49-F238E27FC236}">
                <a16:creationId xmlns:a16="http://schemas.microsoft.com/office/drawing/2014/main" id="{EE7B1F4C-7BB1-1D4C-B984-8AE8313D479F}"/>
              </a:ext>
            </a:extLst>
          </p:cNvPr>
          <p:cNvSpPr txBox="1"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647700" y="2895578"/>
            <a:ext cx="7810500" cy="2805896"/>
          </a:xfrm>
          <a:prstGeom prst="rect">
            <a:avLst/>
          </a:prstGeom>
          <a:solidFill>
            <a:srgbClr val="FFFF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ts val="600"/>
              </a:spcBef>
              <a:buClr>
                <a:schemeClr val="accent1"/>
              </a:buClr>
              <a:buSzPct val="76000"/>
              <a:buFont typeface="Wingdings 3" panose="05040102010807070707" pitchFamily="18" charset="2"/>
              <a:buChar char=""/>
              <a:defRPr sz="26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</a:defRPr>
            </a:lvl1pPr>
            <a:lvl2pPr>
              <a:spcBef>
                <a:spcPts val="500"/>
              </a:spcBef>
              <a:buClr>
                <a:schemeClr val="accent2"/>
              </a:buClr>
              <a:buSzPct val="76000"/>
              <a:buFont typeface="Wingdings 3" panose="05040102010807070707" pitchFamily="18" charset="2"/>
              <a:buChar char=""/>
              <a:defRPr sz="2300">
                <a:solidFill>
                  <a:schemeClr val="tx2"/>
                </a:solidFill>
                <a:latin typeface="Gill Sans MT" panose="020B0502020104020203" pitchFamily="34" charset="0"/>
                <a:ea typeface="MS PGothic" panose="020B0600070205080204" pitchFamily="34" charset="-128"/>
              </a:defRPr>
            </a:lvl2pPr>
            <a:lvl3pPr marL="822325" indent="-228600">
              <a:spcBef>
                <a:spcPts val="500"/>
              </a:spcBef>
              <a:buClr>
                <a:srgbClr val="BCBCBC"/>
              </a:buClr>
              <a:buSzPct val="76000"/>
              <a:buFont typeface="Wingdings 3" panose="05040102010807070707" pitchFamily="18" charset="2"/>
              <a:buChar char=""/>
              <a:defRPr sz="20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</a:defRPr>
            </a:lvl3pPr>
            <a:lvl4pPr marL="1096963" indent="-228600">
              <a:spcBef>
                <a:spcPts val="400"/>
              </a:spcBef>
              <a:buClr>
                <a:srgbClr val="8BA2B4"/>
              </a:buClr>
              <a:buSzPct val="70000"/>
              <a:buFont typeface="Wingdings" panose="05000000000000000000" pitchFamily="2" charset="2"/>
              <a:buChar char=""/>
              <a:defRPr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</a:defRPr>
            </a:lvl4pPr>
            <a:lvl5pPr marL="1371600" indent="-228600">
              <a:spcBef>
                <a:spcPts val="3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"/>
              <a:defRPr sz="16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</a:defRPr>
            </a:lvl5pPr>
            <a:lvl6pPr marL="1828800" indent="-228600" defTabSz="457200" eaLnBrk="0" fontAlgn="base" hangingPunct="0">
              <a:spcBef>
                <a:spcPts val="3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anose="05000000000000000000" pitchFamily="2" charset="2"/>
              <a:buChar char=""/>
              <a:defRPr sz="16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</a:defRPr>
            </a:lvl6pPr>
            <a:lvl7pPr marL="2286000" indent="-228600" defTabSz="457200" eaLnBrk="0" fontAlgn="base" hangingPunct="0">
              <a:spcBef>
                <a:spcPts val="3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anose="05000000000000000000" pitchFamily="2" charset="2"/>
              <a:buChar char=""/>
              <a:defRPr sz="16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</a:defRPr>
            </a:lvl7pPr>
            <a:lvl8pPr marL="2743200" indent="-228600" defTabSz="457200" eaLnBrk="0" fontAlgn="base" hangingPunct="0">
              <a:spcBef>
                <a:spcPts val="3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anose="05000000000000000000" pitchFamily="2" charset="2"/>
              <a:buChar char=""/>
              <a:defRPr sz="16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</a:defRPr>
            </a:lvl8pPr>
            <a:lvl9pPr marL="3200400" indent="-228600" defTabSz="457200" eaLnBrk="0" fontAlgn="base" hangingPunct="0">
              <a:spcBef>
                <a:spcPts val="3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anose="05000000000000000000" pitchFamily="2" charset="2"/>
              <a:buChar char=""/>
              <a:defRPr sz="16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</a:defRPr>
            </a:lvl9pPr>
          </a:lstStyle>
          <a:p>
            <a:pPr marL="0" marR="0" lvl="0" indent="0" algn="l" defTabSz="457200" rtl="0" eaLnBrk="1" fontAlgn="base" latinLnBrk="0" hangingPunct="1">
              <a:lnSpc>
                <a:spcPct val="100000"/>
              </a:lnSpc>
              <a:spcBef>
                <a:spcPts val="2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254061"/>
                </a:solidFill>
                <a:effectLst/>
                <a:uLnTx/>
                <a:uFillTx/>
                <a:latin typeface="Courier New" panose="02070309020205020404" pitchFamily="49" charset="0"/>
              </a:rPr>
              <a:t>dequeue</a:t>
            </a:r>
            <a:r>
              <a:rPr kumimoji="0" lang="en-US" altLang="en-US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</a:rPr>
              <a:t>() {</a:t>
            </a:r>
          </a:p>
          <a:p>
            <a:pPr marL="0" marR="0" lvl="1" indent="0" algn="l" defTabSz="457200" rtl="0" eaLnBrk="1" fontAlgn="base" latinLnBrk="0" hangingPunct="1">
              <a:lnSpc>
                <a:spcPct val="100000"/>
              </a:lnSpc>
              <a:spcBef>
                <a:spcPts val="2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</a:rPr>
              <a:t>  x = Q[front];</a:t>
            </a:r>
          </a:p>
          <a:p>
            <a:pPr marL="0" marR="0" lvl="1" indent="0" algn="l" defTabSz="457200" rtl="0" eaLnBrk="1" fontAlgn="base" latinLnBrk="0" hangingPunct="1">
              <a:lnSpc>
                <a:spcPct val="100000"/>
              </a:lnSpc>
              <a:spcBef>
                <a:spcPts val="2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</a:rPr>
              <a:t>  </a:t>
            </a:r>
            <a:r>
              <a:rPr kumimoji="0" lang="en-US" altLang="en-US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</a:rPr>
              <a:t>front = (front + 1) % size;</a:t>
            </a:r>
          </a:p>
          <a:p>
            <a:pPr marL="0" marR="0" lvl="1" indent="0" algn="l" defTabSz="457200" rtl="0" eaLnBrk="1" fontAlgn="base" latinLnBrk="0" hangingPunct="1">
              <a:lnSpc>
                <a:spcPct val="100000"/>
              </a:lnSpc>
              <a:spcBef>
                <a:spcPts val="2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</a:rPr>
              <a:t>  </a:t>
            </a:r>
            <a:r>
              <a:rPr kumimoji="0" lang="en-US" altLang="en-US" sz="28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ourier New" panose="02070309020205020404" pitchFamily="49" charset="0"/>
              </a:rPr>
              <a:t>return</a:t>
            </a:r>
            <a:r>
              <a:rPr kumimoji="0" lang="en-US" altLang="en-US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</a:rPr>
              <a:t> x;</a:t>
            </a:r>
            <a:endParaRPr kumimoji="0" lang="en-US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urier New" panose="02070309020205020404" pitchFamily="49" charset="0"/>
            </a:endParaRPr>
          </a:p>
          <a:p>
            <a:pPr marL="0" marR="0" lvl="1" indent="0" algn="l" defTabSz="457200" rtl="0" eaLnBrk="1" fontAlgn="base" latinLnBrk="0" hangingPunct="1">
              <a:lnSpc>
                <a:spcPct val="100000"/>
              </a:lnSpc>
              <a:spcBef>
                <a:spcPts val="2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</a:rPr>
              <a:t>}</a:t>
            </a:r>
          </a:p>
          <a:p>
            <a:pPr marL="0" lvl="1" algn="r" defTabSz="457200">
              <a:spcBef>
                <a:spcPts val="200"/>
              </a:spcBef>
              <a:buClrTx/>
              <a:buSzTx/>
              <a:buNone/>
              <a:defRPr/>
            </a:pPr>
            <a:r>
              <a:rPr lang="en-US" altLang="en-US" sz="2800" dirty="0">
                <a:solidFill>
                  <a:srgbClr val="339933"/>
                </a:solidFill>
                <a:latin typeface="Courier New" panose="02070309020205020404" pitchFamily="49" charset="0"/>
              </a:rPr>
              <a:t>// Basic idea only!</a:t>
            </a:r>
          </a:p>
        </p:txBody>
      </p:sp>
    </p:spTree>
    <p:extLst>
      <p:ext uri="{BB962C8B-B14F-4D97-AF65-F5344CB8AC3E}">
        <p14:creationId xmlns:p14="http://schemas.microsoft.com/office/powerpoint/2010/main" val="705307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558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The image represents a deque (double-ended queue) data structure. The deque is depicted as a horizontal arrangement of rectangular cells, each labeled as &quot;Element,&quot; indicating the storage of individual elements in the structure.&#10;&#10;Key features highlighted in the diagram:&#10;1. **Insertion and Deletion at Both Ends**:&#10;   - The left and right ends of the deque are connected to arrows labeled &quot;Insert&quot; and &quot;Delete,&quot; illustrating that elements can be added or removed from both the front and the back.&#10;   &#10;2. **Structure**:&#10;   - The deque is shown as a contiguous sequence of elements, emphasizing its linear nature.&#10;&#10;This diagram demonstrates the fundamental operations supported by a deque: insertion and deletion from both the front and rear ends.">
            <a:extLst>
              <a:ext uri="{FF2B5EF4-FFF2-40B4-BE49-F238E27FC236}">
                <a16:creationId xmlns:a16="http://schemas.microsoft.com/office/drawing/2014/main" id="{3083E8C0-F4BE-01D3-4B7D-BF532AB65E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81211" y="548680"/>
            <a:ext cx="6781577" cy="32991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A85268F-F383-DA21-8746-795BD15EA22D}"/>
              </a:ext>
            </a:extLst>
          </p:cNvPr>
          <p:cNvSpPr txBox="1"/>
          <p:nvPr/>
        </p:nvSpPr>
        <p:spPr>
          <a:xfrm>
            <a:off x="5908843" y="193253"/>
            <a:ext cx="305564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i="1" dirty="0">
                <a:solidFill>
                  <a:schemeClr val="accent2">
                    <a:lumMod val="50000"/>
                  </a:schemeClr>
                </a:solidFill>
              </a:rPr>
              <a:t>pronounced “deck”</a:t>
            </a:r>
            <a:endParaRPr lang="en-US" sz="2400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03E7126-2A54-ECE8-C8DC-80F95187B33B}"/>
              </a:ext>
            </a:extLst>
          </p:cNvPr>
          <p:cNvSpPr txBox="1">
            <a:spLocks/>
          </p:cNvSpPr>
          <p:nvPr/>
        </p:nvSpPr>
        <p:spPr>
          <a:xfrm>
            <a:off x="457199" y="4365104"/>
            <a:ext cx="8229600" cy="616917"/>
          </a:xfrm>
          <a:prstGeom prst="rect">
            <a:avLst/>
          </a:prstGeom>
        </p:spPr>
        <p:txBody>
          <a:bodyPr/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3200" kern="1200">
                <a:solidFill>
                  <a:schemeClr val="tx2"/>
                </a:solidFill>
                <a:latin typeface="+mj-lt"/>
                <a:ea typeface="MS PGothic" panose="020B0600070205080204" pitchFamily="34" charset="-128"/>
                <a:cs typeface="ＭＳ Ｐゴシック" pitchFamily="-1" charset="-128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chemeClr val="tx2"/>
                </a:solidFill>
                <a:latin typeface="Bookman Old Style" pitchFamily="-1" charset="0"/>
                <a:ea typeface="MS PGothic" panose="020B0600070205080204" pitchFamily="34" charset="-128"/>
                <a:cs typeface="ＭＳ Ｐゴシック" pitchFamily="-1" charset="-128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chemeClr val="tx2"/>
                </a:solidFill>
                <a:latin typeface="Bookman Old Style" pitchFamily="-1" charset="0"/>
                <a:ea typeface="MS PGothic" panose="020B0600070205080204" pitchFamily="34" charset="-128"/>
                <a:cs typeface="ＭＳ Ｐゴシック" pitchFamily="-1" charset="-128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chemeClr val="tx2"/>
                </a:solidFill>
                <a:latin typeface="Bookman Old Style" pitchFamily="-1" charset="0"/>
                <a:ea typeface="MS PGothic" panose="020B0600070205080204" pitchFamily="34" charset="-128"/>
                <a:cs typeface="ＭＳ Ｐゴシック" pitchFamily="-1" charset="-128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chemeClr val="tx2"/>
                </a:solidFill>
                <a:latin typeface="Bookman Old Style" pitchFamily="-1" charset="0"/>
                <a:ea typeface="MS PGothic" panose="020B0600070205080204" pitchFamily="34" charset="-128"/>
                <a:cs typeface="ＭＳ Ｐゴシック" pitchFamily="-1" charset="-128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chemeClr val="tx2"/>
                </a:solidFill>
                <a:latin typeface="Bookman Old Style" pitchFamily="-1" charset="0"/>
                <a:ea typeface="ＭＳ Ｐゴシック" pitchFamily="-1" charset="-128"/>
                <a:cs typeface="ＭＳ Ｐゴシック" pitchFamily="-1" charset="-128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chemeClr val="tx2"/>
                </a:solidFill>
                <a:latin typeface="Bookman Old Style" pitchFamily="-1" charset="0"/>
                <a:ea typeface="ＭＳ Ｐゴシック" pitchFamily="-1" charset="-128"/>
                <a:cs typeface="ＭＳ Ｐゴシック" pitchFamily="-1" charset="-128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chemeClr val="tx2"/>
                </a:solidFill>
                <a:latin typeface="Bookman Old Style" pitchFamily="-1" charset="0"/>
                <a:ea typeface="ＭＳ Ｐゴシック" pitchFamily="-1" charset="-128"/>
                <a:cs typeface="ＭＳ Ｐゴシック" pitchFamily="-1" charset="-128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chemeClr val="tx2"/>
                </a:solidFill>
                <a:latin typeface="Bookman Old Style" pitchFamily="-1" charset="0"/>
                <a:ea typeface="ＭＳ Ｐゴシック" pitchFamily="-1" charset="-128"/>
                <a:cs typeface="ＭＳ Ｐゴシック" pitchFamily="-1" charset="-128"/>
              </a:defRPr>
            </a:lvl9pPr>
          </a:lstStyle>
          <a:p>
            <a:pPr algn="ctr">
              <a:spcAft>
                <a:spcPts val="1200"/>
              </a:spcAft>
            </a:pPr>
            <a:r>
              <a:rPr lang="en-US" u="sng" dirty="0"/>
              <a:t>Java’s Deque Implementations</a:t>
            </a:r>
          </a:p>
          <a:p>
            <a:pPr marL="0" indent="0" algn="ctr">
              <a:buNone/>
            </a:pPr>
            <a:r>
              <a:rPr lang="en-US" sz="3200" b="0" dirty="0" err="1"/>
              <a:t>ArrayDeque</a:t>
            </a:r>
            <a:r>
              <a:rPr lang="en-US" sz="3200" b="0" dirty="0"/>
              <a:t> (a circular array)</a:t>
            </a:r>
          </a:p>
          <a:p>
            <a:pPr marL="0" indent="0" algn="ctr">
              <a:buNone/>
            </a:pPr>
            <a:r>
              <a:rPr lang="en-US" sz="3200" b="0" dirty="0"/>
              <a:t>LinkedList</a:t>
            </a:r>
          </a:p>
        </p:txBody>
      </p:sp>
    </p:spTree>
    <p:extLst>
      <p:ext uri="{BB962C8B-B14F-4D97-AF65-F5344CB8AC3E}">
        <p14:creationId xmlns:p14="http://schemas.microsoft.com/office/powerpoint/2010/main" val="251061158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Title 1">
            <a:extLst>
              <a:ext uri="{FF2B5EF4-FFF2-40B4-BE49-F238E27FC236}">
                <a16:creationId xmlns:a16="http://schemas.microsoft.com/office/drawing/2014/main" id="{E208451C-E866-0E18-081B-56CA58BCFC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875" y="7770"/>
            <a:ext cx="8229600" cy="914400"/>
          </a:xfrm>
        </p:spPr>
        <p:txBody>
          <a:bodyPr/>
          <a:lstStyle/>
          <a:p>
            <a:pPr algn="ctr" eaLnBrk="1" hangingPunct="1"/>
            <a:r>
              <a:rPr lang="en-US" altLang="en-US" sz="3600" b="1" dirty="0"/>
              <a:t>Circular Array vs. Linked List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D82B858A-388C-A77F-C8B6-A66689B8E7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613319"/>
              </p:ext>
            </p:extLst>
          </p:nvPr>
        </p:nvGraphicFramePr>
        <p:xfrm>
          <a:off x="328539" y="1124744"/>
          <a:ext cx="8424936" cy="5516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12468">
                  <a:extLst>
                    <a:ext uri="{9D8B030D-6E8A-4147-A177-3AD203B41FA5}">
                      <a16:colId xmlns:a16="http://schemas.microsoft.com/office/drawing/2014/main" val="1256492045"/>
                    </a:ext>
                  </a:extLst>
                </a:gridCol>
                <a:gridCol w="4212468">
                  <a:extLst>
                    <a:ext uri="{9D8B030D-6E8A-4147-A177-3AD203B41FA5}">
                      <a16:colId xmlns:a16="http://schemas.microsoft.com/office/drawing/2014/main" val="347394122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2800" dirty="0" err="1"/>
                        <a:t>ArrayDeque</a:t>
                      </a:r>
                      <a:endParaRPr lang="en-US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2800" dirty="0"/>
                        <a:t>LinkedList</a:t>
                      </a:r>
                      <a:endParaRPr lang="en-US" sz="2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12609879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en-US" sz="2800" dirty="0"/>
                        <a:t>No capacity restrictions</a:t>
                      </a: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en-US" sz="2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656296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en-US" sz="2800" dirty="0"/>
                        <a:t>Can only be used </a:t>
                      </a:r>
                      <a:br>
                        <a:rPr lang="en-US" altLang="en-US" sz="2800" dirty="0"/>
                      </a:br>
                      <a:r>
                        <a:rPr lang="en-US" altLang="en-US" sz="2800" dirty="0"/>
                        <a:t>as a queue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en-US" sz="2800" dirty="0"/>
                        <a:t>Can be used as a queue </a:t>
                      </a:r>
                      <a:br>
                        <a:rPr lang="en-US" altLang="en-US" sz="2800" dirty="0"/>
                      </a:br>
                      <a:r>
                        <a:rPr lang="en-US" altLang="en-US" sz="2800" dirty="0"/>
                        <a:t>or a list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9608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en-US" sz="2800" dirty="0">
                          <a:solidFill>
                            <a:schemeClr val="tx1"/>
                          </a:solidFill>
                        </a:rPr>
                        <a:t>Can’t access </a:t>
                      </a:r>
                      <a:r>
                        <a:rPr lang="en-US" altLang="en-US" sz="2800" i="1" dirty="0">
                          <a:solidFill>
                            <a:schemeClr val="tx1"/>
                          </a:solidFill>
                        </a:rPr>
                        <a:t>k</a:t>
                      </a:r>
                      <a:r>
                        <a:rPr lang="en-US" altLang="en-US" sz="2800" baseline="30000" dirty="0">
                          <a:solidFill>
                            <a:schemeClr val="tx1"/>
                          </a:solidFill>
                        </a:rPr>
                        <a:t>th</a:t>
                      </a:r>
                      <a:r>
                        <a:rPr lang="en-US" altLang="en-US" sz="2800" dirty="0">
                          <a:solidFill>
                            <a:schemeClr val="tx1"/>
                          </a:solidFill>
                        </a:rPr>
                        <a:t> element*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en-US" sz="2800" dirty="0">
                          <a:solidFill>
                            <a:schemeClr val="tx1"/>
                          </a:solidFill>
                        </a:rPr>
                        <a:t>Can access </a:t>
                      </a:r>
                      <a:r>
                        <a:rPr lang="en-US" altLang="en-US" sz="2800" i="1" dirty="0">
                          <a:solidFill>
                            <a:schemeClr val="tx1"/>
                          </a:solidFill>
                        </a:rPr>
                        <a:t>k</a:t>
                      </a:r>
                      <a:r>
                        <a:rPr lang="en-US" altLang="en-US" sz="2800" baseline="30000" dirty="0">
                          <a:solidFill>
                            <a:schemeClr val="tx1"/>
                          </a:solidFill>
                        </a:rPr>
                        <a:t>th</a:t>
                      </a:r>
                      <a:r>
                        <a:rPr lang="en-US" altLang="en-US" sz="2800" dirty="0">
                          <a:solidFill>
                            <a:schemeClr val="tx1"/>
                          </a:solidFill>
                        </a:rPr>
                        <a:t> element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00776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en-US" sz="2800" dirty="0"/>
                        <a:t>No values can be </a:t>
                      </a:r>
                      <a:r>
                        <a:rPr lang="en-US" altLang="en-US" sz="2800" i="1" dirty="0"/>
                        <a:t>null</a:t>
                      </a:r>
                      <a:endParaRPr lang="en-US" altLang="en-US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en-US" sz="2800" dirty="0"/>
                        <a:t>Allows storing </a:t>
                      </a:r>
                      <a:r>
                        <a:rPr lang="en-US" altLang="en-US" sz="2800" i="1" dirty="0"/>
                        <a:t>null</a:t>
                      </a:r>
                      <a:r>
                        <a:rPr lang="en-US" altLang="en-US" sz="2800" i="0" dirty="0"/>
                        <a:t> values</a:t>
                      </a:r>
                      <a:endParaRPr lang="en-US" altLang="en-US" sz="2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591749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en-US" sz="2800" dirty="0">
                          <a:solidFill>
                            <a:schemeClr val="tx1"/>
                          </a:solidFill>
                        </a:rPr>
                        <a:t>Faster ops at ends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en-US" sz="2800" dirty="0">
                          <a:solidFill>
                            <a:schemeClr val="tx1"/>
                          </a:solidFill>
                        </a:rPr>
                        <a:t>Faster ops in the middle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36196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>
                          <a:solidFill>
                            <a:schemeClr val="tx1"/>
                          </a:solidFill>
                        </a:rPr>
                        <a:t>Faster iteration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>
                          <a:solidFill>
                            <a:schemeClr val="tx1"/>
                          </a:solidFill>
                        </a:rPr>
                        <a:t>Slower iteration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012540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en-US" sz="2800" dirty="0">
                          <a:solidFill>
                            <a:schemeClr val="tx1"/>
                          </a:solidFill>
                        </a:rPr>
                        <a:t>May use unneeded space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en-US" sz="2800" dirty="0">
                          <a:solidFill>
                            <a:schemeClr val="tx1"/>
                          </a:solidFill>
                        </a:rPr>
                        <a:t>Always just enough space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743641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en-US" sz="2800" dirty="0">
                          <a:solidFill>
                            <a:schemeClr val="tx1"/>
                          </a:solidFill>
                        </a:rPr>
                        <a:t>No extra space </a:t>
                      </a:r>
                      <a:br>
                        <a:rPr lang="en-US" altLang="en-US" sz="280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altLang="en-US" sz="2800" dirty="0">
                          <a:solidFill>
                            <a:schemeClr val="tx1"/>
                          </a:solidFill>
                        </a:rPr>
                        <a:t>per element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en-US" sz="2800" dirty="0">
                          <a:solidFill>
                            <a:schemeClr val="tx1"/>
                          </a:solidFill>
                        </a:rPr>
                        <a:t>Stores element </a:t>
                      </a:r>
                      <a:r>
                        <a:rPr lang="en-US" altLang="en-US" sz="2800" u="sng" dirty="0">
                          <a:solidFill>
                            <a:schemeClr val="tx1"/>
                          </a:solidFill>
                        </a:rPr>
                        <a:t>and</a:t>
                      </a:r>
                      <a:br>
                        <a:rPr lang="en-US" altLang="en-US" sz="2800" u="sng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altLang="en-US" sz="2800" dirty="0">
                          <a:solidFill>
                            <a:schemeClr val="tx1"/>
                          </a:solidFill>
                        </a:rPr>
                        <a:t>links to neighbors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861357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heme/_rels/them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noteTemplate04">
  <a:themeElements>
    <a:clrScheme name="noteTemplate04 8">
      <a:dk1>
        <a:srgbClr val="000000"/>
      </a:dk1>
      <a:lt1>
        <a:srgbClr val="FFFFFF"/>
      </a:lt1>
      <a:dk2>
        <a:srgbClr val="000099"/>
      </a:dk2>
      <a:lt2>
        <a:srgbClr val="FFFFDF"/>
      </a:lt2>
      <a:accent1>
        <a:srgbClr val="FFFF99"/>
      </a:accent1>
      <a:accent2>
        <a:srgbClr val="CC3300"/>
      </a:accent2>
      <a:accent3>
        <a:srgbClr val="FFFFFF"/>
      </a:accent3>
      <a:accent4>
        <a:srgbClr val="000000"/>
      </a:accent4>
      <a:accent5>
        <a:srgbClr val="FFFFCA"/>
      </a:accent5>
      <a:accent6>
        <a:srgbClr val="B92D00"/>
      </a:accent6>
      <a:hlink>
        <a:srgbClr val="339966"/>
      </a:hlink>
      <a:folHlink>
        <a:srgbClr val="B2B2B2"/>
      </a:folHlink>
    </a:clrScheme>
    <a:fontScheme name="noteTemplate04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38100" cap="flat" cmpd="sng" algn="ctr">
          <a:solidFill>
            <a:schemeClr val="hlink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0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38100" cap="flat" cmpd="sng" algn="ctr">
          <a:solidFill>
            <a:schemeClr val="hlink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0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noteTemplate04 1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oteTemplate04 2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oteTemplate04 3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oteTemplate04 4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oteTemplate04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oteTemplate04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oteTemplate04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oteTemplate04 8">
        <a:dk1>
          <a:srgbClr val="000000"/>
        </a:dk1>
        <a:lt1>
          <a:srgbClr val="FFFFFF"/>
        </a:lt1>
        <a:dk2>
          <a:srgbClr val="000099"/>
        </a:dk2>
        <a:lt2>
          <a:srgbClr val="FFFFDF"/>
        </a:lt2>
        <a:accent1>
          <a:srgbClr val="FFFF99"/>
        </a:accent1>
        <a:accent2>
          <a:srgbClr val="CC3300"/>
        </a:accent2>
        <a:accent3>
          <a:srgbClr val="FFFFFF"/>
        </a:accent3>
        <a:accent4>
          <a:srgbClr val="000000"/>
        </a:accent4>
        <a:accent5>
          <a:srgbClr val="FFFFCA"/>
        </a:accent5>
        <a:accent6>
          <a:srgbClr val="B92D00"/>
        </a:accent6>
        <a:hlink>
          <a:srgbClr val="339966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rigin">
  <a:themeElements>
    <a:clrScheme name="Origin">
      <a:dk1>
        <a:sysClr val="windowText" lastClr="000000"/>
      </a:dk1>
      <a:lt1>
        <a:sysClr val="window" lastClr="FFFFFF"/>
      </a:lt1>
      <a:dk2>
        <a:srgbClr val="464653"/>
      </a:dk2>
      <a:lt2>
        <a:srgbClr val="DDE9EC"/>
      </a:lt2>
      <a:accent1>
        <a:srgbClr val="727CA3"/>
      </a:accent1>
      <a:accent2>
        <a:srgbClr val="9FB8CD"/>
      </a:accent2>
      <a:accent3>
        <a:srgbClr val="D2DA7A"/>
      </a:accent3>
      <a:accent4>
        <a:srgbClr val="FADA7A"/>
      </a:accent4>
      <a:accent5>
        <a:srgbClr val="B88472"/>
      </a:accent5>
      <a:accent6>
        <a:srgbClr val="8E736A"/>
      </a:accent6>
      <a:hlink>
        <a:srgbClr val="B292CA"/>
      </a:hlink>
      <a:folHlink>
        <a:srgbClr val="6B5680"/>
      </a:folHlink>
    </a:clrScheme>
    <a:fontScheme name="Origin">
      <a:majorFont>
        <a:latin typeface="Bookman Old Style"/>
        <a:ea typeface=""/>
        <a:cs typeface=""/>
        <a:font script="Grek" typeface="Cambria"/>
        <a:font script="Cyrl" typeface="Cambria"/>
        <a:font script="Jpan" typeface="ＭＳ 明朝"/>
        <a:font script="Hang" typeface="돋움"/>
        <a:font script="Hans" typeface="宋体"/>
        <a:font script="Hant" typeface="標楷體"/>
        <a:font script="Arab" typeface="Times New Roman"/>
        <a:font script="Hebr" typeface="Times New Roman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Gill Sans MT"/>
        <a:ea typeface=""/>
        <a:cs typeface=""/>
        <a:font script="Grek" typeface="Calibri"/>
        <a:font script="Cyrl" typeface="Calibri"/>
        <a:font script="Jpan" typeface="ＭＳ Ｐゴシック"/>
        <a:font script="Hang" typeface="맑은 고딕"/>
        <a:font script="Hans" typeface="华文新魏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rigin">
      <a:fillStyleLst>
        <a:solidFill>
          <a:schemeClr val="phClr"/>
        </a:solidFill>
        <a:gradFill rotWithShape="1">
          <a:gsLst>
            <a:gs pos="0">
              <a:schemeClr val="phClr">
                <a:tint val="45000"/>
                <a:satMod val="200000"/>
              </a:schemeClr>
            </a:gs>
            <a:gs pos="30000">
              <a:schemeClr val="phClr">
                <a:tint val="61000"/>
                <a:satMod val="200000"/>
              </a:schemeClr>
            </a:gs>
            <a:gs pos="45000">
              <a:schemeClr val="phClr">
                <a:tint val="66000"/>
                <a:satMod val="200000"/>
              </a:schemeClr>
            </a:gs>
            <a:gs pos="55000">
              <a:schemeClr val="phClr">
                <a:tint val="66000"/>
                <a:satMod val="200000"/>
              </a:schemeClr>
            </a:gs>
            <a:gs pos="73000">
              <a:schemeClr val="phClr">
                <a:tint val="61000"/>
                <a:satMod val="200000"/>
              </a:schemeClr>
            </a:gs>
            <a:gs pos="100000">
              <a:schemeClr val="phClr">
                <a:tint val="45000"/>
                <a:satMod val="200000"/>
              </a:schemeClr>
            </a:gs>
          </a:gsLst>
          <a:lin ang="950000" scaled="1"/>
        </a:gradFill>
        <a:gradFill rotWithShape="1">
          <a:gsLst>
            <a:gs pos="0">
              <a:schemeClr val="phClr">
                <a:shade val="63000"/>
              </a:schemeClr>
            </a:gs>
            <a:gs pos="30000">
              <a:schemeClr val="phClr">
                <a:shade val="90000"/>
                <a:satMod val="110000"/>
              </a:schemeClr>
            </a:gs>
            <a:gs pos="45000">
              <a:schemeClr val="phClr">
                <a:shade val="100000"/>
                <a:satMod val="118000"/>
              </a:schemeClr>
            </a:gs>
            <a:gs pos="55000">
              <a:schemeClr val="phClr">
                <a:shade val="100000"/>
                <a:satMod val="118000"/>
              </a:schemeClr>
            </a:gs>
            <a:gs pos="73000">
              <a:schemeClr val="phClr">
                <a:shade val="90000"/>
                <a:satMod val="110000"/>
              </a:schemeClr>
            </a:gs>
            <a:gs pos="100000">
              <a:schemeClr val="phClr">
                <a:shade val="63000"/>
              </a:schemeClr>
            </a:gs>
          </a:gsLst>
          <a:lin ang="950000" scaled="1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40000"/>
              </a:srgbClr>
            </a:outerShdw>
          </a:effectLst>
        </a:effectStyle>
        <a:effectStyle>
          <a:effectLst>
            <a:outerShdw blurRad="50800" dist="43000" dir="5400000" rotWithShape="0">
              <a:srgbClr val="000000">
                <a:alpha val="40000"/>
              </a:srgbClr>
            </a:outerShdw>
          </a:effectLst>
          <a:scene3d>
            <a:camera prst="orthographicFront" fov="0">
              <a:rot lat="0" lon="0" rev="0"/>
            </a:camera>
            <a:lightRig rig="balanced" dir="t">
              <a:rot lat="0" lon="0" rev="0"/>
            </a:lightRig>
          </a:scene3d>
          <a:sp3d prstMaterial="matte">
            <a:bevelT w="0" h="0"/>
            <a:contourClr>
              <a:schemeClr val="phClr">
                <a:tint val="100000"/>
                <a:shade val="100000"/>
                <a:hueMod val="100000"/>
                <a:satMod val="100000"/>
              </a:schemeClr>
            </a:contourClr>
          </a:sp3d>
        </a:effectStyle>
        <a:effectStyle>
          <a:effectLst>
            <a:outerShdw blurRad="50800" dist="25400" dir="5400000" rotWithShape="0">
              <a:srgbClr val="000000">
                <a:alpha val="50000"/>
              </a:srgbClr>
            </a:outerShdw>
          </a:effectLst>
          <a:scene3d>
            <a:camera prst="orthographicFront" fov="0">
              <a:rot lat="0" lon="0" rev="0"/>
            </a:camera>
            <a:lightRig rig="soft" dir="t">
              <a:rot lat="0" lon="0" rev="2700000"/>
            </a:lightRig>
          </a:scene3d>
          <a:sp3d prstMaterial="matte">
            <a:bevelT w="50800" h="50800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60000"/>
                <a:satMod val="300000"/>
              </a:schemeClr>
            </a:gs>
            <a:gs pos="30000">
              <a:schemeClr val="phClr">
                <a:shade val="80000"/>
                <a:satMod val="230000"/>
              </a:schemeClr>
            </a:gs>
            <a:gs pos="100000">
              <a:schemeClr val="phClr">
                <a:tint val="97000"/>
                <a:satMod val="220000"/>
              </a:schemeClr>
            </a:gs>
          </a:gsLst>
          <a:lin ang="16200000" scaled="1"/>
        </a:gradFill>
        <a:blipFill>
          <a:blip xmlns:r="http://schemas.openxmlformats.org/officeDocument/2006/relationships" r:embed="rId1">
            <a:duotone>
              <a:schemeClr val="phClr">
                <a:shade val="6000"/>
                <a:satMod val="120000"/>
              </a:schemeClr>
              <a:schemeClr val="phClr">
                <a:tint val="90000"/>
              </a:schemeClr>
            </a:duotone>
          </a:blip>
          <a:tile tx="0" ty="0" sx="35000" sy="40000" flip="x" algn="tl"/>
        </a:blipFill>
      </a:bgFillStyleLst>
    </a:fmtScheme>
  </a:themeElements>
  <a:objectDefaults>
    <a:spDef>
      <a:spPr/>
      <a:bodyPr rtlCol="0" anchor="ctr"/>
      <a:lstStyle>
        <a:defPPr algn="ctr">
          <a:defRPr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Override1.xml><?xml version="1.0" encoding="utf-8"?>
<a:themeOverride xmlns:a="http://schemas.openxmlformats.org/drawingml/2006/main">
  <a:clrScheme name="Origin">
    <a:dk1>
      <a:sysClr val="windowText" lastClr="000000"/>
    </a:dk1>
    <a:lt1>
      <a:sysClr val="window" lastClr="FFFFFF"/>
    </a:lt1>
    <a:dk2>
      <a:srgbClr val="464653"/>
    </a:dk2>
    <a:lt2>
      <a:srgbClr val="DDE9EC"/>
    </a:lt2>
    <a:accent1>
      <a:srgbClr val="727CA3"/>
    </a:accent1>
    <a:accent2>
      <a:srgbClr val="9FB8CD"/>
    </a:accent2>
    <a:accent3>
      <a:srgbClr val="D2DA7A"/>
    </a:accent3>
    <a:accent4>
      <a:srgbClr val="FADA7A"/>
    </a:accent4>
    <a:accent5>
      <a:srgbClr val="B88472"/>
    </a:accent5>
    <a:accent6>
      <a:srgbClr val="8E736A"/>
    </a:accent6>
    <a:hlink>
      <a:srgbClr val="B292CA"/>
    </a:hlink>
    <a:folHlink>
      <a:srgbClr val="6B5680"/>
    </a:folHlink>
  </a:clrScheme>
</a:themeOverride>
</file>

<file path=ppt/theme/themeOverride2.xml><?xml version="1.0" encoding="utf-8"?>
<a:themeOverride xmlns:a="http://schemas.openxmlformats.org/drawingml/2006/main">
  <a:clrScheme name="Origin">
    <a:dk1>
      <a:sysClr val="windowText" lastClr="000000"/>
    </a:dk1>
    <a:lt1>
      <a:sysClr val="window" lastClr="FFFFFF"/>
    </a:lt1>
    <a:dk2>
      <a:srgbClr val="464653"/>
    </a:dk2>
    <a:lt2>
      <a:srgbClr val="DDE9EC"/>
    </a:lt2>
    <a:accent1>
      <a:srgbClr val="727CA3"/>
    </a:accent1>
    <a:accent2>
      <a:srgbClr val="9FB8CD"/>
    </a:accent2>
    <a:accent3>
      <a:srgbClr val="D2DA7A"/>
    </a:accent3>
    <a:accent4>
      <a:srgbClr val="FADA7A"/>
    </a:accent4>
    <a:accent5>
      <a:srgbClr val="B88472"/>
    </a:accent5>
    <a:accent6>
      <a:srgbClr val="8E736A"/>
    </a:accent6>
    <a:hlink>
      <a:srgbClr val="B292CA"/>
    </a:hlink>
    <a:folHlink>
      <a:srgbClr val="6B5680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>X:\27b07\notes\noteTemplate04.pot</Template>
  <TotalTime>6614</TotalTime>
  <Words>1716</Words>
  <Application>Microsoft Office PowerPoint</Application>
  <PresentationFormat>On-screen Show (4:3)</PresentationFormat>
  <Paragraphs>502</Paragraphs>
  <Slides>33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33</vt:i4>
      </vt:variant>
    </vt:vector>
  </HeadingPairs>
  <TitlesOfParts>
    <vt:vector size="45" baseType="lpstr">
      <vt:lpstr>Arial</vt:lpstr>
      <vt:lpstr>Arial Unicode MS</vt:lpstr>
      <vt:lpstr>Bookman Old Style</vt:lpstr>
      <vt:lpstr>Calibri</vt:lpstr>
      <vt:lpstr>Courier New</vt:lpstr>
      <vt:lpstr>Gill Sans MT</vt:lpstr>
      <vt:lpstr>Times</vt:lpstr>
      <vt:lpstr>Times New Roman</vt:lpstr>
      <vt:lpstr>Wingdings</vt:lpstr>
      <vt:lpstr>Wingdings 3</vt:lpstr>
      <vt:lpstr>noteTemplate04</vt:lpstr>
      <vt:lpstr>Origin</vt:lpstr>
      <vt:lpstr>Queue Implementation Issues</vt:lpstr>
      <vt:lpstr>Linked Implementation of a Queue</vt:lpstr>
      <vt:lpstr>PowerPoint Presentation</vt:lpstr>
      <vt:lpstr>Linked List Queue</vt:lpstr>
      <vt:lpstr>Queue After Adding Green Element</vt:lpstr>
      <vt:lpstr>Linked List Queue</vt:lpstr>
      <vt:lpstr>Queue After a dequeue Operation</vt:lpstr>
      <vt:lpstr>Java Implementation</vt:lpstr>
      <vt:lpstr>PowerPoint Presentation</vt:lpstr>
      <vt:lpstr>PowerPoint Presentation</vt:lpstr>
      <vt:lpstr>PowerPoint Presentation</vt:lpstr>
      <vt:lpstr>Array Implementation of  a Queue</vt:lpstr>
      <vt:lpstr>An Array Implementation of a Queue</vt:lpstr>
      <vt:lpstr>Queue After Adding a Green Element</vt:lpstr>
      <vt:lpstr>Queue After Removing an Element</vt:lpstr>
      <vt:lpstr>PowerPoint Presentation</vt:lpstr>
      <vt:lpstr>PowerPoint Presentation</vt:lpstr>
      <vt:lpstr>PowerPoint Presentation</vt:lpstr>
      <vt:lpstr>PowerPoint Presentation</vt:lpstr>
      <vt:lpstr>Conceptual Example of a Circular Queue</vt:lpstr>
      <vt:lpstr>Circular Array Implementation of a Queue</vt:lpstr>
      <vt:lpstr>A Queue Straddling the End of a Circular Array</vt:lpstr>
      <vt:lpstr>Circular Queue Drawn Linearly</vt:lpstr>
      <vt:lpstr>Enquing an item</vt:lpstr>
      <vt:lpstr>Example: array of length 4 What  happens? </vt:lpstr>
      <vt:lpstr>Circular Array Queue</vt:lpstr>
      <vt:lpstr>Add another item! Need to expand capacity…</vt:lpstr>
      <vt:lpstr>PowerPoint Presentation</vt:lpstr>
      <vt:lpstr>PowerPoint Presentation</vt:lpstr>
      <vt:lpstr>PowerPoint Presentation</vt:lpstr>
      <vt:lpstr>Circular Array Queue</vt:lpstr>
      <vt:lpstr>PowerPoint Presentation</vt:lpstr>
      <vt:lpstr>Circular Array vs. Linked List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solis</dc:creator>
  <cp:lastModifiedBy>Weldon Jasik</cp:lastModifiedBy>
  <cp:revision>120</cp:revision>
  <dcterms:created xsi:type="dcterms:W3CDTF">1601-01-01T00:00:00Z</dcterms:created>
  <dcterms:modified xsi:type="dcterms:W3CDTF">2024-12-05T17:22:59Z</dcterms:modified>
</cp:coreProperties>
</file>