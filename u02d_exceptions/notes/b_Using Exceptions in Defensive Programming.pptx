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slideLayouts/slideLayout28.xml" ContentType="application/vnd.openxmlformats-officedocument.presentationml.slideLayout+xml"/>
  <Override PartName="/ppt/theme/theme8.xml" ContentType="application/vnd.openxmlformats-officedocument.theme+xml"/>
  <Override PartName="/ppt/slideLayouts/slideLayout2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94" r:id="rId2"/>
    <p:sldMasterId id="2147483806" r:id="rId3"/>
    <p:sldMasterId id="2147483808" r:id="rId4"/>
    <p:sldMasterId id="2147483810" r:id="rId5"/>
    <p:sldMasterId id="2147483812" r:id="rId6"/>
    <p:sldMasterId id="2147483814" r:id="rId7"/>
    <p:sldMasterId id="2147483816" r:id="rId8"/>
    <p:sldMasterId id="2147483818" r:id="rId9"/>
  </p:sldMasterIdLst>
  <p:notesMasterIdLst>
    <p:notesMasterId r:id="rId29"/>
  </p:notesMasterIdLst>
  <p:handoutMasterIdLst>
    <p:handoutMasterId r:id="rId30"/>
  </p:handoutMasterIdLst>
  <p:sldIdLst>
    <p:sldId id="661" r:id="rId10"/>
    <p:sldId id="662" r:id="rId11"/>
    <p:sldId id="663" r:id="rId12"/>
    <p:sldId id="664" r:id="rId13"/>
    <p:sldId id="433" r:id="rId14"/>
    <p:sldId id="434" r:id="rId15"/>
    <p:sldId id="435" r:id="rId16"/>
    <p:sldId id="621" r:id="rId17"/>
    <p:sldId id="633" r:id="rId18"/>
    <p:sldId id="635" r:id="rId19"/>
    <p:sldId id="640" r:id="rId20"/>
    <p:sldId id="647" r:id="rId21"/>
    <p:sldId id="641" r:id="rId22"/>
    <p:sldId id="642" r:id="rId23"/>
    <p:sldId id="643" r:id="rId24"/>
    <p:sldId id="644" r:id="rId25"/>
    <p:sldId id="645" r:id="rId26"/>
    <p:sldId id="646" r:id="rId27"/>
    <p:sldId id="665" r:id="rId28"/>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5pPr>
    <a:lvl6pPr marL="2286000" algn="l" defTabSz="914400" rtl="0" eaLnBrk="1" latinLnBrk="0" hangingPunct="1">
      <a:defRPr sz="2400" b="1" kern="1200">
        <a:solidFill>
          <a:schemeClr val="tx1"/>
        </a:solidFill>
        <a:latin typeface="Arial" panose="020B0604020202020204" pitchFamily="34" charset="0"/>
        <a:ea typeface="+mn-ea"/>
        <a:cs typeface="+mn-cs"/>
      </a:defRPr>
    </a:lvl6pPr>
    <a:lvl7pPr marL="2743200" algn="l" defTabSz="914400" rtl="0" eaLnBrk="1" latinLnBrk="0" hangingPunct="1">
      <a:defRPr sz="2400" b="1" kern="1200">
        <a:solidFill>
          <a:schemeClr val="tx1"/>
        </a:solidFill>
        <a:latin typeface="Arial" panose="020B0604020202020204" pitchFamily="34" charset="0"/>
        <a:ea typeface="+mn-ea"/>
        <a:cs typeface="+mn-cs"/>
      </a:defRPr>
    </a:lvl7pPr>
    <a:lvl8pPr marL="3200400" algn="l" defTabSz="914400" rtl="0" eaLnBrk="1" latinLnBrk="0" hangingPunct="1">
      <a:defRPr sz="2400" b="1" kern="1200">
        <a:solidFill>
          <a:schemeClr val="tx1"/>
        </a:solidFill>
        <a:latin typeface="Arial" panose="020B0604020202020204" pitchFamily="34" charset="0"/>
        <a:ea typeface="+mn-ea"/>
        <a:cs typeface="+mn-cs"/>
      </a:defRPr>
    </a:lvl8pPr>
    <a:lvl9pPr marL="3657600" algn="l" defTabSz="914400" rtl="0" eaLnBrk="1" latinLnBrk="0" hangingPunct="1">
      <a:defRPr sz="2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6600"/>
    <a:srgbClr val="F2F2F2"/>
    <a:srgbClr val="006666"/>
    <a:srgbClr val="00CC99"/>
    <a:srgbClr val="0066FF"/>
    <a:srgbClr val="FF0000"/>
    <a:srgbClr val="FFFF00"/>
    <a:srgbClr val="33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235" autoAdjust="0"/>
    <p:restoredTop sz="90327" autoAdjust="0"/>
  </p:normalViewPr>
  <p:slideViewPr>
    <p:cSldViewPr>
      <p:cViewPr varScale="1">
        <p:scale>
          <a:sx n="46" d="100"/>
          <a:sy n="46" d="100"/>
        </p:scale>
        <p:origin x="38" y="6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0" d="100"/>
          <a:sy n="80" d="100"/>
        </p:scale>
        <p:origin x="-205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slideMaster" Target="slideMasters/slideMaster3.xml"/><Relationship Id="rId21" Type="http://schemas.openxmlformats.org/officeDocument/2006/relationships/slide" Target="slides/slide12.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handoutMaster" Target="handoutMasters/handoutMaster1.xml"/><Relationship Id="rId8" Type="http://schemas.openxmlformats.org/officeDocument/2006/relationships/slideMaster" Target="slideMasters/slideMaster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473CF79-BB27-4E82-957A-B198CC0BAB35}"/>
              </a:ext>
            </a:extLst>
          </p:cNvPr>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63491" name="Rectangle 3">
            <a:extLst>
              <a:ext uri="{FF2B5EF4-FFF2-40B4-BE49-F238E27FC236}">
                <a16:creationId xmlns:a16="http://schemas.microsoft.com/office/drawing/2014/main" id="{EE008C48-E1E5-4FFE-B162-665A17541736}"/>
              </a:ext>
            </a:extLst>
          </p:cNvPr>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63492" name="Rectangle 4">
            <a:extLst>
              <a:ext uri="{FF2B5EF4-FFF2-40B4-BE49-F238E27FC236}">
                <a16:creationId xmlns:a16="http://schemas.microsoft.com/office/drawing/2014/main" id="{0324BE96-8E67-415F-A668-012F347CBC76}"/>
              </a:ext>
            </a:extLst>
          </p:cNvPr>
          <p:cNvSpPr>
            <a:spLocks noGrp="1" noChangeArrowheads="1"/>
          </p:cNvSpPr>
          <p:nvPr>
            <p:ph type="ftr" sz="quarter" idx="2"/>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63493" name="Rectangle 5">
            <a:extLst>
              <a:ext uri="{FF2B5EF4-FFF2-40B4-BE49-F238E27FC236}">
                <a16:creationId xmlns:a16="http://schemas.microsoft.com/office/drawing/2014/main" id="{5909AE81-4875-44D3-BDE0-11C4AF6FC370}"/>
              </a:ext>
            </a:extLst>
          </p:cNvPr>
          <p:cNvSpPr>
            <a:spLocks noGrp="1" noChangeArrowheads="1"/>
          </p:cNvSpPr>
          <p:nvPr>
            <p:ph type="sldNum" sz="quarter" idx="3"/>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vl1pPr>
          </a:lstStyle>
          <a:p>
            <a:fld id="{F1E97F81-E293-4B35-BB31-8A3320B158C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5479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223813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240059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38652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188245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147365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814595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13F6C81E-7993-D228-E5C3-EAE6A0A9AE0A}"/>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B2E3854-F04B-4A5E-882A-84F3C9A85562}"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11</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7523" name="Rectangle 2">
            <a:extLst>
              <a:ext uri="{FF2B5EF4-FFF2-40B4-BE49-F238E27FC236}">
                <a16:creationId xmlns:a16="http://schemas.microsoft.com/office/drawing/2014/main" id="{DF952123-AED2-07B2-8058-49597E5B2685}"/>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A04531B2-630E-F819-2C03-20ECEEA706A4}"/>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E85A9EC2-53CE-32DE-9CA0-6D6FB8BE2F74}"/>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77E9616C-EF31-458E-83CD-C4F8ADB9455E}"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12</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8547" name="Rectangle 2">
            <a:extLst>
              <a:ext uri="{FF2B5EF4-FFF2-40B4-BE49-F238E27FC236}">
                <a16:creationId xmlns:a16="http://schemas.microsoft.com/office/drawing/2014/main" id="{4271B42B-1A4C-A95E-7E08-BF839A1D5919}"/>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A7C3763B-1FD0-1B8F-0302-9F65C60F753D}"/>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2FCE0442-826A-E41A-1FBF-837FCA4E31F6}"/>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173F660C-55C8-474B-B50F-160913B43A0E}"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13</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9571" name="Rectangle 2">
            <a:extLst>
              <a:ext uri="{FF2B5EF4-FFF2-40B4-BE49-F238E27FC236}">
                <a16:creationId xmlns:a16="http://schemas.microsoft.com/office/drawing/2014/main" id="{813D4AA5-224E-6C32-2A9D-FDEB927B7CFE}"/>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4CF6F08E-BFB8-D3A8-7296-426DAC715AF5}"/>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26BFBDA6-D2AA-8A82-33E8-E777D9061397}"/>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0228CDE1-DFAD-4EF8-9E71-6FA14055511F}"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14</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0595" name="Rectangle 2">
            <a:extLst>
              <a:ext uri="{FF2B5EF4-FFF2-40B4-BE49-F238E27FC236}">
                <a16:creationId xmlns:a16="http://schemas.microsoft.com/office/drawing/2014/main" id="{4814BB9F-45A0-3AF4-2BBE-E870D87D43E5}"/>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DE3F62E-805F-D15F-6364-2F3A92104A2D}"/>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FFBF58A6-06AD-C93F-A0A4-7CC3C6D1412D}"/>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86C67799-B2C0-4A9F-902D-6EE95D6B9568}"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15</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1619" name="Rectangle 2">
            <a:extLst>
              <a:ext uri="{FF2B5EF4-FFF2-40B4-BE49-F238E27FC236}">
                <a16:creationId xmlns:a16="http://schemas.microsoft.com/office/drawing/2014/main" id="{60BD4E34-D28B-0B83-6FB5-E9CA01B3F167}"/>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52FA74D1-C9EE-23B3-54AA-02F9DC5FF0FA}"/>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7EA8D2B6-26E7-27E1-F0AC-CFAED024E9A0}"/>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EC03CCA6-5989-4C62-BA51-19589CA2BC85}"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16</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2643" name="Rectangle 2">
            <a:extLst>
              <a:ext uri="{FF2B5EF4-FFF2-40B4-BE49-F238E27FC236}">
                <a16:creationId xmlns:a16="http://schemas.microsoft.com/office/drawing/2014/main" id="{9FF60B3A-E68B-F804-8919-27236E6E895D}"/>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935EC1E1-5682-95B5-3F97-BB87CA141364}"/>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91D0E5D9-B7BB-591C-2B69-A069F2C4991A}"/>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3AAF07CE-2EA2-46C0-B732-E6E8C038F688}"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17</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3667" name="Rectangle 2">
            <a:extLst>
              <a:ext uri="{FF2B5EF4-FFF2-40B4-BE49-F238E27FC236}">
                <a16:creationId xmlns:a16="http://schemas.microsoft.com/office/drawing/2014/main" id="{AFB63DA3-49EA-A88F-0E65-5EB161731802}"/>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3287D4C2-0017-3F3E-94B6-8406E51C4935}"/>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E8232C0D-6415-96C6-09E6-A08DE9546370}"/>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B2135098-412D-4824-B6F5-0327827ABAD2}"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18</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4691" name="Rectangle 2">
            <a:extLst>
              <a:ext uri="{FF2B5EF4-FFF2-40B4-BE49-F238E27FC236}">
                <a16:creationId xmlns:a16="http://schemas.microsoft.com/office/drawing/2014/main" id="{9282F0C5-E21C-0C3E-438F-D5BFDBA3E068}"/>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E8DEE0DA-AA6F-0C0A-AE74-CC01E4BC7F25}"/>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35FA22D8-7354-4816-864E-EE081205CFC1}"/>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59FED4A-1DD3-4194-A0AE-42D9069E6678}"/>
              </a:ext>
            </a:extLst>
          </p:cNvPr>
          <p:cNvSpPr>
            <a:spLocks noGrp="1"/>
          </p:cNvSpPr>
          <p:nvPr>
            <p:ph type="sldNum" sz="quarter" idx="11"/>
          </p:nvPr>
        </p:nvSpPr>
        <p:spPr/>
        <p:txBody>
          <a:bodyPr/>
          <a:lstStyle>
            <a:lvl1pPr>
              <a:defRPr/>
            </a:lvl1pPr>
          </a:lstStyle>
          <a:p>
            <a:fld id="{458F19C1-AC8C-4448-AE30-D40CB951689E}" type="slidenum">
              <a:rPr lang="en-US" altLang="en-US"/>
              <a:pPr/>
              <a:t>‹#›</a:t>
            </a:fld>
            <a:endParaRPr lang="en-US" altLang="en-US"/>
          </a:p>
        </p:txBody>
      </p:sp>
      <p:sp>
        <p:nvSpPr>
          <p:cNvPr id="6" name="Footer Placeholder 5">
            <a:extLst>
              <a:ext uri="{FF2B5EF4-FFF2-40B4-BE49-F238E27FC236}">
                <a16:creationId xmlns:a16="http://schemas.microsoft.com/office/drawing/2014/main" id="{845BB53A-367D-41BA-8EF6-643310AFFB12}"/>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69948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B6097-BF5D-4B97-A8BC-F62702A8DA36}"/>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B9C20178-6E2C-4E7F-931B-5A389A23F8B0}"/>
              </a:ext>
            </a:extLst>
          </p:cNvPr>
          <p:cNvSpPr>
            <a:spLocks noGrp="1"/>
          </p:cNvSpPr>
          <p:nvPr>
            <p:ph type="sldNum" sz="quarter" idx="11"/>
          </p:nvPr>
        </p:nvSpPr>
        <p:spPr/>
        <p:txBody>
          <a:bodyPr/>
          <a:lstStyle>
            <a:lvl1pPr>
              <a:defRPr/>
            </a:lvl1pPr>
          </a:lstStyle>
          <a:p>
            <a:fld id="{02036799-4555-4C6C-80A3-5E57D8EE9451}" type="slidenum">
              <a:rPr lang="en-US" altLang="en-US"/>
              <a:pPr/>
              <a:t>‹#›</a:t>
            </a:fld>
            <a:endParaRPr lang="en-US" altLang="en-US"/>
          </a:p>
        </p:txBody>
      </p:sp>
      <p:sp>
        <p:nvSpPr>
          <p:cNvPr id="6" name="Footer Placeholder 5">
            <a:extLst>
              <a:ext uri="{FF2B5EF4-FFF2-40B4-BE49-F238E27FC236}">
                <a16:creationId xmlns:a16="http://schemas.microsoft.com/office/drawing/2014/main" id="{FBA68839-8342-4ED3-87AA-73D5153F073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35106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ACCD7C7C-6674-46CB-A17B-716CFD213A55}"/>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A01B958E-87D1-48FE-AC38-ECDD2AF2E489}"/>
              </a:ext>
            </a:extLst>
          </p:cNvPr>
          <p:cNvSpPr>
            <a:spLocks noGrp="1"/>
          </p:cNvSpPr>
          <p:nvPr>
            <p:ph type="sldNum" sz="quarter" idx="11"/>
          </p:nvPr>
        </p:nvSpPr>
        <p:spPr/>
        <p:txBody>
          <a:bodyPr/>
          <a:lstStyle>
            <a:lvl1pPr>
              <a:defRPr/>
            </a:lvl1pPr>
          </a:lstStyle>
          <a:p>
            <a:fld id="{5BB0B58F-5A69-41C6-A88A-E0C151F0FCE3}" type="slidenum">
              <a:rPr lang="en-US" altLang="en-US"/>
              <a:pPr/>
              <a:t>‹#›</a:t>
            </a:fld>
            <a:endParaRPr lang="en-US" altLang="en-US"/>
          </a:p>
        </p:txBody>
      </p:sp>
      <p:sp>
        <p:nvSpPr>
          <p:cNvPr id="6" name="Footer Placeholder 5">
            <a:extLst>
              <a:ext uri="{FF2B5EF4-FFF2-40B4-BE49-F238E27FC236}">
                <a16:creationId xmlns:a16="http://schemas.microsoft.com/office/drawing/2014/main" id="{DA321155-143C-46B0-8878-41EB33194999}"/>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38079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900EE6-15C0-4897-9088-6BC4780B3A0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6C78B44-AD11-4DD5-ACDA-9975033CA1DD}"/>
              </a:ext>
            </a:extLst>
          </p:cNvPr>
          <p:cNvSpPr>
            <a:spLocks noGrp="1"/>
          </p:cNvSpPr>
          <p:nvPr>
            <p:ph type="sldNum" sz="quarter" idx="11"/>
          </p:nvPr>
        </p:nvSpPr>
        <p:spPr/>
        <p:txBody>
          <a:bodyPr/>
          <a:lstStyle>
            <a:lvl1pPr>
              <a:defRPr/>
            </a:lvl1pPr>
          </a:lstStyle>
          <a:p>
            <a:fld id="{E4185C97-BA49-4E5C-B40B-1633CA2612FF}" type="slidenum">
              <a:rPr lang="en-US" altLang="en-US"/>
              <a:pPr/>
              <a:t>‹#›</a:t>
            </a:fld>
            <a:endParaRPr lang="en-US" altLang="en-US"/>
          </a:p>
        </p:txBody>
      </p:sp>
      <p:sp>
        <p:nvSpPr>
          <p:cNvPr id="7" name="Footer Placeholder 6">
            <a:extLst>
              <a:ext uri="{FF2B5EF4-FFF2-40B4-BE49-F238E27FC236}">
                <a16:creationId xmlns:a16="http://schemas.microsoft.com/office/drawing/2014/main" id="{AC0CE763-9F64-41A8-851B-028E81C34F1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9091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9DF4FF-ED35-4292-AA22-0EB8A611955E}"/>
              </a:ext>
            </a:extLst>
          </p:cNvPr>
          <p:cNvSpPr>
            <a:spLocks noGrp="1"/>
          </p:cNvSpPr>
          <p:nvPr>
            <p:ph type="dt" sz="half" idx="10"/>
          </p:nvPr>
        </p:nvSpPr>
        <p:spPr/>
        <p:txBody>
          <a:bodyPr/>
          <a:lstStyle>
            <a:lvl1pPr>
              <a:defRPr/>
            </a:lvl1pPr>
          </a:lstStyle>
          <a:p>
            <a:pPr>
              <a:defRPr/>
            </a:pPr>
            <a:endParaRPr lang="en-US"/>
          </a:p>
        </p:txBody>
      </p:sp>
      <p:sp>
        <p:nvSpPr>
          <p:cNvPr id="8" name="Slide Number Placeholder 7">
            <a:extLst>
              <a:ext uri="{FF2B5EF4-FFF2-40B4-BE49-F238E27FC236}">
                <a16:creationId xmlns:a16="http://schemas.microsoft.com/office/drawing/2014/main" id="{086F33BE-CF5A-466F-8292-F743A0E41490}"/>
              </a:ext>
            </a:extLst>
          </p:cNvPr>
          <p:cNvSpPr>
            <a:spLocks noGrp="1"/>
          </p:cNvSpPr>
          <p:nvPr>
            <p:ph type="sldNum" sz="quarter" idx="11"/>
          </p:nvPr>
        </p:nvSpPr>
        <p:spPr/>
        <p:txBody>
          <a:bodyPr/>
          <a:lstStyle>
            <a:lvl1pPr>
              <a:defRPr/>
            </a:lvl1pPr>
          </a:lstStyle>
          <a:p>
            <a:fld id="{DFE120A1-226A-4DA8-A099-B35C4FD9AF35}" type="slidenum">
              <a:rPr lang="en-US" altLang="en-US"/>
              <a:pPr/>
              <a:t>‹#›</a:t>
            </a:fld>
            <a:endParaRPr lang="en-US" altLang="en-US"/>
          </a:p>
        </p:txBody>
      </p:sp>
      <p:sp>
        <p:nvSpPr>
          <p:cNvPr id="9" name="Footer Placeholder 8">
            <a:extLst>
              <a:ext uri="{FF2B5EF4-FFF2-40B4-BE49-F238E27FC236}">
                <a16:creationId xmlns:a16="http://schemas.microsoft.com/office/drawing/2014/main" id="{3690BE65-A35C-42C8-A29E-0E531A919E0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381805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61FEDE-04AA-48E1-860F-1D02A3AE85EF}"/>
              </a:ext>
            </a:extLst>
          </p:cNvPr>
          <p:cNvSpPr>
            <a:spLocks noGrp="1"/>
          </p:cNvSpPr>
          <p:nvPr>
            <p:ph type="dt" sz="half" idx="10"/>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1EAC32E8-6544-4A1B-8048-B4CDB923D79C}"/>
              </a:ext>
            </a:extLst>
          </p:cNvPr>
          <p:cNvSpPr>
            <a:spLocks noGrp="1"/>
          </p:cNvSpPr>
          <p:nvPr>
            <p:ph type="sldNum" sz="quarter" idx="11"/>
          </p:nvPr>
        </p:nvSpPr>
        <p:spPr/>
        <p:txBody>
          <a:bodyPr/>
          <a:lstStyle>
            <a:lvl1pPr>
              <a:defRPr/>
            </a:lvl1pPr>
          </a:lstStyle>
          <a:p>
            <a:fld id="{39F426E0-A0CD-4FC4-850D-F6EAD2BEFFE6}" type="slidenum">
              <a:rPr lang="en-US" altLang="en-US"/>
              <a:pPr/>
              <a:t>‹#›</a:t>
            </a:fld>
            <a:endParaRPr lang="en-US" altLang="en-US"/>
          </a:p>
        </p:txBody>
      </p:sp>
      <p:sp>
        <p:nvSpPr>
          <p:cNvPr id="5" name="Footer Placeholder 4">
            <a:extLst>
              <a:ext uri="{FF2B5EF4-FFF2-40B4-BE49-F238E27FC236}">
                <a16:creationId xmlns:a16="http://schemas.microsoft.com/office/drawing/2014/main" id="{82BB59B9-C89C-44DB-8ADC-1280E7D8FD0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42987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7EADC2-6FE4-4C68-81E6-FFB545308F59}"/>
              </a:ext>
            </a:extLst>
          </p:cNvPr>
          <p:cNvSpPr>
            <a:spLocks noGrp="1"/>
          </p:cNvSpPr>
          <p:nvPr>
            <p:ph type="dt" sz="half" idx="10"/>
          </p:nvPr>
        </p:nvSpPr>
        <p:spPr/>
        <p:txBody>
          <a:bodyPr/>
          <a:lstStyle>
            <a:lvl1pPr>
              <a:defRPr/>
            </a:lvl1pPr>
          </a:lstStyle>
          <a:p>
            <a:pPr>
              <a:defRPr/>
            </a:pPr>
            <a:endParaRPr lang="en-US"/>
          </a:p>
        </p:txBody>
      </p:sp>
      <p:sp>
        <p:nvSpPr>
          <p:cNvPr id="3" name="Slide Number Placeholder 2">
            <a:extLst>
              <a:ext uri="{FF2B5EF4-FFF2-40B4-BE49-F238E27FC236}">
                <a16:creationId xmlns:a16="http://schemas.microsoft.com/office/drawing/2014/main" id="{98A3C9E9-7A8E-40DB-B17E-390B0CF8F00E}"/>
              </a:ext>
            </a:extLst>
          </p:cNvPr>
          <p:cNvSpPr>
            <a:spLocks noGrp="1"/>
          </p:cNvSpPr>
          <p:nvPr>
            <p:ph type="sldNum" sz="quarter" idx="11"/>
          </p:nvPr>
        </p:nvSpPr>
        <p:spPr/>
        <p:txBody>
          <a:bodyPr/>
          <a:lstStyle>
            <a:lvl1pPr>
              <a:defRPr/>
            </a:lvl1pPr>
          </a:lstStyle>
          <a:p>
            <a:fld id="{96A23195-76A1-4E41-B078-410DC29B2889}" type="slidenum">
              <a:rPr lang="en-US" altLang="en-US"/>
              <a:pPr/>
              <a:t>‹#›</a:t>
            </a:fld>
            <a:endParaRPr lang="en-US" altLang="en-US"/>
          </a:p>
        </p:txBody>
      </p:sp>
      <p:sp>
        <p:nvSpPr>
          <p:cNvPr id="4" name="Footer Placeholder 3">
            <a:extLst>
              <a:ext uri="{FF2B5EF4-FFF2-40B4-BE49-F238E27FC236}">
                <a16:creationId xmlns:a16="http://schemas.microsoft.com/office/drawing/2014/main" id="{0E540015-B0F2-44A6-9EAC-F855964659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70298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122B116C-5EC4-4D6D-B6DD-6F470AC22A1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03F6358-770D-4C16-8723-DAE00AA11EBC}"/>
              </a:ext>
            </a:extLst>
          </p:cNvPr>
          <p:cNvSpPr>
            <a:spLocks noGrp="1"/>
          </p:cNvSpPr>
          <p:nvPr>
            <p:ph type="sldNum" sz="quarter" idx="11"/>
          </p:nvPr>
        </p:nvSpPr>
        <p:spPr/>
        <p:txBody>
          <a:bodyPr/>
          <a:lstStyle>
            <a:lvl1pPr>
              <a:defRPr/>
            </a:lvl1pPr>
          </a:lstStyle>
          <a:p>
            <a:fld id="{39AAA51B-5F86-497F-84F7-5D66EE6472F0}" type="slidenum">
              <a:rPr lang="en-US" altLang="en-US"/>
              <a:pPr/>
              <a:t>‹#›</a:t>
            </a:fld>
            <a:endParaRPr lang="en-US" altLang="en-US"/>
          </a:p>
        </p:txBody>
      </p:sp>
      <p:sp>
        <p:nvSpPr>
          <p:cNvPr id="7" name="Footer Placeholder 6">
            <a:extLst>
              <a:ext uri="{FF2B5EF4-FFF2-40B4-BE49-F238E27FC236}">
                <a16:creationId xmlns:a16="http://schemas.microsoft.com/office/drawing/2014/main" id="{71A40A8A-3A24-4C26-A3A0-AEF01390E64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842727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33D4760-53A2-4465-8F9B-74274D5E3B68}"/>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CCA321-B86C-4A8F-B666-8EBDF56E3DC1}"/>
              </a:ext>
            </a:extLst>
          </p:cNvPr>
          <p:cNvSpPr>
            <a:spLocks noGrp="1"/>
          </p:cNvSpPr>
          <p:nvPr>
            <p:ph type="sldNum" sz="quarter" idx="11"/>
          </p:nvPr>
        </p:nvSpPr>
        <p:spPr/>
        <p:txBody>
          <a:bodyPr/>
          <a:lstStyle>
            <a:lvl1pPr>
              <a:defRPr/>
            </a:lvl1pPr>
          </a:lstStyle>
          <a:p>
            <a:fld id="{5FFE1A67-640C-4713-9160-0816BC503E12}" type="slidenum">
              <a:rPr lang="en-US" altLang="en-US"/>
              <a:pPr/>
              <a:t>‹#›</a:t>
            </a:fld>
            <a:endParaRPr lang="en-US" altLang="en-US"/>
          </a:p>
        </p:txBody>
      </p:sp>
      <p:sp>
        <p:nvSpPr>
          <p:cNvPr id="7" name="Footer Placeholder 6">
            <a:extLst>
              <a:ext uri="{FF2B5EF4-FFF2-40B4-BE49-F238E27FC236}">
                <a16:creationId xmlns:a16="http://schemas.microsoft.com/office/drawing/2014/main" id="{A59EC66F-2A92-4446-B5EE-CB1FF0E013F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56852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22CA8-60CB-43B1-99F2-D1D30C1DEF7A}"/>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E017BDF-5949-45C3-9520-7F6C5CF2306F}"/>
              </a:ext>
            </a:extLst>
          </p:cNvPr>
          <p:cNvSpPr>
            <a:spLocks noGrp="1"/>
          </p:cNvSpPr>
          <p:nvPr>
            <p:ph type="sldNum" sz="quarter" idx="11"/>
          </p:nvPr>
        </p:nvSpPr>
        <p:spPr/>
        <p:txBody>
          <a:bodyPr/>
          <a:lstStyle>
            <a:lvl1pPr>
              <a:defRPr/>
            </a:lvl1pPr>
          </a:lstStyle>
          <a:p>
            <a:fld id="{326A3EF1-9EC9-453A-8B03-CC0DD58C4F90}" type="slidenum">
              <a:rPr lang="en-US" altLang="en-US"/>
              <a:pPr/>
              <a:t>‹#›</a:t>
            </a:fld>
            <a:endParaRPr lang="en-US" altLang="en-US"/>
          </a:p>
        </p:txBody>
      </p:sp>
      <p:sp>
        <p:nvSpPr>
          <p:cNvPr id="6" name="Footer Placeholder 5">
            <a:extLst>
              <a:ext uri="{FF2B5EF4-FFF2-40B4-BE49-F238E27FC236}">
                <a16:creationId xmlns:a16="http://schemas.microsoft.com/office/drawing/2014/main" id="{E361303A-1381-4CDE-BBE4-740231AF66C4}"/>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88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27D00-DD7F-4139-9259-8FC2DF9AD60F}"/>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0E07E00-2465-4A56-A274-45CE2E5B5DD5}"/>
              </a:ext>
            </a:extLst>
          </p:cNvPr>
          <p:cNvSpPr>
            <a:spLocks noGrp="1"/>
          </p:cNvSpPr>
          <p:nvPr>
            <p:ph type="sldNum" sz="quarter" idx="11"/>
          </p:nvPr>
        </p:nvSpPr>
        <p:spPr/>
        <p:txBody>
          <a:bodyPr/>
          <a:lstStyle>
            <a:lvl1pPr>
              <a:defRPr/>
            </a:lvl1pPr>
          </a:lstStyle>
          <a:p>
            <a:fld id="{609DF65E-0F19-4D9A-8641-1198172E0AE2}" type="slidenum">
              <a:rPr lang="en-US" altLang="en-US"/>
              <a:pPr/>
              <a:t>‹#›</a:t>
            </a:fld>
            <a:endParaRPr lang="en-US" altLang="en-US"/>
          </a:p>
        </p:txBody>
      </p:sp>
      <p:sp>
        <p:nvSpPr>
          <p:cNvPr id="6" name="Footer Placeholder 5">
            <a:extLst>
              <a:ext uri="{FF2B5EF4-FFF2-40B4-BE49-F238E27FC236}">
                <a16:creationId xmlns:a16="http://schemas.microsoft.com/office/drawing/2014/main" id="{2037EDD6-6B9B-4183-8332-88C25DBAE8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110112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6809" name="Rectangle 9"/>
          <p:cNvSpPr>
            <a:spLocks noGrp="1" noChangeArrowheads="1"/>
          </p:cNvSpPr>
          <p:nvPr>
            <p:ph type="ctrTitle"/>
          </p:nvPr>
        </p:nvSpPr>
        <p:spPr>
          <a:xfrm>
            <a:off x="838200" y="2057400"/>
            <a:ext cx="7772400" cy="1143000"/>
          </a:xfrm>
          <a:noFill/>
          <a:extLst>
            <a:ext uri="{909E8E84-426E-40DD-AFC4-6F175D3DCCD1}">
              <a14:hiddenFill xmlns:a14="http://schemas.microsoft.com/office/drawing/2010/main">
                <a:solidFill>
                  <a:schemeClr val="accent1"/>
                </a:solidFill>
              </a14:hiddenFill>
            </a:ext>
          </a:extLst>
        </p:spPr>
        <p:txBody>
          <a:bodyPr anchor="b"/>
          <a:lstStyle>
            <a:lvl1pPr>
              <a:defRPr/>
            </a:lvl1pPr>
          </a:lstStyle>
          <a:p>
            <a:pPr lvl="0"/>
            <a:r>
              <a:rPr lang="en-GB" altLang="zh-CN" noProof="0"/>
              <a:t>Click to edit Master title style</a:t>
            </a:r>
          </a:p>
        </p:txBody>
      </p:sp>
      <p:sp>
        <p:nvSpPr>
          <p:cNvPr id="2" name="Rectangle 11">
            <a:extLst>
              <a:ext uri="{FF2B5EF4-FFF2-40B4-BE49-F238E27FC236}">
                <a16:creationId xmlns:a16="http://schemas.microsoft.com/office/drawing/2014/main" id="{EEAE2ED3-250C-9C99-ED0F-C0AC64798CB1}"/>
              </a:ext>
            </a:extLst>
          </p:cNvPr>
          <p:cNvSpPr>
            <a:spLocks noGrp="1" noChangeArrowheads="1"/>
          </p:cNvSpPr>
          <p:nvPr>
            <p:ph type="sldNum" sz="quarter" idx="10"/>
          </p:nvPr>
        </p:nvSpPr>
        <p:spPr>
          <a:xfrm>
            <a:off x="7239000" y="6324600"/>
            <a:ext cx="1905000" cy="457200"/>
          </a:xfrm>
        </p:spPr>
        <p:txBody>
          <a:bodyPr/>
          <a:lstStyle>
            <a:lvl1pPr>
              <a:defRPr>
                <a:solidFill>
                  <a:schemeClr val="bg2"/>
                </a:solidFill>
              </a:defRPr>
            </a:lvl1pPr>
          </a:lstStyle>
          <a:p>
            <a:fld id="{96C9C657-CBA9-40E7-86C0-BA80FB9EEFAF}" type="slidenum">
              <a:rPr lang="zh-CN" altLang="en-GB"/>
              <a:pPr/>
              <a:t>‹#›</a:t>
            </a:fld>
            <a:endParaRPr lang="en-GB" altLang="zh-CN"/>
          </a:p>
        </p:txBody>
      </p:sp>
    </p:spTree>
    <p:extLst>
      <p:ext uri="{BB962C8B-B14F-4D97-AF65-F5344CB8AC3E}">
        <p14:creationId xmlns:p14="http://schemas.microsoft.com/office/powerpoint/2010/main" val="4018043881"/>
      </p:ext>
    </p:extLst>
  </p:cSld>
  <p:clrMapOvr>
    <a:masterClrMapping/>
  </p:clrMapOvr>
  <p:transition advTm="100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3CAC74F-2BF6-6E35-8C2B-946B43E795CE}"/>
              </a:ext>
            </a:extLst>
          </p:cNvPr>
          <p:cNvSpPr>
            <a:spLocks noGrp="1" noChangeArrowheads="1"/>
          </p:cNvSpPr>
          <p:nvPr>
            <p:ph type="sldNum" sz="quarter" idx="10"/>
          </p:nvPr>
        </p:nvSpPr>
        <p:spPr>
          <a:ln/>
        </p:spPr>
        <p:txBody>
          <a:bodyPr/>
          <a:lstStyle>
            <a:lvl1pPr>
              <a:defRPr/>
            </a:lvl1pPr>
          </a:lstStyle>
          <a:p>
            <a:fld id="{3B2BDEFC-5560-4D17-89BE-5B1006BDE089}" type="slidenum">
              <a:rPr lang="zh-CN" altLang="en-GB"/>
              <a:pPr/>
              <a:t>‹#›</a:t>
            </a:fld>
            <a:endParaRPr lang="en-GB" altLang="zh-CN"/>
          </a:p>
        </p:txBody>
      </p:sp>
    </p:spTree>
    <p:extLst>
      <p:ext uri="{BB962C8B-B14F-4D97-AF65-F5344CB8AC3E}">
        <p14:creationId xmlns:p14="http://schemas.microsoft.com/office/powerpoint/2010/main" val="1734681991"/>
      </p:ext>
    </p:extLst>
  </p:cSld>
  <p:clrMapOvr>
    <a:masterClrMapping/>
  </p:clrMapOvr>
  <p:transition advTm="100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B46AE816-DFBA-0225-C028-43E11894FCBF}"/>
              </a:ext>
            </a:extLst>
          </p:cNvPr>
          <p:cNvSpPr>
            <a:spLocks noGrp="1" noChangeArrowheads="1"/>
          </p:cNvSpPr>
          <p:nvPr>
            <p:ph type="sldNum" sz="quarter" idx="10"/>
          </p:nvPr>
        </p:nvSpPr>
        <p:spPr>
          <a:ln/>
        </p:spPr>
        <p:txBody>
          <a:bodyPr/>
          <a:lstStyle>
            <a:lvl1pPr>
              <a:defRPr/>
            </a:lvl1pPr>
          </a:lstStyle>
          <a:p>
            <a:fld id="{1CEAE0E3-26F2-4715-8F9E-6937D2F8F2B7}" type="slidenum">
              <a:rPr lang="zh-CN" altLang="en-GB"/>
              <a:pPr/>
              <a:t>‹#›</a:t>
            </a:fld>
            <a:endParaRPr lang="en-GB" altLang="zh-CN"/>
          </a:p>
        </p:txBody>
      </p:sp>
    </p:spTree>
    <p:extLst>
      <p:ext uri="{BB962C8B-B14F-4D97-AF65-F5344CB8AC3E}">
        <p14:creationId xmlns:p14="http://schemas.microsoft.com/office/powerpoint/2010/main" val="1107143870"/>
      </p:ext>
    </p:extLst>
  </p:cSld>
  <p:clrMapOvr>
    <a:masterClrMapping/>
  </p:clrMapOvr>
  <p:transition advTm="100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873BE3BD-095B-74AC-2478-F208501618D5}"/>
              </a:ext>
            </a:extLst>
          </p:cNvPr>
          <p:cNvSpPr>
            <a:spLocks noGrp="1" noChangeArrowheads="1"/>
          </p:cNvSpPr>
          <p:nvPr>
            <p:ph type="sldNum" sz="quarter" idx="10"/>
          </p:nvPr>
        </p:nvSpPr>
        <p:spPr>
          <a:ln/>
        </p:spPr>
        <p:txBody>
          <a:bodyPr/>
          <a:lstStyle>
            <a:lvl1pPr>
              <a:defRPr/>
            </a:lvl1pPr>
          </a:lstStyle>
          <a:p>
            <a:fld id="{0DF1DC81-AA1E-4F7C-835F-EE4384AD9A25}" type="slidenum">
              <a:rPr lang="zh-CN" altLang="en-GB"/>
              <a:pPr/>
              <a:t>‹#›</a:t>
            </a:fld>
            <a:endParaRPr lang="en-GB" altLang="zh-CN"/>
          </a:p>
        </p:txBody>
      </p:sp>
    </p:spTree>
    <p:extLst>
      <p:ext uri="{BB962C8B-B14F-4D97-AF65-F5344CB8AC3E}">
        <p14:creationId xmlns:p14="http://schemas.microsoft.com/office/powerpoint/2010/main" val="466124716"/>
      </p:ext>
    </p:extLst>
  </p:cSld>
  <p:clrMapOvr>
    <a:masterClrMapping/>
  </p:clrMapOvr>
  <p:transition advTm="100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0A785D3A-4857-77DF-3EE2-9CA1C04DBF1D}"/>
              </a:ext>
            </a:extLst>
          </p:cNvPr>
          <p:cNvSpPr>
            <a:spLocks noGrp="1" noChangeArrowheads="1"/>
          </p:cNvSpPr>
          <p:nvPr>
            <p:ph type="sldNum" sz="quarter" idx="10"/>
          </p:nvPr>
        </p:nvSpPr>
        <p:spPr>
          <a:ln/>
        </p:spPr>
        <p:txBody>
          <a:bodyPr/>
          <a:lstStyle>
            <a:lvl1pPr>
              <a:defRPr/>
            </a:lvl1pPr>
          </a:lstStyle>
          <a:p>
            <a:fld id="{4F17D2AD-4EF1-4232-9B22-4F9503FC61B1}" type="slidenum">
              <a:rPr lang="zh-CN" altLang="en-GB"/>
              <a:pPr/>
              <a:t>‹#›</a:t>
            </a:fld>
            <a:endParaRPr lang="en-GB" altLang="zh-CN"/>
          </a:p>
        </p:txBody>
      </p:sp>
    </p:spTree>
    <p:extLst>
      <p:ext uri="{BB962C8B-B14F-4D97-AF65-F5344CB8AC3E}">
        <p14:creationId xmlns:p14="http://schemas.microsoft.com/office/powerpoint/2010/main" val="3618735609"/>
      </p:ext>
    </p:extLst>
  </p:cSld>
  <p:clrMapOvr>
    <a:masterClrMapping/>
  </p:clrMapOvr>
  <p:transition advTm="100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E47A704D-E992-8C53-104D-15FD65E121A2}"/>
              </a:ext>
            </a:extLst>
          </p:cNvPr>
          <p:cNvSpPr>
            <a:spLocks noGrp="1" noChangeArrowheads="1"/>
          </p:cNvSpPr>
          <p:nvPr>
            <p:ph type="sldNum" sz="quarter" idx="10"/>
          </p:nvPr>
        </p:nvSpPr>
        <p:spPr>
          <a:ln/>
        </p:spPr>
        <p:txBody>
          <a:bodyPr/>
          <a:lstStyle>
            <a:lvl1pPr>
              <a:defRPr/>
            </a:lvl1pPr>
          </a:lstStyle>
          <a:p>
            <a:fld id="{72C500EB-4630-4CC0-8540-05A65B0BC1B9}" type="slidenum">
              <a:rPr lang="zh-CN" altLang="en-GB"/>
              <a:pPr/>
              <a:t>‹#›</a:t>
            </a:fld>
            <a:endParaRPr lang="en-GB" altLang="zh-CN"/>
          </a:p>
        </p:txBody>
      </p:sp>
    </p:spTree>
    <p:extLst>
      <p:ext uri="{BB962C8B-B14F-4D97-AF65-F5344CB8AC3E}">
        <p14:creationId xmlns:p14="http://schemas.microsoft.com/office/powerpoint/2010/main" val="2976766022"/>
      </p:ext>
    </p:extLst>
  </p:cSld>
  <p:clrMapOvr>
    <a:masterClrMapping/>
  </p:clrMapOvr>
  <p:transition advTm="100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E41A516-7861-3931-9A16-53ED65B9888A}"/>
              </a:ext>
            </a:extLst>
          </p:cNvPr>
          <p:cNvSpPr>
            <a:spLocks noGrp="1" noChangeArrowheads="1"/>
          </p:cNvSpPr>
          <p:nvPr>
            <p:ph type="sldNum" sz="quarter" idx="10"/>
          </p:nvPr>
        </p:nvSpPr>
        <p:spPr>
          <a:ln/>
        </p:spPr>
        <p:txBody>
          <a:bodyPr/>
          <a:lstStyle>
            <a:lvl1pPr>
              <a:defRPr/>
            </a:lvl1pPr>
          </a:lstStyle>
          <a:p>
            <a:fld id="{90545726-F4B8-484F-9CC7-4269D8597875}" type="slidenum">
              <a:rPr lang="zh-CN" altLang="en-GB"/>
              <a:pPr/>
              <a:t>‹#›</a:t>
            </a:fld>
            <a:endParaRPr lang="en-GB" altLang="zh-CN"/>
          </a:p>
        </p:txBody>
      </p:sp>
    </p:spTree>
    <p:extLst>
      <p:ext uri="{BB962C8B-B14F-4D97-AF65-F5344CB8AC3E}">
        <p14:creationId xmlns:p14="http://schemas.microsoft.com/office/powerpoint/2010/main" val="2840726602"/>
      </p:ext>
    </p:extLst>
  </p:cSld>
  <p:clrMapOvr>
    <a:masterClrMapping/>
  </p:clrMapOvr>
  <p:transition advTm="100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4863A23-A758-9C6E-1D26-62D9CAAAB06D}"/>
              </a:ext>
            </a:extLst>
          </p:cNvPr>
          <p:cNvSpPr>
            <a:spLocks noGrp="1" noChangeArrowheads="1"/>
          </p:cNvSpPr>
          <p:nvPr>
            <p:ph type="sldNum" sz="quarter" idx="10"/>
          </p:nvPr>
        </p:nvSpPr>
        <p:spPr>
          <a:ln/>
        </p:spPr>
        <p:txBody>
          <a:bodyPr/>
          <a:lstStyle>
            <a:lvl1pPr>
              <a:defRPr/>
            </a:lvl1pPr>
          </a:lstStyle>
          <a:p>
            <a:fld id="{9E3E6F40-8681-4446-8E72-4DE6ED5A4BE8}" type="slidenum">
              <a:rPr lang="zh-CN" altLang="en-GB"/>
              <a:pPr/>
              <a:t>‹#›</a:t>
            </a:fld>
            <a:endParaRPr lang="en-GB" altLang="zh-CN"/>
          </a:p>
        </p:txBody>
      </p:sp>
    </p:spTree>
    <p:extLst>
      <p:ext uri="{BB962C8B-B14F-4D97-AF65-F5344CB8AC3E}">
        <p14:creationId xmlns:p14="http://schemas.microsoft.com/office/powerpoint/2010/main" val="1582473685"/>
      </p:ext>
    </p:extLst>
  </p:cSld>
  <p:clrMapOvr>
    <a:masterClrMapping/>
  </p:clrMapOvr>
  <p:transition advTm="100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3FC121EE-65BD-F56D-3377-E9FDFADE52E8}"/>
              </a:ext>
            </a:extLst>
          </p:cNvPr>
          <p:cNvSpPr>
            <a:spLocks noGrp="1" noChangeArrowheads="1"/>
          </p:cNvSpPr>
          <p:nvPr>
            <p:ph type="sldNum" sz="quarter" idx="10"/>
          </p:nvPr>
        </p:nvSpPr>
        <p:spPr>
          <a:ln/>
        </p:spPr>
        <p:txBody>
          <a:bodyPr/>
          <a:lstStyle>
            <a:lvl1pPr>
              <a:defRPr/>
            </a:lvl1pPr>
          </a:lstStyle>
          <a:p>
            <a:fld id="{3D09F3B0-F9DF-4899-807B-44E43D12D1D7}" type="slidenum">
              <a:rPr lang="zh-CN" altLang="en-GB"/>
              <a:pPr/>
              <a:t>‹#›</a:t>
            </a:fld>
            <a:endParaRPr lang="en-GB" altLang="zh-CN"/>
          </a:p>
        </p:txBody>
      </p:sp>
    </p:spTree>
    <p:extLst>
      <p:ext uri="{BB962C8B-B14F-4D97-AF65-F5344CB8AC3E}">
        <p14:creationId xmlns:p14="http://schemas.microsoft.com/office/powerpoint/2010/main" val="3333896323"/>
      </p:ext>
    </p:extLst>
  </p:cSld>
  <p:clrMapOvr>
    <a:masterClrMapping/>
  </p:clrMapOvr>
  <p:transition advTm="100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8605A1F-3AB8-92CB-FC13-5FE17569938C}"/>
              </a:ext>
            </a:extLst>
          </p:cNvPr>
          <p:cNvSpPr>
            <a:spLocks noGrp="1" noChangeArrowheads="1"/>
          </p:cNvSpPr>
          <p:nvPr>
            <p:ph type="sldNum" sz="quarter" idx="10"/>
          </p:nvPr>
        </p:nvSpPr>
        <p:spPr>
          <a:ln/>
        </p:spPr>
        <p:txBody>
          <a:bodyPr/>
          <a:lstStyle>
            <a:lvl1pPr>
              <a:defRPr/>
            </a:lvl1pPr>
          </a:lstStyle>
          <a:p>
            <a:fld id="{1D248922-B3F8-4FC9-939A-3722ADC38874}" type="slidenum">
              <a:rPr lang="zh-CN" altLang="en-GB"/>
              <a:pPr/>
              <a:t>‹#›</a:t>
            </a:fld>
            <a:endParaRPr lang="en-GB" altLang="zh-CN"/>
          </a:p>
        </p:txBody>
      </p:sp>
    </p:spTree>
    <p:extLst>
      <p:ext uri="{BB962C8B-B14F-4D97-AF65-F5344CB8AC3E}">
        <p14:creationId xmlns:p14="http://schemas.microsoft.com/office/powerpoint/2010/main" val="1126776576"/>
      </p:ext>
    </p:extLst>
  </p:cSld>
  <p:clrMapOvr>
    <a:masterClrMapping/>
  </p:clrMapOvr>
  <p:transition advTm="100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8463" y="152400"/>
            <a:ext cx="2197100" cy="59801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152400"/>
            <a:ext cx="644366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B503D48-17FF-92C3-455B-44A30516B97A}"/>
              </a:ext>
            </a:extLst>
          </p:cNvPr>
          <p:cNvSpPr>
            <a:spLocks noGrp="1" noChangeArrowheads="1"/>
          </p:cNvSpPr>
          <p:nvPr>
            <p:ph type="sldNum" sz="quarter" idx="10"/>
          </p:nvPr>
        </p:nvSpPr>
        <p:spPr>
          <a:ln/>
        </p:spPr>
        <p:txBody>
          <a:bodyPr/>
          <a:lstStyle>
            <a:lvl1pPr>
              <a:defRPr/>
            </a:lvl1pPr>
          </a:lstStyle>
          <a:p>
            <a:fld id="{149469CD-E2DF-437F-B4E6-91EB077640D0}" type="slidenum">
              <a:rPr lang="zh-CN" altLang="en-GB"/>
              <a:pPr/>
              <a:t>‹#›</a:t>
            </a:fld>
            <a:endParaRPr lang="en-GB" altLang="zh-CN"/>
          </a:p>
        </p:txBody>
      </p:sp>
    </p:spTree>
    <p:extLst>
      <p:ext uri="{BB962C8B-B14F-4D97-AF65-F5344CB8AC3E}">
        <p14:creationId xmlns:p14="http://schemas.microsoft.com/office/powerpoint/2010/main" val="3386645807"/>
      </p:ext>
    </p:extLst>
  </p:cSld>
  <p:clrMapOvr>
    <a:masterClrMapping/>
  </p:clrMapOvr>
  <p:transition advTm="100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62478173-7EB4-C490-86DA-E823C6E974B2}"/>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E1A2175A-F726-D677-AB95-2E95BA562455}"/>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0228DB45-D97F-96A1-B97B-63EE4EBCF7DF}"/>
              </a:ext>
            </a:extLst>
          </p:cNvPr>
          <p:cNvSpPr>
            <a:spLocks noGrp="1" noChangeArrowheads="1"/>
          </p:cNvSpPr>
          <p:nvPr>
            <p:ph type="sldNum" sz="quarter" idx="12"/>
          </p:nvPr>
        </p:nvSpPr>
        <p:spPr/>
        <p:txBody>
          <a:bodyPr/>
          <a:lstStyle>
            <a:lvl1pPr>
              <a:defRPr/>
            </a:lvl1pPr>
          </a:lstStyle>
          <a:p>
            <a:fld id="{1E54FAD5-3ADA-4C69-AA79-7038EE9BF0AE}" type="slidenum">
              <a:rPr lang="en-US" altLang="en-US"/>
              <a:pPr/>
              <a:t>‹#›</a:t>
            </a:fld>
            <a:endParaRPr lang="en-US" altLang="en-US"/>
          </a:p>
        </p:txBody>
      </p:sp>
    </p:spTree>
    <p:extLst>
      <p:ext uri="{BB962C8B-B14F-4D97-AF65-F5344CB8AC3E}">
        <p14:creationId xmlns:p14="http://schemas.microsoft.com/office/powerpoint/2010/main" val="32002009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DF7478C3-AD7C-7E4F-5BE6-06A0FD05EF5A}"/>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50C52384-E5EA-3FFF-E076-1AC124DDD48B}"/>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D39F9E29-AB3F-2565-3899-8B3B7EF5F358}"/>
              </a:ext>
            </a:extLst>
          </p:cNvPr>
          <p:cNvSpPr>
            <a:spLocks noGrp="1" noChangeArrowheads="1"/>
          </p:cNvSpPr>
          <p:nvPr>
            <p:ph type="sldNum" sz="quarter" idx="12"/>
          </p:nvPr>
        </p:nvSpPr>
        <p:spPr/>
        <p:txBody>
          <a:bodyPr/>
          <a:lstStyle>
            <a:lvl1pPr>
              <a:defRPr/>
            </a:lvl1pPr>
          </a:lstStyle>
          <a:p>
            <a:fld id="{D8994D00-DB84-458A-A1FA-8F76F09E4D73}" type="slidenum">
              <a:rPr lang="en-US" altLang="en-US"/>
              <a:pPr/>
              <a:t>‹#›</a:t>
            </a:fld>
            <a:endParaRPr lang="en-US" altLang="en-US"/>
          </a:p>
        </p:txBody>
      </p:sp>
    </p:spTree>
    <p:extLst>
      <p:ext uri="{BB962C8B-B14F-4D97-AF65-F5344CB8AC3E}">
        <p14:creationId xmlns:p14="http://schemas.microsoft.com/office/powerpoint/2010/main" val="12991294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3E6DD53D-5EA5-8428-4FCC-16333887486D}"/>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DFCFD8A3-544C-DCA4-3AC9-9654D25731D7}"/>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CEF920F6-B4A8-9206-2B98-4AB457A9161C}"/>
              </a:ext>
            </a:extLst>
          </p:cNvPr>
          <p:cNvSpPr>
            <a:spLocks noGrp="1" noChangeArrowheads="1"/>
          </p:cNvSpPr>
          <p:nvPr>
            <p:ph type="sldNum" sz="quarter" idx="12"/>
          </p:nvPr>
        </p:nvSpPr>
        <p:spPr/>
        <p:txBody>
          <a:bodyPr/>
          <a:lstStyle>
            <a:lvl1pPr>
              <a:defRPr/>
            </a:lvl1pPr>
          </a:lstStyle>
          <a:p>
            <a:fld id="{E7AD5139-C000-4857-A959-E4EE1E960120}" type="slidenum">
              <a:rPr lang="en-US" altLang="en-US"/>
              <a:pPr/>
              <a:t>‹#›</a:t>
            </a:fld>
            <a:endParaRPr lang="en-US" altLang="en-US"/>
          </a:p>
        </p:txBody>
      </p:sp>
    </p:spTree>
    <p:extLst>
      <p:ext uri="{BB962C8B-B14F-4D97-AF65-F5344CB8AC3E}">
        <p14:creationId xmlns:p14="http://schemas.microsoft.com/office/powerpoint/2010/main" val="3846912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7E933B38-9E85-5508-2E8F-F41430A49A32}"/>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9A187263-276F-AB45-BB23-3070C749A5B8}"/>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3A5F3F9F-EFD1-648B-23E7-0663AE47EBA5}"/>
              </a:ext>
            </a:extLst>
          </p:cNvPr>
          <p:cNvSpPr>
            <a:spLocks noGrp="1" noChangeArrowheads="1"/>
          </p:cNvSpPr>
          <p:nvPr>
            <p:ph type="sldNum" sz="quarter" idx="12"/>
          </p:nvPr>
        </p:nvSpPr>
        <p:spPr/>
        <p:txBody>
          <a:bodyPr/>
          <a:lstStyle>
            <a:lvl1pPr>
              <a:defRPr/>
            </a:lvl1pPr>
          </a:lstStyle>
          <a:p>
            <a:fld id="{8C23952B-2F78-4488-9E02-FABDE11557B3}" type="slidenum">
              <a:rPr lang="en-US" altLang="en-US"/>
              <a:pPr/>
              <a:t>‹#›</a:t>
            </a:fld>
            <a:endParaRPr lang="en-US" altLang="en-US"/>
          </a:p>
        </p:txBody>
      </p:sp>
    </p:spTree>
    <p:extLst>
      <p:ext uri="{BB962C8B-B14F-4D97-AF65-F5344CB8AC3E}">
        <p14:creationId xmlns:p14="http://schemas.microsoft.com/office/powerpoint/2010/main" val="365728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2ECB15E-E61D-D2A2-97B9-D837408219E5}"/>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B7ECDB77-00B3-A7F9-C99A-50DC504002C8}"/>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CDFC72C7-6769-EFC8-B535-A63F8DD02387}"/>
              </a:ext>
            </a:extLst>
          </p:cNvPr>
          <p:cNvSpPr>
            <a:spLocks noGrp="1" noChangeArrowheads="1"/>
          </p:cNvSpPr>
          <p:nvPr>
            <p:ph type="sldNum" sz="quarter" idx="12"/>
          </p:nvPr>
        </p:nvSpPr>
        <p:spPr/>
        <p:txBody>
          <a:bodyPr/>
          <a:lstStyle>
            <a:lvl1pPr>
              <a:defRPr/>
            </a:lvl1pPr>
          </a:lstStyle>
          <a:p>
            <a:fld id="{34FCFA11-C875-4A81-AAA9-362E48489F90}" type="slidenum">
              <a:rPr lang="en-US" altLang="en-US"/>
              <a:pPr/>
              <a:t>‹#›</a:t>
            </a:fld>
            <a:endParaRPr lang="en-US" altLang="en-US"/>
          </a:p>
        </p:txBody>
      </p:sp>
    </p:spTree>
    <p:extLst>
      <p:ext uri="{BB962C8B-B14F-4D97-AF65-F5344CB8AC3E}">
        <p14:creationId xmlns:p14="http://schemas.microsoft.com/office/powerpoint/2010/main" val="28182914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676B3EF5-05B7-7CD6-25B6-2BA46C521257}"/>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563DEF15-1D2C-6888-1A44-B90BE9BB7D25}"/>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749D3125-E939-76C0-7B20-8A92FCCDE5C4}"/>
              </a:ext>
            </a:extLst>
          </p:cNvPr>
          <p:cNvSpPr>
            <a:spLocks noGrp="1" noChangeArrowheads="1"/>
          </p:cNvSpPr>
          <p:nvPr>
            <p:ph type="sldNum" sz="quarter" idx="12"/>
          </p:nvPr>
        </p:nvSpPr>
        <p:spPr/>
        <p:txBody>
          <a:bodyPr/>
          <a:lstStyle>
            <a:lvl1pPr>
              <a:defRPr/>
            </a:lvl1pPr>
          </a:lstStyle>
          <a:p>
            <a:fld id="{840E0213-C8E2-4B69-A12C-E848C94615E6}" type="slidenum">
              <a:rPr lang="en-US" altLang="en-US"/>
              <a:pPr/>
              <a:t>‹#›</a:t>
            </a:fld>
            <a:endParaRPr lang="en-US" altLang="en-US"/>
          </a:p>
        </p:txBody>
      </p:sp>
    </p:spTree>
    <p:extLst>
      <p:ext uri="{BB962C8B-B14F-4D97-AF65-F5344CB8AC3E}">
        <p14:creationId xmlns:p14="http://schemas.microsoft.com/office/powerpoint/2010/main" val="39451891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4E992F61-E4D9-99E9-CC5F-8AAC85840FE2}"/>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06DCC5DF-DCC2-8502-76B1-A8D57ECAFD52}"/>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2F68B8F4-7461-BFF9-AC57-812CA10E0109}"/>
              </a:ext>
            </a:extLst>
          </p:cNvPr>
          <p:cNvSpPr>
            <a:spLocks noGrp="1" noChangeArrowheads="1"/>
          </p:cNvSpPr>
          <p:nvPr>
            <p:ph type="sldNum" sz="quarter" idx="12"/>
          </p:nvPr>
        </p:nvSpPr>
        <p:spPr/>
        <p:txBody>
          <a:bodyPr/>
          <a:lstStyle>
            <a:lvl1pPr>
              <a:defRPr/>
            </a:lvl1pPr>
          </a:lstStyle>
          <a:p>
            <a:fld id="{75D8098A-AB86-489E-96F4-6E320E96E086}" type="slidenum">
              <a:rPr lang="en-US" altLang="en-US"/>
              <a:pPr/>
              <a:t>‹#›</a:t>
            </a:fld>
            <a:endParaRPr lang="en-US" altLang="en-US"/>
          </a:p>
        </p:txBody>
      </p:sp>
    </p:spTree>
    <p:extLst>
      <p:ext uri="{BB962C8B-B14F-4D97-AF65-F5344CB8AC3E}">
        <p14:creationId xmlns:p14="http://schemas.microsoft.com/office/powerpoint/2010/main" val="3147420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2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78A8E04-0779-4CD6-B88F-B86B1077F96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21F2296-1D75-4053-B9AF-F472CC76042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E86540F-8A54-43DB-AF8D-089CB73740B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22A929E9-3314-4370-AB43-5A561D1CC6EA}"/>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b="0">
                <a:latin typeface="Times New Roman" panose="02020603050405020304" pitchFamily="18" charset="0"/>
              </a:defRPr>
            </a:lvl1pPr>
          </a:lstStyle>
          <a:p>
            <a:fld id="{53B8419D-7A5A-40EC-BC62-3FE8B05D4C2C}" type="slidenum">
              <a:rPr lang="en-US" altLang="en-US"/>
              <a:pPr/>
              <a:t>‹#›</a:t>
            </a:fld>
            <a:endParaRPr lang="en-US" altLang="en-US"/>
          </a:p>
        </p:txBody>
      </p:sp>
      <p:sp>
        <p:nvSpPr>
          <p:cNvPr id="1031" name="Rectangle 7">
            <a:extLst>
              <a:ext uri="{FF2B5EF4-FFF2-40B4-BE49-F238E27FC236}">
                <a16:creationId xmlns:a16="http://schemas.microsoft.com/office/drawing/2014/main" id="{4C0AC544-C5D1-490A-BAA8-28F85555660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a:p>
          <a:p>
            <a:pPr>
              <a:defRPr/>
            </a:pPr>
            <a:endParaRPr lang="en-US">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FE900D97-A798-E66C-A756-B334875E3723}"/>
              </a:ext>
            </a:extLst>
          </p:cNvPr>
          <p:cNvSpPr>
            <a:spLocks noGrp="1" noChangeArrowheads="1"/>
          </p:cNvSpPr>
          <p:nvPr>
            <p:ph type="title"/>
          </p:nvPr>
        </p:nvSpPr>
        <p:spPr bwMode="auto">
          <a:xfrm>
            <a:off x="152400" y="152400"/>
            <a:ext cx="87931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zh-CN"/>
              <a:t>Click to edit Master title style</a:t>
            </a:r>
          </a:p>
        </p:txBody>
      </p:sp>
      <p:sp>
        <p:nvSpPr>
          <p:cNvPr id="1027" name="Rectangle 4">
            <a:extLst>
              <a:ext uri="{FF2B5EF4-FFF2-40B4-BE49-F238E27FC236}">
                <a16:creationId xmlns:a16="http://schemas.microsoft.com/office/drawing/2014/main" id="{EFB9EC2E-CFE7-E6AF-0E89-8395BCB2066A}"/>
              </a:ext>
            </a:extLst>
          </p:cNvPr>
          <p:cNvSpPr>
            <a:spLocks noGrp="1" noChangeArrowheads="1"/>
          </p:cNvSpPr>
          <p:nvPr>
            <p:ph type="body" idx="1"/>
          </p:nvPr>
        </p:nvSpPr>
        <p:spPr bwMode="auto">
          <a:xfrm>
            <a:off x="838200" y="1676400"/>
            <a:ext cx="80772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75781" name="Rectangle 5">
            <a:extLst>
              <a:ext uri="{FF2B5EF4-FFF2-40B4-BE49-F238E27FC236}">
                <a16:creationId xmlns:a16="http://schemas.microsoft.com/office/drawing/2014/main" id="{7A927E3A-F0FA-D6DB-AC44-559388704F38}"/>
              </a:ext>
            </a:extLst>
          </p:cNvPr>
          <p:cNvSpPr>
            <a:spLocks noGrp="1" noChangeArrowheads="1"/>
          </p:cNvSpPr>
          <p:nvPr>
            <p:ph type="sldNum" sz="quarter" idx="4"/>
          </p:nvPr>
        </p:nvSpPr>
        <p:spPr bwMode="auto">
          <a:xfrm>
            <a:off x="7010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fld id="{52E64789-7EA5-48AB-BEEC-B3BE390960BD}" type="slidenum">
              <a:rPr lang="zh-CN" altLang="en-GB"/>
              <a:pPr/>
              <a:t>‹#›</a:t>
            </a:fld>
            <a:endParaRPr lang="en-GB" altLang="zh-CN"/>
          </a:p>
        </p:txBody>
      </p:sp>
    </p:spTree>
    <p:extLst>
      <p:ext uri="{BB962C8B-B14F-4D97-AF65-F5344CB8AC3E}">
        <p14:creationId xmlns:p14="http://schemas.microsoft.com/office/powerpoint/2010/main" val="2765111165"/>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advTm="1000"/>
  <p:hf hdr="0" ftr="0" dt="0"/>
  <p:txStyles>
    <p:titleStyle>
      <a:lvl1pPr algn="ctr" rtl="0" eaLnBrk="0" fontAlgn="base" hangingPunct="0">
        <a:spcBef>
          <a:spcPct val="0"/>
        </a:spcBef>
        <a:spcAft>
          <a:spcPct val="0"/>
        </a:spcAft>
        <a:defRPr sz="4400">
          <a:solidFill>
            <a:schemeClr val="hlink"/>
          </a:solidFill>
          <a:latin typeface="+mj-lt"/>
          <a:ea typeface="+mj-ea"/>
          <a:cs typeface="+mj-cs"/>
        </a:defRPr>
      </a:lvl1pPr>
      <a:lvl2pPr algn="ctr" rtl="0" eaLnBrk="0" fontAlgn="base" hangingPunct="0">
        <a:spcBef>
          <a:spcPct val="0"/>
        </a:spcBef>
        <a:spcAft>
          <a:spcPct val="0"/>
        </a:spcAft>
        <a:defRPr sz="4400">
          <a:solidFill>
            <a:schemeClr val="hlink"/>
          </a:solidFill>
          <a:latin typeface="Tahoma" pitchFamily="34" charset="0"/>
          <a:ea typeface="SimSun" pitchFamily="2" charset="-122"/>
        </a:defRPr>
      </a:lvl2pPr>
      <a:lvl3pPr algn="ctr" rtl="0" eaLnBrk="0" fontAlgn="base" hangingPunct="0">
        <a:spcBef>
          <a:spcPct val="0"/>
        </a:spcBef>
        <a:spcAft>
          <a:spcPct val="0"/>
        </a:spcAft>
        <a:defRPr sz="4400">
          <a:solidFill>
            <a:schemeClr val="hlink"/>
          </a:solidFill>
          <a:latin typeface="Tahoma" pitchFamily="34" charset="0"/>
          <a:ea typeface="SimSun" pitchFamily="2" charset="-122"/>
        </a:defRPr>
      </a:lvl3pPr>
      <a:lvl4pPr algn="ctr" rtl="0" eaLnBrk="0" fontAlgn="base" hangingPunct="0">
        <a:spcBef>
          <a:spcPct val="0"/>
        </a:spcBef>
        <a:spcAft>
          <a:spcPct val="0"/>
        </a:spcAft>
        <a:defRPr sz="4400">
          <a:solidFill>
            <a:schemeClr val="hlink"/>
          </a:solidFill>
          <a:latin typeface="Tahoma" pitchFamily="34" charset="0"/>
          <a:ea typeface="SimSun" pitchFamily="2" charset="-122"/>
        </a:defRPr>
      </a:lvl4pPr>
      <a:lvl5pPr algn="ctr" rtl="0" eaLnBrk="0" fontAlgn="base" hangingPunct="0">
        <a:spcBef>
          <a:spcPct val="0"/>
        </a:spcBef>
        <a:spcAft>
          <a:spcPct val="0"/>
        </a:spcAft>
        <a:defRPr sz="4400">
          <a:solidFill>
            <a:schemeClr val="hlink"/>
          </a:solidFill>
          <a:latin typeface="Tahoma" pitchFamily="34" charset="0"/>
          <a:ea typeface="SimSun" pitchFamily="2" charset="-122"/>
        </a:defRPr>
      </a:lvl5pPr>
      <a:lvl6pPr marL="457200" algn="ctr" rtl="0" fontAlgn="base">
        <a:spcBef>
          <a:spcPct val="0"/>
        </a:spcBef>
        <a:spcAft>
          <a:spcPct val="0"/>
        </a:spcAft>
        <a:defRPr sz="4400">
          <a:solidFill>
            <a:schemeClr val="hlink"/>
          </a:solidFill>
          <a:latin typeface="Tahoma" pitchFamily="34" charset="0"/>
          <a:ea typeface="SimSun" pitchFamily="2" charset="-122"/>
        </a:defRPr>
      </a:lvl6pPr>
      <a:lvl7pPr marL="914400" algn="ctr" rtl="0" fontAlgn="base">
        <a:spcBef>
          <a:spcPct val="0"/>
        </a:spcBef>
        <a:spcAft>
          <a:spcPct val="0"/>
        </a:spcAft>
        <a:defRPr sz="4400">
          <a:solidFill>
            <a:schemeClr val="hlink"/>
          </a:solidFill>
          <a:latin typeface="Tahoma" pitchFamily="34" charset="0"/>
          <a:ea typeface="SimSun" pitchFamily="2" charset="-122"/>
        </a:defRPr>
      </a:lvl7pPr>
      <a:lvl8pPr marL="1371600" algn="ctr" rtl="0" fontAlgn="base">
        <a:spcBef>
          <a:spcPct val="0"/>
        </a:spcBef>
        <a:spcAft>
          <a:spcPct val="0"/>
        </a:spcAft>
        <a:defRPr sz="4400">
          <a:solidFill>
            <a:schemeClr val="hlink"/>
          </a:solidFill>
          <a:latin typeface="Tahoma" pitchFamily="34" charset="0"/>
          <a:ea typeface="SimSun" pitchFamily="2" charset="-122"/>
        </a:defRPr>
      </a:lvl8pPr>
      <a:lvl9pPr marL="1828800" algn="ctr" rtl="0" fontAlgn="base">
        <a:spcBef>
          <a:spcPct val="0"/>
        </a:spcBef>
        <a:spcAft>
          <a:spcPct val="0"/>
        </a:spcAft>
        <a:defRPr sz="4400">
          <a:solidFill>
            <a:schemeClr val="hlink"/>
          </a:solidFill>
          <a:latin typeface="Tahoma" pitchFamily="34" charset="0"/>
          <a:ea typeface="SimSun" pitchFamily="2" charset="-122"/>
        </a:defRPr>
      </a:lvl9pPr>
    </p:titleStyle>
    <p:body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32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2050" name="Freeform 3">
            <a:extLst>
              <a:ext uri="{FF2B5EF4-FFF2-40B4-BE49-F238E27FC236}">
                <a16:creationId xmlns:a16="http://schemas.microsoft.com/office/drawing/2014/main" id="{3E771453-2E3C-9EDE-7060-C031DA50C20B}"/>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1" name="Freeform 4">
            <a:extLst>
              <a:ext uri="{FF2B5EF4-FFF2-40B4-BE49-F238E27FC236}">
                <a16:creationId xmlns:a16="http://schemas.microsoft.com/office/drawing/2014/main" id="{5FC3E724-3DC9-5454-E5E0-4E9446D89FC8}"/>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2" name="Freeform 5">
            <a:extLst>
              <a:ext uri="{FF2B5EF4-FFF2-40B4-BE49-F238E27FC236}">
                <a16:creationId xmlns:a16="http://schemas.microsoft.com/office/drawing/2014/main" id="{652F067C-A078-F5CE-7A66-76FF89D6BFB3}"/>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54D5D78F-40EB-526A-0E8B-AAB8103C0520}"/>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39D0B67C-2B31-C2DC-852C-9EE441F910B9}"/>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4F71C50C-E312-9FC1-3526-8E725DC11F46}"/>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2DFFD9DD-10DA-2292-7E47-7AD48EDEFEB1}"/>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E46CB0E1-89DC-E015-F6B1-BA8E76B18214}"/>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49238F19-E8AA-75AC-82AE-D04B638CAABA}"/>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AD693013-AF0D-D6F0-6A4D-92BAC5DA02DE}"/>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84900130-9D83-4F84-BA05-BAE517DBFE9D}" type="slidenum">
              <a:rPr lang="en-US" altLang="en-US"/>
              <a:pPr/>
              <a:t>‹#›</a:t>
            </a:fld>
            <a:endParaRPr lang="en-US" altLang="en-US"/>
          </a:p>
        </p:txBody>
      </p:sp>
      <p:sp>
        <p:nvSpPr>
          <p:cNvPr id="60430" name="Rectangle 14">
            <a:extLst>
              <a:ext uri="{FF2B5EF4-FFF2-40B4-BE49-F238E27FC236}">
                <a16:creationId xmlns:a16="http://schemas.microsoft.com/office/drawing/2014/main" id="{2FC69858-2E7C-5DA3-813F-D3443F1362DA}"/>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1C9196DD-3886-5602-7764-8366D83F71B7}"/>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9137993"/>
      </p:ext>
    </p:extLst>
  </p:cSld>
  <p:clrMap bg1="dk2" tx1="lt1" bg2="dk1" tx2="lt2" accent1="accent1" accent2="accent2" accent3="accent3" accent4="accent4" accent5="accent5" accent6="accent6" hlink="hlink" folHlink="folHlink"/>
  <p:sldLayoutIdLst>
    <p:sldLayoutId id="2147483807"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3074" name="Freeform 3">
            <a:extLst>
              <a:ext uri="{FF2B5EF4-FFF2-40B4-BE49-F238E27FC236}">
                <a16:creationId xmlns:a16="http://schemas.microsoft.com/office/drawing/2014/main" id="{A4EB8EE7-0FD7-BD96-5FAF-1E7F57BAC4DE}"/>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5" name="Freeform 4">
            <a:extLst>
              <a:ext uri="{FF2B5EF4-FFF2-40B4-BE49-F238E27FC236}">
                <a16:creationId xmlns:a16="http://schemas.microsoft.com/office/drawing/2014/main" id="{291AC254-9212-03B3-A3F9-46D05AA983CF}"/>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6" name="Freeform 5">
            <a:extLst>
              <a:ext uri="{FF2B5EF4-FFF2-40B4-BE49-F238E27FC236}">
                <a16:creationId xmlns:a16="http://schemas.microsoft.com/office/drawing/2014/main" id="{C2F5A7FF-D580-CA41-79B9-A3B655E78A68}"/>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39692AF5-8E97-693E-2329-E0967911A5CD}"/>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D70F0131-B029-C21B-9EAF-922D36F80A7B}"/>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99412E49-9CD9-3D01-ED9A-AF9E45D05482}"/>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D654DEC8-4F19-26A1-CD7D-2946BBF25001}"/>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740A9FFD-B120-FE6C-A364-66D06C1D13E4}"/>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D8AD01C6-FA03-A13A-42E4-311260991511}"/>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D886A54D-0054-848C-077C-4EE5077BBA07}"/>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0511EA9E-B9A1-445E-BB63-27837BC0518D}" type="slidenum">
              <a:rPr lang="en-US" altLang="en-US"/>
              <a:pPr/>
              <a:t>‹#›</a:t>
            </a:fld>
            <a:endParaRPr lang="en-US" altLang="en-US"/>
          </a:p>
        </p:txBody>
      </p:sp>
      <p:sp>
        <p:nvSpPr>
          <p:cNvPr id="60430" name="Rectangle 14">
            <a:extLst>
              <a:ext uri="{FF2B5EF4-FFF2-40B4-BE49-F238E27FC236}">
                <a16:creationId xmlns:a16="http://schemas.microsoft.com/office/drawing/2014/main" id="{4E6256CB-5539-9D8F-8787-BAA2E36C6C4E}"/>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72E3E23C-17B2-4672-26FC-893A5A4F46D4}"/>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3692673"/>
      </p:ext>
    </p:extLst>
  </p:cSld>
  <p:clrMap bg1="dk2" tx1="lt1" bg2="dk1" tx2="lt2" accent1="accent1" accent2="accent2" accent3="accent3" accent4="accent4" accent5="accent5" accent6="accent6" hlink="hlink" folHlink="folHlink"/>
  <p:sldLayoutIdLst>
    <p:sldLayoutId id="2147483809"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4098" name="Freeform 3">
            <a:extLst>
              <a:ext uri="{FF2B5EF4-FFF2-40B4-BE49-F238E27FC236}">
                <a16:creationId xmlns:a16="http://schemas.microsoft.com/office/drawing/2014/main" id="{25B7EAC4-B94A-A4E7-8D23-6EB459242403}"/>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 name="Freeform 4">
            <a:extLst>
              <a:ext uri="{FF2B5EF4-FFF2-40B4-BE49-F238E27FC236}">
                <a16:creationId xmlns:a16="http://schemas.microsoft.com/office/drawing/2014/main" id="{D3BEC5EF-DD2E-97DE-1EB4-96B922ED7068}"/>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0" name="Freeform 5">
            <a:extLst>
              <a:ext uri="{FF2B5EF4-FFF2-40B4-BE49-F238E27FC236}">
                <a16:creationId xmlns:a16="http://schemas.microsoft.com/office/drawing/2014/main" id="{27C15E24-ACB4-6A93-386B-EF354443EF82}"/>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58CAD6CA-B000-9DE8-4061-E440FCD6172F}"/>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31D42FEF-B90F-7332-8241-2EAA201CF27B}"/>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BBBE37FD-78C8-DA75-16E6-5F9A62707471}"/>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71B14E28-78A3-C196-09A0-184CFAAF4BE2}"/>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CF20EC1B-420A-3723-5FEA-7438F66B6AFD}"/>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4BBC487B-B70A-6BA4-50D3-D39AC8D56AEF}"/>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FC4C8CBE-2F83-44B6-05FF-79ADC9030AAC}"/>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1166D742-2102-45C0-88DB-40F4D2A914F1}" type="slidenum">
              <a:rPr lang="en-US" altLang="en-US"/>
              <a:pPr/>
              <a:t>‹#›</a:t>
            </a:fld>
            <a:endParaRPr lang="en-US" altLang="en-US"/>
          </a:p>
        </p:txBody>
      </p:sp>
      <p:sp>
        <p:nvSpPr>
          <p:cNvPr id="60430" name="Rectangle 14">
            <a:extLst>
              <a:ext uri="{FF2B5EF4-FFF2-40B4-BE49-F238E27FC236}">
                <a16:creationId xmlns:a16="http://schemas.microsoft.com/office/drawing/2014/main" id="{5570C127-8D0A-BC9D-10B7-9E67089151ED}"/>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CA4E072A-89A0-B909-982C-F50C3F3B907D}"/>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6981586"/>
      </p:ext>
    </p:extLst>
  </p:cSld>
  <p:clrMap bg1="dk2" tx1="lt1" bg2="dk1" tx2="lt2" accent1="accent1" accent2="accent2" accent3="accent3" accent4="accent4" accent5="accent5" accent6="accent6" hlink="hlink" folHlink="folHlink"/>
  <p:sldLayoutIdLst>
    <p:sldLayoutId id="2147483811"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5122" name="Freeform 3">
            <a:extLst>
              <a:ext uri="{FF2B5EF4-FFF2-40B4-BE49-F238E27FC236}">
                <a16:creationId xmlns:a16="http://schemas.microsoft.com/office/drawing/2014/main" id="{F7106B4B-4A81-5897-6AF0-485C28F24995}"/>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 name="Freeform 4">
            <a:extLst>
              <a:ext uri="{FF2B5EF4-FFF2-40B4-BE49-F238E27FC236}">
                <a16:creationId xmlns:a16="http://schemas.microsoft.com/office/drawing/2014/main" id="{54FE2395-B19F-4209-DECC-26FB3F068451}"/>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4" name="Freeform 5">
            <a:extLst>
              <a:ext uri="{FF2B5EF4-FFF2-40B4-BE49-F238E27FC236}">
                <a16:creationId xmlns:a16="http://schemas.microsoft.com/office/drawing/2014/main" id="{FA1D6E52-1670-8B1F-BDB9-D19F967B85F9}"/>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AB99816B-9313-BAFA-26BF-A5A47B7F49B9}"/>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8D03ED57-323A-4051-8294-006C19A0BB0B}"/>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FE7ACB9C-2E2F-4A40-CDBA-C222CA167B53}"/>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85FC73C8-3213-7E94-8B61-54C0D10FAC02}"/>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B098324E-0744-46E0-336C-5B0ABA937ABE}"/>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0667B090-305E-4EB0-ED3E-22026767D428}"/>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E125161C-E408-714F-AD39-3FF1F5FBAF67}"/>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85446EC4-DA77-4926-9541-4C4F1D477A63}" type="slidenum">
              <a:rPr lang="en-US" altLang="en-US"/>
              <a:pPr/>
              <a:t>‹#›</a:t>
            </a:fld>
            <a:endParaRPr lang="en-US" altLang="en-US"/>
          </a:p>
        </p:txBody>
      </p:sp>
      <p:sp>
        <p:nvSpPr>
          <p:cNvPr id="60430" name="Rectangle 14">
            <a:extLst>
              <a:ext uri="{FF2B5EF4-FFF2-40B4-BE49-F238E27FC236}">
                <a16:creationId xmlns:a16="http://schemas.microsoft.com/office/drawing/2014/main" id="{F6AD4832-C026-0F55-36E0-1250E2791EE1}"/>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54A555FB-D861-4E44-FD0B-6A4F879D840E}"/>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2242636"/>
      </p:ext>
    </p:extLst>
  </p:cSld>
  <p:clrMap bg1="dk2" tx1="lt1" bg2="dk1" tx2="lt2" accent1="accent1" accent2="accent2" accent3="accent3" accent4="accent4" accent5="accent5" accent6="accent6" hlink="hlink" folHlink="folHlink"/>
  <p:sldLayoutIdLst>
    <p:sldLayoutId id="2147483813"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6146" name="Freeform 3">
            <a:extLst>
              <a:ext uri="{FF2B5EF4-FFF2-40B4-BE49-F238E27FC236}">
                <a16:creationId xmlns:a16="http://schemas.microsoft.com/office/drawing/2014/main" id="{54F541AF-74EC-56D0-9283-2E409FEADC98}"/>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47" name="Freeform 4">
            <a:extLst>
              <a:ext uri="{FF2B5EF4-FFF2-40B4-BE49-F238E27FC236}">
                <a16:creationId xmlns:a16="http://schemas.microsoft.com/office/drawing/2014/main" id="{7D0725D4-A9E7-AC39-E975-93E504B47B1C}"/>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48" name="Freeform 5">
            <a:extLst>
              <a:ext uri="{FF2B5EF4-FFF2-40B4-BE49-F238E27FC236}">
                <a16:creationId xmlns:a16="http://schemas.microsoft.com/office/drawing/2014/main" id="{5470476C-25EC-0D24-661F-3F107F6B0598}"/>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0498B1CB-8175-B35A-DC69-1FDD50531E85}"/>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EFC039EA-6FC9-C608-1112-4F628C887228}"/>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0BC46AA6-7A49-D3DE-7677-CE50D4A06592}"/>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B6149CB7-3DDA-B756-DF5F-CF7F620BB0CC}"/>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4FCA5B88-43B1-EED8-97D8-2755AD8A757F}"/>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AF9C8B6D-4987-1384-2023-3BB7110B84D6}"/>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EFA79751-3D43-FCBD-9B54-DAF3981ADA57}"/>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68528EDC-08FD-4FB7-81CA-F4D65335F7D3}" type="slidenum">
              <a:rPr lang="en-US" altLang="en-US"/>
              <a:pPr/>
              <a:t>‹#›</a:t>
            </a:fld>
            <a:endParaRPr lang="en-US" altLang="en-US"/>
          </a:p>
        </p:txBody>
      </p:sp>
      <p:sp>
        <p:nvSpPr>
          <p:cNvPr id="60430" name="Rectangle 14">
            <a:extLst>
              <a:ext uri="{FF2B5EF4-FFF2-40B4-BE49-F238E27FC236}">
                <a16:creationId xmlns:a16="http://schemas.microsoft.com/office/drawing/2014/main" id="{ACB3403E-6AAC-78BC-4940-83744DC0F55E}"/>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9AD47A0E-7690-B204-FC93-C70C361065AC}"/>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6663205"/>
      </p:ext>
    </p:extLst>
  </p:cSld>
  <p:clrMap bg1="dk2" tx1="lt1" bg2="dk1" tx2="lt2" accent1="accent1" accent2="accent2" accent3="accent3" accent4="accent4" accent5="accent5" accent6="accent6" hlink="hlink" folHlink="folHlink"/>
  <p:sldLayoutIdLst>
    <p:sldLayoutId id="2147483815"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7170" name="Freeform 3">
            <a:extLst>
              <a:ext uri="{FF2B5EF4-FFF2-40B4-BE49-F238E27FC236}">
                <a16:creationId xmlns:a16="http://schemas.microsoft.com/office/drawing/2014/main" id="{3948FB7D-3D24-7CAA-05FE-9363C43E5AB0}"/>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1" name="Freeform 4">
            <a:extLst>
              <a:ext uri="{FF2B5EF4-FFF2-40B4-BE49-F238E27FC236}">
                <a16:creationId xmlns:a16="http://schemas.microsoft.com/office/drawing/2014/main" id="{E223870B-2EDA-29F9-4470-71541A7C0B84}"/>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2" name="Freeform 5">
            <a:extLst>
              <a:ext uri="{FF2B5EF4-FFF2-40B4-BE49-F238E27FC236}">
                <a16:creationId xmlns:a16="http://schemas.microsoft.com/office/drawing/2014/main" id="{2EF433E1-D1F8-C16A-9D38-0C2350D6BFF5}"/>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CAB4FC0D-2ACB-0BF3-CCC2-F81A05CCFEA3}"/>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BFC48B95-9B48-9923-1CF3-BA051A3D28B6}"/>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D4C4C2A5-530A-82BD-0716-524C4D5C8E26}"/>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2636F7A4-749B-C746-7591-90E93F17768E}"/>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57F4C468-A8CF-CE77-8BD2-0CB44352FF73}"/>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C71F1A47-51ED-69E8-DA87-9FB578E939D2}"/>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D20D4218-A419-C8B7-149A-B94FC9048593}"/>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F56B4E5B-86F9-48B6-A391-C2BE7CAE2038}" type="slidenum">
              <a:rPr lang="en-US" altLang="en-US"/>
              <a:pPr/>
              <a:t>‹#›</a:t>
            </a:fld>
            <a:endParaRPr lang="en-US" altLang="en-US"/>
          </a:p>
        </p:txBody>
      </p:sp>
      <p:sp>
        <p:nvSpPr>
          <p:cNvPr id="60430" name="Rectangle 14">
            <a:extLst>
              <a:ext uri="{FF2B5EF4-FFF2-40B4-BE49-F238E27FC236}">
                <a16:creationId xmlns:a16="http://schemas.microsoft.com/office/drawing/2014/main" id="{06D0A791-CD28-8F47-51A3-D2EEE6E7112A}"/>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6D732949-6A9A-3BC1-31EE-813D62888324}"/>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1728755"/>
      </p:ext>
    </p:extLst>
  </p:cSld>
  <p:clrMap bg1="dk2" tx1="lt1" bg2="dk1" tx2="lt2" accent1="accent1" accent2="accent2" accent3="accent3" accent4="accent4" accent5="accent5" accent6="accent6" hlink="hlink" folHlink="folHlink"/>
  <p:sldLayoutIdLst>
    <p:sldLayoutId id="2147483817"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8194" name="Freeform 3">
            <a:extLst>
              <a:ext uri="{FF2B5EF4-FFF2-40B4-BE49-F238E27FC236}">
                <a16:creationId xmlns:a16="http://schemas.microsoft.com/office/drawing/2014/main" id="{D514F9F8-FD7C-653F-B31B-BA01719BA2C7}"/>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95" name="Freeform 4">
            <a:extLst>
              <a:ext uri="{FF2B5EF4-FFF2-40B4-BE49-F238E27FC236}">
                <a16:creationId xmlns:a16="http://schemas.microsoft.com/office/drawing/2014/main" id="{B2B68701-6161-6D5A-216E-2D0A9322800D}"/>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96" name="Freeform 5">
            <a:extLst>
              <a:ext uri="{FF2B5EF4-FFF2-40B4-BE49-F238E27FC236}">
                <a16:creationId xmlns:a16="http://schemas.microsoft.com/office/drawing/2014/main" id="{996BA0A2-CB9F-F843-895A-B383D5C4C342}"/>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2301ECB0-11E2-7F32-9425-C18B5ADE28FB}"/>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FCEE6D5A-FEC6-8147-8E62-03C80691F4CE}"/>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74992F80-CE4A-D904-D990-460EE77F85A0}"/>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F174769C-44D1-B6C6-526C-9F9B32B349B6}"/>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7FA1561B-8659-A70C-F3D1-8BF393E076E2}"/>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AD4CB7BF-36ED-B8EB-974E-9D79B336F0D5}"/>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B15A06F1-1464-9861-A910-7F701785A611}"/>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523ED8B2-B40F-4676-98D0-8621861D3507}" type="slidenum">
              <a:rPr lang="en-US" altLang="en-US"/>
              <a:pPr/>
              <a:t>‹#›</a:t>
            </a:fld>
            <a:endParaRPr lang="en-US" altLang="en-US"/>
          </a:p>
        </p:txBody>
      </p:sp>
      <p:sp>
        <p:nvSpPr>
          <p:cNvPr id="60430" name="Rectangle 14">
            <a:extLst>
              <a:ext uri="{FF2B5EF4-FFF2-40B4-BE49-F238E27FC236}">
                <a16:creationId xmlns:a16="http://schemas.microsoft.com/office/drawing/2014/main" id="{542039CB-051A-34CC-6EF4-763B8A5831A1}"/>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EDAF5078-1909-D4AE-447C-3AEAF0520B1B}"/>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6852068"/>
      </p:ext>
    </p:extLst>
  </p:cSld>
  <p:clrMap bg1="dk2" tx1="lt1" bg2="dk1" tx2="lt2" accent1="accent1" accent2="accent2" accent3="accent3" accent4="accent4" accent5="accent5" accent6="accent6" hlink="hlink" folHlink="folHlink"/>
  <p:sldLayoutIdLst>
    <p:sldLayoutId id="2147483819"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762000" y="533400"/>
            <a:ext cx="7772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Using Exceptions in </a:t>
            </a:r>
          </a:p>
          <a:p>
            <a:pPr algn="ctr">
              <a:spcBef>
                <a:spcPct val="0"/>
              </a:spcBef>
              <a:buFontTx/>
              <a:buNone/>
            </a:pPr>
            <a:r>
              <a:rPr lang="en-US" altLang="en-US" sz="4000" dirty="0">
                <a:latin typeface="Arial" panose="020B0604020202020204" pitchFamily="34" charset="0"/>
              </a:rPr>
              <a:t>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2438400"/>
            <a:ext cx="8382000" cy="3877985"/>
          </a:xfrm>
          <a:prstGeom prst="rect">
            <a:avLst/>
          </a:prstGeom>
          <a:noFill/>
        </p:spPr>
        <p:txBody>
          <a:bodyPr wrap="square">
            <a:spAutoFit/>
          </a:bodyPr>
          <a:lstStyle/>
          <a:p>
            <a:pPr algn="ctr">
              <a:spcAft>
                <a:spcPts val="1800"/>
              </a:spcAft>
            </a:pPr>
            <a:r>
              <a:rPr lang="en-US" sz="3600" b="0" i="0" dirty="0">
                <a:solidFill>
                  <a:srgbClr val="282829"/>
                </a:solidFill>
                <a:effectLst/>
                <a:latin typeface="-apple-system"/>
              </a:rPr>
              <a:t>A popular error handling strategy is to define a defensive wall. </a:t>
            </a:r>
          </a:p>
          <a:p>
            <a:pPr algn="ctr">
              <a:spcAft>
                <a:spcPts val="1800"/>
              </a:spcAft>
            </a:pPr>
            <a:r>
              <a:rPr lang="en-US" sz="3600" b="0" i="0" dirty="0">
                <a:solidFill>
                  <a:srgbClr val="282829"/>
                </a:solidFill>
                <a:effectLst/>
                <a:latin typeface="-apple-system"/>
              </a:rPr>
              <a:t>Everything outside of the wall is responsible for checking input, cleaning it, and raising exceptions. </a:t>
            </a:r>
          </a:p>
          <a:p>
            <a:pPr algn="ctr">
              <a:spcAft>
                <a:spcPts val="1800"/>
              </a:spcAft>
            </a:pPr>
            <a:r>
              <a:rPr lang="en-US" sz="3600" b="0" i="0" dirty="0">
                <a:solidFill>
                  <a:srgbClr val="282829"/>
                </a:solidFill>
                <a:effectLst/>
                <a:latin typeface="-apple-system"/>
              </a:rPr>
              <a:t>Everything inside is presumed to be safe.</a:t>
            </a:r>
            <a:endParaRPr lang="en-US" sz="4400" b="1" i="0"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4205910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152400" y="533400"/>
            <a:ext cx="8839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Arial" panose="020B0604020202020204" pitchFamily="34" charset="0"/>
              </a:rPr>
              <a:t>Exceptions in 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1492508"/>
            <a:ext cx="8382000" cy="4985980"/>
          </a:xfrm>
          <a:prstGeom prst="rect">
            <a:avLst/>
          </a:prstGeom>
          <a:noFill/>
        </p:spPr>
        <p:txBody>
          <a:bodyPr wrap="square">
            <a:spAutoFit/>
          </a:bodyPr>
          <a:lstStyle/>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All non-private methods and constructors should validate arguments. It's good defensive programming to assume the worst possible data is getting passed in.</a:t>
            </a:r>
          </a:p>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If you don't have enough context to handle the bad data intelligently, throw an exception. It's the caller's job to deal with it then.</a:t>
            </a:r>
          </a:p>
          <a:p>
            <a:pPr marL="290513" indent="-290513" algn="l" rtl="0">
              <a:spcAft>
                <a:spcPts val="600"/>
              </a:spcAft>
              <a:buFont typeface="Arial" panose="020B0604020202020204" pitchFamily="34" charset="0"/>
              <a:buChar char="•"/>
            </a:pPr>
            <a:r>
              <a:rPr lang="en-US" sz="2800" b="0" dirty="0">
                <a:solidFill>
                  <a:srgbClr val="282829"/>
                </a:solidFill>
                <a:latin typeface="-apple-system"/>
              </a:rPr>
              <a:t>If the exception you want to throw is going to be automatically thrown anyway (</a:t>
            </a:r>
            <a:r>
              <a:rPr lang="en-US" sz="2800" b="0" dirty="0" err="1">
                <a:solidFill>
                  <a:srgbClr val="282829"/>
                </a:solidFill>
                <a:latin typeface="-apple-system"/>
              </a:rPr>
              <a:t>eg.</a:t>
            </a:r>
            <a:r>
              <a:rPr lang="en-US" sz="2800" b="0" dirty="0">
                <a:solidFill>
                  <a:srgbClr val="282829"/>
                </a:solidFill>
                <a:latin typeface="-apple-system"/>
              </a:rPr>
              <a:t> by dereferencing a null pointer), then don't bother checking for that condition. Null checks on method arguments are rarely needed.</a:t>
            </a:r>
          </a:p>
        </p:txBody>
      </p:sp>
    </p:spTree>
    <p:extLst>
      <p:ext uri="{BB962C8B-B14F-4D97-AF65-F5344CB8AC3E}">
        <p14:creationId xmlns:p14="http://schemas.microsoft.com/office/powerpoint/2010/main" val="3239852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152400" y="533400"/>
            <a:ext cx="8839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Arial" panose="020B0604020202020204" pitchFamily="34" charset="0"/>
              </a:rPr>
              <a:t>Exceptions in 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1492508"/>
            <a:ext cx="8382000" cy="4478149"/>
          </a:xfrm>
          <a:prstGeom prst="rect">
            <a:avLst/>
          </a:prstGeom>
          <a:noFill/>
        </p:spPr>
        <p:txBody>
          <a:bodyPr wrap="square">
            <a:spAutoFit/>
          </a:bodyPr>
          <a:lstStyle/>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If you're stashing the data away for later, then you should definitely check for null. You need to throw the </a:t>
            </a:r>
            <a:r>
              <a:rPr lang="en-US" sz="2800" b="0" i="0" dirty="0" err="1">
                <a:solidFill>
                  <a:srgbClr val="282829"/>
                </a:solidFill>
                <a:effectLst/>
                <a:latin typeface="-apple-system"/>
              </a:rPr>
              <a:t>NullPointerException</a:t>
            </a:r>
            <a:r>
              <a:rPr lang="en-US" sz="2800" b="0" i="0" dirty="0">
                <a:solidFill>
                  <a:srgbClr val="282829"/>
                </a:solidFill>
                <a:effectLst/>
                <a:latin typeface="-apple-system"/>
              </a:rPr>
              <a:t> manually so it doesn't happen at some distance point in the future, far removed from the source of the problem.</a:t>
            </a:r>
          </a:p>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If an entire class or module is hidden from the outside world, then all of its methods are effectively private, with regard to the boundaries of your system. You can use assertions freely and not bother with garbage checking.</a:t>
            </a:r>
          </a:p>
        </p:txBody>
      </p:sp>
    </p:spTree>
    <p:extLst>
      <p:ext uri="{BB962C8B-B14F-4D97-AF65-F5344CB8AC3E}">
        <p14:creationId xmlns:p14="http://schemas.microsoft.com/office/powerpoint/2010/main" val="1575784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152400" y="533400"/>
            <a:ext cx="8839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Arial" panose="020B0604020202020204" pitchFamily="34" charset="0"/>
              </a:rPr>
              <a:t>Exceptions in 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1492508"/>
            <a:ext cx="8382000" cy="6632585"/>
          </a:xfrm>
          <a:prstGeom prst="rect">
            <a:avLst/>
          </a:prstGeom>
          <a:noFill/>
        </p:spPr>
        <p:txBody>
          <a:bodyPr wrap="square">
            <a:spAutoFit/>
          </a:bodyPr>
          <a:lstStyle/>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Private methods don't require input checks. They are presumed safe because they are inside the defensive wall. Still, it can be useful to add assertions, which help ensure that your soldiers on the front line are keeping the garbage out and respecting the parameters of the private methods. Assertions go at the top of a private method, and can be removed automatically by the compiler so they don't end up in production.</a:t>
            </a:r>
          </a:p>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If the exception that will be automatically thrown isn't at the right abstraction level, then it's a leaky abstraction if you throw it (reveals implementation details that the caller doesn't need to know). Instead, catch the exception and throw the one that makes more sense to the caller.</a:t>
            </a:r>
          </a:p>
        </p:txBody>
      </p:sp>
    </p:spTree>
    <p:extLst>
      <p:ext uri="{BB962C8B-B14F-4D97-AF65-F5344CB8AC3E}">
        <p14:creationId xmlns:p14="http://schemas.microsoft.com/office/powerpoint/2010/main" val="3200283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762000" y="457200"/>
            <a:ext cx="7772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Validating Method Arguments</a:t>
            </a:r>
          </a:p>
        </p:txBody>
      </p:sp>
      <p:sp>
        <p:nvSpPr>
          <p:cNvPr id="3" name="TextBox 2">
            <a:extLst>
              <a:ext uri="{FF2B5EF4-FFF2-40B4-BE49-F238E27FC236}">
                <a16:creationId xmlns:a16="http://schemas.microsoft.com/office/drawing/2014/main" id="{D3E37CC0-2ED8-60AA-BEC8-92CF82A06B7D}"/>
              </a:ext>
            </a:extLst>
          </p:cNvPr>
          <p:cNvSpPr txBox="1"/>
          <p:nvPr/>
        </p:nvSpPr>
        <p:spPr>
          <a:xfrm>
            <a:off x="304800" y="1676400"/>
            <a:ext cx="8382000" cy="4693593"/>
          </a:xfrm>
          <a:prstGeom prst="rect">
            <a:avLst/>
          </a:prstGeom>
          <a:noFill/>
        </p:spPr>
        <p:txBody>
          <a:bodyPr wrap="square">
            <a:spAutoFit/>
          </a:bodyPr>
          <a:lstStyle/>
          <a:p>
            <a:pPr marL="342900" indent="-342900" algn="l">
              <a:spcAft>
                <a:spcPts val="1800"/>
              </a:spcAft>
              <a:buFont typeface="Arial" panose="020B0604020202020204" pitchFamily="34" charset="0"/>
              <a:buChar char="•"/>
            </a:pPr>
            <a:r>
              <a:rPr lang="en-US" sz="3200" b="1" i="0" dirty="0">
                <a:solidFill>
                  <a:srgbClr val="333333"/>
                </a:solidFill>
                <a:effectLst/>
                <a:latin typeface="Arial" panose="020B0604020202020204" pitchFamily="34" charset="0"/>
              </a:rPr>
              <a:t>Start a method with argument validation</a:t>
            </a:r>
          </a:p>
          <a:p>
            <a:pPr marL="342900" indent="-342900" algn="l">
              <a:spcAft>
                <a:spcPts val="1800"/>
              </a:spcAft>
              <a:buFont typeface="Arial" panose="020B0604020202020204" pitchFamily="34" charset="0"/>
              <a:buChar char="•"/>
            </a:pPr>
            <a:r>
              <a:rPr lang="en-US" sz="3200" dirty="0">
                <a:solidFill>
                  <a:srgbClr val="333333"/>
                </a:solidFill>
              </a:rPr>
              <a:t>Throw an exception if a test fails</a:t>
            </a:r>
          </a:p>
          <a:p>
            <a:pPr marL="342900" indent="-342900" algn="l">
              <a:spcAft>
                <a:spcPts val="1800"/>
              </a:spcAft>
              <a:buFont typeface="Arial" panose="020B0604020202020204" pitchFamily="34" charset="0"/>
              <a:buChar char="•"/>
            </a:pPr>
            <a:r>
              <a:rPr lang="en-US" sz="3200" b="1" i="0" dirty="0">
                <a:solidFill>
                  <a:srgbClr val="333333"/>
                </a:solidFill>
                <a:effectLst/>
                <a:latin typeface="Arial" panose="020B0604020202020204" pitchFamily="34" charset="0"/>
              </a:rPr>
              <a:t>Usually unchecked exceptions are thrown:</a:t>
            </a:r>
          </a:p>
          <a:p>
            <a:pPr marL="800100" lvl="1" indent="-342900">
              <a:spcAft>
                <a:spcPts val="1800"/>
              </a:spcAft>
              <a:buFont typeface="Arial" panose="020B0604020202020204" pitchFamily="34" charset="0"/>
              <a:buChar char="•"/>
            </a:pPr>
            <a:r>
              <a:rPr lang="en-US" sz="3200" dirty="0" err="1">
                <a:solidFill>
                  <a:srgbClr val="333333"/>
                </a:solidFill>
              </a:rPr>
              <a:t>IllegalArgumentException</a:t>
            </a:r>
            <a:endParaRPr lang="en-US" sz="3200" dirty="0">
              <a:solidFill>
                <a:srgbClr val="333333"/>
              </a:solidFill>
            </a:endParaRPr>
          </a:p>
          <a:p>
            <a:pPr marL="800100" lvl="1" indent="-342900">
              <a:spcAft>
                <a:spcPts val="1800"/>
              </a:spcAft>
              <a:buFont typeface="Arial" panose="020B0604020202020204" pitchFamily="34" charset="0"/>
              <a:buChar char="•"/>
            </a:pPr>
            <a:r>
              <a:rPr lang="en-US" sz="3200" b="1" i="0" dirty="0" err="1">
                <a:solidFill>
                  <a:srgbClr val="333333"/>
                </a:solidFill>
                <a:effectLst/>
                <a:latin typeface="Arial" panose="020B0604020202020204" pitchFamily="34" charset="0"/>
              </a:rPr>
              <a:t>NullPointerException</a:t>
            </a:r>
            <a:endParaRPr lang="en-US" sz="3200" b="1" i="0" dirty="0">
              <a:solidFill>
                <a:srgbClr val="333333"/>
              </a:solidFill>
              <a:effectLst/>
              <a:latin typeface="Arial" panose="020B0604020202020204" pitchFamily="34" charset="0"/>
            </a:endParaRPr>
          </a:p>
          <a:p>
            <a:pPr marL="800100" lvl="1" indent="-342900">
              <a:spcAft>
                <a:spcPts val="1800"/>
              </a:spcAft>
              <a:buFont typeface="Arial" panose="020B0604020202020204" pitchFamily="34" charset="0"/>
              <a:buChar char="•"/>
            </a:pPr>
            <a:r>
              <a:rPr lang="en-US" sz="3200" dirty="0" err="1">
                <a:solidFill>
                  <a:srgbClr val="333333"/>
                </a:solidFill>
              </a:rPr>
              <a:t>IllegalStateException</a:t>
            </a:r>
            <a:endParaRPr lang="en-US" sz="3200" b="1" i="0"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184706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762000" y="457200"/>
            <a:ext cx="7772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Validating Method Arguments</a:t>
            </a:r>
          </a:p>
        </p:txBody>
      </p:sp>
      <p:sp>
        <p:nvSpPr>
          <p:cNvPr id="4" name="Rectangle 2">
            <a:extLst>
              <a:ext uri="{FF2B5EF4-FFF2-40B4-BE49-F238E27FC236}">
                <a16:creationId xmlns:a16="http://schemas.microsoft.com/office/drawing/2014/main" id="{00545DB6-0041-69A8-6CD5-B21EAD094964}"/>
              </a:ext>
            </a:extLst>
          </p:cNvPr>
          <p:cNvSpPr>
            <a:spLocks noChangeArrowheads="1"/>
          </p:cNvSpPr>
          <p:nvPr/>
        </p:nvSpPr>
        <p:spPr bwMode="auto">
          <a:xfrm>
            <a:off x="533400" y="1988895"/>
            <a:ext cx="8077200" cy="3954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800"/>
              </a:spcAft>
              <a:buClrTx/>
              <a:buSzTx/>
              <a:buFontTx/>
              <a:buNone/>
              <a:tabLst/>
            </a:pPr>
            <a:r>
              <a:rPr kumimoji="0" lang="en-US" altLang="en-US" sz="36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Some common validations:</a:t>
            </a:r>
            <a:endParaRPr kumimoji="0" lang="en-US" altLang="en-US" sz="1400" b="0" i="0" u="none" strike="noStrike" cap="none" normalizeH="0" baseline="0" dirty="0">
              <a:ln>
                <a:noFill/>
              </a:ln>
              <a:solidFill>
                <a:schemeClr val="tx1"/>
              </a:solidFill>
              <a:effectLst/>
            </a:endParaRPr>
          </a:p>
          <a:p>
            <a:pPr marL="571500" marR="0" lvl="0" indent="-57150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36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check for a null reference</a:t>
            </a:r>
            <a:endParaRPr kumimoji="0" lang="en-US" altLang="en-US" sz="1400" b="0" i="0" u="none" strike="noStrike" cap="none" normalizeH="0" baseline="0" dirty="0">
              <a:ln>
                <a:noFill/>
              </a:ln>
              <a:solidFill>
                <a:schemeClr val="tx1"/>
              </a:solidFill>
              <a:effectLst/>
            </a:endParaRPr>
          </a:p>
          <a:p>
            <a:pPr marL="571500" marR="0" lvl="0" indent="-57150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36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check that text has visible content</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check that a number is in some range</a:t>
            </a:r>
            <a:r>
              <a:rPr kumimoji="0" lang="en-US" altLang="en-US" sz="1400" b="0" i="0" u="none" strike="noStrike" cap="none" normalizeH="0" baseline="0" dirty="0">
                <a:ln>
                  <a:noFill/>
                </a:ln>
                <a:solidFill>
                  <a:schemeClr val="tx1"/>
                </a:solidFill>
                <a:effectLst/>
              </a:rPr>
              <a:t> </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8818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762000" y="457200"/>
            <a:ext cx="7772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Validating Method Arguments</a:t>
            </a:r>
          </a:p>
        </p:txBody>
      </p:sp>
      <p:sp>
        <p:nvSpPr>
          <p:cNvPr id="2" name="Rectangle 1">
            <a:extLst>
              <a:ext uri="{FF2B5EF4-FFF2-40B4-BE49-F238E27FC236}">
                <a16:creationId xmlns:a16="http://schemas.microsoft.com/office/drawing/2014/main" id="{60CEA4FD-6104-60C5-191F-80EB3899DC12}"/>
              </a:ext>
            </a:extLst>
          </p:cNvPr>
          <p:cNvSpPr>
            <a:spLocks noChangeArrowheads="1"/>
          </p:cNvSpPr>
          <p:nvPr/>
        </p:nvSpPr>
        <p:spPr bwMode="auto">
          <a:xfrm>
            <a:off x="304800" y="1382554"/>
            <a:ext cx="86868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public</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Constructor (String name,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double</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speed)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if</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(name == null || </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name.trim</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isEmpty</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throw</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new</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IllegalArgumentException</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FF"/>
                </a:solidFill>
                <a:effectLst/>
                <a:latin typeface="Arial Unicode MS"/>
                <a:ea typeface="Times New Roman" panose="02020603050405020304" pitchFamily="18" charset="0"/>
                <a:cs typeface="Courier New" panose="02070309020205020404" pitchFamily="49" charset="0"/>
              </a:rPr>
              <a:t>"Name has no content."</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if</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(speed &lt; </a:t>
            </a:r>
            <a:r>
              <a:rPr kumimoji="0" lang="en-US" altLang="en-US" sz="2800" b="0" i="0" u="none" strike="noStrike" cap="none" normalizeH="0" baseline="0" dirty="0">
                <a:ln>
                  <a:noFill/>
                </a:ln>
                <a:solidFill>
                  <a:srgbClr val="0000FF"/>
                </a:solidFill>
                <a:effectLst/>
                <a:latin typeface="Arial Unicode MS"/>
                <a:ea typeface="Times New Roman" panose="02020603050405020304" pitchFamily="18" charset="0"/>
                <a:cs typeface="Courier New" panose="02070309020205020404" pitchFamily="49" charset="0"/>
              </a:rPr>
              <a:t>0.0</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speed &gt; </a:t>
            </a:r>
            <a:r>
              <a:rPr kumimoji="0" lang="en-US" altLang="en-US" sz="2800" b="0" i="0" u="none" strike="noStrike" cap="none" normalizeH="0" baseline="0" dirty="0">
                <a:ln>
                  <a:noFill/>
                </a:ln>
                <a:solidFill>
                  <a:srgbClr val="0000FF"/>
                </a:solidFill>
                <a:effectLst/>
                <a:latin typeface="Arial Unicode MS"/>
                <a:ea typeface="Times New Roman" panose="02020603050405020304" pitchFamily="18" charset="0"/>
                <a:cs typeface="Courier New" panose="02070309020205020404" pitchFamily="49" charset="0"/>
              </a:rPr>
              <a:t>1.0</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throw</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new</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IllegalArgumentException</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FF"/>
                </a:solidFill>
                <a:effectLst/>
                <a:latin typeface="Arial Unicode MS"/>
                <a:ea typeface="Times New Roman" panose="02020603050405020304" pitchFamily="18" charset="0"/>
                <a:cs typeface="Courier New" panose="02070309020205020404" pitchFamily="49" charset="0"/>
              </a:rPr>
              <a:t>"Speed not in range [0..1]: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speed);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0" dirty="0">
              <a:solidFill>
                <a:srgbClr val="000000"/>
              </a:solidFill>
              <a:latin typeface="Arial Unicode MS"/>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this</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.name = name;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err="1">
                <a:ln>
                  <a:noFill/>
                </a:ln>
                <a:solidFill>
                  <a:srgbClr val="000080"/>
                </a:solidFill>
                <a:effectLst/>
                <a:latin typeface="Arial Unicode MS"/>
                <a:ea typeface="Times New Roman" panose="02020603050405020304" pitchFamily="18" charset="0"/>
                <a:cs typeface="Courier New" panose="02070309020205020404" pitchFamily="49" charset="0"/>
              </a:rPr>
              <a:t>this</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.speed</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speed;</a:t>
            </a:r>
            <a:r>
              <a:rPr kumimoji="0" lang="en-US" altLang="en-US" sz="11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47933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3">
            <a:extLst>
              <a:ext uri="{FF2B5EF4-FFF2-40B4-BE49-F238E27FC236}">
                <a16:creationId xmlns:a16="http://schemas.microsoft.com/office/drawing/2014/main" id="{5BBDB527-D5DF-E0E6-B818-3DFB4405023F}"/>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F3E389-CFBC-4E83-949E-FA40F624B7E5}"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88067" name="Rectangle 4">
            <a:extLst>
              <a:ext uri="{FF2B5EF4-FFF2-40B4-BE49-F238E27FC236}">
                <a16:creationId xmlns:a16="http://schemas.microsoft.com/office/drawing/2014/main" id="{AF674103-C0F1-A9D4-7768-382304AFC3EE}"/>
              </a:ext>
            </a:extLst>
          </p:cNvPr>
          <p:cNvSpPr>
            <a:spLocks noGrp="1" noChangeArrowheads="1"/>
          </p:cNvSpPr>
          <p:nvPr/>
        </p:nvSpPr>
        <p:spPr bwMode="auto">
          <a:xfrm>
            <a:off x="685800" y="457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400" b="1" i="0" u="none" strike="noStrike" kern="1200" cap="none" spc="0" normalizeH="0" baseline="0" noProof="0">
                <a:ln>
                  <a:noFill/>
                </a:ln>
                <a:solidFill>
                  <a:srgbClr val="333399"/>
                </a:solidFill>
                <a:effectLst/>
                <a:uLnTx/>
                <a:uFillTx/>
                <a:latin typeface="Tahoma" panose="020B0604030504040204" pitchFamily="34" charset="0"/>
                <a:ea typeface="SimSun" panose="02010600030101010101" pitchFamily="2" charset="-122"/>
                <a:cs typeface="+mn-cs"/>
              </a:rPr>
              <a:t>Some Tips</a:t>
            </a:r>
          </a:p>
        </p:txBody>
      </p:sp>
      <p:sp>
        <p:nvSpPr>
          <p:cNvPr id="88068" name="Rectangle 5">
            <a:extLst>
              <a:ext uri="{FF2B5EF4-FFF2-40B4-BE49-F238E27FC236}">
                <a16:creationId xmlns:a16="http://schemas.microsoft.com/office/drawing/2014/main" id="{8028C472-940C-C58E-E459-7BEBDC8D6D13}"/>
              </a:ext>
            </a:extLst>
          </p:cNvPr>
          <p:cNvSpPr>
            <a:spLocks noGrp="1" noChangeArrowheads="1"/>
          </p:cNvSpPr>
          <p:nvPr/>
        </p:nvSpPr>
        <p:spPr bwMode="auto">
          <a:xfrm>
            <a:off x="685800" y="18288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Don’t use exception handling to replace testing – </a:t>
            </a:r>
            <a:r>
              <a:rPr kumimoji="0" lang="en-US" altLang="en-US" sz="3200" b="1"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Reason</a:t>
            </a: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 it’s much slower!</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Don’t wrap every code statement in a try block. Put the </a:t>
            </a:r>
            <a:r>
              <a:rPr kumimoji="0" lang="en-US" altLang="en-US" sz="3200" b="1"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whole task</a:t>
            </a: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 in a try block.</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Don’t </a:t>
            </a:r>
            <a:r>
              <a:rPr kumimoji="0" lang="en-US" altLang="en-US" sz="3200" b="1"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ignore</a:t>
            </a: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 exceptions with null actions (just to shut the compiler up). They will come back and bite you!</a:t>
            </a:r>
          </a:p>
        </p:txBody>
      </p:sp>
    </p:spTree>
  </p:cSld>
  <p:clrMapOvr>
    <a:masterClrMapping/>
  </p:clrMapOvr>
  <p:transition advTm="10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3">
            <a:extLst>
              <a:ext uri="{FF2B5EF4-FFF2-40B4-BE49-F238E27FC236}">
                <a16:creationId xmlns:a16="http://schemas.microsoft.com/office/drawing/2014/main" id="{2C85448F-C29B-2D6D-3C6F-B35B5FD4D159}"/>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FA775FB-0B1B-47C5-8D58-93522C5ED96C}"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89091" name="Rectangle 4">
            <a:extLst>
              <a:ext uri="{FF2B5EF4-FFF2-40B4-BE49-F238E27FC236}">
                <a16:creationId xmlns:a16="http://schemas.microsoft.com/office/drawing/2014/main" id="{E441AA11-8283-2F7C-7CAF-9B834B14ED43}"/>
              </a:ext>
            </a:extLst>
          </p:cNvPr>
          <p:cNvSpPr>
            <a:spLocks noGrp="1" noChangeArrowheads="1"/>
          </p:cNvSpPr>
          <p:nvPr/>
        </p:nvSpPr>
        <p:spPr bwMode="auto">
          <a:xfrm>
            <a:off x="685800" y="457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400" b="1" i="0" u="none" strike="noStrike" kern="1200" cap="none" spc="0" normalizeH="0" baseline="0" noProof="0">
                <a:ln>
                  <a:noFill/>
                </a:ln>
                <a:solidFill>
                  <a:srgbClr val="333399"/>
                </a:solidFill>
                <a:effectLst/>
                <a:uLnTx/>
                <a:uFillTx/>
                <a:latin typeface="Tahoma" panose="020B0604030504040204" pitchFamily="34" charset="0"/>
                <a:ea typeface="SimSun" panose="02010600030101010101" pitchFamily="2" charset="-122"/>
                <a:cs typeface="+mn-cs"/>
              </a:rPr>
              <a:t>Some Tips</a:t>
            </a:r>
          </a:p>
        </p:txBody>
      </p:sp>
      <p:sp>
        <p:nvSpPr>
          <p:cNvPr id="89092" name="Rectangle 5">
            <a:extLst>
              <a:ext uri="{FF2B5EF4-FFF2-40B4-BE49-F238E27FC236}">
                <a16:creationId xmlns:a16="http://schemas.microsoft.com/office/drawing/2014/main" id="{C485BCA1-8224-B435-8B15-341B10D89597}"/>
              </a:ext>
            </a:extLst>
          </p:cNvPr>
          <p:cNvSpPr>
            <a:spLocks noGrp="1" noChangeArrowheads="1"/>
          </p:cNvSpPr>
          <p:nvPr/>
        </p:nvSpPr>
        <p:spPr bwMode="auto">
          <a:xfrm>
            <a:off x="685800" y="18288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Every exception should be handled </a:t>
            </a:r>
            <a:r>
              <a:rPr kumimoji="0" lang="en-US" altLang="en-US" sz="3200" b="0" i="1"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somewhere</a:t>
            </a: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 in your program.  If an exception has no handler, an error message is printed, and your program terminates.</a:t>
            </a:r>
          </a:p>
        </p:txBody>
      </p:sp>
    </p:spTree>
  </p:cSld>
  <p:clrMapOvr>
    <a:masterClrMapping/>
  </p:clrMapOvr>
  <p:transition advTm="100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3">
            <a:extLst>
              <a:ext uri="{FF2B5EF4-FFF2-40B4-BE49-F238E27FC236}">
                <a16:creationId xmlns:a16="http://schemas.microsoft.com/office/drawing/2014/main" id="{BBBACDB6-CF50-367B-C819-58F9F03C0970}"/>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71CEF6-B75E-4DD8-9CA0-4A53329316E1}"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90115" name="Rectangle 4">
            <a:extLst>
              <a:ext uri="{FF2B5EF4-FFF2-40B4-BE49-F238E27FC236}">
                <a16:creationId xmlns:a16="http://schemas.microsoft.com/office/drawing/2014/main" id="{5B61B232-7C8B-3520-0A79-DD32DC4E8F5B}"/>
              </a:ext>
            </a:extLst>
          </p:cNvPr>
          <p:cNvSpPr>
            <a:spLocks noGrp="1" noChangeArrowheads="1"/>
          </p:cNvSpPr>
          <p:nvPr/>
        </p:nvSpPr>
        <p:spPr bwMode="auto">
          <a:xfrm>
            <a:off x="685800" y="457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400" b="1" i="0" u="none" strike="noStrike" kern="1200" cap="none" spc="0" normalizeH="0" baseline="0" noProof="0">
                <a:ln>
                  <a:noFill/>
                </a:ln>
                <a:solidFill>
                  <a:srgbClr val="333399"/>
                </a:solidFill>
                <a:effectLst/>
                <a:uLnTx/>
                <a:uFillTx/>
                <a:latin typeface="Tahoma" panose="020B0604030504040204" pitchFamily="34" charset="0"/>
                <a:ea typeface="SimSun" panose="02010600030101010101" pitchFamily="2" charset="-122"/>
                <a:cs typeface="+mn-cs"/>
              </a:rPr>
              <a:t>Some Tips</a:t>
            </a:r>
          </a:p>
        </p:txBody>
      </p:sp>
      <p:sp>
        <p:nvSpPr>
          <p:cNvPr id="90116" name="Rectangle 4">
            <a:extLst>
              <a:ext uri="{FF2B5EF4-FFF2-40B4-BE49-F238E27FC236}">
                <a16:creationId xmlns:a16="http://schemas.microsoft.com/office/drawing/2014/main" id="{FCB9D39F-FF40-EC83-3513-6421CFA5EA2B}"/>
              </a:ext>
            </a:extLst>
          </p:cNvPr>
          <p:cNvSpPr>
            <a:spLocks noGrp="1" noChangeArrowheads="1"/>
          </p:cNvSpPr>
          <p:nvPr/>
        </p:nvSpPr>
        <p:spPr bwMode="auto">
          <a:xfrm>
            <a:off x="684213" y="18288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A subclass method that overrides a superclass method </a:t>
            </a:r>
            <a:r>
              <a:rPr kumimoji="0" lang="en-US" altLang="en-US" sz="3200" b="0" i="0" u="sng"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cannot throw more exceptions than the superclass method</a:t>
            </a: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  but can throw fewer.</a:t>
            </a:r>
            <a:b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br>
            <a:endParaRPr kumimoji="0" lang="en-US" altLang="en-US" sz="16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Reason – code that has been using the superclass shouldn’t be surprised by a new, unexpected type </a:t>
            </a: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of problem.</a:t>
            </a:r>
            <a:endPar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endParaRPr>
          </a:p>
        </p:txBody>
      </p:sp>
    </p:spTree>
  </p:cSld>
  <p:clrMapOvr>
    <a:masterClrMapping/>
  </p:clrMapOvr>
  <p:transition advTm="10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B42F5E7-0092-1BCE-D56F-B3B0D63F07B5}"/>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2DD9192-2B9A-4E99-911B-46F529AF283E}"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2" name="Title 1">
            <a:extLst>
              <a:ext uri="{FF2B5EF4-FFF2-40B4-BE49-F238E27FC236}">
                <a16:creationId xmlns:a16="http://schemas.microsoft.com/office/drawing/2014/main" id="{3EF5874B-BD69-279D-69A9-DDF7155FF9AB}"/>
              </a:ext>
            </a:extLst>
          </p:cNvPr>
          <p:cNvSpPr>
            <a:spLocks noGrp="1"/>
          </p:cNvSpPr>
          <p:nvPr>
            <p:ph type="title"/>
          </p:nvPr>
        </p:nvSpPr>
        <p:spPr>
          <a:xfrm>
            <a:off x="990600" y="2514600"/>
            <a:ext cx="7623175" cy="1431925"/>
          </a:xfrm>
        </p:spPr>
        <p:txBody>
          <a:bodyPr/>
          <a:lstStyle/>
          <a:p>
            <a:pPr algn="ctr">
              <a:defRPr/>
            </a:pPr>
            <a:r>
              <a:rPr lang="en-US" sz="7200" dirty="0">
                <a:solidFill>
                  <a:schemeClr val="tx1"/>
                </a:solidFill>
              </a:rPr>
              <a:t>Exception Terminology</a:t>
            </a:r>
            <a:endParaRPr lang="en-US" sz="7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448A49-BBB9-400F-7858-3567915021B3}"/>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451C56-ED17-496A-A234-4B3C2569951C}"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81922" name="Rectangle 2">
            <a:extLst>
              <a:ext uri="{FF2B5EF4-FFF2-40B4-BE49-F238E27FC236}">
                <a16:creationId xmlns:a16="http://schemas.microsoft.com/office/drawing/2014/main" id="{D6E00A1C-1295-0989-5753-4E25B1DDBFC3}"/>
              </a:ext>
            </a:extLst>
          </p:cNvPr>
          <p:cNvSpPr>
            <a:spLocks noGrp="1" noRot="1" noChangeArrowheads="1"/>
          </p:cNvSpPr>
          <p:nvPr>
            <p:ph type="title"/>
          </p:nvPr>
        </p:nvSpPr>
        <p:spPr/>
        <p:txBody>
          <a:bodyPr/>
          <a:lstStyle/>
          <a:p>
            <a:pPr eaLnBrk="1" hangingPunct="1">
              <a:defRPr/>
            </a:pPr>
            <a:r>
              <a:rPr lang="en-US" dirty="0"/>
              <a:t>Terminology</a:t>
            </a:r>
          </a:p>
        </p:txBody>
      </p:sp>
      <p:sp>
        <p:nvSpPr>
          <p:cNvPr id="81923" name="Rectangle 3">
            <a:extLst>
              <a:ext uri="{FF2B5EF4-FFF2-40B4-BE49-F238E27FC236}">
                <a16:creationId xmlns:a16="http://schemas.microsoft.com/office/drawing/2014/main" id="{2A630D85-25D2-EC7B-9FC7-730784DEFF2B}"/>
              </a:ext>
            </a:extLst>
          </p:cNvPr>
          <p:cNvSpPr>
            <a:spLocks noGrp="1" noRot="1" noChangeArrowheads="1"/>
          </p:cNvSpPr>
          <p:nvPr>
            <p:ph type="body" idx="1"/>
          </p:nvPr>
        </p:nvSpPr>
        <p:spPr>
          <a:xfrm>
            <a:off x="609600" y="1676400"/>
            <a:ext cx="7924800" cy="4953000"/>
          </a:xfrm>
        </p:spPr>
        <p:txBody>
          <a:bodyPr/>
          <a:lstStyle/>
          <a:p>
            <a:pPr eaLnBrk="1" hangingPunct="1">
              <a:lnSpc>
                <a:spcPct val="90000"/>
              </a:lnSpc>
              <a:defRPr/>
            </a:pPr>
            <a:r>
              <a:rPr lang="en-US" b="1" dirty="0">
                <a:solidFill>
                  <a:srgbClr val="FFFF99"/>
                </a:solidFill>
                <a:latin typeface="Courier New" pitchFamily="49" charset="0"/>
              </a:rPr>
              <a:t>Exception - </a:t>
            </a:r>
            <a:r>
              <a:rPr lang="en-US" sz="2800" dirty="0"/>
              <a:t>a java class used to store error information.  </a:t>
            </a:r>
          </a:p>
          <a:p>
            <a:pPr eaLnBrk="1" hangingPunct="1">
              <a:lnSpc>
                <a:spcPct val="90000"/>
              </a:lnSpc>
              <a:defRPr/>
            </a:pPr>
            <a:r>
              <a:rPr lang="en-US" b="1" dirty="0">
                <a:solidFill>
                  <a:srgbClr val="FFFF99"/>
                </a:solidFill>
                <a:latin typeface="Courier New" pitchFamily="49" charset="0"/>
              </a:rPr>
              <a:t>throws clause – </a:t>
            </a:r>
            <a:r>
              <a:rPr lang="en-US" sz="2800" dirty="0">
                <a:cs typeface="Times New Roman" pitchFamily="18" charset="0"/>
              </a:rPr>
              <a:t>included in the method definition.  It specifies which exceptions the method throws</a:t>
            </a:r>
          </a:p>
          <a:p>
            <a:pPr eaLnBrk="1" hangingPunct="1">
              <a:buClr>
                <a:srgbClr val="99F3FF"/>
              </a:buClr>
              <a:defRPr/>
            </a:pPr>
            <a:r>
              <a:rPr lang="en-US" b="1" dirty="0">
                <a:solidFill>
                  <a:srgbClr val="FFFF99"/>
                </a:solidFill>
                <a:latin typeface="Courier New" pitchFamily="49" charset="0"/>
              </a:rPr>
              <a:t>Throw point –</a:t>
            </a:r>
            <a:r>
              <a:rPr lang="en-US" sz="2800" dirty="0">
                <a:solidFill>
                  <a:srgbClr val="FFFFFF"/>
                </a:solidFill>
              </a:rPr>
              <a:t> initial point at which the exception occurs, top row of call chain</a:t>
            </a:r>
            <a:endParaRPr lang="en-US" sz="2400" dirty="0"/>
          </a:p>
          <a:p>
            <a:pPr eaLnBrk="1" hangingPunct="1">
              <a:lnSpc>
                <a:spcPct val="90000"/>
              </a:lnSpc>
              <a:defRPr/>
            </a:pP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C4FC456-D6C3-342C-CCDB-A47514A066F0}"/>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2B8AA2A-FF9A-4F2C-A754-47B1ACBEC786}"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82946" name="Rectangle 2">
            <a:extLst>
              <a:ext uri="{FF2B5EF4-FFF2-40B4-BE49-F238E27FC236}">
                <a16:creationId xmlns:a16="http://schemas.microsoft.com/office/drawing/2014/main" id="{1E560EA2-9F30-1CF0-F39B-A01B6E5A7E7E}"/>
              </a:ext>
            </a:extLst>
          </p:cNvPr>
          <p:cNvSpPr>
            <a:spLocks noGrp="1" noRot="1" noChangeArrowheads="1"/>
          </p:cNvSpPr>
          <p:nvPr>
            <p:ph type="title"/>
          </p:nvPr>
        </p:nvSpPr>
        <p:spPr/>
        <p:txBody>
          <a:bodyPr/>
          <a:lstStyle/>
          <a:p>
            <a:pPr eaLnBrk="1" hangingPunct="1">
              <a:defRPr/>
            </a:pPr>
            <a:r>
              <a:rPr lang="en-US" dirty="0"/>
              <a:t>Terminology</a:t>
            </a:r>
          </a:p>
        </p:txBody>
      </p:sp>
      <p:sp>
        <p:nvSpPr>
          <p:cNvPr id="82947" name="Rectangle 3">
            <a:extLst>
              <a:ext uri="{FF2B5EF4-FFF2-40B4-BE49-F238E27FC236}">
                <a16:creationId xmlns:a16="http://schemas.microsoft.com/office/drawing/2014/main" id="{800D67E9-463B-EEE3-20F4-0FFA749C0F31}"/>
              </a:ext>
            </a:extLst>
          </p:cNvPr>
          <p:cNvSpPr>
            <a:spLocks noGrp="1" noRot="1" noChangeArrowheads="1"/>
          </p:cNvSpPr>
          <p:nvPr>
            <p:ph type="body" idx="1"/>
          </p:nvPr>
        </p:nvSpPr>
        <p:spPr>
          <a:xfrm>
            <a:off x="609600" y="1828800"/>
            <a:ext cx="8534400" cy="4953000"/>
          </a:xfrm>
        </p:spPr>
        <p:txBody>
          <a:bodyPr/>
          <a:lstStyle/>
          <a:p>
            <a:pPr eaLnBrk="1" hangingPunct="1">
              <a:defRPr/>
            </a:pPr>
            <a:r>
              <a:rPr lang="en-US" b="1" dirty="0">
                <a:solidFill>
                  <a:srgbClr val="FFFF99"/>
                </a:solidFill>
                <a:latin typeface="Courier New" pitchFamily="49" charset="0"/>
              </a:rPr>
              <a:t>try statement – </a:t>
            </a:r>
            <a:r>
              <a:rPr lang="en-US" dirty="0"/>
              <a:t>consists of </a:t>
            </a:r>
            <a:r>
              <a:rPr lang="en-US" dirty="0">
                <a:latin typeface="Lucida Console" pitchFamily="49" charset="0"/>
              </a:rPr>
              <a:t>try</a:t>
            </a:r>
            <a:r>
              <a:rPr lang="en-US" dirty="0"/>
              <a:t> block and corresponding </a:t>
            </a:r>
            <a:r>
              <a:rPr lang="en-US" dirty="0">
                <a:latin typeface="Lucida Console" pitchFamily="49" charset="0"/>
              </a:rPr>
              <a:t>catch</a:t>
            </a:r>
            <a:r>
              <a:rPr lang="en-US" dirty="0"/>
              <a:t> and/or </a:t>
            </a:r>
            <a:r>
              <a:rPr lang="en-US" dirty="0">
                <a:latin typeface="Lucida Console" pitchFamily="49" charset="0"/>
              </a:rPr>
              <a:t>finally</a:t>
            </a:r>
            <a:r>
              <a:rPr lang="en-US" dirty="0"/>
              <a:t> blocks</a:t>
            </a:r>
          </a:p>
          <a:p>
            <a:pPr eaLnBrk="1" hangingPunct="1">
              <a:defRPr/>
            </a:pPr>
            <a:r>
              <a:rPr lang="en-US" b="1" dirty="0">
                <a:solidFill>
                  <a:srgbClr val="FFFF99"/>
                </a:solidFill>
                <a:latin typeface="Courier New" pitchFamily="49" charset="0"/>
              </a:rPr>
              <a:t>try block </a:t>
            </a:r>
            <a:r>
              <a:rPr lang="en-US" dirty="0"/>
              <a:t>– contains code that could generate errors</a:t>
            </a:r>
          </a:p>
          <a:p>
            <a:pPr eaLnBrk="1" hangingPunct="1">
              <a:defRPr/>
            </a:pPr>
            <a:r>
              <a:rPr lang="en-US" b="1" dirty="0">
                <a:solidFill>
                  <a:srgbClr val="FFFF99"/>
                </a:solidFill>
                <a:latin typeface="Courier New" pitchFamily="49" charset="0"/>
              </a:rPr>
              <a:t>catch block </a:t>
            </a:r>
            <a:r>
              <a:rPr lang="en-US" dirty="0"/>
              <a:t>– contains code for error handling </a:t>
            </a:r>
          </a:p>
          <a:p>
            <a:pPr eaLnBrk="1" hangingPunct="1">
              <a:defRPr/>
            </a:pPr>
            <a:r>
              <a:rPr lang="en-US" b="1" dirty="0">
                <a:solidFill>
                  <a:srgbClr val="FFFF99"/>
                </a:solidFill>
                <a:latin typeface="Courier New" pitchFamily="49" charset="0"/>
              </a:rPr>
              <a:t>finally block </a:t>
            </a:r>
            <a:r>
              <a:rPr lang="en-US" dirty="0"/>
              <a:t>- always executes, whether an exception occurs or not.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A181344-4EE5-431B-4EFA-EB43E84288ED}"/>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B1FAE9-F7B7-4769-A693-DD599102FBD3}"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21858" name="Rectangle 2">
            <a:extLst>
              <a:ext uri="{FF2B5EF4-FFF2-40B4-BE49-F238E27FC236}">
                <a16:creationId xmlns:a16="http://schemas.microsoft.com/office/drawing/2014/main" id="{ADAD667B-B232-DDAE-021F-F9825716BFD8}"/>
              </a:ext>
            </a:extLst>
          </p:cNvPr>
          <p:cNvSpPr>
            <a:spLocks noGrp="1" noChangeArrowheads="1"/>
          </p:cNvSpPr>
          <p:nvPr>
            <p:ph type="title"/>
          </p:nvPr>
        </p:nvSpPr>
        <p:spPr/>
        <p:txBody>
          <a:bodyPr/>
          <a:lstStyle/>
          <a:p>
            <a:pPr eaLnBrk="1" hangingPunct="1">
              <a:defRPr/>
            </a:pPr>
            <a:r>
              <a:rPr lang="en-US" dirty="0"/>
              <a:t>Terminology</a:t>
            </a:r>
          </a:p>
        </p:txBody>
      </p:sp>
      <p:sp>
        <p:nvSpPr>
          <p:cNvPr id="121859" name="Rectangle 3">
            <a:extLst>
              <a:ext uri="{FF2B5EF4-FFF2-40B4-BE49-F238E27FC236}">
                <a16:creationId xmlns:a16="http://schemas.microsoft.com/office/drawing/2014/main" id="{62D9583B-024D-9BBC-4DE7-33882606231C}"/>
              </a:ext>
            </a:extLst>
          </p:cNvPr>
          <p:cNvSpPr>
            <a:spLocks noGrp="1" noRot="1" noChangeArrowheads="1"/>
          </p:cNvSpPr>
          <p:nvPr>
            <p:ph type="body" idx="1"/>
          </p:nvPr>
        </p:nvSpPr>
        <p:spPr/>
        <p:txBody>
          <a:bodyPr/>
          <a:lstStyle/>
          <a:p>
            <a:pPr marL="228600" indent="-228600" eaLnBrk="1" hangingPunct="1">
              <a:lnSpc>
                <a:spcPct val="90000"/>
              </a:lnSpc>
              <a:spcAft>
                <a:spcPts val="1200"/>
              </a:spcAft>
              <a:defRPr/>
            </a:pPr>
            <a:r>
              <a:rPr lang="en-US" b="1" dirty="0">
                <a:solidFill>
                  <a:srgbClr val="FFFF99"/>
                </a:solidFill>
                <a:latin typeface="Courier New" pitchFamily="49" charset="0"/>
              </a:rPr>
              <a:t>Thrown exception – </a:t>
            </a:r>
            <a:r>
              <a:rPr lang="en-US" sz="2800" dirty="0"/>
              <a:t>an exception that has occurred</a:t>
            </a:r>
          </a:p>
          <a:p>
            <a:pPr marL="228600" indent="-228600" eaLnBrk="1" hangingPunct="1">
              <a:lnSpc>
                <a:spcPct val="90000"/>
              </a:lnSpc>
              <a:defRPr/>
            </a:pPr>
            <a:r>
              <a:rPr lang="en-US" b="1" dirty="0">
                <a:solidFill>
                  <a:srgbClr val="FFFF99"/>
                </a:solidFill>
                <a:latin typeface="Courier New" pitchFamily="49" charset="0"/>
              </a:rPr>
              <a:t>Stack trace</a:t>
            </a:r>
          </a:p>
          <a:p>
            <a:pPr marL="747713" lvl="1" indent="-290513" eaLnBrk="1" hangingPunct="1">
              <a:lnSpc>
                <a:spcPct val="90000"/>
              </a:lnSpc>
              <a:defRPr/>
            </a:pPr>
            <a:r>
              <a:rPr lang="en-US" sz="2500" dirty="0"/>
              <a:t>Name of the exception in a descriptive message that indicates the problem</a:t>
            </a:r>
          </a:p>
          <a:p>
            <a:pPr marL="747713" lvl="1" indent="-290513" eaLnBrk="1" hangingPunct="1">
              <a:lnSpc>
                <a:spcPct val="90000"/>
              </a:lnSpc>
              <a:spcAft>
                <a:spcPts val="1200"/>
              </a:spcAft>
              <a:defRPr/>
            </a:pPr>
            <a:r>
              <a:rPr lang="en-US" sz="2500" dirty="0"/>
              <a:t>Complete method-call stack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72EB180-1F1A-8125-14E6-A5C7E94453F5}"/>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74971E-4522-467C-B761-DBC8EAAB1DFE}"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30050" name="Rectangle 2">
            <a:extLst>
              <a:ext uri="{FF2B5EF4-FFF2-40B4-BE49-F238E27FC236}">
                <a16:creationId xmlns:a16="http://schemas.microsoft.com/office/drawing/2014/main" id="{594CF697-6723-9B05-9626-459B339CF5C2}"/>
              </a:ext>
            </a:extLst>
          </p:cNvPr>
          <p:cNvSpPr>
            <a:spLocks noGrp="1" noRot="1" noChangeArrowheads="1"/>
          </p:cNvSpPr>
          <p:nvPr>
            <p:ph type="title"/>
          </p:nvPr>
        </p:nvSpPr>
        <p:spPr/>
        <p:txBody>
          <a:bodyPr/>
          <a:lstStyle/>
          <a:p>
            <a:pPr eaLnBrk="1" hangingPunct="1">
              <a:defRPr/>
            </a:pPr>
            <a:r>
              <a:rPr lang="en-US" sz="4000" i="1"/>
              <a:t>Termination Model of Exception Handling</a:t>
            </a:r>
          </a:p>
        </p:txBody>
      </p:sp>
      <p:sp>
        <p:nvSpPr>
          <p:cNvPr id="130051" name="Rectangle 3">
            <a:extLst>
              <a:ext uri="{FF2B5EF4-FFF2-40B4-BE49-F238E27FC236}">
                <a16:creationId xmlns:a16="http://schemas.microsoft.com/office/drawing/2014/main" id="{B351B9ED-F03F-C8BE-9A73-F1BF4E669674}"/>
              </a:ext>
            </a:extLst>
          </p:cNvPr>
          <p:cNvSpPr>
            <a:spLocks noGrp="1" noRot="1" noChangeArrowheads="1"/>
          </p:cNvSpPr>
          <p:nvPr>
            <p:ph type="body" idx="1"/>
          </p:nvPr>
        </p:nvSpPr>
        <p:spPr>
          <a:xfrm>
            <a:off x="609600" y="1905000"/>
            <a:ext cx="7696200" cy="4953000"/>
          </a:xfrm>
        </p:spPr>
        <p:txBody>
          <a:bodyPr/>
          <a:lstStyle/>
          <a:p>
            <a:pPr eaLnBrk="1" hangingPunct="1">
              <a:defRPr/>
            </a:pPr>
            <a:r>
              <a:rPr lang="en-US" b="1" dirty="0">
                <a:solidFill>
                  <a:srgbClr val="FFFF99"/>
                </a:solidFill>
                <a:latin typeface="Courier New" pitchFamily="49" charset="0"/>
              </a:rPr>
              <a:t>Termination model of exception handling</a:t>
            </a:r>
            <a:r>
              <a:rPr lang="en-US" dirty="0"/>
              <a:t>:</a:t>
            </a:r>
          </a:p>
          <a:p>
            <a:pPr marL="457200" lvl="1" indent="0" eaLnBrk="1" hangingPunct="1">
              <a:buFont typeface="Wingdings" panose="05000000000000000000" pitchFamily="2" charset="2"/>
              <a:buNone/>
              <a:defRPr/>
            </a:pPr>
            <a:r>
              <a:rPr lang="en-US" dirty="0"/>
              <a:t>When an exception occurs,</a:t>
            </a:r>
          </a:p>
          <a:p>
            <a:pPr marL="747713" lvl="1" indent="-290513" eaLnBrk="1" hangingPunct="1">
              <a:defRPr/>
            </a:pPr>
            <a:r>
              <a:rPr lang="en-US" dirty="0"/>
              <a:t>the </a:t>
            </a:r>
            <a:r>
              <a:rPr lang="en-US" dirty="0">
                <a:latin typeface="Lucida Console" pitchFamily="49" charset="0"/>
              </a:rPr>
              <a:t>try</a:t>
            </a:r>
            <a:r>
              <a:rPr lang="en-US" dirty="0"/>
              <a:t> block terminates immediately</a:t>
            </a:r>
          </a:p>
          <a:p>
            <a:pPr marL="747713" lvl="1" indent="-290513" eaLnBrk="1" hangingPunct="1">
              <a:spcAft>
                <a:spcPts val="1200"/>
              </a:spcAft>
              <a:defRPr/>
            </a:pPr>
            <a:r>
              <a:rPr lang="en-US" dirty="0"/>
              <a:t>Program control transfers to first matching </a:t>
            </a:r>
            <a:r>
              <a:rPr lang="en-US" dirty="0">
                <a:latin typeface="Lucida Console" pitchFamily="49" charset="0"/>
              </a:rPr>
              <a:t>catch</a:t>
            </a:r>
            <a:r>
              <a:rPr lang="en-US" dirty="0"/>
              <a:t> block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3E5466E-8A84-FFE3-EB40-41B1ADB1FE47}"/>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751A6B8-DD65-4DFD-837F-83AA51E45207}"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34146" name="Rectangle 2">
            <a:extLst>
              <a:ext uri="{FF2B5EF4-FFF2-40B4-BE49-F238E27FC236}">
                <a16:creationId xmlns:a16="http://schemas.microsoft.com/office/drawing/2014/main" id="{C84179B3-9E3A-002B-1A29-3EAA19DC6574}"/>
              </a:ext>
            </a:extLst>
          </p:cNvPr>
          <p:cNvSpPr>
            <a:spLocks noGrp="1" noRot="1" noChangeArrowheads="1"/>
          </p:cNvSpPr>
          <p:nvPr>
            <p:ph type="title"/>
          </p:nvPr>
        </p:nvSpPr>
        <p:spPr/>
        <p:txBody>
          <a:bodyPr/>
          <a:lstStyle/>
          <a:p>
            <a:pPr eaLnBrk="1" hangingPunct="1">
              <a:defRPr/>
            </a:pPr>
            <a:r>
              <a:rPr lang="en-US" sz="4000"/>
              <a:t>Contrast</a:t>
            </a:r>
          </a:p>
        </p:txBody>
      </p:sp>
      <p:sp>
        <p:nvSpPr>
          <p:cNvPr id="134147" name="Rectangle 3">
            <a:extLst>
              <a:ext uri="{FF2B5EF4-FFF2-40B4-BE49-F238E27FC236}">
                <a16:creationId xmlns:a16="http://schemas.microsoft.com/office/drawing/2014/main" id="{A352A3C2-CBDB-7E58-A3BC-F70D02B5C9BA}"/>
              </a:ext>
            </a:extLst>
          </p:cNvPr>
          <p:cNvSpPr>
            <a:spLocks noGrp="1" noRot="1" noChangeArrowheads="1"/>
          </p:cNvSpPr>
          <p:nvPr>
            <p:ph type="body" idx="1"/>
          </p:nvPr>
        </p:nvSpPr>
        <p:spPr/>
        <p:txBody>
          <a:bodyPr/>
          <a:lstStyle/>
          <a:p>
            <a:pPr marL="228600" indent="-228600" eaLnBrk="1" hangingPunct="1">
              <a:defRPr/>
            </a:pPr>
            <a:r>
              <a:rPr lang="en-US" sz="3300" dirty="0"/>
              <a:t>Termination model</a:t>
            </a:r>
          </a:p>
          <a:p>
            <a:pPr marL="747713" lvl="1" indent="-290513" eaLnBrk="1" hangingPunct="1">
              <a:defRPr/>
            </a:pPr>
            <a:r>
              <a:rPr lang="en-US" sz="2900" dirty="0"/>
              <a:t>program control does not return to the throw point</a:t>
            </a:r>
          </a:p>
          <a:p>
            <a:pPr marL="747713" lvl="1" indent="-290513" eaLnBrk="1" hangingPunct="1">
              <a:defRPr/>
            </a:pPr>
            <a:r>
              <a:rPr lang="en-US" sz="2900" dirty="0">
                <a:latin typeface="Lucida Console" pitchFamily="49" charset="0"/>
              </a:rPr>
              <a:t>try</a:t>
            </a:r>
            <a:r>
              <a:rPr lang="en-US" sz="2900" dirty="0"/>
              <a:t> block has expired; </a:t>
            </a:r>
          </a:p>
          <a:p>
            <a:pPr marL="747713" lvl="1" indent="-290513" eaLnBrk="1" hangingPunct="1">
              <a:defRPr/>
            </a:pPr>
            <a:r>
              <a:rPr lang="en-US" sz="2900" dirty="0"/>
              <a:t>Flow of control proceeds to the first statement after the last </a:t>
            </a:r>
            <a:r>
              <a:rPr lang="en-US" sz="2900" dirty="0">
                <a:latin typeface="Lucida Console" pitchFamily="49" charset="0"/>
              </a:rPr>
              <a:t>catch</a:t>
            </a:r>
            <a:r>
              <a:rPr lang="en-US" sz="2900" dirty="0"/>
              <a:t> block</a:t>
            </a:r>
          </a:p>
          <a:p>
            <a:pPr marL="228600" indent="-228600" eaLnBrk="1" hangingPunct="1">
              <a:defRPr/>
            </a:pPr>
            <a:r>
              <a:rPr lang="en-US" b="1" dirty="0">
                <a:solidFill>
                  <a:srgbClr val="FFFF99"/>
                </a:solidFill>
                <a:latin typeface="Courier New" pitchFamily="49" charset="0"/>
              </a:rPr>
              <a:t>Resumption model </a:t>
            </a:r>
          </a:p>
          <a:p>
            <a:pPr marL="747713" lvl="1" indent="-290513" eaLnBrk="1" hangingPunct="1">
              <a:defRPr/>
            </a:pPr>
            <a:r>
              <a:rPr lang="en-US" sz="2900" dirty="0"/>
              <a:t>program control resumes just after throw point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65FF3E6-8000-3D1A-AD58-0FFE2B277C23}"/>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5C4549D-C10D-4DAD-9A59-1F264D57555E}"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32098" name="Rectangle 2">
            <a:extLst>
              <a:ext uri="{FF2B5EF4-FFF2-40B4-BE49-F238E27FC236}">
                <a16:creationId xmlns:a16="http://schemas.microsoft.com/office/drawing/2014/main" id="{5F79DAD0-08EF-ED1A-AD18-2A0EC34683CB}"/>
              </a:ext>
            </a:extLst>
          </p:cNvPr>
          <p:cNvSpPr>
            <a:spLocks noGrp="1" noRot="1" noChangeArrowheads="1"/>
          </p:cNvSpPr>
          <p:nvPr>
            <p:ph type="title"/>
          </p:nvPr>
        </p:nvSpPr>
        <p:spPr/>
        <p:txBody>
          <a:bodyPr/>
          <a:lstStyle/>
          <a:p>
            <a:pPr eaLnBrk="1" hangingPunct="1">
              <a:defRPr/>
            </a:pPr>
            <a:r>
              <a:rPr lang="en-US" i="1"/>
              <a:t>Using the </a:t>
            </a:r>
            <a:r>
              <a:rPr lang="en-US" i="1">
                <a:latin typeface="Lucida Console" pitchFamily="49" charset="0"/>
              </a:rPr>
              <a:t>throws</a:t>
            </a:r>
            <a:r>
              <a:rPr lang="en-US" i="1"/>
              <a:t> Clause</a:t>
            </a:r>
          </a:p>
        </p:txBody>
      </p:sp>
      <p:sp>
        <p:nvSpPr>
          <p:cNvPr id="132099" name="Rectangle 3">
            <a:extLst>
              <a:ext uri="{FF2B5EF4-FFF2-40B4-BE49-F238E27FC236}">
                <a16:creationId xmlns:a16="http://schemas.microsoft.com/office/drawing/2014/main" id="{B1AC75B4-46BB-EEE7-FF06-BAFB2385B471}"/>
              </a:ext>
            </a:extLst>
          </p:cNvPr>
          <p:cNvSpPr>
            <a:spLocks noGrp="1" noRot="1" noChangeArrowheads="1"/>
          </p:cNvSpPr>
          <p:nvPr>
            <p:ph type="body" idx="1"/>
          </p:nvPr>
        </p:nvSpPr>
        <p:spPr/>
        <p:txBody>
          <a:bodyPr/>
          <a:lstStyle/>
          <a:p>
            <a:pPr marL="228600" indent="-228600" eaLnBrk="1" hangingPunct="1">
              <a:defRPr/>
            </a:pPr>
            <a:r>
              <a:rPr lang="en-US"/>
              <a:t>Appears after method’s parameter list and before the method’s body</a:t>
            </a:r>
          </a:p>
          <a:p>
            <a:pPr marL="228600" indent="-228600" eaLnBrk="1" hangingPunct="1">
              <a:defRPr/>
            </a:pPr>
            <a:r>
              <a:rPr lang="en-US"/>
              <a:t>Contains a comma-separated list of exceptions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B16DA44-B54B-867D-8F53-C12457375B39}"/>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B4A1482-E166-45E2-9CB9-0C2C4D97FEA3}"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36194" name="Rectangle 2">
            <a:extLst>
              <a:ext uri="{FF2B5EF4-FFF2-40B4-BE49-F238E27FC236}">
                <a16:creationId xmlns:a16="http://schemas.microsoft.com/office/drawing/2014/main" id="{1A260215-472B-B60D-317A-B2AADD8E908E}"/>
              </a:ext>
            </a:extLst>
          </p:cNvPr>
          <p:cNvSpPr>
            <a:spLocks noGrp="1" noRot="1" noChangeArrowheads="1"/>
          </p:cNvSpPr>
          <p:nvPr>
            <p:ph type="title"/>
          </p:nvPr>
        </p:nvSpPr>
        <p:spPr/>
        <p:txBody>
          <a:bodyPr/>
          <a:lstStyle/>
          <a:p>
            <a:pPr eaLnBrk="1" hangingPunct="1">
              <a:defRPr/>
            </a:pPr>
            <a:r>
              <a:rPr lang="en-US" i="1"/>
              <a:t>Using the </a:t>
            </a:r>
            <a:r>
              <a:rPr lang="en-US" i="1">
                <a:latin typeface="Lucida Console" pitchFamily="49" charset="0"/>
              </a:rPr>
              <a:t>throws</a:t>
            </a:r>
            <a:r>
              <a:rPr lang="en-US" i="1"/>
              <a:t> Clause</a:t>
            </a:r>
          </a:p>
        </p:txBody>
      </p:sp>
      <p:sp>
        <p:nvSpPr>
          <p:cNvPr id="136195" name="Rectangle 3">
            <a:extLst>
              <a:ext uri="{FF2B5EF4-FFF2-40B4-BE49-F238E27FC236}">
                <a16:creationId xmlns:a16="http://schemas.microsoft.com/office/drawing/2014/main" id="{7745AEFF-5CB6-7297-A6CB-DB1265A18EAA}"/>
              </a:ext>
            </a:extLst>
          </p:cNvPr>
          <p:cNvSpPr>
            <a:spLocks noGrp="1" noRot="1" noChangeArrowheads="1"/>
          </p:cNvSpPr>
          <p:nvPr>
            <p:ph type="body" idx="1"/>
          </p:nvPr>
        </p:nvSpPr>
        <p:spPr/>
        <p:txBody>
          <a:bodyPr/>
          <a:lstStyle/>
          <a:p>
            <a:pPr marL="228600" indent="-228600" eaLnBrk="1" hangingPunct="1">
              <a:defRPr/>
            </a:pPr>
            <a:r>
              <a:rPr lang="en-US" dirty="0"/>
              <a:t>Exceptions can be thrown by statements in method’s body or by methods called in method’s body</a:t>
            </a:r>
          </a:p>
          <a:p>
            <a:pPr marL="228600" indent="-228600" eaLnBrk="1" hangingPunct="1">
              <a:defRPr/>
            </a:pPr>
            <a:r>
              <a:rPr lang="en-US" dirty="0"/>
              <a:t>Exceptions can be of types listed in </a:t>
            </a:r>
            <a:r>
              <a:rPr lang="en-US" dirty="0">
                <a:latin typeface="Lucida Console" pitchFamily="49" charset="0"/>
              </a:rPr>
              <a:t>throws</a:t>
            </a:r>
            <a:r>
              <a:rPr lang="en-US" dirty="0"/>
              <a:t> clause or subclasses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2A476-CFCB-A774-103C-5CC68D7A8C4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813319D-D9E4-1DDF-124E-A77B3F6B802E}"/>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9012E03F-5F07-326E-FDB6-55FEAE88539E}"/>
              </a:ext>
            </a:extLst>
          </p:cNvPr>
          <p:cNvSpPr>
            <a:spLocks noGrp="1"/>
          </p:cNvSpPr>
          <p:nvPr>
            <p:ph type="ftr" sz="quarter" idx="12"/>
          </p:nvPr>
        </p:nvSpPr>
        <p:spPr/>
        <p:txBody>
          <a:bodyPr/>
          <a:lstStyle/>
          <a:p>
            <a:pPr>
              <a:defRPr/>
            </a:pPr>
            <a:endParaRPr lang="en-US"/>
          </a:p>
          <a:p>
            <a:pPr>
              <a:defRPr/>
            </a:pPr>
            <a:endParaRPr lang="en-US"/>
          </a:p>
          <a:p>
            <a:pPr>
              <a:defRPr/>
            </a:pPr>
            <a:endParaRPr lang="en-US"/>
          </a:p>
          <a:p>
            <a:pPr>
              <a:defRPr/>
            </a:pPr>
            <a:r>
              <a:rPr lang="en-US"/>
              <a:t>© A+ Computer Science  -  www.apluscompsci.com</a:t>
            </a:r>
          </a:p>
        </p:txBody>
      </p:sp>
      <p:pic>
        <p:nvPicPr>
          <p:cNvPr id="1026" name="Picture 2" descr="Lightbox">
            <a:extLst>
              <a:ext uri="{FF2B5EF4-FFF2-40B4-BE49-F238E27FC236}">
                <a16:creationId xmlns:a16="http://schemas.microsoft.com/office/drawing/2014/main" id="{04BAFA8B-6C1F-DB63-34A5-A0BBC1A3F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4575" y="2162175"/>
            <a:ext cx="451485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467296"/>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SimSun"/>
        <a:cs typeface=""/>
      </a:majorFont>
      <a:minorFont>
        <a:latin typeface="Tahoma"/>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4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5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6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2070</TotalTime>
  <Words>1176</Words>
  <Application>Microsoft Office PowerPoint</Application>
  <PresentationFormat>On-screen Show (4:3)</PresentationFormat>
  <Paragraphs>111</Paragraphs>
  <Slides>19</Slides>
  <Notes>15</Notes>
  <HiddenSlides>0</HiddenSlides>
  <MMClips>0</MMClips>
  <ScaleCrop>false</ScaleCrop>
  <HeadingPairs>
    <vt:vector size="6" baseType="variant">
      <vt:variant>
        <vt:lpstr>Fonts Used</vt:lpstr>
      </vt:variant>
      <vt:variant>
        <vt:i4>11</vt:i4>
      </vt:variant>
      <vt:variant>
        <vt:lpstr>Theme</vt:lpstr>
      </vt:variant>
      <vt:variant>
        <vt:i4>9</vt:i4>
      </vt:variant>
      <vt:variant>
        <vt:lpstr>Slide Titles</vt:lpstr>
      </vt:variant>
      <vt:variant>
        <vt:i4>19</vt:i4>
      </vt:variant>
    </vt:vector>
  </HeadingPairs>
  <TitlesOfParts>
    <vt:vector size="39" baseType="lpstr">
      <vt:lpstr>SimSun</vt:lpstr>
      <vt:lpstr>-apple-system</vt:lpstr>
      <vt:lpstr>Arial</vt:lpstr>
      <vt:lpstr>Arial Black</vt:lpstr>
      <vt:lpstr>Arial Unicode MS</vt:lpstr>
      <vt:lpstr>Courier New</vt:lpstr>
      <vt:lpstr>Lucida Console</vt:lpstr>
      <vt:lpstr>Tahoma</vt:lpstr>
      <vt:lpstr>Times New Roman</vt:lpstr>
      <vt:lpstr>Verdana</vt:lpstr>
      <vt:lpstr>Wingdings</vt:lpstr>
      <vt:lpstr>Blank Presentation</vt:lpstr>
      <vt:lpstr>Blends</vt:lpstr>
      <vt:lpstr>Glass Layers</vt:lpstr>
      <vt:lpstr>1_Glass Layers</vt:lpstr>
      <vt:lpstr>2_Glass Layers</vt:lpstr>
      <vt:lpstr>3_Glass Layers</vt:lpstr>
      <vt:lpstr>4_Glass Layers</vt:lpstr>
      <vt:lpstr>5_Glass Layers</vt:lpstr>
      <vt:lpstr>6_Glass Layers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Exception Terminology</vt:lpstr>
      <vt:lpstr>Terminology</vt:lpstr>
      <vt:lpstr>Terminology</vt:lpstr>
      <vt:lpstr>Terminology</vt:lpstr>
      <vt:lpstr>Termination Model of Exception Handling</vt:lpstr>
      <vt:lpstr>Contrast</vt:lpstr>
      <vt:lpstr>Using the throws Clause</vt:lpstr>
      <vt:lpstr>Using the throws Clause</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exceptions</dc:title>
  <dc:subject>Exceptions</dc:subject>
  <dc:creator>A+ Computer Science</dc:creator>
  <cp:keywords>www.apluscompsci.com</cp:keywords>
  <dc:description>Exceptions_x000d_
©A+ Computer Science_x000d_
www.apluscompsci.com</dc:description>
  <cp:lastModifiedBy>Weldon Jasik</cp:lastModifiedBy>
  <cp:revision>367</cp:revision>
  <cp:lastPrinted>2000-03-03T17:14:42Z</cp:lastPrinted>
  <dcterms:created xsi:type="dcterms:W3CDTF">1995-06-17T23:31:02Z</dcterms:created>
  <dcterms:modified xsi:type="dcterms:W3CDTF">2024-09-24T17:09:30Z</dcterms:modified>
  <cp:category>www.apluscompsci.com</cp:category>
</cp:coreProperties>
</file>