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82" r:id="rId2"/>
    <p:sldMasterId id="2147483794" r:id="rId3"/>
  </p:sldMasterIdLst>
  <p:notesMasterIdLst>
    <p:notesMasterId r:id="rId48"/>
  </p:notesMasterIdLst>
  <p:handoutMasterIdLst>
    <p:handoutMasterId r:id="rId49"/>
  </p:handoutMasterIdLst>
  <p:sldIdLst>
    <p:sldId id="256" r:id="rId4"/>
    <p:sldId id="615" r:id="rId5"/>
    <p:sldId id="429" r:id="rId6"/>
    <p:sldId id="625" r:id="rId7"/>
    <p:sldId id="622" r:id="rId8"/>
    <p:sldId id="602" r:id="rId9"/>
    <p:sldId id="293" r:id="rId10"/>
    <p:sldId id="649" r:id="rId11"/>
    <p:sldId id="658" r:id="rId12"/>
    <p:sldId id="410" r:id="rId13"/>
    <p:sldId id="436" r:id="rId14"/>
    <p:sldId id="659" r:id="rId15"/>
    <p:sldId id="411" r:id="rId16"/>
    <p:sldId id="660" r:id="rId17"/>
    <p:sldId id="413" r:id="rId18"/>
    <p:sldId id="277" r:id="rId19"/>
    <p:sldId id="607" r:id="rId20"/>
    <p:sldId id="670" r:id="rId21"/>
    <p:sldId id="608" r:id="rId22"/>
    <p:sldId id="432" r:id="rId23"/>
    <p:sldId id="422" r:id="rId24"/>
    <p:sldId id="419" r:id="rId25"/>
    <p:sldId id="420" r:id="rId26"/>
    <p:sldId id="417" r:id="rId27"/>
    <p:sldId id="418" r:id="rId28"/>
    <p:sldId id="421" r:id="rId29"/>
    <p:sldId id="667" r:id="rId30"/>
    <p:sldId id="668" r:id="rId31"/>
    <p:sldId id="669" r:id="rId32"/>
    <p:sldId id="281" r:id="rId33"/>
    <p:sldId id="424" r:id="rId34"/>
    <p:sldId id="631" r:id="rId35"/>
    <p:sldId id="426" r:id="rId36"/>
    <p:sldId id="425" r:id="rId37"/>
    <p:sldId id="666" r:id="rId38"/>
    <p:sldId id="627" r:id="rId39"/>
    <p:sldId id="628" r:id="rId40"/>
    <p:sldId id="629" r:id="rId41"/>
    <p:sldId id="414" r:id="rId42"/>
    <p:sldId id="430" r:id="rId43"/>
    <p:sldId id="431" r:id="rId44"/>
    <p:sldId id="265" r:id="rId45"/>
    <p:sldId id="266" r:id="rId46"/>
    <p:sldId id="263" r:id="rId47"/>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5pPr>
    <a:lvl6pPr marL="2286000" algn="l" defTabSz="914400" rtl="0" eaLnBrk="1" latinLnBrk="0" hangingPunct="1">
      <a:defRPr sz="2400" b="1" kern="1200">
        <a:solidFill>
          <a:schemeClr val="tx1"/>
        </a:solidFill>
        <a:latin typeface="Arial" panose="020B0604020202020204" pitchFamily="34" charset="0"/>
        <a:ea typeface="+mn-ea"/>
        <a:cs typeface="+mn-cs"/>
      </a:defRPr>
    </a:lvl6pPr>
    <a:lvl7pPr marL="2743200" algn="l" defTabSz="914400" rtl="0" eaLnBrk="1" latinLnBrk="0" hangingPunct="1">
      <a:defRPr sz="2400" b="1" kern="1200">
        <a:solidFill>
          <a:schemeClr val="tx1"/>
        </a:solidFill>
        <a:latin typeface="Arial" panose="020B0604020202020204" pitchFamily="34" charset="0"/>
        <a:ea typeface="+mn-ea"/>
        <a:cs typeface="+mn-cs"/>
      </a:defRPr>
    </a:lvl7pPr>
    <a:lvl8pPr marL="3200400" algn="l" defTabSz="914400" rtl="0" eaLnBrk="1" latinLnBrk="0" hangingPunct="1">
      <a:defRPr sz="2400" b="1" kern="1200">
        <a:solidFill>
          <a:schemeClr val="tx1"/>
        </a:solidFill>
        <a:latin typeface="Arial" panose="020B0604020202020204" pitchFamily="34" charset="0"/>
        <a:ea typeface="+mn-ea"/>
        <a:cs typeface="+mn-cs"/>
      </a:defRPr>
    </a:lvl8pPr>
    <a:lvl9pPr marL="3657600" algn="l" defTabSz="914400" rtl="0" eaLnBrk="1" latinLnBrk="0" hangingPunct="1">
      <a:defRPr sz="2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6600"/>
    <a:srgbClr val="F2F2F2"/>
    <a:srgbClr val="006666"/>
    <a:srgbClr val="00CC99"/>
    <a:srgbClr val="0066FF"/>
    <a:srgbClr val="FF0000"/>
    <a:srgbClr val="FFFF00"/>
    <a:srgbClr val="3366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235" autoAdjust="0"/>
    <p:restoredTop sz="90327" autoAdjust="0"/>
  </p:normalViewPr>
  <p:slideViewPr>
    <p:cSldViewPr>
      <p:cViewPr varScale="1">
        <p:scale>
          <a:sx n="74" d="100"/>
          <a:sy n="74" d="100"/>
        </p:scale>
        <p:origin x="1061"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0" d="100"/>
          <a:sy n="80" d="100"/>
        </p:scale>
        <p:origin x="-205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473CF79-BB27-4E82-957A-B198CC0BAB35}"/>
              </a:ext>
            </a:extLst>
          </p:cNvPr>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63491" name="Rectangle 3">
            <a:extLst>
              <a:ext uri="{FF2B5EF4-FFF2-40B4-BE49-F238E27FC236}">
                <a16:creationId xmlns:a16="http://schemas.microsoft.com/office/drawing/2014/main" id="{EE008C48-E1E5-4FFE-B162-665A17541736}"/>
              </a:ext>
            </a:extLst>
          </p:cNvPr>
          <p:cNvSpPr>
            <a:spLocks noGrp="1" noChangeArrowheads="1"/>
          </p:cNvSpPr>
          <p:nvPr>
            <p:ph type="dt" sz="quarter"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63492" name="Rectangle 4">
            <a:extLst>
              <a:ext uri="{FF2B5EF4-FFF2-40B4-BE49-F238E27FC236}">
                <a16:creationId xmlns:a16="http://schemas.microsoft.com/office/drawing/2014/main" id="{0324BE96-8E67-415F-A668-012F347CBC76}"/>
              </a:ext>
            </a:extLst>
          </p:cNvPr>
          <p:cNvSpPr>
            <a:spLocks noGrp="1" noChangeArrowheads="1"/>
          </p:cNvSpPr>
          <p:nvPr>
            <p:ph type="ftr" sz="quarter" idx="2"/>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63493" name="Rectangle 5">
            <a:extLst>
              <a:ext uri="{FF2B5EF4-FFF2-40B4-BE49-F238E27FC236}">
                <a16:creationId xmlns:a16="http://schemas.microsoft.com/office/drawing/2014/main" id="{5909AE81-4875-44D3-BDE0-11C4AF6FC370}"/>
              </a:ext>
            </a:extLst>
          </p:cNvPr>
          <p:cNvSpPr>
            <a:spLocks noGrp="1" noChangeArrowheads="1"/>
          </p:cNvSpPr>
          <p:nvPr>
            <p:ph type="sldNum" sz="quarter" idx="3"/>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vl1pPr>
          </a:lstStyle>
          <a:p>
            <a:fld id="{F1E97F81-E293-4B35-BB31-8A3320B158C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7E7F6BC-8344-4D76-AA61-65A2173C2B2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Rectangle 3">
            <a:extLst>
              <a:ext uri="{FF2B5EF4-FFF2-40B4-BE49-F238E27FC236}">
                <a16:creationId xmlns:a16="http://schemas.microsoft.com/office/drawing/2014/main" id="{BDD7D4D5-DA8A-40D1-9998-4B2887F3202F}"/>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5E08FC3-4887-47C5-B179-E42C71670AA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Rectangle 3">
            <a:extLst>
              <a:ext uri="{FF2B5EF4-FFF2-40B4-BE49-F238E27FC236}">
                <a16:creationId xmlns:a16="http://schemas.microsoft.com/office/drawing/2014/main" id="{BEDF9074-F61B-4229-9C35-B34A9E47E594}"/>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I.e. An exception is an error message.</a:t>
            </a:r>
          </a:p>
        </p:txBody>
      </p:sp>
    </p:spTree>
    <p:extLst>
      <p:ext uri="{BB962C8B-B14F-4D97-AF65-F5344CB8AC3E}">
        <p14:creationId xmlns:p14="http://schemas.microsoft.com/office/powerpoint/2010/main" val="792074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i="0" dirty="0">
                <a:solidFill>
                  <a:srgbClr val="555555"/>
                </a:solidFill>
                <a:effectLst/>
                <a:latin typeface="Inter"/>
              </a:rPr>
              <a:t>Handling Exceptions </a:t>
            </a:r>
            <a:r>
              <a:rPr lang="en-US" sz="1200" b="0" i="0" dirty="0">
                <a:solidFill>
                  <a:srgbClr val="555555"/>
                </a:solidFill>
                <a:effectLst/>
                <a:latin typeface="Inter"/>
              </a:rPr>
              <a:t>is one of the most basic and fundamental things a developer should know by heart.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dirty="0">
                <a:solidFill>
                  <a:srgbClr val="555555"/>
                </a:solidFill>
                <a:effectLst/>
                <a:latin typeface="Inter"/>
              </a:rPr>
              <a:t>Sadly, this is often overlooked, and the importance of exception handling is underestimated - it's as important as the rest of the code.</a:t>
            </a:r>
          </a:p>
        </p:txBody>
      </p:sp>
    </p:spTree>
    <p:extLst>
      <p:ext uri="{BB962C8B-B14F-4D97-AF65-F5344CB8AC3E}">
        <p14:creationId xmlns:p14="http://schemas.microsoft.com/office/powerpoint/2010/main" val="100797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5854182F-2941-F39A-42A4-E9DDAC9B0092}"/>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FA23B5-DF3F-430E-B12C-F068B6710267}" type="slidenum">
              <a:rPr lang="en-US" altLang="en-US"/>
              <a:pPr/>
              <a:t>7</a:t>
            </a:fld>
            <a:endParaRPr lang="en-US" altLang="en-US"/>
          </a:p>
        </p:txBody>
      </p:sp>
      <p:sp>
        <p:nvSpPr>
          <p:cNvPr id="15363" name="Rectangle 2">
            <a:extLst>
              <a:ext uri="{FF2B5EF4-FFF2-40B4-BE49-F238E27FC236}">
                <a16:creationId xmlns:a16="http://schemas.microsoft.com/office/drawing/2014/main" id="{5510E7D0-EFDA-DA14-E94B-1DC8DF49345E}"/>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8E3E65DE-E5AE-157C-F67A-23F3C196EC12}"/>
              </a:ext>
            </a:extLst>
          </p:cNvPr>
          <p:cNvSpPr>
            <a:spLocks noGrp="1" noChangeArrowheads="1"/>
          </p:cNvSpPr>
          <p:nvPr>
            <p:ph type="body" idx="1"/>
          </p:nvPr>
        </p:nvSpPr>
        <p:spPr>
          <a:noFill/>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243388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2B4C0AE5-570A-4B43-3176-206596445ACB}"/>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E00F42E-007D-4A7C-8A40-0AF113F517FE}"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00355" name="Rectangle 2">
            <a:extLst>
              <a:ext uri="{FF2B5EF4-FFF2-40B4-BE49-F238E27FC236}">
                <a16:creationId xmlns:a16="http://schemas.microsoft.com/office/drawing/2014/main" id="{7DE72E54-5C30-3229-8C72-5F26C01A9D8C}"/>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083277D2-B036-1682-3497-EC7A9FE00A87}"/>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0AE535C-ADA3-DDF5-6128-B57971357427}"/>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9B4F1DF-4E16-407C-B64C-F2F1C894302C}"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01379" name="Rectangle 2">
            <a:extLst>
              <a:ext uri="{FF2B5EF4-FFF2-40B4-BE49-F238E27FC236}">
                <a16:creationId xmlns:a16="http://schemas.microsoft.com/office/drawing/2014/main" id="{5313DA7D-CFB6-44A2-26B6-329328A5D2FC}"/>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83A1B016-61D4-2290-1756-50D319F84591}"/>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EE0458B-3D39-43F2-84A0-66833730DE3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661B8DB7-EEE4-4BAA-8943-D21381DF9063}"/>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EE0458B-3D39-43F2-84A0-66833730DE3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661B8DB7-EEE4-4BAA-8943-D21381DF9063}"/>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222356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EE0458B-3D39-43F2-84A0-66833730DE3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661B8DB7-EEE4-4BAA-8943-D21381DF9063}"/>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35874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0FD4CDA-EE0F-4E36-83B5-CAC03973750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a:extLst>
              <a:ext uri="{FF2B5EF4-FFF2-40B4-BE49-F238E27FC236}">
                <a16:creationId xmlns:a16="http://schemas.microsoft.com/office/drawing/2014/main" id="{CA2D39AC-C151-495D-A783-17B789A586D0}"/>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dirty="0">
                <a:latin typeface="Consolas" panose="020B0609020204030204" pitchFamily="49" charset="0"/>
              </a:rPr>
              <a:t>This code compiles because it declares that it might throw and </a:t>
            </a:r>
            <a:r>
              <a:rPr lang="en-US" sz="1200" dirty="0" err="1">
                <a:latin typeface="Consolas" panose="020B0609020204030204" pitchFamily="49" charset="0"/>
              </a:rPr>
              <a:t>IOException</a:t>
            </a:r>
            <a:r>
              <a:rPr lang="en-US" sz="1200" dirty="0">
                <a:latin typeface="Consolas" panose="020B0609020204030204" pitchFamily="49" charset="0"/>
              </a:rPr>
              <a:t> via the throws clause in the method header.</a:t>
            </a:r>
            <a:endParaRPr lang="en-US" dirty="0"/>
          </a:p>
        </p:txBody>
      </p:sp>
    </p:spTree>
    <p:extLst>
      <p:ext uri="{BB962C8B-B14F-4D97-AF65-F5344CB8AC3E}">
        <p14:creationId xmlns:p14="http://schemas.microsoft.com/office/powerpoint/2010/main" val="3817009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EE9E362-5F03-41CC-BA5A-274A4D82890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Rectangle 3">
            <a:extLst>
              <a:ext uri="{FF2B5EF4-FFF2-40B4-BE49-F238E27FC236}">
                <a16:creationId xmlns:a16="http://schemas.microsoft.com/office/drawing/2014/main" id="{A45518AB-661E-4FA8-B0C0-310BC4B9EC0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2A1071A-DCB3-42E4-B1D1-ADA0039B320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F29D5083-972B-4325-9161-6BCB4DA5FC9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2561334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3533E5E-AB91-47CD-8618-08B8A2E3FAA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a:extLst>
              <a:ext uri="{FF2B5EF4-FFF2-40B4-BE49-F238E27FC236}">
                <a16:creationId xmlns:a16="http://schemas.microsoft.com/office/drawing/2014/main" id="{2920164B-758D-4835-AF13-69962A7758A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579DD9E-A121-4748-85A9-8387C49AC8E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a:extLst>
              <a:ext uri="{FF2B5EF4-FFF2-40B4-BE49-F238E27FC236}">
                <a16:creationId xmlns:a16="http://schemas.microsoft.com/office/drawing/2014/main" id="{B1D8212B-35F8-4C19-A0BF-7B71D8CD9E9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E3E1D88-0E88-4109-A9D9-322B5B3FF867}"/>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9EB446D9-5C9F-465E-810E-1CDC80EF489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B6C7C45-4DB7-455D-8DF9-C6B04827310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a:extLst>
              <a:ext uri="{FF2B5EF4-FFF2-40B4-BE49-F238E27FC236}">
                <a16:creationId xmlns:a16="http://schemas.microsoft.com/office/drawing/2014/main" id="{BD13C30A-3185-429A-A86D-0CBD0B7D66C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C979719-2E80-4EC3-9E43-4027D08F71B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a:extLst>
              <a:ext uri="{FF2B5EF4-FFF2-40B4-BE49-F238E27FC236}">
                <a16:creationId xmlns:a16="http://schemas.microsoft.com/office/drawing/2014/main" id="{9B15C9CE-CCD0-41AB-915C-CF5B536AECD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005837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128736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7811081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B8B5E3F-C61C-4106-A878-DCA2C6C3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9BC78E0E-0FB2-4DB5-9714-60B0AA0CC9C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32152140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B8B5E3F-C61C-4106-A878-DCA2C6C3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9BC78E0E-0FB2-4DB5-9714-60B0AA0CC9C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4017027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AD35B1B-2A8D-41A9-B08D-5D5BD6E1DC6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a:extLst>
              <a:ext uri="{FF2B5EF4-FFF2-40B4-BE49-F238E27FC236}">
                <a16:creationId xmlns:a16="http://schemas.microsoft.com/office/drawing/2014/main" id="{3DC6599B-EA54-4D31-928F-B6869684979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first catch block would catch ALL exceptions, so the others are never run.</a:t>
            </a:r>
          </a:p>
          <a:p>
            <a:r>
              <a:rPr lang="en-US" altLang="en-US" dirty="0"/>
              <a:t>Syntax error:  </a:t>
            </a:r>
            <a:r>
              <a:rPr lang="en-US" altLang="en-US" dirty="0" err="1"/>
              <a:t>IOException</a:t>
            </a:r>
            <a:r>
              <a:rPr lang="en-US" altLang="en-US" dirty="0"/>
              <a:t> has already been caught.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B8B5E3F-C61C-4106-A878-DCA2C6C3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9BC78E0E-0FB2-4DB5-9714-60B0AA0CC9C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800753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Runtime exceptions generally shouldn’t be caught, because they represent are programming error and should be fixed when you’re writing the code.</a:t>
            </a:r>
          </a:p>
        </p:txBody>
      </p:sp>
    </p:spTree>
    <p:extLst>
      <p:ext uri="{BB962C8B-B14F-4D97-AF65-F5344CB8AC3E}">
        <p14:creationId xmlns:p14="http://schemas.microsoft.com/office/powerpoint/2010/main" val="27029247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Runtime exceptions generally shouldn’t be caught, because they represent are programming error and should be fixed when you’re writing the code.</a:t>
            </a:r>
          </a:p>
        </p:txBody>
      </p:sp>
    </p:spTree>
    <p:extLst>
      <p:ext uri="{BB962C8B-B14F-4D97-AF65-F5344CB8AC3E}">
        <p14:creationId xmlns:p14="http://schemas.microsoft.com/office/powerpoint/2010/main" val="3227783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35FA22D8-7354-4816-864E-EE081205CFC1}"/>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459FED4A-1DD3-4194-A0AE-42D9069E6678}"/>
              </a:ext>
            </a:extLst>
          </p:cNvPr>
          <p:cNvSpPr>
            <a:spLocks noGrp="1"/>
          </p:cNvSpPr>
          <p:nvPr>
            <p:ph type="sldNum" sz="quarter" idx="11"/>
          </p:nvPr>
        </p:nvSpPr>
        <p:spPr/>
        <p:txBody>
          <a:bodyPr/>
          <a:lstStyle>
            <a:lvl1pPr>
              <a:defRPr/>
            </a:lvl1pPr>
          </a:lstStyle>
          <a:p>
            <a:fld id="{458F19C1-AC8C-4448-AE30-D40CB951689E}" type="slidenum">
              <a:rPr lang="en-US" altLang="en-US"/>
              <a:pPr/>
              <a:t>‹#›</a:t>
            </a:fld>
            <a:endParaRPr lang="en-US" altLang="en-US"/>
          </a:p>
        </p:txBody>
      </p:sp>
      <p:sp>
        <p:nvSpPr>
          <p:cNvPr id="6" name="Footer Placeholder 5">
            <a:extLst>
              <a:ext uri="{FF2B5EF4-FFF2-40B4-BE49-F238E27FC236}">
                <a16:creationId xmlns:a16="http://schemas.microsoft.com/office/drawing/2014/main" id="{845BB53A-367D-41BA-8EF6-643310AFFB12}"/>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699483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1B6097-BF5D-4B97-A8BC-F62702A8DA36}"/>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B9C20178-6E2C-4E7F-931B-5A389A23F8B0}"/>
              </a:ext>
            </a:extLst>
          </p:cNvPr>
          <p:cNvSpPr>
            <a:spLocks noGrp="1"/>
          </p:cNvSpPr>
          <p:nvPr>
            <p:ph type="sldNum" sz="quarter" idx="11"/>
          </p:nvPr>
        </p:nvSpPr>
        <p:spPr/>
        <p:txBody>
          <a:bodyPr/>
          <a:lstStyle>
            <a:lvl1pPr>
              <a:defRPr/>
            </a:lvl1pPr>
          </a:lstStyle>
          <a:p>
            <a:fld id="{02036799-4555-4C6C-80A3-5E57D8EE9451}" type="slidenum">
              <a:rPr lang="en-US" altLang="en-US"/>
              <a:pPr/>
              <a:t>‹#›</a:t>
            </a:fld>
            <a:endParaRPr lang="en-US" altLang="en-US"/>
          </a:p>
        </p:txBody>
      </p:sp>
      <p:sp>
        <p:nvSpPr>
          <p:cNvPr id="6" name="Footer Placeholder 5">
            <a:extLst>
              <a:ext uri="{FF2B5EF4-FFF2-40B4-BE49-F238E27FC236}">
                <a16:creationId xmlns:a16="http://schemas.microsoft.com/office/drawing/2014/main" id="{FBA68839-8342-4ED3-87AA-73D5153F0736}"/>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35106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ACCD7C7C-6674-46CB-A17B-716CFD213A55}"/>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A01B958E-87D1-48FE-AC38-ECDD2AF2E489}"/>
              </a:ext>
            </a:extLst>
          </p:cNvPr>
          <p:cNvSpPr>
            <a:spLocks noGrp="1"/>
          </p:cNvSpPr>
          <p:nvPr>
            <p:ph type="sldNum" sz="quarter" idx="11"/>
          </p:nvPr>
        </p:nvSpPr>
        <p:spPr/>
        <p:txBody>
          <a:bodyPr/>
          <a:lstStyle>
            <a:lvl1pPr>
              <a:defRPr/>
            </a:lvl1pPr>
          </a:lstStyle>
          <a:p>
            <a:fld id="{5BB0B58F-5A69-41C6-A88A-E0C151F0FCE3}" type="slidenum">
              <a:rPr lang="en-US" altLang="en-US"/>
              <a:pPr/>
              <a:t>‹#›</a:t>
            </a:fld>
            <a:endParaRPr lang="en-US" altLang="en-US"/>
          </a:p>
        </p:txBody>
      </p:sp>
      <p:sp>
        <p:nvSpPr>
          <p:cNvPr id="6" name="Footer Placeholder 5">
            <a:extLst>
              <a:ext uri="{FF2B5EF4-FFF2-40B4-BE49-F238E27FC236}">
                <a16:creationId xmlns:a16="http://schemas.microsoft.com/office/drawing/2014/main" id="{DA321155-143C-46B0-8878-41EB33194999}"/>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38079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900EE6-15C0-4897-9088-6BC4780B3A00}"/>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6C78B44-AD11-4DD5-ACDA-9975033CA1DD}"/>
              </a:ext>
            </a:extLst>
          </p:cNvPr>
          <p:cNvSpPr>
            <a:spLocks noGrp="1"/>
          </p:cNvSpPr>
          <p:nvPr>
            <p:ph type="sldNum" sz="quarter" idx="11"/>
          </p:nvPr>
        </p:nvSpPr>
        <p:spPr/>
        <p:txBody>
          <a:bodyPr/>
          <a:lstStyle>
            <a:lvl1pPr>
              <a:defRPr/>
            </a:lvl1pPr>
          </a:lstStyle>
          <a:p>
            <a:fld id="{E4185C97-BA49-4E5C-B40B-1633CA2612FF}" type="slidenum">
              <a:rPr lang="en-US" altLang="en-US"/>
              <a:pPr/>
              <a:t>‹#›</a:t>
            </a:fld>
            <a:endParaRPr lang="en-US" altLang="en-US"/>
          </a:p>
        </p:txBody>
      </p:sp>
      <p:sp>
        <p:nvSpPr>
          <p:cNvPr id="7" name="Footer Placeholder 6">
            <a:extLst>
              <a:ext uri="{FF2B5EF4-FFF2-40B4-BE49-F238E27FC236}">
                <a16:creationId xmlns:a16="http://schemas.microsoft.com/office/drawing/2014/main" id="{AC0CE763-9F64-41A8-851B-028E81C34F16}"/>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9091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9DF4FF-ED35-4292-AA22-0EB8A611955E}"/>
              </a:ext>
            </a:extLst>
          </p:cNvPr>
          <p:cNvSpPr>
            <a:spLocks noGrp="1"/>
          </p:cNvSpPr>
          <p:nvPr>
            <p:ph type="dt" sz="half" idx="10"/>
          </p:nvPr>
        </p:nvSpPr>
        <p:spPr/>
        <p:txBody>
          <a:bodyPr/>
          <a:lstStyle>
            <a:lvl1pPr>
              <a:defRPr/>
            </a:lvl1pPr>
          </a:lstStyle>
          <a:p>
            <a:pPr>
              <a:defRPr/>
            </a:pPr>
            <a:endParaRPr lang="en-US"/>
          </a:p>
        </p:txBody>
      </p:sp>
      <p:sp>
        <p:nvSpPr>
          <p:cNvPr id="8" name="Slide Number Placeholder 7">
            <a:extLst>
              <a:ext uri="{FF2B5EF4-FFF2-40B4-BE49-F238E27FC236}">
                <a16:creationId xmlns:a16="http://schemas.microsoft.com/office/drawing/2014/main" id="{086F33BE-CF5A-466F-8292-F743A0E41490}"/>
              </a:ext>
            </a:extLst>
          </p:cNvPr>
          <p:cNvSpPr>
            <a:spLocks noGrp="1"/>
          </p:cNvSpPr>
          <p:nvPr>
            <p:ph type="sldNum" sz="quarter" idx="11"/>
          </p:nvPr>
        </p:nvSpPr>
        <p:spPr/>
        <p:txBody>
          <a:bodyPr/>
          <a:lstStyle>
            <a:lvl1pPr>
              <a:defRPr/>
            </a:lvl1pPr>
          </a:lstStyle>
          <a:p>
            <a:fld id="{DFE120A1-226A-4DA8-A099-B35C4FD9AF35}" type="slidenum">
              <a:rPr lang="en-US" altLang="en-US"/>
              <a:pPr/>
              <a:t>‹#›</a:t>
            </a:fld>
            <a:endParaRPr lang="en-US" altLang="en-US"/>
          </a:p>
        </p:txBody>
      </p:sp>
      <p:sp>
        <p:nvSpPr>
          <p:cNvPr id="9" name="Footer Placeholder 8">
            <a:extLst>
              <a:ext uri="{FF2B5EF4-FFF2-40B4-BE49-F238E27FC236}">
                <a16:creationId xmlns:a16="http://schemas.microsoft.com/office/drawing/2014/main" id="{3690BE65-A35C-42C8-A29E-0E531A919E0C}"/>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381805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61FEDE-04AA-48E1-860F-1D02A3AE85EF}"/>
              </a:ext>
            </a:extLst>
          </p:cNvPr>
          <p:cNvSpPr>
            <a:spLocks noGrp="1"/>
          </p:cNvSpPr>
          <p:nvPr>
            <p:ph type="dt" sz="half" idx="10"/>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1EAC32E8-6544-4A1B-8048-B4CDB923D79C}"/>
              </a:ext>
            </a:extLst>
          </p:cNvPr>
          <p:cNvSpPr>
            <a:spLocks noGrp="1"/>
          </p:cNvSpPr>
          <p:nvPr>
            <p:ph type="sldNum" sz="quarter" idx="11"/>
          </p:nvPr>
        </p:nvSpPr>
        <p:spPr/>
        <p:txBody>
          <a:bodyPr/>
          <a:lstStyle>
            <a:lvl1pPr>
              <a:defRPr/>
            </a:lvl1pPr>
          </a:lstStyle>
          <a:p>
            <a:fld id="{39F426E0-A0CD-4FC4-850D-F6EAD2BEFFE6}" type="slidenum">
              <a:rPr lang="en-US" altLang="en-US"/>
              <a:pPr/>
              <a:t>‹#›</a:t>
            </a:fld>
            <a:endParaRPr lang="en-US" altLang="en-US"/>
          </a:p>
        </p:txBody>
      </p:sp>
      <p:sp>
        <p:nvSpPr>
          <p:cNvPr id="5" name="Footer Placeholder 4">
            <a:extLst>
              <a:ext uri="{FF2B5EF4-FFF2-40B4-BE49-F238E27FC236}">
                <a16:creationId xmlns:a16="http://schemas.microsoft.com/office/drawing/2014/main" id="{82BB59B9-C89C-44DB-8ADC-1280E7D8FD01}"/>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429874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7EADC2-6FE4-4C68-81E6-FFB545308F59}"/>
              </a:ext>
            </a:extLst>
          </p:cNvPr>
          <p:cNvSpPr>
            <a:spLocks noGrp="1"/>
          </p:cNvSpPr>
          <p:nvPr>
            <p:ph type="dt" sz="half" idx="10"/>
          </p:nvPr>
        </p:nvSpPr>
        <p:spPr/>
        <p:txBody>
          <a:bodyPr/>
          <a:lstStyle>
            <a:lvl1pPr>
              <a:defRPr/>
            </a:lvl1pPr>
          </a:lstStyle>
          <a:p>
            <a:pPr>
              <a:defRPr/>
            </a:pPr>
            <a:endParaRPr lang="en-US"/>
          </a:p>
        </p:txBody>
      </p:sp>
      <p:sp>
        <p:nvSpPr>
          <p:cNvPr id="3" name="Slide Number Placeholder 2">
            <a:extLst>
              <a:ext uri="{FF2B5EF4-FFF2-40B4-BE49-F238E27FC236}">
                <a16:creationId xmlns:a16="http://schemas.microsoft.com/office/drawing/2014/main" id="{98A3C9E9-7A8E-40DB-B17E-390B0CF8F00E}"/>
              </a:ext>
            </a:extLst>
          </p:cNvPr>
          <p:cNvSpPr>
            <a:spLocks noGrp="1"/>
          </p:cNvSpPr>
          <p:nvPr>
            <p:ph type="sldNum" sz="quarter" idx="11"/>
          </p:nvPr>
        </p:nvSpPr>
        <p:spPr/>
        <p:txBody>
          <a:bodyPr/>
          <a:lstStyle>
            <a:lvl1pPr>
              <a:defRPr/>
            </a:lvl1pPr>
          </a:lstStyle>
          <a:p>
            <a:fld id="{96A23195-76A1-4E41-B078-410DC29B2889}" type="slidenum">
              <a:rPr lang="en-US" altLang="en-US"/>
              <a:pPr/>
              <a:t>‹#›</a:t>
            </a:fld>
            <a:endParaRPr lang="en-US" altLang="en-US"/>
          </a:p>
        </p:txBody>
      </p:sp>
      <p:sp>
        <p:nvSpPr>
          <p:cNvPr id="4" name="Footer Placeholder 3">
            <a:extLst>
              <a:ext uri="{FF2B5EF4-FFF2-40B4-BE49-F238E27FC236}">
                <a16:creationId xmlns:a16="http://schemas.microsoft.com/office/drawing/2014/main" id="{0E540015-B0F2-44A6-9EAC-F855964659D3}"/>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70298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122B116C-5EC4-4D6D-B6DD-6F470AC22A10}"/>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03F6358-770D-4C16-8723-DAE00AA11EBC}"/>
              </a:ext>
            </a:extLst>
          </p:cNvPr>
          <p:cNvSpPr>
            <a:spLocks noGrp="1"/>
          </p:cNvSpPr>
          <p:nvPr>
            <p:ph type="sldNum" sz="quarter" idx="11"/>
          </p:nvPr>
        </p:nvSpPr>
        <p:spPr/>
        <p:txBody>
          <a:bodyPr/>
          <a:lstStyle>
            <a:lvl1pPr>
              <a:defRPr/>
            </a:lvl1pPr>
          </a:lstStyle>
          <a:p>
            <a:fld id="{39AAA51B-5F86-497F-84F7-5D66EE6472F0}" type="slidenum">
              <a:rPr lang="en-US" altLang="en-US"/>
              <a:pPr/>
              <a:t>‹#›</a:t>
            </a:fld>
            <a:endParaRPr lang="en-US" altLang="en-US"/>
          </a:p>
        </p:txBody>
      </p:sp>
      <p:sp>
        <p:nvSpPr>
          <p:cNvPr id="7" name="Footer Placeholder 6">
            <a:extLst>
              <a:ext uri="{FF2B5EF4-FFF2-40B4-BE49-F238E27FC236}">
                <a16:creationId xmlns:a16="http://schemas.microsoft.com/office/drawing/2014/main" id="{71A40A8A-3A24-4C26-A3A0-AEF01390E64C}"/>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842727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33D4760-53A2-4465-8F9B-74274D5E3B68}"/>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FCCA321-B86C-4A8F-B666-8EBDF56E3DC1}"/>
              </a:ext>
            </a:extLst>
          </p:cNvPr>
          <p:cNvSpPr>
            <a:spLocks noGrp="1"/>
          </p:cNvSpPr>
          <p:nvPr>
            <p:ph type="sldNum" sz="quarter" idx="11"/>
          </p:nvPr>
        </p:nvSpPr>
        <p:spPr/>
        <p:txBody>
          <a:bodyPr/>
          <a:lstStyle>
            <a:lvl1pPr>
              <a:defRPr/>
            </a:lvl1pPr>
          </a:lstStyle>
          <a:p>
            <a:fld id="{5FFE1A67-640C-4713-9160-0816BC503E12}" type="slidenum">
              <a:rPr lang="en-US" altLang="en-US"/>
              <a:pPr/>
              <a:t>‹#›</a:t>
            </a:fld>
            <a:endParaRPr lang="en-US" altLang="en-US"/>
          </a:p>
        </p:txBody>
      </p:sp>
      <p:sp>
        <p:nvSpPr>
          <p:cNvPr id="7" name="Footer Placeholder 6">
            <a:extLst>
              <a:ext uri="{FF2B5EF4-FFF2-40B4-BE49-F238E27FC236}">
                <a16:creationId xmlns:a16="http://schemas.microsoft.com/office/drawing/2014/main" id="{A59EC66F-2A92-4446-B5EE-CB1FF0E013F1}"/>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56852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22CA8-60CB-43B1-99F2-D1D30C1DEF7A}"/>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E017BDF-5949-45C3-9520-7F6C5CF2306F}"/>
              </a:ext>
            </a:extLst>
          </p:cNvPr>
          <p:cNvSpPr>
            <a:spLocks noGrp="1"/>
          </p:cNvSpPr>
          <p:nvPr>
            <p:ph type="sldNum" sz="quarter" idx="11"/>
          </p:nvPr>
        </p:nvSpPr>
        <p:spPr/>
        <p:txBody>
          <a:bodyPr/>
          <a:lstStyle>
            <a:lvl1pPr>
              <a:defRPr/>
            </a:lvl1pPr>
          </a:lstStyle>
          <a:p>
            <a:fld id="{326A3EF1-9EC9-453A-8B03-CC0DD58C4F90}" type="slidenum">
              <a:rPr lang="en-US" altLang="en-US"/>
              <a:pPr/>
              <a:t>‹#›</a:t>
            </a:fld>
            <a:endParaRPr lang="en-US" altLang="en-US"/>
          </a:p>
        </p:txBody>
      </p:sp>
      <p:sp>
        <p:nvSpPr>
          <p:cNvPr id="6" name="Footer Placeholder 5">
            <a:extLst>
              <a:ext uri="{FF2B5EF4-FFF2-40B4-BE49-F238E27FC236}">
                <a16:creationId xmlns:a16="http://schemas.microsoft.com/office/drawing/2014/main" id="{E361303A-1381-4CDE-BBE4-740231AF66C4}"/>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7881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127D00-DD7F-4139-9259-8FC2DF9AD60F}"/>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40E07E00-2465-4A56-A274-45CE2E5B5DD5}"/>
              </a:ext>
            </a:extLst>
          </p:cNvPr>
          <p:cNvSpPr>
            <a:spLocks noGrp="1"/>
          </p:cNvSpPr>
          <p:nvPr>
            <p:ph type="sldNum" sz="quarter" idx="11"/>
          </p:nvPr>
        </p:nvSpPr>
        <p:spPr/>
        <p:txBody>
          <a:bodyPr/>
          <a:lstStyle>
            <a:lvl1pPr>
              <a:defRPr/>
            </a:lvl1pPr>
          </a:lstStyle>
          <a:p>
            <a:fld id="{609DF65E-0F19-4D9A-8641-1198172E0AE2}" type="slidenum">
              <a:rPr lang="en-US" altLang="en-US"/>
              <a:pPr/>
              <a:t>‹#›</a:t>
            </a:fld>
            <a:endParaRPr lang="en-US" altLang="en-US"/>
          </a:p>
        </p:txBody>
      </p:sp>
      <p:sp>
        <p:nvSpPr>
          <p:cNvPr id="6" name="Footer Placeholder 5">
            <a:extLst>
              <a:ext uri="{FF2B5EF4-FFF2-40B4-BE49-F238E27FC236}">
                <a16:creationId xmlns:a16="http://schemas.microsoft.com/office/drawing/2014/main" id="{2037EDD6-6B9B-4183-8332-88C25DBAE8D3}"/>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110112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lIns="45720" tIns="0" rIns="45720" bIns="0" anchor="b">
            <a:scene3d>
              <a:camera prst="orthographicFront"/>
              <a:lightRig rig="soft" dir="t">
                <a:rot lat="0" lon="0" rev="17220000"/>
              </a:lightRig>
            </a:scene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lang="en-US"/>
              <a:t>Click to edit Master title style</a:t>
            </a:r>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13">
            <a:extLst>
              <a:ext uri="{FF2B5EF4-FFF2-40B4-BE49-F238E27FC236}">
                <a16:creationId xmlns:a16="http://schemas.microsoft.com/office/drawing/2014/main" id="{F0AA5830-C7C7-2D38-BA35-4E44736BB715}"/>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6826D223-E11B-3F51-F229-768BE9FA884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D654B156-6C5D-3C35-32C5-5FB5D010DE52}"/>
              </a:ext>
            </a:extLst>
          </p:cNvPr>
          <p:cNvSpPr>
            <a:spLocks noGrp="1"/>
          </p:cNvSpPr>
          <p:nvPr>
            <p:ph type="sldNum" sz="quarter" idx="12"/>
          </p:nvPr>
        </p:nvSpPr>
        <p:spPr/>
        <p:txBody>
          <a:bodyPr/>
          <a:lstStyle>
            <a:lvl1pPr>
              <a:defRPr/>
            </a:lvl1pPr>
          </a:lstStyle>
          <a:p>
            <a:fld id="{7EC52C3F-DC71-413A-964D-6A6C14BCA3F1}" type="slidenum">
              <a:rPr lang="en-US" altLang="en-US"/>
              <a:pPr/>
              <a:t>‹#›</a:t>
            </a:fld>
            <a:endParaRPr lang="en-US" altLang="en-US"/>
          </a:p>
        </p:txBody>
      </p:sp>
    </p:spTree>
    <p:extLst>
      <p:ext uri="{BB962C8B-B14F-4D97-AF65-F5344CB8AC3E}">
        <p14:creationId xmlns:p14="http://schemas.microsoft.com/office/powerpoint/2010/main" val="2742747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a:extLst>
              <a:ext uri="{FF2B5EF4-FFF2-40B4-BE49-F238E27FC236}">
                <a16:creationId xmlns:a16="http://schemas.microsoft.com/office/drawing/2014/main" id="{D2DE068C-E539-E747-259A-FC61D137B93E}"/>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0C12F511-17C3-4E9F-57DF-80CE56498CF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ABB0F8D2-B05D-F05A-711E-A0A8041218FA}"/>
              </a:ext>
            </a:extLst>
          </p:cNvPr>
          <p:cNvSpPr>
            <a:spLocks noGrp="1"/>
          </p:cNvSpPr>
          <p:nvPr>
            <p:ph type="sldNum" sz="quarter" idx="12"/>
          </p:nvPr>
        </p:nvSpPr>
        <p:spPr/>
        <p:txBody>
          <a:bodyPr/>
          <a:lstStyle>
            <a:lvl1pPr>
              <a:defRPr/>
            </a:lvl1pPr>
          </a:lstStyle>
          <a:p>
            <a:fld id="{BD113EEE-2002-496B-8FBF-EBEAF7C03402}" type="slidenum">
              <a:rPr lang="en-US" altLang="en-US"/>
              <a:pPr/>
              <a:t>‹#›</a:t>
            </a:fld>
            <a:endParaRPr lang="en-US" altLang="en-US"/>
          </a:p>
        </p:txBody>
      </p:sp>
    </p:spTree>
    <p:extLst>
      <p:ext uri="{BB962C8B-B14F-4D97-AF65-F5344CB8AC3E}">
        <p14:creationId xmlns:p14="http://schemas.microsoft.com/office/powerpoint/2010/main" val="1001697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1600200" y="2507786"/>
            <a:ext cx="7086600" cy="1509712"/>
          </a:xfrm>
        </p:spPr>
        <p:txBody>
          <a:bodyPr/>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a16="http://schemas.microsoft.com/office/drawing/2014/main" id="{53244992-0BB3-8CB4-6696-ABD7CE2E2DE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2442FC28-9BC9-8DDA-E0E6-62B7C110B28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E81C440-C4DA-CB02-EE57-5C9294372FD3}"/>
              </a:ext>
            </a:extLst>
          </p:cNvPr>
          <p:cNvSpPr>
            <a:spLocks noGrp="1"/>
          </p:cNvSpPr>
          <p:nvPr>
            <p:ph type="sldNum" sz="quarter" idx="12"/>
          </p:nvPr>
        </p:nvSpPr>
        <p:spPr/>
        <p:txBody>
          <a:bodyPr/>
          <a:lstStyle>
            <a:lvl1pPr>
              <a:defRPr/>
            </a:lvl1pPr>
          </a:lstStyle>
          <a:p>
            <a:fld id="{66DC400B-EB9D-42CA-8960-21922AC3FF78}" type="slidenum">
              <a:rPr lang="en-US" altLang="en-US"/>
              <a:pPr/>
              <a:t>‹#›</a:t>
            </a:fld>
            <a:endParaRPr lang="en-US" altLang="en-US"/>
          </a:p>
        </p:txBody>
      </p:sp>
    </p:spTree>
    <p:extLst>
      <p:ext uri="{BB962C8B-B14F-4D97-AF65-F5344CB8AC3E}">
        <p14:creationId xmlns:p14="http://schemas.microsoft.com/office/powerpoint/2010/main" val="7509843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31121830-71E1-3DD9-7E85-B8E7835AD5F4}"/>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3F77600E-1013-6129-C952-04474C5864E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D6F942AD-7551-5F25-36C5-37183836D2E7}"/>
              </a:ext>
            </a:extLst>
          </p:cNvPr>
          <p:cNvSpPr>
            <a:spLocks noGrp="1"/>
          </p:cNvSpPr>
          <p:nvPr>
            <p:ph type="sldNum" sz="quarter" idx="12"/>
          </p:nvPr>
        </p:nvSpPr>
        <p:spPr/>
        <p:txBody>
          <a:bodyPr/>
          <a:lstStyle>
            <a:lvl1pPr>
              <a:defRPr/>
            </a:lvl1pPr>
          </a:lstStyle>
          <a:p>
            <a:fld id="{689E936B-46E8-45D5-BFFD-29BE8B28366C}" type="slidenum">
              <a:rPr lang="en-US" altLang="en-US"/>
              <a:pPr/>
              <a:t>‹#›</a:t>
            </a:fld>
            <a:endParaRPr lang="en-US" altLang="en-US"/>
          </a:p>
        </p:txBody>
      </p:sp>
    </p:spTree>
    <p:extLst>
      <p:ext uri="{BB962C8B-B14F-4D97-AF65-F5344CB8AC3E}">
        <p14:creationId xmlns:p14="http://schemas.microsoft.com/office/powerpoint/2010/main" val="839065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92A3ECA6-2728-A7B7-DEA9-EE42EB3CAE07}"/>
              </a:ext>
            </a:extLst>
          </p:cNvPr>
          <p:cNvSpPr>
            <a:spLocks noGrp="1"/>
          </p:cNvSpPr>
          <p:nvPr>
            <p:ph type="dt" sz="half" idx="10"/>
          </p:nvPr>
        </p:nvSpPr>
        <p:spPr/>
        <p:txBody>
          <a:bodyPr/>
          <a:lstStyle>
            <a:lvl1pPr>
              <a:defRPr/>
            </a:lvl1pPr>
          </a:lstStyle>
          <a:p>
            <a:pPr>
              <a:defRPr/>
            </a:pPr>
            <a:endParaRPr lang="en-US"/>
          </a:p>
        </p:txBody>
      </p:sp>
      <p:sp>
        <p:nvSpPr>
          <p:cNvPr id="8" name="Footer Placeholder 2">
            <a:extLst>
              <a:ext uri="{FF2B5EF4-FFF2-40B4-BE49-F238E27FC236}">
                <a16:creationId xmlns:a16="http://schemas.microsoft.com/office/drawing/2014/main" id="{2C2DDD30-02BA-3BF1-81D7-56E1E768487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22">
            <a:extLst>
              <a:ext uri="{FF2B5EF4-FFF2-40B4-BE49-F238E27FC236}">
                <a16:creationId xmlns:a16="http://schemas.microsoft.com/office/drawing/2014/main" id="{C776CF56-4E1C-B4E5-170E-DD831136AD33}"/>
              </a:ext>
            </a:extLst>
          </p:cNvPr>
          <p:cNvSpPr>
            <a:spLocks noGrp="1"/>
          </p:cNvSpPr>
          <p:nvPr>
            <p:ph type="sldNum" sz="quarter" idx="12"/>
          </p:nvPr>
        </p:nvSpPr>
        <p:spPr/>
        <p:txBody>
          <a:bodyPr/>
          <a:lstStyle>
            <a:lvl1pPr>
              <a:defRPr/>
            </a:lvl1pPr>
          </a:lstStyle>
          <a:p>
            <a:fld id="{90147A98-C867-4604-BAD5-3FD5C3149E4B}" type="slidenum">
              <a:rPr lang="en-US" altLang="en-US"/>
              <a:pPr/>
              <a:t>‹#›</a:t>
            </a:fld>
            <a:endParaRPr lang="en-US" altLang="en-US"/>
          </a:p>
        </p:txBody>
      </p:sp>
    </p:spTree>
    <p:extLst>
      <p:ext uri="{BB962C8B-B14F-4D97-AF65-F5344CB8AC3E}">
        <p14:creationId xmlns:p14="http://schemas.microsoft.com/office/powerpoint/2010/main" val="39528379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792A2B2D-75C0-F159-2235-304EBD35A09A}"/>
              </a:ext>
            </a:extLst>
          </p:cNvPr>
          <p:cNvSpPr>
            <a:spLocks noGrp="1"/>
          </p:cNvSpPr>
          <p:nvPr>
            <p:ph type="dt" sz="half" idx="10"/>
          </p:nvPr>
        </p:nvSpPr>
        <p:spPr/>
        <p:txBody>
          <a:bodyPr/>
          <a:lstStyle>
            <a:lvl1pPr>
              <a:defRPr/>
            </a:lvl1pPr>
          </a:lstStyle>
          <a:p>
            <a:pPr>
              <a:defRPr/>
            </a:pPr>
            <a:endParaRPr lang="en-US"/>
          </a:p>
        </p:txBody>
      </p:sp>
      <p:sp>
        <p:nvSpPr>
          <p:cNvPr id="4" name="Footer Placeholder 2">
            <a:extLst>
              <a:ext uri="{FF2B5EF4-FFF2-40B4-BE49-F238E27FC236}">
                <a16:creationId xmlns:a16="http://schemas.microsoft.com/office/drawing/2014/main" id="{5085DE51-8A0A-ED51-B350-BD069703A1C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FF30F0E3-607F-1A8A-00D6-A061226C3CF5}"/>
              </a:ext>
            </a:extLst>
          </p:cNvPr>
          <p:cNvSpPr>
            <a:spLocks noGrp="1"/>
          </p:cNvSpPr>
          <p:nvPr>
            <p:ph type="sldNum" sz="quarter" idx="12"/>
          </p:nvPr>
        </p:nvSpPr>
        <p:spPr/>
        <p:txBody>
          <a:bodyPr/>
          <a:lstStyle>
            <a:lvl1pPr>
              <a:defRPr/>
            </a:lvl1pPr>
          </a:lstStyle>
          <a:p>
            <a:fld id="{3C971B69-3384-4DE1-B30F-0AC3F44E7E9B}" type="slidenum">
              <a:rPr lang="en-US" altLang="en-US"/>
              <a:pPr/>
              <a:t>‹#›</a:t>
            </a:fld>
            <a:endParaRPr lang="en-US" altLang="en-US"/>
          </a:p>
        </p:txBody>
      </p:sp>
    </p:spTree>
    <p:extLst>
      <p:ext uri="{BB962C8B-B14F-4D97-AF65-F5344CB8AC3E}">
        <p14:creationId xmlns:p14="http://schemas.microsoft.com/office/powerpoint/2010/main" val="3269766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AA6942F0-973C-2944-B3E4-B45927475730}"/>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08C72527-63E8-0F91-5201-C92B2DAF271F}"/>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5F929434-26C2-DA99-76E9-6DA664BAAEDE}"/>
              </a:ext>
            </a:extLst>
          </p:cNvPr>
          <p:cNvSpPr>
            <a:spLocks noGrp="1"/>
          </p:cNvSpPr>
          <p:nvPr>
            <p:ph type="sldNum" sz="quarter" idx="12"/>
          </p:nvPr>
        </p:nvSpPr>
        <p:spPr/>
        <p:txBody>
          <a:bodyPr/>
          <a:lstStyle>
            <a:lvl1pPr>
              <a:defRPr/>
            </a:lvl1pPr>
          </a:lstStyle>
          <a:p>
            <a:fld id="{6235390C-458A-48B1-B440-7CEED5553CDC}" type="slidenum">
              <a:rPr lang="en-US" altLang="en-US"/>
              <a:pPr/>
              <a:t>‹#›</a:t>
            </a:fld>
            <a:endParaRPr lang="en-US" altLang="en-US"/>
          </a:p>
        </p:txBody>
      </p:sp>
    </p:spTree>
    <p:extLst>
      <p:ext uri="{BB962C8B-B14F-4D97-AF65-F5344CB8AC3E}">
        <p14:creationId xmlns:p14="http://schemas.microsoft.com/office/powerpoint/2010/main" val="4222520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sp3d prstMaterial="softEdge"/>
          </a:bodyPr>
          <a:lstStyle>
            <a:lvl1pPr algn="l">
              <a:buNone/>
              <a:defRPr sz="2200" b="0">
                <a:ln w="6350">
                  <a:noFill/>
                </a:ln>
                <a:solidFill>
                  <a:schemeClr val="accent1">
                    <a:tint val="73000"/>
                    <a:satMod val="180000"/>
                  </a:schemeClr>
                </a:solidFill>
              </a:defRPr>
            </a:lvl1pPr>
          </a:lstStyle>
          <a:p>
            <a:r>
              <a:rPr lang="en-US"/>
              <a:t>Click to edit Master title style</a:t>
            </a:r>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09C6EAF4-AC39-8CF5-A61C-722723FE510D}"/>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151F2B79-55C4-FFE7-EF27-A913D52D56D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B835AC75-5EAE-46A8-BC39-80933C6458A6}"/>
              </a:ext>
            </a:extLst>
          </p:cNvPr>
          <p:cNvSpPr>
            <a:spLocks noGrp="1"/>
          </p:cNvSpPr>
          <p:nvPr>
            <p:ph type="sldNum" sz="quarter" idx="12"/>
          </p:nvPr>
        </p:nvSpPr>
        <p:spPr/>
        <p:txBody>
          <a:bodyPr/>
          <a:lstStyle>
            <a:lvl1pPr>
              <a:defRPr/>
            </a:lvl1pPr>
          </a:lstStyle>
          <a:p>
            <a:fld id="{6E4EC7AF-A0EF-4A5D-A25E-C113B55AA6B7}" type="slidenum">
              <a:rPr lang="en-US" altLang="en-US"/>
              <a:pPr/>
              <a:t>‹#›</a:t>
            </a:fld>
            <a:endParaRPr lang="en-US" altLang="en-US"/>
          </a:p>
        </p:txBody>
      </p:sp>
    </p:spTree>
    <p:extLst>
      <p:ext uri="{BB962C8B-B14F-4D97-AF65-F5344CB8AC3E}">
        <p14:creationId xmlns:p14="http://schemas.microsoft.com/office/powerpoint/2010/main" val="23137711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lang="en-US"/>
              <a:t>Click to edit Master title style</a:t>
            </a:r>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ormAutofit/>
          </a:bodyPr>
          <a:lstStyle>
            <a:lvl1pPr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828800" y="1166787"/>
            <a:ext cx="5486400" cy="530352"/>
          </a:xfrm>
        </p:spPr>
        <p:txBody>
          <a:bodyPr lIns="45720" rIns="45720"/>
          <a:lstStyle>
            <a:lvl1pPr marL="0" indent="0" algn="ctr">
              <a:buNone/>
              <a:defRPr sz="1400"/>
            </a:lvl1pPr>
            <a:lvl2pPr>
              <a:defRPr sz="1200"/>
            </a:lvl2pPr>
            <a:lvl3pPr>
              <a:defRPr sz="1000"/>
            </a:lvl3pPr>
            <a:lvl4pPr>
              <a:defRPr sz="900"/>
            </a:lvl4pPr>
            <a:lvl5pPr>
              <a:defRPr sz="900"/>
            </a:lvl5pPr>
          </a:lstStyle>
          <a:p>
            <a:pPr lvl="0"/>
            <a:r>
              <a:rPr lang="en-US"/>
              <a:t>Click to edit Master text styles</a:t>
            </a:r>
          </a:p>
        </p:txBody>
      </p:sp>
      <p:sp>
        <p:nvSpPr>
          <p:cNvPr id="5" name="Date Placeholder 13">
            <a:extLst>
              <a:ext uri="{FF2B5EF4-FFF2-40B4-BE49-F238E27FC236}">
                <a16:creationId xmlns:a16="http://schemas.microsoft.com/office/drawing/2014/main" id="{7D2390C0-BA0F-5299-59D3-E673D4C1BF00}"/>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FC8095AB-F6E7-7241-0D39-68584FB254F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92862164-2666-FBA6-43E8-CEE19276CBE8}"/>
              </a:ext>
            </a:extLst>
          </p:cNvPr>
          <p:cNvSpPr>
            <a:spLocks noGrp="1"/>
          </p:cNvSpPr>
          <p:nvPr>
            <p:ph type="sldNum" sz="quarter" idx="12"/>
          </p:nvPr>
        </p:nvSpPr>
        <p:spPr/>
        <p:txBody>
          <a:bodyPr/>
          <a:lstStyle>
            <a:lvl1pPr>
              <a:defRPr/>
            </a:lvl1pPr>
          </a:lstStyle>
          <a:p>
            <a:fld id="{02544F46-4050-4596-9694-97793CC9E5F8}" type="slidenum">
              <a:rPr lang="en-US" altLang="en-US"/>
              <a:pPr/>
              <a:t>‹#›</a:t>
            </a:fld>
            <a:endParaRPr lang="en-US" altLang="en-US"/>
          </a:p>
        </p:txBody>
      </p:sp>
    </p:spTree>
    <p:extLst>
      <p:ext uri="{BB962C8B-B14F-4D97-AF65-F5344CB8AC3E}">
        <p14:creationId xmlns:p14="http://schemas.microsoft.com/office/powerpoint/2010/main" val="26093012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EB3DA11A-1BB1-F051-2D3A-441DC738E0D0}"/>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BC1EC9E5-9928-D7DB-800A-8BD8213592A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6808A135-E433-1B54-4409-E15925235651}"/>
              </a:ext>
            </a:extLst>
          </p:cNvPr>
          <p:cNvSpPr>
            <a:spLocks noGrp="1"/>
          </p:cNvSpPr>
          <p:nvPr>
            <p:ph type="sldNum" sz="quarter" idx="12"/>
          </p:nvPr>
        </p:nvSpPr>
        <p:spPr/>
        <p:txBody>
          <a:bodyPr/>
          <a:lstStyle>
            <a:lvl1pPr>
              <a:defRPr/>
            </a:lvl1pPr>
          </a:lstStyle>
          <a:p>
            <a:fld id="{01841413-D338-4BFA-930F-97C8189A6131}" type="slidenum">
              <a:rPr lang="en-US" altLang="en-US"/>
              <a:pPr/>
              <a:t>‹#›</a:t>
            </a:fld>
            <a:endParaRPr lang="en-US" altLang="en-US"/>
          </a:p>
        </p:txBody>
      </p:sp>
    </p:spTree>
    <p:extLst>
      <p:ext uri="{BB962C8B-B14F-4D97-AF65-F5344CB8AC3E}">
        <p14:creationId xmlns:p14="http://schemas.microsoft.com/office/powerpoint/2010/main" val="6656909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E2D5C077-41A4-2775-1FDF-CC9685D56B47}"/>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3BF311AF-9357-7B79-2DB5-8A312B2BE8E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35414A89-0587-3C0B-1300-9059EC66D768}"/>
              </a:ext>
            </a:extLst>
          </p:cNvPr>
          <p:cNvSpPr>
            <a:spLocks noGrp="1"/>
          </p:cNvSpPr>
          <p:nvPr>
            <p:ph type="sldNum" sz="quarter" idx="12"/>
          </p:nvPr>
        </p:nvSpPr>
        <p:spPr/>
        <p:txBody>
          <a:bodyPr/>
          <a:lstStyle>
            <a:lvl1pPr>
              <a:defRPr/>
            </a:lvl1pPr>
          </a:lstStyle>
          <a:p>
            <a:fld id="{4E5FF6A5-0E35-4578-A105-89B369A68307}" type="slidenum">
              <a:rPr lang="en-US" altLang="en-US"/>
              <a:pPr/>
              <a:t>‹#›</a:t>
            </a:fld>
            <a:endParaRPr lang="en-US" altLang="en-US"/>
          </a:p>
        </p:txBody>
      </p:sp>
    </p:spTree>
    <p:extLst>
      <p:ext uri="{BB962C8B-B14F-4D97-AF65-F5344CB8AC3E}">
        <p14:creationId xmlns:p14="http://schemas.microsoft.com/office/powerpoint/2010/main" val="30400980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6809" name="Rectangle 9"/>
          <p:cNvSpPr>
            <a:spLocks noGrp="1" noChangeArrowheads="1"/>
          </p:cNvSpPr>
          <p:nvPr>
            <p:ph type="ctrTitle"/>
          </p:nvPr>
        </p:nvSpPr>
        <p:spPr>
          <a:xfrm>
            <a:off x="838200" y="2057400"/>
            <a:ext cx="7772400" cy="1143000"/>
          </a:xfrm>
          <a:noFill/>
          <a:extLst>
            <a:ext uri="{909E8E84-426E-40DD-AFC4-6F175D3DCCD1}">
              <a14:hiddenFill xmlns:a14="http://schemas.microsoft.com/office/drawing/2010/main">
                <a:solidFill>
                  <a:schemeClr val="accent1"/>
                </a:solidFill>
              </a14:hiddenFill>
            </a:ext>
          </a:extLst>
        </p:spPr>
        <p:txBody>
          <a:bodyPr anchor="b"/>
          <a:lstStyle>
            <a:lvl1pPr>
              <a:defRPr/>
            </a:lvl1pPr>
          </a:lstStyle>
          <a:p>
            <a:pPr lvl="0"/>
            <a:r>
              <a:rPr lang="en-GB" altLang="zh-CN" noProof="0"/>
              <a:t>Click to edit Master title style</a:t>
            </a:r>
          </a:p>
        </p:txBody>
      </p:sp>
      <p:sp>
        <p:nvSpPr>
          <p:cNvPr id="2" name="Rectangle 11">
            <a:extLst>
              <a:ext uri="{FF2B5EF4-FFF2-40B4-BE49-F238E27FC236}">
                <a16:creationId xmlns:a16="http://schemas.microsoft.com/office/drawing/2014/main" id="{EEAE2ED3-250C-9C99-ED0F-C0AC64798CB1}"/>
              </a:ext>
            </a:extLst>
          </p:cNvPr>
          <p:cNvSpPr>
            <a:spLocks noGrp="1" noChangeArrowheads="1"/>
          </p:cNvSpPr>
          <p:nvPr>
            <p:ph type="sldNum" sz="quarter" idx="10"/>
          </p:nvPr>
        </p:nvSpPr>
        <p:spPr>
          <a:xfrm>
            <a:off x="7239000" y="6324600"/>
            <a:ext cx="1905000" cy="457200"/>
          </a:xfrm>
        </p:spPr>
        <p:txBody>
          <a:bodyPr/>
          <a:lstStyle>
            <a:lvl1pPr>
              <a:defRPr>
                <a:solidFill>
                  <a:schemeClr val="bg2"/>
                </a:solidFill>
              </a:defRPr>
            </a:lvl1pPr>
          </a:lstStyle>
          <a:p>
            <a:fld id="{96C9C657-CBA9-40E7-86C0-BA80FB9EEFAF}" type="slidenum">
              <a:rPr lang="zh-CN" altLang="en-GB"/>
              <a:pPr/>
              <a:t>‹#›</a:t>
            </a:fld>
            <a:endParaRPr lang="en-GB" altLang="zh-CN"/>
          </a:p>
        </p:txBody>
      </p:sp>
    </p:spTree>
    <p:extLst>
      <p:ext uri="{BB962C8B-B14F-4D97-AF65-F5344CB8AC3E}">
        <p14:creationId xmlns:p14="http://schemas.microsoft.com/office/powerpoint/2010/main" val="4018043881"/>
      </p:ext>
    </p:extLst>
  </p:cSld>
  <p:clrMapOvr>
    <a:masterClrMapping/>
  </p:clrMapOvr>
  <p:transition advTm="100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A3CAC74F-2BF6-6E35-8C2B-946B43E795CE}"/>
              </a:ext>
            </a:extLst>
          </p:cNvPr>
          <p:cNvSpPr>
            <a:spLocks noGrp="1" noChangeArrowheads="1"/>
          </p:cNvSpPr>
          <p:nvPr>
            <p:ph type="sldNum" sz="quarter" idx="10"/>
          </p:nvPr>
        </p:nvSpPr>
        <p:spPr>
          <a:ln/>
        </p:spPr>
        <p:txBody>
          <a:bodyPr/>
          <a:lstStyle>
            <a:lvl1pPr>
              <a:defRPr/>
            </a:lvl1pPr>
          </a:lstStyle>
          <a:p>
            <a:fld id="{3B2BDEFC-5560-4D17-89BE-5B1006BDE089}" type="slidenum">
              <a:rPr lang="zh-CN" altLang="en-GB"/>
              <a:pPr/>
              <a:t>‹#›</a:t>
            </a:fld>
            <a:endParaRPr lang="en-GB" altLang="zh-CN"/>
          </a:p>
        </p:txBody>
      </p:sp>
    </p:spTree>
    <p:extLst>
      <p:ext uri="{BB962C8B-B14F-4D97-AF65-F5344CB8AC3E}">
        <p14:creationId xmlns:p14="http://schemas.microsoft.com/office/powerpoint/2010/main" val="1734681991"/>
      </p:ext>
    </p:extLst>
  </p:cSld>
  <p:clrMapOvr>
    <a:masterClrMapping/>
  </p:clrMapOvr>
  <p:transition advTm="100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B46AE816-DFBA-0225-C028-43E11894FCBF}"/>
              </a:ext>
            </a:extLst>
          </p:cNvPr>
          <p:cNvSpPr>
            <a:spLocks noGrp="1" noChangeArrowheads="1"/>
          </p:cNvSpPr>
          <p:nvPr>
            <p:ph type="sldNum" sz="quarter" idx="10"/>
          </p:nvPr>
        </p:nvSpPr>
        <p:spPr>
          <a:ln/>
        </p:spPr>
        <p:txBody>
          <a:bodyPr/>
          <a:lstStyle>
            <a:lvl1pPr>
              <a:defRPr/>
            </a:lvl1pPr>
          </a:lstStyle>
          <a:p>
            <a:fld id="{1CEAE0E3-26F2-4715-8F9E-6937D2F8F2B7}" type="slidenum">
              <a:rPr lang="zh-CN" altLang="en-GB"/>
              <a:pPr/>
              <a:t>‹#›</a:t>
            </a:fld>
            <a:endParaRPr lang="en-GB" altLang="zh-CN"/>
          </a:p>
        </p:txBody>
      </p:sp>
    </p:spTree>
    <p:extLst>
      <p:ext uri="{BB962C8B-B14F-4D97-AF65-F5344CB8AC3E}">
        <p14:creationId xmlns:p14="http://schemas.microsoft.com/office/powerpoint/2010/main" val="1107143870"/>
      </p:ext>
    </p:extLst>
  </p:cSld>
  <p:clrMapOvr>
    <a:masterClrMapping/>
  </p:clrMapOvr>
  <p:transition advTm="100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76400"/>
            <a:ext cx="39624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676400"/>
            <a:ext cx="39624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873BE3BD-095B-74AC-2478-F208501618D5}"/>
              </a:ext>
            </a:extLst>
          </p:cNvPr>
          <p:cNvSpPr>
            <a:spLocks noGrp="1" noChangeArrowheads="1"/>
          </p:cNvSpPr>
          <p:nvPr>
            <p:ph type="sldNum" sz="quarter" idx="10"/>
          </p:nvPr>
        </p:nvSpPr>
        <p:spPr>
          <a:ln/>
        </p:spPr>
        <p:txBody>
          <a:bodyPr/>
          <a:lstStyle>
            <a:lvl1pPr>
              <a:defRPr/>
            </a:lvl1pPr>
          </a:lstStyle>
          <a:p>
            <a:fld id="{0DF1DC81-AA1E-4F7C-835F-EE4384AD9A25}" type="slidenum">
              <a:rPr lang="zh-CN" altLang="en-GB"/>
              <a:pPr/>
              <a:t>‹#›</a:t>
            </a:fld>
            <a:endParaRPr lang="en-GB" altLang="zh-CN"/>
          </a:p>
        </p:txBody>
      </p:sp>
    </p:spTree>
    <p:extLst>
      <p:ext uri="{BB962C8B-B14F-4D97-AF65-F5344CB8AC3E}">
        <p14:creationId xmlns:p14="http://schemas.microsoft.com/office/powerpoint/2010/main" val="466124716"/>
      </p:ext>
    </p:extLst>
  </p:cSld>
  <p:clrMapOvr>
    <a:masterClrMapping/>
  </p:clrMapOvr>
  <p:transition advTm="100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0A785D3A-4857-77DF-3EE2-9CA1C04DBF1D}"/>
              </a:ext>
            </a:extLst>
          </p:cNvPr>
          <p:cNvSpPr>
            <a:spLocks noGrp="1" noChangeArrowheads="1"/>
          </p:cNvSpPr>
          <p:nvPr>
            <p:ph type="sldNum" sz="quarter" idx="10"/>
          </p:nvPr>
        </p:nvSpPr>
        <p:spPr>
          <a:ln/>
        </p:spPr>
        <p:txBody>
          <a:bodyPr/>
          <a:lstStyle>
            <a:lvl1pPr>
              <a:defRPr/>
            </a:lvl1pPr>
          </a:lstStyle>
          <a:p>
            <a:fld id="{4F17D2AD-4EF1-4232-9B22-4F9503FC61B1}" type="slidenum">
              <a:rPr lang="zh-CN" altLang="en-GB"/>
              <a:pPr/>
              <a:t>‹#›</a:t>
            </a:fld>
            <a:endParaRPr lang="en-GB" altLang="zh-CN"/>
          </a:p>
        </p:txBody>
      </p:sp>
    </p:spTree>
    <p:extLst>
      <p:ext uri="{BB962C8B-B14F-4D97-AF65-F5344CB8AC3E}">
        <p14:creationId xmlns:p14="http://schemas.microsoft.com/office/powerpoint/2010/main" val="3618735609"/>
      </p:ext>
    </p:extLst>
  </p:cSld>
  <p:clrMapOvr>
    <a:masterClrMapping/>
  </p:clrMapOvr>
  <p:transition advTm="100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E47A704D-E992-8C53-104D-15FD65E121A2}"/>
              </a:ext>
            </a:extLst>
          </p:cNvPr>
          <p:cNvSpPr>
            <a:spLocks noGrp="1" noChangeArrowheads="1"/>
          </p:cNvSpPr>
          <p:nvPr>
            <p:ph type="sldNum" sz="quarter" idx="10"/>
          </p:nvPr>
        </p:nvSpPr>
        <p:spPr>
          <a:ln/>
        </p:spPr>
        <p:txBody>
          <a:bodyPr/>
          <a:lstStyle>
            <a:lvl1pPr>
              <a:defRPr/>
            </a:lvl1pPr>
          </a:lstStyle>
          <a:p>
            <a:fld id="{72C500EB-4630-4CC0-8540-05A65B0BC1B9}" type="slidenum">
              <a:rPr lang="zh-CN" altLang="en-GB"/>
              <a:pPr/>
              <a:t>‹#›</a:t>
            </a:fld>
            <a:endParaRPr lang="en-GB" altLang="zh-CN"/>
          </a:p>
        </p:txBody>
      </p:sp>
    </p:spTree>
    <p:extLst>
      <p:ext uri="{BB962C8B-B14F-4D97-AF65-F5344CB8AC3E}">
        <p14:creationId xmlns:p14="http://schemas.microsoft.com/office/powerpoint/2010/main" val="2976766022"/>
      </p:ext>
    </p:extLst>
  </p:cSld>
  <p:clrMapOvr>
    <a:masterClrMapping/>
  </p:clrMapOvr>
  <p:transition advTm="100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E41A516-7861-3931-9A16-53ED65B9888A}"/>
              </a:ext>
            </a:extLst>
          </p:cNvPr>
          <p:cNvSpPr>
            <a:spLocks noGrp="1" noChangeArrowheads="1"/>
          </p:cNvSpPr>
          <p:nvPr>
            <p:ph type="sldNum" sz="quarter" idx="10"/>
          </p:nvPr>
        </p:nvSpPr>
        <p:spPr>
          <a:ln/>
        </p:spPr>
        <p:txBody>
          <a:bodyPr/>
          <a:lstStyle>
            <a:lvl1pPr>
              <a:defRPr/>
            </a:lvl1pPr>
          </a:lstStyle>
          <a:p>
            <a:fld id="{90545726-F4B8-484F-9CC7-4269D8597875}" type="slidenum">
              <a:rPr lang="zh-CN" altLang="en-GB"/>
              <a:pPr/>
              <a:t>‹#›</a:t>
            </a:fld>
            <a:endParaRPr lang="en-GB" altLang="zh-CN"/>
          </a:p>
        </p:txBody>
      </p:sp>
    </p:spTree>
    <p:extLst>
      <p:ext uri="{BB962C8B-B14F-4D97-AF65-F5344CB8AC3E}">
        <p14:creationId xmlns:p14="http://schemas.microsoft.com/office/powerpoint/2010/main" val="2840726602"/>
      </p:ext>
    </p:extLst>
  </p:cSld>
  <p:clrMapOvr>
    <a:masterClrMapping/>
  </p:clrMapOvr>
  <p:transition advTm="100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B4863A23-A758-9C6E-1D26-62D9CAAAB06D}"/>
              </a:ext>
            </a:extLst>
          </p:cNvPr>
          <p:cNvSpPr>
            <a:spLocks noGrp="1" noChangeArrowheads="1"/>
          </p:cNvSpPr>
          <p:nvPr>
            <p:ph type="sldNum" sz="quarter" idx="10"/>
          </p:nvPr>
        </p:nvSpPr>
        <p:spPr>
          <a:ln/>
        </p:spPr>
        <p:txBody>
          <a:bodyPr/>
          <a:lstStyle>
            <a:lvl1pPr>
              <a:defRPr/>
            </a:lvl1pPr>
          </a:lstStyle>
          <a:p>
            <a:fld id="{9E3E6F40-8681-4446-8E72-4DE6ED5A4BE8}" type="slidenum">
              <a:rPr lang="zh-CN" altLang="en-GB"/>
              <a:pPr/>
              <a:t>‹#›</a:t>
            </a:fld>
            <a:endParaRPr lang="en-GB" altLang="zh-CN"/>
          </a:p>
        </p:txBody>
      </p:sp>
    </p:spTree>
    <p:extLst>
      <p:ext uri="{BB962C8B-B14F-4D97-AF65-F5344CB8AC3E}">
        <p14:creationId xmlns:p14="http://schemas.microsoft.com/office/powerpoint/2010/main" val="1582473685"/>
      </p:ext>
    </p:extLst>
  </p:cSld>
  <p:clrMapOvr>
    <a:masterClrMapping/>
  </p:clrMapOvr>
  <p:transition advTm="100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3FC121EE-65BD-F56D-3377-E9FDFADE52E8}"/>
              </a:ext>
            </a:extLst>
          </p:cNvPr>
          <p:cNvSpPr>
            <a:spLocks noGrp="1" noChangeArrowheads="1"/>
          </p:cNvSpPr>
          <p:nvPr>
            <p:ph type="sldNum" sz="quarter" idx="10"/>
          </p:nvPr>
        </p:nvSpPr>
        <p:spPr>
          <a:ln/>
        </p:spPr>
        <p:txBody>
          <a:bodyPr/>
          <a:lstStyle>
            <a:lvl1pPr>
              <a:defRPr/>
            </a:lvl1pPr>
          </a:lstStyle>
          <a:p>
            <a:fld id="{3D09F3B0-F9DF-4899-807B-44E43D12D1D7}" type="slidenum">
              <a:rPr lang="zh-CN" altLang="en-GB"/>
              <a:pPr/>
              <a:t>‹#›</a:t>
            </a:fld>
            <a:endParaRPr lang="en-GB" altLang="zh-CN"/>
          </a:p>
        </p:txBody>
      </p:sp>
    </p:spTree>
    <p:extLst>
      <p:ext uri="{BB962C8B-B14F-4D97-AF65-F5344CB8AC3E}">
        <p14:creationId xmlns:p14="http://schemas.microsoft.com/office/powerpoint/2010/main" val="3333896323"/>
      </p:ext>
    </p:extLst>
  </p:cSld>
  <p:clrMapOvr>
    <a:masterClrMapping/>
  </p:clrMapOvr>
  <p:transition advTm="100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8605A1F-3AB8-92CB-FC13-5FE17569938C}"/>
              </a:ext>
            </a:extLst>
          </p:cNvPr>
          <p:cNvSpPr>
            <a:spLocks noGrp="1" noChangeArrowheads="1"/>
          </p:cNvSpPr>
          <p:nvPr>
            <p:ph type="sldNum" sz="quarter" idx="10"/>
          </p:nvPr>
        </p:nvSpPr>
        <p:spPr>
          <a:ln/>
        </p:spPr>
        <p:txBody>
          <a:bodyPr/>
          <a:lstStyle>
            <a:lvl1pPr>
              <a:defRPr/>
            </a:lvl1pPr>
          </a:lstStyle>
          <a:p>
            <a:fld id="{1D248922-B3F8-4FC9-939A-3722ADC38874}" type="slidenum">
              <a:rPr lang="zh-CN" altLang="en-GB"/>
              <a:pPr/>
              <a:t>‹#›</a:t>
            </a:fld>
            <a:endParaRPr lang="en-GB" altLang="zh-CN"/>
          </a:p>
        </p:txBody>
      </p:sp>
    </p:spTree>
    <p:extLst>
      <p:ext uri="{BB962C8B-B14F-4D97-AF65-F5344CB8AC3E}">
        <p14:creationId xmlns:p14="http://schemas.microsoft.com/office/powerpoint/2010/main" val="1126776576"/>
      </p:ext>
    </p:extLst>
  </p:cSld>
  <p:clrMapOvr>
    <a:masterClrMapping/>
  </p:clrMapOvr>
  <p:transition advTm="100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8463" y="152400"/>
            <a:ext cx="2197100" cy="59801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152400"/>
            <a:ext cx="6443663" cy="59801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B503D48-17FF-92C3-455B-44A30516B97A}"/>
              </a:ext>
            </a:extLst>
          </p:cNvPr>
          <p:cNvSpPr>
            <a:spLocks noGrp="1" noChangeArrowheads="1"/>
          </p:cNvSpPr>
          <p:nvPr>
            <p:ph type="sldNum" sz="quarter" idx="10"/>
          </p:nvPr>
        </p:nvSpPr>
        <p:spPr>
          <a:ln/>
        </p:spPr>
        <p:txBody>
          <a:bodyPr/>
          <a:lstStyle>
            <a:lvl1pPr>
              <a:defRPr/>
            </a:lvl1pPr>
          </a:lstStyle>
          <a:p>
            <a:fld id="{149469CD-E2DF-437F-B4E6-91EB077640D0}" type="slidenum">
              <a:rPr lang="zh-CN" altLang="en-GB"/>
              <a:pPr/>
              <a:t>‹#›</a:t>
            </a:fld>
            <a:endParaRPr lang="en-GB" altLang="zh-CN"/>
          </a:p>
        </p:txBody>
      </p:sp>
    </p:spTree>
    <p:extLst>
      <p:ext uri="{BB962C8B-B14F-4D97-AF65-F5344CB8AC3E}">
        <p14:creationId xmlns:p14="http://schemas.microsoft.com/office/powerpoint/2010/main" val="3386645807"/>
      </p:ext>
    </p:extLst>
  </p:cSld>
  <p:clrMapOvr>
    <a:masterClrMapping/>
  </p:clrMapOvr>
  <p:transition advTm="100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78A8E04-0779-4CD6-B88F-B86B1077F96B}"/>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21F2296-1D75-4053-B9AF-F472CC76042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E86540F-8A54-43DB-AF8D-089CB73740B8}"/>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22A929E9-3314-4370-AB43-5A561D1CC6EA}"/>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b="0">
                <a:latin typeface="Times New Roman" panose="02020603050405020304" pitchFamily="18" charset="0"/>
              </a:defRPr>
            </a:lvl1pPr>
          </a:lstStyle>
          <a:p>
            <a:fld id="{53B8419D-7A5A-40EC-BC62-3FE8B05D4C2C}" type="slidenum">
              <a:rPr lang="en-US" altLang="en-US"/>
              <a:pPr/>
              <a:t>‹#›</a:t>
            </a:fld>
            <a:endParaRPr lang="en-US" altLang="en-US"/>
          </a:p>
        </p:txBody>
      </p:sp>
      <p:sp>
        <p:nvSpPr>
          <p:cNvPr id="1031" name="Rectangle 7">
            <a:extLst>
              <a:ext uri="{FF2B5EF4-FFF2-40B4-BE49-F238E27FC236}">
                <a16:creationId xmlns:a16="http://schemas.microsoft.com/office/drawing/2014/main" id="{4C0AC544-C5D1-490A-BAA8-28F85555660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a:p>
          <a:p>
            <a:pPr>
              <a:defRPr/>
            </a:pPr>
            <a:endParaRPr lang="en-US">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0D7364E3-5376-410C-D4AC-11ECE7156478}"/>
              </a:ext>
            </a:extLst>
          </p:cNvPr>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lang="en-US"/>
              <a:t>Click to edit Master title style</a:t>
            </a:r>
          </a:p>
        </p:txBody>
      </p:sp>
      <p:sp>
        <p:nvSpPr>
          <p:cNvPr id="1027" name="Text Placeholder 12">
            <a:extLst>
              <a:ext uri="{FF2B5EF4-FFF2-40B4-BE49-F238E27FC236}">
                <a16:creationId xmlns:a16="http://schemas.microsoft.com/office/drawing/2014/main" id="{5F710BCD-AE9B-CAB0-F26B-6D935AA067DF}"/>
              </a:ext>
            </a:extLst>
          </p:cNvPr>
          <p:cNvSpPr>
            <a:spLocks noGrp="1"/>
          </p:cNvSpPr>
          <p:nvPr>
            <p:ph type="body" idx="1"/>
          </p:nvPr>
        </p:nvSpPr>
        <p:spPr bwMode="auto">
          <a:xfrm>
            <a:off x="457200" y="1600200"/>
            <a:ext cx="82296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7B2BA6BA-0DA6-DFC0-DC78-A66277E55E4D}"/>
              </a:ext>
            </a:extLst>
          </p:cNvPr>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latin typeface="Arial" charset="0"/>
              </a:defRPr>
            </a:lvl1pPr>
          </a:lstStyle>
          <a:p>
            <a:pPr>
              <a:defRPr/>
            </a:pPr>
            <a:endParaRPr lang="en-US"/>
          </a:p>
        </p:txBody>
      </p:sp>
      <p:sp>
        <p:nvSpPr>
          <p:cNvPr id="3" name="Footer Placeholder 2">
            <a:extLst>
              <a:ext uri="{FF2B5EF4-FFF2-40B4-BE49-F238E27FC236}">
                <a16:creationId xmlns:a16="http://schemas.microsoft.com/office/drawing/2014/main" id="{2653FD63-D5E3-9E65-01C8-C01CC71F0F09}"/>
              </a:ext>
            </a:extLst>
          </p:cNvPr>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latin typeface="Arial" charset="0"/>
              </a:defRPr>
            </a:lvl1pPr>
          </a:lstStyle>
          <a:p>
            <a:pPr>
              <a:defRPr/>
            </a:pPr>
            <a:endParaRPr lang="en-US"/>
          </a:p>
        </p:txBody>
      </p:sp>
      <p:sp>
        <p:nvSpPr>
          <p:cNvPr id="23" name="Slide Number Placeholder 22">
            <a:extLst>
              <a:ext uri="{FF2B5EF4-FFF2-40B4-BE49-F238E27FC236}">
                <a16:creationId xmlns:a16="http://schemas.microsoft.com/office/drawing/2014/main" id="{5013C94C-9051-9ADA-36D8-5347DD38EB51}"/>
              </a:ext>
            </a:extLst>
          </p:cNvPr>
          <p:cNvSpPr>
            <a:spLocks noGrp="1"/>
          </p:cNvSpPr>
          <p:nvPr>
            <p:ph type="sldNum" sz="quarter" idx="4"/>
          </p:nvPr>
        </p:nvSpPr>
        <p:spPr>
          <a:xfrm>
            <a:off x="7924800" y="6416675"/>
            <a:ext cx="762000" cy="365125"/>
          </a:xfrm>
          <a:prstGeom prst="rect">
            <a:avLst/>
          </a:prstGeom>
        </p:spPr>
        <p:txBody>
          <a:bodyPr vert="horz" wrap="square" lIns="0" tIns="45720" rIns="0" bIns="45720" numCol="1" anchor="b" anchorCtr="0" compatLnSpc="1">
            <a:prstTxWarp prst="textNoShape">
              <a:avLst/>
            </a:prstTxWarp>
          </a:bodyPr>
          <a:lstStyle>
            <a:lvl1pPr algn="r" eaLnBrk="1" hangingPunct="1">
              <a:defRPr sz="1200">
                <a:solidFill>
                  <a:srgbClr val="BCBCBC"/>
                </a:solidFill>
              </a:defRPr>
            </a:lvl1pPr>
          </a:lstStyle>
          <a:p>
            <a:fld id="{93C1023B-359A-42D0-92A2-000FE61D9B30}" type="slidenum">
              <a:rPr lang="en-US" altLang="en-US"/>
              <a:pPr/>
              <a:t>‹#›</a:t>
            </a:fld>
            <a:endParaRPr lang="en-US" altLang="en-US"/>
          </a:p>
        </p:txBody>
      </p:sp>
    </p:spTree>
    <p:extLst>
      <p:ext uri="{BB962C8B-B14F-4D97-AF65-F5344CB8AC3E}">
        <p14:creationId xmlns:p14="http://schemas.microsoft.com/office/powerpoint/2010/main" val="323679938"/>
      </p:ext>
    </p:extLst>
  </p:cSld>
  <p:clrMap bg1="dk1" tx1="lt1" bg2="dk2"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hf hdr="0" ftr="0" dt="0"/>
  <p:txStyles>
    <p:titleStyle>
      <a:lvl1pPr algn="ctr" rtl="0" eaLnBrk="0" fontAlgn="base" hangingPunct="0">
        <a:spcBef>
          <a:spcPct val="0"/>
        </a:spcBef>
        <a:spcAft>
          <a:spcPct val="0"/>
        </a:spcAft>
        <a:defRPr sz="4100" b="1" kern="120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a:lvl2pPr algn="ctr" rtl="0" eaLnBrk="0" fontAlgn="base" hangingPunct="0">
        <a:spcBef>
          <a:spcPct val="0"/>
        </a:spcBef>
        <a:spcAft>
          <a:spcPct val="0"/>
        </a:spcAft>
        <a:defRPr sz="4100" b="1">
          <a:solidFill>
            <a:schemeClr val="tx1"/>
          </a:solidFill>
          <a:latin typeface="Lucida Sans" pitchFamily="34" charset="0"/>
        </a:defRPr>
      </a:lvl2pPr>
      <a:lvl3pPr algn="ctr" rtl="0" eaLnBrk="0" fontAlgn="base" hangingPunct="0">
        <a:spcBef>
          <a:spcPct val="0"/>
        </a:spcBef>
        <a:spcAft>
          <a:spcPct val="0"/>
        </a:spcAft>
        <a:defRPr sz="4100" b="1">
          <a:solidFill>
            <a:schemeClr val="tx1"/>
          </a:solidFill>
          <a:latin typeface="Lucida Sans" pitchFamily="34" charset="0"/>
        </a:defRPr>
      </a:lvl3pPr>
      <a:lvl4pPr algn="ctr" rtl="0" eaLnBrk="0" fontAlgn="base" hangingPunct="0">
        <a:spcBef>
          <a:spcPct val="0"/>
        </a:spcBef>
        <a:spcAft>
          <a:spcPct val="0"/>
        </a:spcAft>
        <a:defRPr sz="4100" b="1">
          <a:solidFill>
            <a:schemeClr val="tx1"/>
          </a:solidFill>
          <a:latin typeface="Lucida Sans" pitchFamily="34" charset="0"/>
        </a:defRPr>
      </a:lvl4pPr>
      <a:lvl5pPr algn="ctr" rtl="0" eaLnBrk="0" fontAlgn="base" hangingPunct="0">
        <a:spcBef>
          <a:spcPct val="0"/>
        </a:spcBef>
        <a:spcAft>
          <a:spcPct val="0"/>
        </a:spcAft>
        <a:defRPr sz="4100" b="1">
          <a:solidFill>
            <a:schemeClr val="tx1"/>
          </a:solidFill>
          <a:latin typeface="Lucida Sans" pitchFamily="34" charset="0"/>
        </a:defRPr>
      </a:lvl5pPr>
      <a:lvl6pPr marL="457200" algn="ctr" rtl="0" fontAlgn="base">
        <a:spcBef>
          <a:spcPct val="0"/>
        </a:spcBef>
        <a:spcAft>
          <a:spcPct val="0"/>
        </a:spcAft>
        <a:defRPr sz="4100" b="1">
          <a:solidFill>
            <a:schemeClr val="tx1"/>
          </a:solidFill>
          <a:latin typeface="Lucida Sans" pitchFamily="34" charset="0"/>
        </a:defRPr>
      </a:lvl6pPr>
      <a:lvl7pPr marL="914400" algn="ctr" rtl="0" fontAlgn="base">
        <a:spcBef>
          <a:spcPct val="0"/>
        </a:spcBef>
        <a:spcAft>
          <a:spcPct val="0"/>
        </a:spcAft>
        <a:defRPr sz="4100" b="1">
          <a:solidFill>
            <a:schemeClr val="tx1"/>
          </a:solidFill>
          <a:latin typeface="Lucida Sans" pitchFamily="34" charset="0"/>
        </a:defRPr>
      </a:lvl7pPr>
      <a:lvl8pPr marL="1371600" algn="ctr" rtl="0" fontAlgn="base">
        <a:spcBef>
          <a:spcPct val="0"/>
        </a:spcBef>
        <a:spcAft>
          <a:spcPct val="0"/>
        </a:spcAft>
        <a:defRPr sz="4100" b="1">
          <a:solidFill>
            <a:schemeClr val="tx1"/>
          </a:solidFill>
          <a:latin typeface="Lucida Sans" pitchFamily="34" charset="0"/>
        </a:defRPr>
      </a:lvl8pPr>
      <a:lvl9pPr marL="1828800" algn="ctr" rtl="0" fontAlgn="base">
        <a:spcBef>
          <a:spcPct val="0"/>
        </a:spcBef>
        <a:spcAft>
          <a:spcPct val="0"/>
        </a:spcAft>
        <a:defRPr sz="4100" b="1">
          <a:solidFill>
            <a:schemeClr val="tx1"/>
          </a:solidFill>
          <a:latin typeface="Lucida Sans" pitchFamily="34" charset="0"/>
        </a:defRPr>
      </a:lvl9pPr>
    </p:titleStyle>
    <p:bodyStyle>
      <a:lvl1pPr marL="547688" indent="-411163" algn="l" rtl="0" eaLnBrk="0" fontAlgn="base" hangingPunct="0">
        <a:spcBef>
          <a:spcPct val="20000"/>
        </a:spcBef>
        <a:spcAft>
          <a:spcPct val="0"/>
        </a:spcAft>
        <a:buClr>
          <a:srgbClr val="F9F9F9"/>
        </a:buClr>
        <a:buSzPct val="65000"/>
        <a:buFont typeface="Wingdings 2" panose="05020102010507070707" pitchFamily="18" charset="2"/>
        <a:buChar char=""/>
        <a:defRPr sz="2800" kern="1200">
          <a:solidFill>
            <a:schemeClr val="tx1"/>
          </a:solidFill>
          <a:latin typeface="+mn-lt"/>
          <a:ea typeface="+mn-ea"/>
          <a:cs typeface="+mn-cs"/>
        </a:defRPr>
      </a:lvl1pPr>
      <a:lvl2pPr marL="868363" indent="-282575" algn="l" rtl="0" eaLnBrk="0" fontAlgn="base" hangingPunct="0">
        <a:spcBef>
          <a:spcPct val="20000"/>
        </a:spcBef>
        <a:spcAft>
          <a:spcPct val="0"/>
        </a:spcAft>
        <a:buClr>
          <a:schemeClr val="tx1"/>
        </a:buClr>
        <a:buSzPct val="80000"/>
        <a:buFont typeface="Wingdings 2" panose="05020102010507070707" pitchFamily="18" charset="2"/>
        <a:buChar char=""/>
        <a:defRPr sz="2400" kern="1200">
          <a:solidFill>
            <a:schemeClr val="tx1"/>
          </a:solidFill>
          <a:latin typeface="+mn-lt"/>
          <a:ea typeface="+mn-ea"/>
          <a:cs typeface="+mn-cs"/>
        </a:defRPr>
      </a:lvl2pPr>
      <a:lvl3pPr marL="1133475" indent="-228600" algn="l" rtl="0" eaLnBrk="0" fontAlgn="base" hangingPunct="0">
        <a:spcBef>
          <a:spcPct val="20000"/>
        </a:spcBef>
        <a:spcAft>
          <a:spcPct val="0"/>
        </a:spcAft>
        <a:buClr>
          <a:schemeClr val="tx1"/>
        </a:buClr>
        <a:buSzPct val="95000"/>
        <a:buFont typeface="Wingdings" panose="05000000000000000000" pitchFamily="2" charset="2"/>
        <a:buChar char=""/>
        <a:defRPr sz="2200" kern="1200">
          <a:solidFill>
            <a:schemeClr val="tx1"/>
          </a:solidFill>
          <a:latin typeface="+mn-lt"/>
          <a:ea typeface="+mn-ea"/>
          <a:cs typeface="+mn-cs"/>
        </a:defRPr>
      </a:lvl3pPr>
      <a:lvl4pPr marL="1352550" indent="-182563" algn="l" rtl="0" eaLnBrk="0" fontAlgn="base" hangingPunct="0">
        <a:spcBef>
          <a:spcPct val="20000"/>
        </a:spcBef>
        <a:spcAft>
          <a:spcPct val="0"/>
        </a:spcAft>
        <a:buClr>
          <a:schemeClr val="tx1"/>
        </a:buClr>
        <a:buSzPct val="100000"/>
        <a:buFont typeface="Wingdings 3" panose="05040102010807070707" pitchFamily="18" charset="2"/>
        <a:buChar char=""/>
        <a:defRPr sz="2000" kern="1200">
          <a:solidFill>
            <a:schemeClr val="tx1"/>
          </a:solidFill>
          <a:latin typeface="+mn-lt"/>
          <a:ea typeface="+mn-ea"/>
          <a:cs typeface="+mn-cs"/>
        </a:defRPr>
      </a:lvl4pPr>
      <a:lvl5pPr marL="1544638" indent="-182563" algn="l" rtl="0" eaLnBrk="0" fontAlgn="base" hangingPunct="0">
        <a:spcBef>
          <a:spcPct val="20000"/>
        </a:spcBef>
        <a:spcAft>
          <a:spcPct val="0"/>
        </a:spcAft>
        <a:buClr>
          <a:schemeClr val="tx1"/>
        </a:buClr>
        <a:buFont typeface="Wingdings 2" panose="05020102010507070707" pitchFamily="18" charset="2"/>
        <a:buChar char=""/>
        <a:defRPr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D1D1F0"/>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FE900D97-A798-E66C-A756-B334875E3723}"/>
              </a:ext>
            </a:extLst>
          </p:cNvPr>
          <p:cNvSpPr>
            <a:spLocks noGrp="1" noChangeArrowheads="1"/>
          </p:cNvSpPr>
          <p:nvPr>
            <p:ph type="title"/>
          </p:nvPr>
        </p:nvSpPr>
        <p:spPr bwMode="auto">
          <a:xfrm>
            <a:off x="152400" y="152400"/>
            <a:ext cx="87931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zh-CN"/>
              <a:t>Click to edit Master title style</a:t>
            </a:r>
          </a:p>
        </p:txBody>
      </p:sp>
      <p:sp>
        <p:nvSpPr>
          <p:cNvPr id="1027" name="Rectangle 4">
            <a:extLst>
              <a:ext uri="{FF2B5EF4-FFF2-40B4-BE49-F238E27FC236}">
                <a16:creationId xmlns:a16="http://schemas.microsoft.com/office/drawing/2014/main" id="{EFB9EC2E-CFE7-E6AF-0E89-8395BCB2066A}"/>
              </a:ext>
            </a:extLst>
          </p:cNvPr>
          <p:cNvSpPr>
            <a:spLocks noGrp="1" noChangeArrowheads="1"/>
          </p:cNvSpPr>
          <p:nvPr>
            <p:ph type="body" idx="1"/>
          </p:nvPr>
        </p:nvSpPr>
        <p:spPr bwMode="auto">
          <a:xfrm>
            <a:off x="838200" y="1676400"/>
            <a:ext cx="80772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p>
        </p:txBody>
      </p:sp>
      <p:sp>
        <p:nvSpPr>
          <p:cNvPr id="75781" name="Rectangle 5">
            <a:extLst>
              <a:ext uri="{FF2B5EF4-FFF2-40B4-BE49-F238E27FC236}">
                <a16:creationId xmlns:a16="http://schemas.microsoft.com/office/drawing/2014/main" id="{7A927E3A-F0FA-D6DB-AC44-559388704F38}"/>
              </a:ext>
            </a:extLst>
          </p:cNvPr>
          <p:cNvSpPr>
            <a:spLocks noGrp="1" noChangeArrowheads="1"/>
          </p:cNvSpPr>
          <p:nvPr>
            <p:ph type="sldNum" sz="quarter" idx="4"/>
          </p:nvPr>
        </p:nvSpPr>
        <p:spPr bwMode="auto">
          <a:xfrm>
            <a:off x="7010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vl1pPr>
          </a:lstStyle>
          <a:p>
            <a:fld id="{52E64789-7EA5-48AB-BEEC-B3BE390960BD}" type="slidenum">
              <a:rPr lang="zh-CN" altLang="en-GB"/>
              <a:pPr/>
              <a:t>‹#›</a:t>
            </a:fld>
            <a:endParaRPr lang="en-GB" altLang="zh-CN"/>
          </a:p>
        </p:txBody>
      </p:sp>
    </p:spTree>
    <p:extLst>
      <p:ext uri="{BB962C8B-B14F-4D97-AF65-F5344CB8AC3E}">
        <p14:creationId xmlns:p14="http://schemas.microsoft.com/office/powerpoint/2010/main" val="2765111165"/>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ransition advTm="1000"/>
  <p:hf hdr="0" ftr="0" dt="0"/>
  <p:txStyles>
    <p:titleStyle>
      <a:lvl1pPr algn="ctr" rtl="0" eaLnBrk="0" fontAlgn="base" hangingPunct="0">
        <a:spcBef>
          <a:spcPct val="0"/>
        </a:spcBef>
        <a:spcAft>
          <a:spcPct val="0"/>
        </a:spcAft>
        <a:defRPr sz="4400">
          <a:solidFill>
            <a:schemeClr val="hlink"/>
          </a:solidFill>
          <a:latin typeface="+mj-lt"/>
          <a:ea typeface="+mj-ea"/>
          <a:cs typeface="+mj-cs"/>
        </a:defRPr>
      </a:lvl1pPr>
      <a:lvl2pPr algn="ctr" rtl="0" eaLnBrk="0" fontAlgn="base" hangingPunct="0">
        <a:spcBef>
          <a:spcPct val="0"/>
        </a:spcBef>
        <a:spcAft>
          <a:spcPct val="0"/>
        </a:spcAft>
        <a:defRPr sz="4400">
          <a:solidFill>
            <a:schemeClr val="hlink"/>
          </a:solidFill>
          <a:latin typeface="Tahoma" pitchFamily="34" charset="0"/>
          <a:ea typeface="SimSun" pitchFamily="2" charset="-122"/>
        </a:defRPr>
      </a:lvl2pPr>
      <a:lvl3pPr algn="ctr" rtl="0" eaLnBrk="0" fontAlgn="base" hangingPunct="0">
        <a:spcBef>
          <a:spcPct val="0"/>
        </a:spcBef>
        <a:spcAft>
          <a:spcPct val="0"/>
        </a:spcAft>
        <a:defRPr sz="4400">
          <a:solidFill>
            <a:schemeClr val="hlink"/>
          </a:solidFill>
          <a:latin typeface="Tahoma" pitchFamily="34" charset="0"/>
          <a:ea typeface="SimSun" pitchFamily="2" charset="-122"/>
        </a:defRPr>
      </a:lvl3pPr>
      <a:lvl4pPr algn="ctr" rtl="0" eaLnBrk="0" fontAlgn="base" hangingPunct="0">
        <a:spcBef>
          <a:spcPct val="0"/>
        </a:spcBef>
        <a:spcAft>
          <a:spcPct val="0"/>
        </a:spcAft>
        <a:defRPr sz="4400">
          <a:solidFill>
            <a:schemeClr val="hlink"/>
          </a:solidFill>
          <a:latin typeface="Tahoma" pitchFamily="34" charset="0"/>
          <a:ea typeface="SimSun" pitchFamily="2" charset="-122"/>
        </a:defRPr>
      </a:lvl4pPr>
      <a:lvl5pPr algn="ctr" rtl="0" eaLnBrk="0" fontAlgn="base" hangingPunct="0">
        <a:spcBef>
          <a:spcPct val="0"/>
        </a:spcBef>
        <a:spcAft>
          <a:spcPct val="0"/>
        </a:spcAft>
        <a:defRPr sz="4400">
          <a:solidFill>
            <a:schemeClr val="hlink"/>
          </a:solidFill>
          <a:latin typeface="Tahoma" pitchFamily="34" charset="0"/>
          <a:ea typeface="SimSun" pitchFamily="2" charset="-122"/>
        </a:defRPr>
      </a:lvl5pPr>
      <a:lvl6pPr marL="457200" algn="ctr" rtl="0" fontAlgn="base">
        <a:spcBef>
          <a:spcPct val="0"/>
        </a:spcBef>
        <a:spcAft>
          <a:spcPct val="0"/>
        </a:spcAft>
        <a:defRPr sz="4400">
          <a:solidFill>
            <a:schemeClr val="hlink"/>
          </a:solidFill>
          <a:latin typeface="Tahoma" pitchFamily="34" charset="0"/>
          <a:ea typeface="SimSun" pitchFamily="2" charset="-122"/>
        </a:defRPr>
      </a:lvl6pPr>
      <a:lvl7pPr marL="914400" algn="ctr" rtl="0" fontAlgn="base">
        <a:spcBef>
          <a:spcPct val="0"/>
        </a:spcBef>
        <a:spcAft>
          <a:spcPct val="0"/>
        </a:spcAft>
        <a:defRPr sz="4400">
          <a:solidFill>
            <a:schemeClr val="hlink"/>
          </a:solidFill>
          <a:latin typeface="Tahoma" pitchFamily="34" charset="0"/>
          <a:ea typeface="SimSun" pitchFamily="2" charset="-122"/>
        </a:defRPr>
      </a:lvl7pPr>
      <a:lvl8pPr marL="1371600" algn="ctr" rtl="0" fontAlgn="base">
        <a:spcBef>
          <a:spcPct val="0"/>
        </a:spcBef>
        <a:spcAft>
          <a:spcPct val="0"/>
        </a:spcAft>
        <a:defRPr sz="4400">
          <a:solidFill>
            <a:schemeClr val="hlink"/>
          </a:solidFill>
          <a:latin typeface="Tahoma" pitchFamily="34" charset="0"/>
          <a:ea typeface="SimSun" pitchFamily="2" charset="-122"/>
        </a:defRPr>
      </a:lvl8pPr>
      <a:lvl9pPr marL="1828800" algn="ctr" rtl="0" fontAlgn="base">
        <a:spcBef>
          <a:spcPct val="0"/>
        </a:spcBef>
        <a:spcAft>
          <a:spcPct val="0"/>
        </a:spcAft>
        <a:defRPr sz="4400">
          <a:solidFill>
            <a:schemeClr val="hlink"/>
          </a:solidFill>
          <a:latin typeface="Tahoma" pitchFamily="34" charset="0"/>
          <a:ea typeface="SimSun" pitchFamily="2" charset="-122"/>
        </a:defRPr>
      </a:lvl9pPr>
    </p:titleStyle>
    <p:bodyStyle>
      <a:lvl1pPr marL="342900" indent="-342900" algn="l" rtl="0" eaLnBrk="0" fontAlgn="base" hangingPunct="0">
        <a:spcBef>
          <a:spcPct val="20000"/>
        </a:spcBef>
        <a:spcAft>
          <a:spcPct val="0"/>
        </a:spcAft>
        <a:buClr>
          <a:schemeClr val="accent2"/>
        </a:buClr>
        <a:buSzPct val="60000"/>
        <a:buFont typeface="Wingdings" panose="05000000000000000000" pitchFamily="2" charset="2"/>
        <a:buChar char="n"/>
        <a:defRPr sz="32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AA6C5C22-38B9-4C89-AC59-59954554EF86}"/>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14339" name="WordArt 3">
            <a:extLst>
              <a:ext uri="{FF2B5EF4-FFF2-40B4-BE49-F238E27FC236}">
                <a16:creationId xmlns:a16="http://schemas.microsoft.com/office/drawing/2014/main" id="{56EF31A3-FDC2-4EF8-A00D-A143F5BE09FF}"/>
              </a:ext>
            </a:extLst>
          </p:cNvPr>
          <p:cNvSpPr>
            <a:spLocks noChangeArrowheads="1" noChangeShapeType="1" noTextEdit="1"/>
          </p:cNvSpPr>
          <p:nvPr/>
        </p:nvSpPr>
        <p:spPr bwMode="auto">
          <a:xfrm>
            <a:off x="762000" y="1295400"/>
            <a:ext cx="8001000" cy="2895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Java Exception </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Handling</a:t>
            </a:r>
          </a:p>
        </p:txBody>
      </p:sp>
      <p:sp>
        <p:nvSpPr>
          <p:cNvPr id="14340" name="WordArt 6">
            <a:extLst>
              <a:ext uri="{FF2B5EF4-FFF2-40B4-BE49-F238E27FC236}">
                <a16:creationId xmlns:a16="http://schemas.microsoft.com/office/drawing/2014/main" id="{D4DD8CE2-79B6-48A5-9520-C4D3D3903542}"/>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B5742F0B-9FF6-DB7F-B7AA-B922D61C3737}"/>
              </a:ext>
            </a:extLst>
          </p:cNvPr>
          <p:cNvSpPr>
            <a:spLocks noGrp="1"/>
          </p:cNvSpPr>
          <p:nvPr>
            <p:ph type="title"/>
          </p:nvPr>
        </p:nvSpPr>
        <p:spPr>
          <a:xfrm>
            <a:off x="685800" y="304800"/>
            <a:ext cx="7772400" cy="1143000"/>
          </a:xfrm>
        </p:spPr>
        <p:txBody>
          <a:bodyPr/>
          <a:lstStyle/>
          <a:p>
            <a:r>
              <a:rPr lang="en-US" altLang="en-US" sz="5400" b="1" dirty="0">
                <a:solidFill>
                  <a:schemeClr val="tx1"/>
                </a:solidFill>
                <a:latin typeface="Abadi" panose="020B0604020104020204" pitchFamily="34" charset="0"/>
              </a:rPr>
              <a:t>Why Exceptions?</a:t>
            </a:r>
          </a:p>
        </p:txBody>
      </p:sp>
      <p:sp>
        <p:nvSpPr>
          <p:cNvPr id="36868" name="Rectangle 3">
            <a:extLst>
              <a:ext uri="{FF2B5EF4-FFF2-40B4-BE49-F238E27FC236}">
                <a16:creationId xmlns:a16="http://schemas.microsoft.com/office/drawing/2014/main" id="{BC14B05C-ADF4-A308-FA9F-250677B0EC1A}"/>
              </a:ext>
            </a:extLst>
          </p:cNvPr>
          <p:cNvSpPr txBox="1">
            <a:spLocks noRot="1" noChangeArrowheads="1"/>
          </p:cNvSpPr>
          <p:nvPr/>
        </p:nvSpPr>
        <p:spPr bwMode="auto">
          <a:xfrm>
            <a:off x="914400" y="1828800"/>
            <a:ext cx="7772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l" eaLnBrk="1" hangingPunct="1">
              <a:spcBef>
                <a:spcPct val="20000"/>
              </a:spcBef>
              <a:spcAft>
                <a:spcPts val="1200"/>
              </a:spcAft>
              <a:buClr>
                <a:schemeClr val="tx1"/>
              </a:buClr>
              <a:buSzPct val="60000"/>
              <a:buFont typeface="Wingdings" panose="05000000000000000000" pitchFamily="2" charset="2"/>
              <a:buChar char="n"/>
            </a:pPr>
            <a:r>
              <a:rPr lang="en-US" altLang="en-US" sz="2800" dirty="0"/>
              <a:t>We seek </a:t>
            </a:r>
            <a:r>
              <a:rPr lang="en-US" altLang="en-US" sz="2800" u="sng" dirty="0"/>
              <a:t>robust</a:t>
            </a:r>
            <a:r>
              <a:rPr lang="en-US" altLang="en-US" sz="2800" dirty="0"/>
              <a:t> programs</a:t>
            </a:r>
          </a:p>
          <a:p>
            <a:pPr algn="l" eaLnBrk="1" hangingPunct="1">
              <a:spcBef>
                <a:spcPct val="20000"/>
              </a:spcBef>
              <a:buClr>
                <a:schemeClr val="tx1"/>
              </a:buClr>
              <a:buSzPct val="60000"/>
              <a:buFont typeface="Wingdings" panose="05000000000000000000" pitchFamily="2" charset="2"/>
              <a:buChar char="n"/>
            </a:pPr>
            <a:r>
              <a:rPr lang="en-US" altLang="en-US" sz="2800" dirty="0"/>
              <a:t>When something unexpected occurs</a:t>
            </a:r>
          </a:p>
          <a:p>
            <a:pPr lvl="1" algn="l" eaLnBrk="1" hangingPunct="1">
              <a:spcBef>
                <a:spcPct val="20000"/>
              </a:spcBef>
              <a:buClr>
                <a:schemeClr val="tx1"/>
              </a:buClr>
              <a:buSzPct val="55000"/>
              <a:buFont typeface="Wingdings" panose="05000000000000000000" pitchFamily="2" charset="2"/>
              <a:buChar char="n"/>
            </a:pPr>
            <a:r>
              <a:rPr lang="en-US" altLang="en-US" sz="2400" dirty="0"/>
              <a:t>Ensure program detects the problem</a:t>
            </a:r>
          </a:p>
          <a:p>
            <a:pPr lvl="1" algn="l" eaLnBrk="1" hangingPunct="1">
              <a:spcBef>
                <a:spcPct val="20000"/>
              </a:spcBef>
              <a:spcAft>
                <a:spcPts val="1200"/>
              </a:spcAft>
              <a:buClr>
                <a:schemeClr val="tx1"/>
              </a:buClr>
              <a:buSzPct val="55000"/>
              <a:buFont typeface="Wingdings" panose="05000000000000000000" pitchFamily="2" charset="2"/>
              <a:buChar char="n"/>
            </a:pPr>
            <a:r>
              <a:rPr lang="en-US" altLang="en-US" sz="2400" dirty="0"/>
              <a:t>Then program must do something about it</a:t>
            </a:r>
          </a:p>
          <a:p>
            <a:pPr algn="l" eaLnBrk="1" hangingPunct="1">
              <a:spcBef>
                <a:spcPct val="20000"/>
              </a:spcBef>
              <a:spcAft>
                <a:spcPts val="1200"/>
              </a:spcAft>
              <a:buClr>
                <a:schemeClr val="tx1"/>
              </a:buClr>
              <a:buSzPct val="60000"/>
              <a:buFont typeface="Wingdings" panose="05000000000000000000" pitchFamily="2" charset="2"/>
              <a:buChar char="n"/>
            </a:pPr>
            <a:r>
              <a:rPr lang="en-US" altLang="en-US" sz="2800" dirty="0"/>
              <a:t>Extensive testing of special situations can result in "spaghetti code"</a:t>
            </a:r>
          </a:p>
          <a:p>
            <a:pPr algn="l" eaLnBrk="1" hangingPunct="1">
              <a:spcBef>
                <a:spcPct val="20000"/>
              </a:spcBef>
              <a:buClr>
                <a:schemeClr val="tx1"/>
              </a:buClr>
              <a:buSzPct val="60000"/>
              <a:buFont typeface="Wingdings" panose="05000000000000000000" pitchFamily="2" charset="2"/>
              <a:buChar char="n"/>
            </a:pPr>
            <a:r>
              <a:rPr lang="en-US" altLang="en-US" sz="2800" dirty="0"/>
              <a:t>We need mechanism to check for problem where it could occur</a:t>
            </a:r>
          </a:p>
        </p:txBody>
      </p:sp>
    </p:spTree>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39A6C653-60E8-42C5-B403-B4FC9197266C}"/>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16387" name="WordArt 2">
            <a:extLst>
              <a:ext uri="{FF2B5EF4-FFF2-40B4-BE49-F238E27FC236}">
                <a16:creationId xmlns:a16="http://schemas.microsoft.com/office/drawing/2014/main" id="{AF1AC4DA-EFC3-4DE6-B0B6-B38EC8705751}"/>
              </a:ext>
            </a:extLst>
          </p:cNvPr>
          <p:cNvSpPr>
            <a:spLocks noChangeArrowheads="1" noChangeShapeType="1" noTextEdit="1"/>
          </p:cNvSpPr>
          <p:nvPr/>
        </p:nvSpPr>
        <p:spPr bwMode="auto">
          <a:xfrm>
            <a:off x="1447800" y="914400"/>
            <a:ext cx="60960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an Exception?</a:t>
            </a:r>
          </a:p>
        </p:txBody>
      </p:sp>
      <p:sp>
        <p:nvSpPr>
          <p:cNvPr id="16388" name="Text Box 3">
            <a:extLst>
              <a:ext uri="{FF2B5EF4-FFF2-40B4-BE49-F238E27FC236}">
                <a16:creationId xmlns:a16="http://schemas.microsoft.com/office/drawing/2014/main" id="{74527E50-AFA9-4CD4-8624-3E561BA052C7}"/>
              </a:ext>
            </a:extLst>
          </p:cNvPr>
          <p:cNvSpPr txBox="1">
            <a:spLocks noChangeArrowheads="1"/>
          </p:cNvSpPr>
          <p:nvPr/>
        </p:nvSpPr>
        <p:spPr bwMode="auto">
          <a:xfrm>
            <a:off x="811306" y="2286000"/>
            <a:ext cx="78486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dirty="0">
                <a:latin typeface="Arial" panose="020B0604020202020204" pitchFamily="34" charset="0"/>
              </a:rPr>
              <a:t>An exception is a class used to store error information.</a:t>
            </a:r>
          </a:p>
        </p:txBody>
      </p:sp>
      <p:sp>
        <p:nvSpPr>
          <p:cNvPr id="3" name="TextBox 2">
            <a:extLst>
              <a:ext uri="{FF2B5EF4-FFF2-40B4-BE49-F238E27FC236}">
                <a16:creationId xmlns:a16="http://schemas.microsoft.com/office/drawing/2014/main" id="{1296F56B-6E4A-0034-FC15-7CF31370CD22}"/>
              </a:ext>
            </a:extLst>
          </p:cNvPr>
          <p:cNvSpPr txBox="1"/>
          <p:nvPr/>
        </p:nvSpPr>
        <p:spPr>
          <a:xfrm>
            <a:off x="432547" y="4141782"/>
            <a:ext cx="8278906" cy="2462213"/>
          </a:xfrm>
          <a:prstGeom prst="rect">
            <a:avLst/>
          </a:prstGeom>
          <a:noFill/>
        </p:spPr>
        <p:txBody>
          <a:bodyPr wrap="square">
            <a:spAutoFit/>
          </a:bodyPr>
          <a:lstStyle/>
          <a:p>
            <a:pPr eaLnBrk="1" hangingPunct="1">
              <a:spcAft>
                <a:spcPts val="1200"/>
              </a:spcAft>
              <a:buClr>
                <a:schemeClr val="bg1"/>
              </a:buClr>
              <a:defRPr/>
            </a:pPr>
            <a:r>
              <a:rPr lang="en-US" sz="3600" dirty="0"/>
              <a:t>Exceptions are thrown in exceptional circumstances. </a:t>
            </a:r>
          </a:p>
          <a:p>
            <a:pPr eaLnBrk="1" hangingPunct="1">
              <a:spcAft>
                <a:spcPts val="1200"/>
              </a:spcAft>
              <a:buClr>
                <a:schemeClr val="bg1"/>
              </a:buClr>
              <a:defRPr/>
            </a:pPr>
            <a:r>
              <a:rPr lang="en-US" sz="3600" dirty="0"/>
              <a:t>If an exception is not caught / handled, the program terminates </a:t>
            </a:r>
          </a:p>
        </p:txBody>
      </p:sp>
    </p:spTree>
    <p:extLst>
      <p:ext uri="{BB962C8B-B14F-4D97-AF65-F5344CB8AC3E}">
        <p14:creationId xmlns:p14="http://schemas.microsoft.com/office/powerpoint/2010/main" val="2472769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CBC85881-43C9-FD0C-D813-C7B2BDAF0C55}"/>
              </a:ext>
            </a:extLst>
          </p:cNvPr>
          <p:cNvSpPr>
            <a:spLocks noGrp="1" noChangeArrowheads="1"/>
          </p:cNvSpPr>
          <p:nvPr>
            <p:ph type="title"/>
          </p:nvPr>
        </p:nvSpPr>
        <p:spPr>
          <a:xfrm>
            <a:off x="609600" y="190500"/>
            <a:ext cx="7772400" cy="1143000"/>
          </a:xfrm>
        </p:spPr>
        <p:txBody>
          <a:bodyPr/>
          <a:lstStyle/>
          <a:p>
            <a:pPr eaLnBrk="1" hangingPunct="1"/>
            <a:r>
              <a:rPr lang="en-GB" altLang="en-US" dirty="0">
                <a:solidFill>
                  <a:schemeClr val="tx1"/>
                </a:solidFill>
              </a:rPr>
              <a:t>Exceptions Explained</a:t>
            </a:r>
          </a:p>
        </p:txBody>
      </p:sp>
      <p:sp>
        <p:nvSpPr>
          <p:cNvPr id="40964" name="Content Placeholder 1">
            <a:extLst>
              <a:ext uri="{FF2B5EF4-FFF2-40B4-BE49-F238E27FC236}">
                <a16:creationId xmlns:a16="http://schemas.microsoft.com/office/drawing/2014/main" id="{9EF8A25E-5982-1B54-FA83-A7146B33A4B5}"/>
              </a:ext>
            </a:extLst>
          </p:cNvPr>
          <p:cNvSpPr>
            <a:spLocks noGrp="1"/>
          </p:cNvSpPr>
          <p:nvPr>
            <p:ph idx="1"/>
          </p:nvPr>
        </p:nvSpPr>
        <p:spPr>
          <a:xfrm>
            <a:off x="457200" y="1600200"/>
            <a:ext cx="8458200" cy="3962400"/>
          </a:xfrm>
        </p:spPr>
        <p:txBody>
          <a:bodyPr/>
          <a:lstStyle/>
          <a:p>
            <a:pPr marL="0" indent="0">
              <a:buFontTx/>
              <a:buNone/>
            </a:pPr>
            <a:r>
              <a:rPr lang="en-US" altLang="en-US" dirty="0">
                <a:solidFill>
                  <a:schemeClr val="tx1"/>
                </a:solidFill>
              </a:rPr>
              <a:t>An </a:t>
            </a:r>
            <a:r>
              <a:rPr lang="en-US" altLang="en-US" i="1" dirty="0">
                <a:solidFill>
                  <a:schemeClr val="tx1"/>
                </a:solidFill>
              </a:rPr>
              <a:t>exceptional condition</a:t>
            </a:r>
            <a:r>
              <a:rPr lang="en-US" altLang="en-US" dirty="0">
                <a:solidFill>
                  <a:schemeClr val="tx1"/>
                </a:solidFill>
              </a:rPr>
              <a:t> is a problem that prevents the continuation of the current method or scope.  An exceptional problem is not the same as a normal problem, in which you have enough information in the current context to somehow cope with the difficulty.  With an exceptional problem, all you can do is jump out of the current context and relegate the problem to a higher context.  This is what happens when you throw an exception.</a:t>
            </a:r>
          </a:p>
        </p:txBody>
      </p:sp>
    </p:spTree>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1BAC541A-38EE-4C1B-407D-6CFE0C479092}"/>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A6C623-6743-4A86-8D8F-2A5EFDE3BCB8}"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 name="Rectangle 3">
            <a:extLst>
              <a:ext uri="{FF2B5EF4-FFF2-40B4-BE49-F238E27FC236}">
                <a16:creationId xmlns:a16="http://schemas.microsoft.com/office/drawing/2014/main" id="{168D6F0F-C92E-E657-9FB7-F50E7CF4E5C3}"/>
              </a:ext>
            </a:extLst>
          </p:cNvPr>
          <p:cNvSpPr txBox="1">
            <a:spLocks noChangeArrowheads="1"/>
          </p:cNvSpPr>
          <p:nvPr/>
        </p:nvSpPr>
        <p:spPr bwMode="auto">
          <a:xfrm>
            <a:off x="914400" y="1371600"/>
            <a:ext cx="75438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609600" marR="0" lvl="0" indent="-609600" algn="l" defTabSz="914400" rtl="0" eaLnBrk="1" fontAlgn="base" latinLnBrk="0" hangingPunct="1">
              <a:lnSpc>
                <a:spcPct val="90000"/>
              </a:lnSpc>
              <a:spcBef>
                <a:spcPct val="20000"/>
              </a:spcBef>
              <a:spcAft>
                <a:spcPct val="0"/>
              </a:spcAft>
              <a:buClrTx/>
              <a:buSzTx/>
              <a:buFontTx/>
              <a:buNone/>
              <a:tabLst/>
              <a:defRPr/>
            </a:pPr>
            <a:r>
              <a:rPr kumimoji="0" lang="en-US" sz="3200" b="0" i="0" u="none" strike="noStrike" kern="0" cap="none" spc="0" normalizeH="0" baseline="0" noProof="0">
                <a:ln>
                  <a:noFill/>
                </a:ln>
                <a:solidFill>
                  <a:srgbClr val="000000"/>
                </a:solidFill>
                <a:effectLst/>
                <a:uLnTx/>
                <a:uFillTx/>
                <a:latin typeface="Times New Roman"/>
                <a:ea typeface="SimSun"/>
                <a:cs typeface="+mn-cs"/>
              </a:rPr>
              <a:t>All exception handling has the same goals:</a:t>
            </a:r>
          </a:p>
          <a:p>
            <a:pPr marL="609600" marR="0" lvl="0" indent="-609600" algn="l" defTabSz="914400" rtl="0" eaLnBrk="1" fontAlgn="base" latinLnBrk="0" hangingPunct="1">
              <a:lnSpc>
                <a:spcPct val="90000"/>
              </a:lnSpc>
              <a:spcBef>
                <a:spcPct val="2000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SimSun"/>
              <a:cs typeface="+mn-cs"/>
            </a:endParaRPr>
          </a:p>
          <a:p>
            <a:pPr marL="609600" marR="0" lvl="0" indent="-609600" algn="l" defTabSz="914400" rtl="0" eaLnBrk="1" fontAlgn="base" latinLnBrk="0" hangingPunct="1">
              <a:lnSpc>
                <a:spcPct val="90000"/>
              </a:lnSpc>
              <a:spcBef>
                <a:spcPct val="20000"/>
              </a:spcBef>
              <a:spcAft>
                <a:spcPts val="1200"/>
              </a:spcAft>
              <a:buClrTx/>
              <a:buSzTx/>
              <a:buFontTx/>
              <a:buAutoNum type="arabicPeriod"/>
              <a:tabLst/>
              <a:defRPr/>
            </a:pPr>
            <a:r>
              <a:rPr kumimoji="0" lang="en-US" sz="3200" b="0" i="0" u="none" strike="noStrike" kern="0" cap="none" spc="0" normalizeH="0" baseline="0" noProof="0">
                <a:ln>
                  <a:noFill/>
                </a:ln>
                <a:solidFill>
                  <a:srgbClr val="000000"/>
                </a:solidFill>
                <a:effectLst/>
                <a:uLnTx/>
                <a:uFillTx/>
                <a:latin typeface="Times New Roman"/>
                <a:ea typeface="SimSun"/>
                <a:cs typeface="+mn-cs"/>
              </a:rPr>
              <a:t>Anticipate the error by the user/system</a:t>
            </a:r>
          </a:p>
          <a:p>
            <a:pPr marL="609600" marR="0" lvl="0" indent="-609600" algn="l" defTabSz="914400" rtl="0" eaLnBrk="1" fontAlgn="base" latinLnBrk="0" hangingPunct="1">
              <a:lnSpc>
                <a:spcPct val="90000"/>
              </a:lnSpc>
              <a:spcBef>
                <a:spcPct val="20000"/>
              </a:spcBef>
              <a:spcAft>
                <a:spcPts val="1200"/>
              </a:spcAft>
              <a:buClrTx/>
              <a:buSzTx/>
              <a:buFontTx/>
              <a:buAutoNum type="arabicPeriod"/>
              <a:tabLst/>
              <a:defRPr/>
            </a:pPr>
            <a:r>
              <a:rPr kumimoji="0" lang="en-US" sz="3200" b="0" i="0" u="none" strike="noStrike" kern="0" cap="none" spc="0" normalizeH="0" baseline="0" noProof="0">
                <a:ln>
                  <a:noFill/>
                </a:ln>
                <a:solidFill>
                  <a:srgbClr val="000000"/>
                </a:solidFill>
                <a:effectLst/>
                <a:uLnTx/>
                <a:uFillTx/>
                <a:latin typeface="Times New Roman"/>
                <a:ea typeface="SimSun"/>
                <a:cs typeface="+mn-cs"/>
              </a:rPr>
              <a:t>Inform the user of the error’s cause</a:t>
            </a:r>
          </a:p>
          <a:p>
            <a:pPr marL="609600" marR="0" lvl="0" indent="-609600" algn="l" defTabSz="914400" rtl="0" eaLnBrk="1" fontAlgn="base" latinLnBrk="0" hangingPunct="1">
              <a:lnSpc>
                <a:spcPct val="90000"/>
              </a:lnSpc>
              <a:spcBef>
                <a:spcPct val="20000"/>
              </a:spcBef>
              <a:spcAft>
                <a:spcPct val="0"/>
              </a:spcAft>
              <a:buClrTx/>
              <a:buSzTx/>
              <a:buFontTx/>
              <a:buAutoNum type="arabicPeriod"/>
              <a:tabLst/>
              <a:defRPr/>
            </a:pPr>
            <a:r>
              <a:rPr kumimoji="0" lang="en-US" sz="3200" b="0" i="0" u="none" strike="noStrike" kern="0" cap="none" spc="0" normalizeH="0" baseline="0" noProof="0">
                <a:ln>
                  <a:noFill/>
                </a:ln>
                <a:solidFill>
                  <a:srgbClr val="000000"/>
                </a:solidFill>
                <a:effectLst/>
                <a:uLnTx/>
                <a:uFillTx/>
                <a:latin typeface="Times New Roman"/>
                <a:ea typeface="SimSun"/>
                <a:cs typeface="+mn-cs"/>
              </a:rPr>
              <a:t>Return the program to a safe state that enables the user to execute other commands,  </a:t>
            </a:r>
            <a:r>
              <a:rPr kumimoji="0" lang="en-US" sz="3200" b="0" i="1" u="none" strike="noStrike" kern="0" cap="none" spc="0" normalizeH="0" baseline="0" noProof="0">
                <a:ln>
                  <a:noFill/>
                </a:ln>
                <a:solidFill>
                  <a:srgbClr val="000000"/>
                </a:solidFill>
                <a:effectLst/>
                <a:uLnTx/>
                <a:uFillTx/>
                <a:latin typeface="Times New Roman"/>
                <a:ea typeface="SimSun"/>
                <a:cs typeface="+mn-cs"/>
              </a:rPr>
              <a:t>or else</a:t>
            </a:r>
            <a:br>
              <a:rPr kumimoji="0" lang="en-US" sz="3200" b="0" i="1" u="none" strike="noStrike" kern="0" cap="none" spc="0" normalizeH="0" baseline="0" noProof="0">
                <a:ln>
                  <a:noFill/>
                </a:ln>
                <a:solidFill>
                  <a:srgbClr val="000000"/>
                </a:solidFill>
                <a:effectLst/>
                <a:uLnTx/>
                <a:uFillTx/>
                <a:latin typeface="Times New Roman"/>
                <a:ea typeface="SimSun"/>
                <a:cs typeface="+mn-cs"/>
              </a:rPr>
            </a:br>
            <a:r>
              <a:rPr kumimoji="0" lang="en-US" sz="3200" b="0" i="0" u="none" strike="noStrike" kern="0" cap="none" spc="0" normalizeH="0" baseline="0" noProof="0">
                <a:ln>
                  <a:noFill/>
                </a:ln>
                <a:solidFill>
                  <a:srgbClr val="000000"/>
                </a:solidFill>
                <a:effectLst/>
                <a:uLnTx/>
                <a:uFillTx/>
                <a:latin typeface="Times New Roman"/>
                <a:ea typeface="SimSun"/>
                <a:cs typeface="+mn-cs"/>
              </a:rPr>
              <a:t>Allow the user to save work and terminate the program gracefully.</a:t>
            </a:r>
          </a:p>
        </p:txBody>
      </p:sp>
      <p:sp>
        <p:nvSpPr>
          <p:cNvPr id="8" name="Rectangle 4">
            <a:extLst>
              <a:ext uri="{FF2B5EF4-FFF2-40B4-BE49-F238E27FC236}">
                <a16:creationId xmlns:a16="http://schemas.microsoft.com/office/drawing/2014/main" id="{C84087C5-2C34-3041-F84C-46C67B2B4C17}"/>
              </a:ext>
            </a:extLst>
          </p:cNvPr>
          <p:cNvSpPr>
            <a:spLocks noChangeArrowheads="1"/>
          </p:cNvSpPr>
          <p:nvPr/>
        </p:nvSpPr>
        <p:spPr bwMode="auto">
          <a:xfrm>
            <a:off x="685800" y="2057400"/>
            <a:ext cx="7696200" cy="40386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Tahoma" panose="020B0604030504040204" pitchFamily="34" charset="0"/>
              <a:ea typeface="SimSun" panose="02010600030101010101" pitchFamily="2" charset="-122"/>
              <a:cs typeface="+mn-cs"/>
            </a:endParaRPr>
          </a:p>
        </p:txBody>
      </p:sp>
      <p:sp>
        <p:nvSpPr>
          <p:cNvPr id="43013" name="Rectangle 2">
            <a:extLst>
              <a:ext uri="{FF2B5EF4-FFF2-40B4-BE49-F238E27FC236}">
                <a16:creationId xmlns:a16="http://schemas.microsoft.com/office/drawing/2014/main" id="{4AFF8E24-5745-F248-ECDD-6E3579AA3C45}"/>
              </a:ext>
            </a:extLst>
          </p:cNvPr>
          <p:cNvSpPr>
            <a:spLocks noGrp="1" noChangeArrowheads="1"/>
          </p:cNvSpPr>
          <p:nvPr>
            <p:ph type="title"/>
          </p:nvPr>
        </p:nvSpPr>
        <p:spPr/>
        <p:txBody>
          <a:bodyPr/>
          <a:lstStyle/>
          <a:p>
            <a:pPr eaLnBrk="1" hangingPunct="1"/>
            <a:r>
              <a:rPr lang="en-GB" altLang="en-US">
                <a:solidFill>
                  <a:schemeClr val="tx1"/>
                </a:solidFill>
              </a:rPr>
              <a:t>Exceptions Explained</a:t>
            </a:r>
          </a:p>
        </p:txBody>
      </p:sp>
    </p:spTree>
  </p:cSld>
  <p:clrMapOvr>
    <a:masterClrMapping/>
  </p:clrMapOvr>
  <p:transition advTm="100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a:extLst>
              <a:ext uri="{FF2B5EF4-FFF2-40B4-BE49-F238E27FC236}">
                <a16:creationId xmlns:a16="http://schemas.microsoft.com/office/drawing/2014/main" id="{5D1F10B1-3970-46EA-7B5F-2F3EF35ACE47}"/>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F7AB81B-F774-456B-8797-ECF050F45531}"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44035" name="Rectangle 2">
            <a:extLst>
              <a:ext uri="{FF2B5EF4-FFF2-40B4-BE49-F238E27FC236}">
                <a16:creationId xmlns:a16="http://schemas.microsoft.com/office/drawing/2014/main" id="{B0DAA317-786F-E5EC-11A0-E40B6ECA9B1E}"/>
              </a:ext>
            </a:extLst>
          </p:cNvPr>
          <p:cNvSpPr>
            <a:spLocks noGrp="1" noChangeArrowheads="1"/>
          </p:cNvSpPr>
          <p:nvPr>
            <p:ph type="title"/>
          </p:nvPr>
        </p:nvSpPr>
        <p:spPr/>
        <p:txBody>
          <a:bodyPr/>
          <a:lstStyle/>
          <a:p>
            <a:pPr eaLnBrk="1" hangingPunct="1"/>
            <a:r>
              <a:rPr lang="en-AU" altLang="en-AU">
                <a:solidFill>
                  <a:schemeClr val="tx1"/>
                </a:solidFill>
              </a:rPr>
              <a:t>Advantage of Exceptions</a:t>
            </a:r>
          </a:p>
        </p:txBody>
      </p:sp>
      <p:sp>
        <p:nvSpPr>
          <p:cNvPr id="44036" name="Rectangle 3">
            <a:extLst>
              <a:ext uri="{FF2B5EF4-FFF2-40B4-BE49-F238E27FC236}">
                <a16:creationId xmlns:a16="http://schemas.microsoft.com/office/drawing/2014/main" id="{080B2E47-3F27-5D1A-C3AF-0BB3A0A0A035}"/>
              </a:ext>
            </a:extLst>
          </p:cNvPr>
          <p:cNvSpPr>
            <a:spLocks noGrp="1" noChangeArrowheads="1"/>
          </p:cNvSpPr>
          <p:nvPr>
            <p:ph type="body" idx="1"/>
          </p:nvPr>
        </p:nvSpPr>
        <p:spPr>
          <a:xfrm>
            <a:off x="990600" y="1447800"/>
            <a:ext cx="7620000" cy="4456113"/>
          </a:xfrm>
        </p:spPr>
        <p:txBody>
          <a:bodyPr/>
          <a:lstStyle/>
          <a:p>
            <a:pPr eaLnBrk="1" hangingPunct="1">
              <a:spcBef>
                <a:spcPts val="0"/>
              </a:spcBef>
              <a:spcAft>
                <a:spcPts val="1800"/>
              </a:spcAft>
              <a:buClr>
                <a:schemeClr val="tx1"/>
              </a:buClr>
            </a:pPr>
            <a:r>
              <a:rPr lang="en-AU" altLang="en-AU" dirty="0">
                <a:solidFill>
                  <a:schemeClr val="tx1"/>
                </a:solidFill>
              </a:rPr>
              <a:t>Separate Error-Handling Code from "Regular" Code</a:t>
            </a:r>
          </a:p>
          <a:p>
            <a:pPr eaLnBrk="1" hangingPunct="1">
              <a:spcBef>
                <a:spcPts val="0"/>
              </a:spcBef>
              <a:spcAft>
                <a:spcPts val="1800"/>
              </a:spcAft>
              <a:buClr>
                <a:schemeClr val="tx1"/>
              </a:buClr>
            </a:pPr>
            <a:r>
              <a:rPr lang="en-US" dirty="0">
                <a:solidFill>
                  <a:schemeClr val="tx1"/>
                </a:solidFill>
              </a:rPr>
              <a:t>Propagate Errors Up the Call Stack</a:t>
            </a:r>
          </a:p>
          <a:p>
            <a:pPr eaLnBrk="1" hangingPunct="1">
              <a:spcBef>
                <a:spcPts val="0"/>
              </a:spcBef>
              <a:spcAft>
                <a:spcPts val="1800"/>
              </a:spcAft>
              <a:buClr>
                <a:schemeClr val="tx1"/>
              </a:buClr>
            </a:pPr>
            <a:r>
              <a:rPr lang="en-US" dirty="0">
                <a:solidFill>
                  <a:schemeClr val="tx1"/>
                </a:solidFill>
              </a:rPr>
              <a:t>Group and Differentiate Error Types</a:t>
            </a:r>
            <a:endParaRPr lang="en-AU" altLang="en-AU" sz="2000" dirty="0">
              <a:solidFill>
                <a:schemeClr val="tx1"/>
              </a:solidFill>
            </a:endParaRPr>
          </a:p>
          <a:p>
            <a:pPr eaLnBrk="1" hangingPunct="1">
              <a:spcBef>
                <a:spcPts val="0"/>
              </a:spcBef>
              <a:spcAft>
                <a:spcPts val="1800"/>
              </a:spcAft>
              <a:buClr>
                <a:schemeClr val="tx1"/>
              </a:buClr>
            </a:pPr>
            <a:r>
              <a:rPr lang="en-AU" altLang="en-AU" dirty="0">
                <a:solidFill>
                  <a:schemeClr val="tx1"/>
                </a:solidFill>
              </a:rPr>
              <a:t>They provide a mechanism to signal errors directly without using flags.</a:t>
            </a:r>
            <a:endParaRPr lang="en-AU" altLang="en-AU" i="1" dirty="0">
              <a:solidFill>
                <a:schemeClr val="tx1"/>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a:extLst>
              <a:ext uri="{FF2B5EF4-FFF2-40B4-BE49-F238E27FC236}">
                <a16:creationId xmlns:a16="http://schemas.microsoft.com/office/drawing/2014/main" id="{D71DE404-EE23-D7AD-F3BD-AACB966B29E9}"/>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82DD0F2-D4A6-4622-A0B2-831ECD5495F0}" type="slidenum">
              <a:rPr lang="en-US" altLang="en-US">
                <a:solidFill>
                  <a:srgbClr val="BCBCBC"/>
                </a:solidFill>
              </a:rPr>
              <a:pPr/>
              <a:t>7</a:t>
            </a:fld>
            <a:endParaRPr lang="en-US" altLang="en-US">
              <a:solidFill>
                <a:srgbClr val="BCBCBC"/>
              </a:solidFill>
            </a:endParaRPr>
          </a:p>
        </p:txBody>
      </p:sp>
      <p:pic>
        <p:nvPicPr>
          <p:cNvPr id="1026" name="Picture 2" descr="Throwable is the root&#10;Error and Exception extend Throwable&#10;IOException, SQLException, MalformedURLException, etc. extend Exception&#10;RuntimeException extends Exception &#10;NullPointerException, NumberFormatException, ClassCastException, and IndexOutOfBounds extned RuntimeException">
            <a:extLst>
              <a:ext uri="{FF2B5EF4-FFF2-40B4-BE49-F238E27FC236}">
                <a16:creationId xmlns:a16="http://schemas.microsoft.com/office/drawing/2014/main" id="{D51BBD14-DE3C-F282-CB72-37843C5B9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0"/>
            <a:ext cx="8036425" cy="6830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111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50000"/>
            <a:lumOff val="50000"/>
          </a:schemeClr>
        </a:solidFill>
        <a:effectLst/>
      </p:bgPr>
    </p:bg>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E8DD03B7-0D98-F251-487F-205FBC8522BE}"/>
              </a:ext>
            </a:extLst>
          </p:cNvPr>
          <p:cNvSpPr>
            <a:spLocks noGrp="1" noRot="1" noChangeArrowheads="1"/>
          </p:cNvSpPr>
          <p:nvPr>
            <p:ph type="title"/>
          </p:nvPr>
        </p:nvSpPr>
        <p:spPr/>
        <p:txBody>
          <a:bodyPr/>
          <a:lstStyle/>
          <a:p>
            <a:pPr eaLnBrk="1" fontAlgn="auto" hangingPunct="1">
              <a:spcAft>
                <a:spcPts val="0"/>
              </a:spcAft>
              <a:defRPr/>
            </a:pPr>
            <a:r>
              <a:rPr lang="en-US"/>
              <a:t>Java Exception Hierarchy</a:t>
            </a:r>
          </a:p>
        </p:txBody>
      </p:sp>
      <p:sp>
        <p:nvSpPr>
          <p:cNvPr id="47107" name="Rectangle 3">
            <a:extLst>
              <a:ext uri="{FF2B5EF4-FFF2-40B4-BE49-F238E27FC236}">
                <a16:creationId xmlns:a16="http://schemas.microsoft.com/office/drawing/2014/main" id="{B5D0B880-25E5-07DD-ED0F-31FE2E93E692}"/>
              </a:ext>
            </a:extLst>
          </p:cNvPr>
          <p:cNvSpPr>
            <a:spLocks noGrp="1" noRot="1" noChangeArrowheads="1"/>
          </p:cNvSpPr>
          <p:nvPr>
            <p:ph idx="1"/>
          </p:nvPr>
        </p:nvSpPr>
        <p:spPr>
          <a:xfrm>
            <a:off x="228600" y="1905000"/>
            <a:ext cx="8915400" cy="4403725"/>
          </a:xfrm>
        </p:spPr>
        <p:txBody>
          <a:bodyPr/>
          <a:lstStyle/>
          <a:p>
            <a:pPr eaLnBrk="1" hangingPunct="1"/>
            <a:r>
              <a:rPr lang="en-US" altLang="en-US" sz="4000" dirty="0">
                <a:latin typeface="Abadi" panose="020B0604020104020204" pitchFamily="34" charset="0"/>
              </a:rPr>
              <a:t>Errors</a:t>
            </a:r>
          </a:p>
          <a:p>
            <a:pPr lvl="1" eaLnBrk="1" hangingPunct="1"/>
            <a:r>
              <a:rPr lang="en-US" sz="3400" dirty="0">
                <a:solidFill>
                  <a:prstClr val="black"/>
                </a:solidFill>
                <a:latin typeface="Abadi" panose="020B0604020104020204" pitchFamily="34" charset="0"/>
                <a:ea typeface="SimSun" pitchFamily="2" charset="-122"/>
              </a:rPr>
              <a:t>JVM</a:t>
            </a:r>
            <a:r>
              <a:rPr kumimoji="0" lang="en-US" sz="3400" b="0" i="0" u="none" strike="noStrike" kern="1200" cap="none" spc="0" normalizeH="0" baseline="0" noProof="0" dirty="0">
                <a:ln>
                  <a:noFill/>
                </a:ln>
                <a:solidFill>
                  <a:prstClr val="black"/>
                </a:solidFill>
                <a:effectLst/>
                <a:uLnTx/>
                <a:uFillTx/>
                <a:latin typeface="Abadi" panose="020B0604020104020204" pitchFamily="34" charset="0"/>
                <a:ea typeface="SimSun" pitchFamily="2" charset="-122"/>
              </a:rPr>
              <a:t> errors and resource exhaustion </a:t>
            </a:r>
          </a:p>
          <a:p>
            <a:pPr lvl="1" eaLnBrk="1" hangingPunct="1"/>
            <a:r>
              <a:rPr lang="en-US" altLang="en-US" sz="3400" dirty="0">
                <a:latin typeface="Abadi" panose="020B0604020104020204" pitchFamily="34" charset="0"/>
              </a:rPr>
              <a:t>Not typically caught by program</a:t>
            </a:r>
          </a:p>
          <a:p>
            <a:pPr lvl="1" eaLnBrk="1" hangingPunct="1"/>
            <a:r>
              <a:rPr lang="en-US" altLang="en-US" sz="3400" dirty="0">
                <a:latin typeface="Abadi" panose="020B0604020104020204" pitchFamily="34" charset="0"/>
              </a:rPr>
              <a:t>Program can’t usually recover from these</a:t>
            </a:r>
          </a:p>
        </p:txBody>
      </p:sp>
      <p:sp>
        <p:nvSpPr>
          <p:cNvPr id="47108" name="Slide Number Placeholder 5">
            <a:extLst>
              <a:ext uri="{FF2B5EF4-FFF2-40B4-BE49-F238E27FC236}">
                <a16:creationId xmlns:a16="http://schemas.microsoft.com/office/drawing/2014/main" id="{C9C0D1D2-B157-164F-8BEE-F9900EE375C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8835223-A9E5-4399-B02D-ABCF719A5F91}" type="slidenum">
              <a:rPr kumimoji="0" lang="en-US" altLang="en-US" sz="1200" b="0" i="0" u="none" strike="noStrike" kern="1200" cap="none" spc="0" normalizeH="0" baseline="0" noProof="0">
                <a:ln>
                  <a:noFill/>
                </a:ln>
                <a:solidFill>
                  <a:srgbClr val="BCBCBC"/>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BCBCBC"/>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50000"/>
            <a:lumOff val="50000"/>
          </a:schemeClr>
        </a:solidFill>
        <a:effectLst/>
      </p:bgPr>
    </p:bg>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2B811460-ACCF-59C1-6165-491AD5FA69C9}"/>
              </a:ext>
            </a:extLst>
          </p:cNvPr>
          <p:cNvSpPr>
            <a:spLocks noGrp="1" noRot="1" noChangeArrowheads="1"/>
          </p:cNvSpPr>
          <p:nvPr>
            <p:ph type="title"/>
          </p:nvPr>
        </p:nvSpPr>
        <p:spPr>
          <a:xfrm>
            <a:off x="457200" y="31376"/>
            <a:ext cx="8229600" cy="1143000"/>
          </a:xfrm>
        </p:spPr>
        <p:txBody>
          <a:bodyPr/>
          <a:lstStyle/>
          <a:p>
            <a:pPr eaLnBrk="1" fontAlgn="auto" hangingPunct="1">
              <a:spcAft>
                <a:spcPts val="0"/>
              </a:spcAft>
              <a:defRPr/>
            </a:pPr>
            <a:r>
              <a:rPr lang="en-US" dirty="0"/>
              <a:t>Java Exception Hierarchy</a:t>
            </a:r>
          </a:p>
        </p:txBody>
      </p:sp>
      <p:sp>
        <p:nvSpPr>
          <p:cNvPr id="3075" name="Rectangle 3">
            <a:extLst>
              <a:ext uri="{FF2B5EF4-FFF2-40B4-BE49-F238E27FC236}">
                <a16:creationId xmlns:a16="http://schemas.microsoft.com/office/drawing/2014/main" id="{B9910C16-7E4C-2601-2452-BEC858D1B716}"/>
              </a:ext>
            </a:extLst>
          </p:cNvPr>
          <p:cNvSpPr>
            <a:spLocks noGrp="1" noRot="1" noChangeArrowheads="1"/>
          </p:cNvSpPr>
          <p:nvPr>
            <p:ph idx="1"/>
          </p:nvPr>
        </p:nvSpPr>
        <p:spPr>
          <a:xfrm>
            <a:off x="0" y="1744606"/>
            <a:ext cx="9144000" cy="4708525"/>
          </a:xfrm>
        </p:spPr>
        <p:txBody>
          <a:bodyPr/>
          <a:lstStyle/>
          <a:p>
            <a:pPr eaLnBrk="1" hangingPunct="1">
              <a:defRPr/>
            </a:pPr>
            <a:r>
              <a:rPr lang="en-US" sz="3200" b="1" dirty="0">
                <a:latin typeface="Abadi" panose="020B0604020104020204" pitchFamily="34" charset="0"/>
              </a:rPr>
              <a:t>Unchecked exceptions</a:t>
            </a:r>
          </a:p>
          <a:p>
            <a:pPr lvl="1" eaLnBrk="1" hangingPunct="1">
              <a:defRPr/>
            </a:pPr>
            <a:r>
              <a:rPr lang="en-US" altLang="en-US" sz="2800" kern="0" dirty="0">
                <a:latin typeface="Abadi" panose="020B0604020104020204" pitchFamily="34" charset="0"/>
              </a:rPr>
              <a:t>I</a:t>
            </a:r>
            <a:r>
              <a:rPr lang="en-US" altLang="en-US" sz="2800" b="0" kern="0" dirty="0">
                <a:latin typeface="Abadi" panose="020B0604020104020204" pitchFamily="34" charset="0"/>
              </a:rPr>
              <a:t>ndicate programming errors. </a:t>
            </a:r>
            <a:r>
              <a:rPr lang="en-US" altLang="en-US" sz="2800" dirty="0">
                <a:latin typeface="Abadi" panose="020B0604020104020204" pitchFamily="34" charset="0"/>
              </a:rPr>
              <a:t>Fix it!</a:t>
            </a:r>
            <a:endParaRPr lang="en-US" altLang="en-US" sz="2800" b="0" kern="0" dirty="0">
              <a:latin typeface="Abadi" panose="020B0604020104020204" pitchFamily="34" charset="0"/>
            </a:endParaRPr>
          </a:p>
          <a:p>
            <a:pPr lvl="1" eaLnBrk="1" hangingPunct="1">
              <a:defRPr/>
            </a:pPr>
            <a:r>
              <a:rPr lang="en-US" sz="2800" dirty="0">
                <a:latin typeface="Abadi" panose="020B0604020104020204" pitchFamily="34" charset="0"/>
              </a:rPr>
              <a:t>Extend </a:t>
            </a:r>
            <a:r>
              <a:rPr lang="en-US" sz="2800" b="1" dirty="0" err="1">
                <a:solidFill>
                  <a:srgbClr val="FFFF99"/>
                </a:solidFill>
                <a:latin typeface="Courier New" pitchFamily="49" charset="0"/>
              </a:rPr>
              <a:t>RunTimeException</a:t>
            </a:r>
            <a:br>
              <a:rPr lang="en-US" sz="2800" b="1" dirty="0">
                <a:solidFill>
                  <a:srgbClr val="FFFF99"/>
                </a:solidFill>
                <a:latin typeface="Courier New" pitchFamily="49" charset="0"/>
              </a:rPr>
            </a:br>
            <a:endParaRPr lang="en-US" sz="2800" b="1" dirty="0">
              <a:solidFill>
                <a:srgbClr val="FFFF99"/>
              </a:solidFill>
              <a:latin typeface="Courier New" pitchFamily="49" charset="0"/>
            </a:endParaRPr>
          </a:p>
          <a:p>
            <a:pPr eaLnBrk="1" hangingPunct="1">
              <a:defRPr/>
            </a:pPr>
            <a:r>
              <a:rPr lang="en-US" sz="3200" b="1" dirty="0">
                <a:latin typeface="Abadi" panose="020B0604020104020204" pitchFamily="34" charset="0"/>
              </a:rPr>
              <a:t>Checked exceptions</a:t>
            </a:r>
          </a:p>
          <a:p>
            <a:pPr lvl="1" eaLnBrk="1" hangingPunct="1">
              <a:defRPr/>
            </a:pPr>
            <a:r>
              <a:rPr lang="en-US" sz="2800" dirty="0">
                <a:latin typeface="Abadi" panose="020B0604020104020204" pitchFamily="34" charset="0"/>
              </a:rPr>
              <a:t>Must obey Catch or Declare rule.  </a:t>
            </a:r>
          </a:p>
          <a:p>
            <a:pPr lvl="1" eaLnBrk="1" hangingPunct="1">
              <a:defRPr/>
            </a:pPr>
            <a:r>
              <a:rPr lang="en-US" altLang="en-US" sz="2800" dirty="0">
                <a:latin typeface="Abadi" panose="020B0604020104020204" pitchFamily="34" charset="0"/>
              </a:rPr>
              <a:t>Should be caught by some level of program</a:t>
            </a:r>
            <a:endParaRPr lang="en-US" sz="2800" dirty="0">
              <a:latin typeface="Abadi" panose="020B0604020104020204" pitchFamily="34" charset="0"/>
            </a:endParaRPr>
          </a:p>
          <a:p>
            <a:pPr lvl="1" eaLnBrk="1" hangingPunct="1">
              <a:defRPr/>
            </a:pPr>
            <a:r>
              <a:rPr lang="en-US" sz="2800" dirty="0">
                <a:latin typeface="Abadi" panose="020B0604020104020204" pitchFamily="34" charset="0"/>
              </a:rPr>
              <a:t>Extend </a:t>
            </a:r>
            <a:r>
              <a:rPr lang="en-US" sz="2800" b="1" dirty="0">
                <a:solidFill>
                  <a:srgbClr val="FFFF99"/>
                </a:solidFill>
                <a:latin typeface="Courier New" pitchFamily="49" charset="0"/>
              </a:rPr>
              <a:t>Exception</a:t>
            </a:r>
            <a:r>
              <a:rPr lang="en-US" sz="2800" dirty="0"/>
              <a:t> </a:t>
            </a:r>
            <a:r>
              <a:rPr lang="en-US" sz="2800" dirty="0">
                <a:latin typeface="Abadi" panose="020B0604020104020204" pitchFamily="34" charset="0"/>
              </a:rPr>
              <a:t>but not </a:t>
            </a:r>
            <a:r>
              <a:rPr lang="en-US" sz="2800" b="1" dirty="0" err="1">
                <a:solidFill>
                  <a:srgbClr val="FFFF99"/>
                </a:solidFill>
                <a:latin typeface="Courier New" pitchFamily="49" charset="0"/>
              </a:rPr>
              <a:t>RunTimeException</a:t>
            </a:r>
            <a:endParaRPr lang="en-US" sz="2800" dirty="0"/>
          </a:p>
        </p:txBody>
      </p:sp>
      <p:sp>
        <p:nvSpPr>
          <p:cNvPr id="48132" name="Slide Number Placeholder 5">
            <a:extLst>
              <a:ext uri="{FF2B5EF4-FFF2-40B4-BE49-F238E27FC236}">
                <a16:creationId xmlns:a16="http://schemas.microsoft.com/office/drawing/2014/main" id="{748958E5-2BDD-DB56-5FF8-8EC4492228F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8E77844-0F94-413C-A2D9-04CD830F7446}" type="slidenum">
              <a:rPr kumimoji="0" lang="en-US" altLang="en-US" sz="1200" b="0" i="0" u="none" strike="noStrike" kern="1200" cap="none" spc="0" normalizeH="0" baseline="0" noProof="0">
                <a:ln>
                  <a:noFill/>
                </a:ln>
                <a:solidFill>
                  <a:srgbClr val="BCBCBC"/>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BCBCBC"/>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861942F2-1729-4891-B764-C916B7D9421E}"/>
              </a:ext>
            </a:extLst>
          </p:cNvPr>
          <p:cNvSpPr txBox="1">
            <a:spLocks noChangeArrowheads="1"/>
          </p:cNvSpPr>
          <p:nvPr/>
        </p:nvSpPr>
        <p:spPr bwMode="auto">
          <a:xfrm>
            <a:off x="762000" y="1028519"/>
            <a:ext cx="8270383" cy="5829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NullPointerException</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ArrayIndexOutOfBoundsException</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IndexOutOfBoundsException</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IllegalArgumentException</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b="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ClassCastException</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ArithmeticException</a:t>
            </a:r>
            <a:endParaRPr lang="en-US" altLang="en-US" sz="2800" dirty="0">
              <a:latin typeface="Arial" panose="020B0604020202020204" pitchFamily="34" charset="0"/>
            </a:endParaRPr>
          </a:p>
          <a:p>
            <a:pPr>
              <a:lnSpc>
                <a:spcPct val="150000"/>
              </a:lnSpc>
              <a:spcBef>
                <a:spcPct val="0"/>
              </a:spcBef>
              <a:buFontTx/>
              <a:buNone/>
              <a:tabLst>
                <a:tab pos="1546225" algn="r"/>
                <a:tab pos="1600200" algn="l"/>
              </a:tabLst>
            </a:pPr>
            <a:r>
              <a:rPr lang="fr-FR" altLang="en-US" sz="2800" b="0" dirty="0">
                <a:latin typeface="Arial" panose="020B0604020202020204" pitchFamily="34" charset="0"/>
              </a:rPr>
              <a:t>	</a:t>
            </a:r>
            <a:r>
              <a:rPr lang="fr-FR" altLang="en-US" sz="2800" b="0" dirty="0" err="1">
                <a:latin typeface="Arial" panose="020B0604020202020204" pitchFamily="34" charset="0"/>
              </a:rPr>
              <a:t>java.util</a:t>
            </a:r>
            <a:r>
              <a:rPr lang="fr-FR" altLang="en-US" sz="2800" b="0" dirty="0">
                <a:latin typeface="Arial" panose="020B0604020202020204" pitchFamily="34" charset="0"/>
              </a:rPr>
              <a:t>.</a:t>
            </a:r>
            <a:r>
              <a:rPr lang="fr-FR" altLang="en-US" sz="2800" dirty="0">
                <a:latin typeface="Arial" panose="020B0604020202020204" pitchFamily="34" charset="0"/>
              </a:rPr>
              <a:t>	</a:t>
            </a:r>
            <a:r>
              <a:rPr lang="fr-FR" altLang="en-US" sz="2800" dirty="0" err="1">
                <a:latin typeface="Arial" panose="020B0604020202020204" pitchFamily="34" charset="0"/>
              </a:rPr>
              <a:t>NoSuchElementException</a:t>
            </a:r>
            <a:r>
              <a:rPr lang="fr-FR" altLang="en-US" sz="2800" dirty="0">
                <a:latin typeface="Arial" panose="020B0604020202020204" pitchFamily="34" charset="0"/>
              </a:rPr>
              <a:t>	</a:t>
            </a:r>
          </a:p>
          <a:p>
            <a:pPr>
              <a:lnSpc>
                <a:spcPct val="150000"/>
              </a:lnSpc>
              <a:spcBef>
                <a:spcPct val="0"/>
              </a:spcBef>
              <a:buNone/>
              <a:tabLst>
                <a:tab pos="1546225" algn="r"/>
                <a:tab pos="1600200" algn="l"/>
              </a:tabLst>
            </a:pPr>
            <a:r>
              <a:rPr lang="fr-FR" altLang="en-US" sz="2800" b="0" dirty="0">
                <a:latin typeface="Arial" panose="020B0604020202020204" pitchFamily="34" charset="0"/>
              </a:rPr>
              <a:t>	</a:t>
            </a:r>
            <a:r>
              <a:rPr lang="fr-FR" altLang="en-US" sz="2800" b="0" dirty="0" err="1">
                <a:latin typeface="Arial" panose="020B0604020202020204" pitchFamily="34" charset="0"/>
              </a:rPr>
              <a:t>java.util</a:t>
            </a:r>
            <a:r>
              <a:rPr lang="fr-FR" altLang="en-US" sz="2800" b="0" dirty="0">
                <a:latin typeface="Arial" panose="020B0604020202020204" pitchFamily="34" charset="0"/>
              </a:rPr>
              <a:t>.</a:t>
            </a:r>
            <a:r>
              <a:rPr lang="fr-FR" altLang="en-US" sz="2800" dirty="0">
                <a:latin typeface="Arial" panose="020B0604020202020204" pitchFamily="34" charset="0"/>
              </a:rPr>
              <a:t>	</a:t>
            </a:r>
            <a:r>
              <a:rPr lang="fr-FR" altLang="en-US" sz="2800" dirty="0" err="1">
                <a:latin typeface="Arial" panose="020B0604020202020204" pitchFamily="34" charset="0"/>
              </a:rPr>
              <a:t>IllegalStateException</a:t>
            </a:r>
            <a:r>
              <a:rPr lang="fr-FR"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java.util</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ConcurrentModificationException</a:t>
            </a:r>
            <a:r>
              <a:rPr lang="en-US" altLang="en-US" sz="2800" dirty="0">
                <a:latin typeface="Arial" panose="020B0604020202020204" pitchFamily="34" charset="0"/>
              </a:rPr>
              <a:t> </a:t>
            </a:r>
          </a:p>
        </p:txBody>
      </p:sp>
      <p:sp>
        <p:nvSpPr>
          <p:cNvPr id="2" name="Rectangle 1">
            <a:extLst>
              <a:ext uri="{FF2B5EF4-FFF2-40B4-BE49-F238E27FC236}">
                <a16:creationId xmlns:a16="http://schemas.microsoft.com/office/drawing/2014/main" id="{0009AABE-51B6-243E-2169-EF37193A7136}"/>
              </a:ext>
            </a:extLst>
          </p:cNvPr>
          <p:cNvSpPr/>
          <p:nvPr/>
        </p:nvSpPr>
        <p:spPr>
          <a:xfrm>
            <a:off x="0" y="212108"/>
            <a:ext cx="9108583" cy="830997"/>
          </a:xfrm>
          <a:prstGeom prst="rect">
            <a:avLst/>
          </a:prstGeom>
          <a:noFill/>
        </p:spPr>
        <p:txBody>
          <a:bodyPr wrap="none" lIns="91440" tIns="45720" rIns="91440" bIns="45720">
            <a:spAutoFit/>
          </a:bodyPr>
          <a:lstStyle/>
          <a:p>
            <a:pPr algn="ctr"/>
            <a:r>
              <a:rPr lang="en-US" sz="48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rPr>
              <a:t>Common Runtime Exceptions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861942F2-1729-4891-B764-C916B7D9421E}"/>
              </a:ext>
            </a:extLst>
          </p:cNvPr>
          <p:cNvSpPr txBox="1">
            <a:spLocks noChangeArrowheads="1"/>
          </p:cNvSpPr>
          <p:nvPr/>
        </p:nvSpPr>
        <p:spPr bwMode="auto">
          <a:xfrm>
            <a:off x="1524000" y="1600200"/>
            <a:ext cx="7239000" cy="3890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IOException</a:t>
            </a:r>
            <a:r>
              <a:rPr lang="en-US" altLang="en-US" sz="2800" dirty="0">
                <a:latin typeface="Arial" panose="020B0604020202020204" pitchFamily="34" charset="0"/>
              </a:rPr>
              <a:t> </a:t>
            </a:r>
          </a:p>
          <a:p>
            <a:pPr>
              <a:lnSpc>
                <a:spcPct val="150000"/>
              </a:lnSpc>
              <a:spcBef>
                <a:spcPct val="0"/>
              </a:spcBef>
              <a:buFontTx/>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FileNotFoundException</a:t>
            </a:r>
            <a:r>
              <a:rPr lang="en-US" altLang="en-US" sz="2800" dirty="0">
                <a:latin typeface="Arial" panose="020B0604020202020204" pitchFamily="34" charset="0"/>
              </a:rPr>
              <a:t> </a:t>
            </a:r>
          </a:p>
          <a:p>
            <a:pPr>
              <a:lnSpc>
                <a:spcPct val="15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java.net.</a:t>
            </a:r>
            <a:r>
              <a:rPr lang="en-US" altLang="en-US" sz="2800" dirty="0">
                <a:latin typeface="Arial" panose="020B0604020202020204" pitchFamily="34" charset="0"/>
              </a:rPr>
              <a:t>	</a:t>
            </a:r>
            <a:r>
              <a:rPr lang="en-US" altLang="en-US" sz="2800" dirty="0" err="1">
                <a:latin typeface="Arial" panose="020B0604020202020204" pitchFamily="34" charset="0"/>
              </a:rPr>
              <a:t>SocketException</a:t>
            </a:r>
            <a:r>
              <a:rPr lang="en-US" altLang="en-US" sz="2800" dirty="0">
                <a:latin typeface="Arial" panose="020B0604020202020204" pitchFamily="34" charset="0"/>
              </a:rPr>
              <a:t> </a:t>
            </a:r>
          </a:p>
          <a:p>
            <a:pPr>
              <a:lnSpc>
                <a:spcPct val="15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MalformedURLException</a:t>
            </a:r>
            <a:r>
              <a:rPr lang="en-US" altLang="en-US" sz="2800" dirty="0">
                <a:latin typeface="Arial" panose="020B0604020202020204" pitchFamily="34" charset="0"/>
              </a:rPr>
              <a:t> </a:t>
            </a:r>
          </a:p>
          <a:p>
            <a:pPr>
              <a:lnSpc>
                <a:spcPct val="15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UnknownHostException</a:t>
            </a:r>
            <a:r>
              <a:rPr lang="en-US" altLang="en-US" sz="2800" dirty="0">
                <a:latin typeface="Arial" panose="020B0604020202020204" pitchFamily="34" charset="0"/>
              </a:rPr>
              <a:t> </a:t>
            </a:r>
          </a:p>
          <a:p>
            <a:pPr>
              <a:lnSpc>
                <a:spcPct val="15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InterruptedException</a:t>
            </a:r>
            <a:endParaRPr lang="en-US" altLang="en-US" sz="2800" dirty="0">
              <a:latin typeface="Arial" panose="020B0604020202020204" pitchFamily="34" charset="0"/>
            </a:endParaRPr>
          </a:p>
        </p:txBody>
      </p:sp>
      <p:sp>
        <p:nvSpPr>
          <p:cNvPr id="3" name="TextBox 2">
            <a:extLst>
              <a:ext uri="{FF2B5EF4-FFF2-40B4-BE49-F238E27FC236}">
                <a16:creationId xmlns:a16="http://schemas.microsoft.com/office/drawing/2014/main" id="{E704052D-C5F3-1860-72A2-E46799352F06}"/>
              </a:ext>
            </a:extLst>
          </p:cNvPr>
          <p:cNvSpPr txBox="1"/>
          <p:nvPr/>
        </p:nvSpPr>
        <p:spPr>
          <a:xfrm>
            <a:off x="0" y="597870"/>
            <a:ext cx="9144000" cy="769441"/>
          </a:xfrm>
          <a:prstGeom prst="rect">
            <a:avLst/>
          </a:prstGeom>
          <a:noFill/>
        </p:spPr>
        <p:txBody>
          <a:bodyPr wrap="square">
            <a:spAutoFit/>
          </a:bodyPr>
          <a:lstStyle/>
          <a:p>
            <a:pPr algn="ctr"/>
            <a:r>
              <a:rPr lang="en-US" sz="44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rPr>
              <a:t>Common Checked Exceptions</a:t>
            </a:r>
          </a:p>
        </p:txBody>
      </p:sp>
    </p:spTree>
    <p:extLst>
      <p:ext uri="{BB962C8B-B14F-4D97-AF65-F5344CB8AC3E}">
        <p14:creationId xmlns:p14="http://schemas.microsoft.com/office/powerpoint/2010/main" val="2419590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5B52FAC1-F317-411E-B70A-AB34595C4F61}"/>
              </a:ext>
            </a:extLst>
          </p:cNvPr>
          <p:cNvSpPr txBox="1">
            <a:spLocks noChangeArrowheads="1"/>
          </p:cNvSpPr>
          <p:nvPr/>
        </p:nvSpPr>
        <p:spPr bwMode="auto">
          <a:xfrm>
            <a:off x="1752600" y="1371600"/>
            <a:ext cx="7239000" cy="195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ct val="0"/>
              </a:spcBef>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OutOfMemoryError</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StackOverflowError</a:t>
            </a:r>
            <a:r>
              <a:rPr lang="en-US" altLang="en-US" sz="2800" dirty="0">
                <a:latin typeface="Arial" panose="020B0604020202020204" pitchFamily="34" charset="0"/>
              </a:rPr>
              <a:t> </a:t>
            </a:r>
          </a:p>
          <a:p>
            <a:pPr>
              <a:lnSpc>
                <a:spcPct val="150000"/>
              </a:lnSpc>
              <a:spcBef>
                <a:spcPct val="0"/>
              </a:spcBef>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ThreadDeath</a:t>
            </a:r>
            <a:r>
              <a:rPr lang="en-US" altLang="en-US" sz="2800" dirty="0">
                <a:latin typeface="Arial" panose="020B0604020202020204" pitchFamily="34" charset="0"/>
              </a:rPr>
              <a:t> (deprecated)</a:t>
            </a:r>
          </a:p>
        </p:txBody>
      </p:sp>
      <p:sp>
        <p:nvSpPr>
          <p:cNvPr id="5" name="TextBox 4">
            <a:extLst>
              <a:ext uri="{FF2B5EF4-FFF2-40B4-BE49-F238E27FC236}">
                <a16:creationId xmlns:a16="http://schemas.microsoft.com/office/drawing/2014/main" id="{62CAD0F4-D581-24EA-440C-1CAF481653E9}"/>
              </a:ext>
            </a:extLst>
          </p:cNvPr>
          <p:cNvSpPr txBox="1"/>
          <p:nvPr/>
        </p:nvSpPr>
        <p:spPr>
          <a:xfrm>
            <a:off x="560294" y="381000"/>
            <a:ext cx="7429500" cy="769441"/>
          </a:xfrm>
          <a:prstGeom prst="rect">
            <a:avLst/>
          </a:prstGeom>
          <a:noFill/>
        </p:spPr>
        <p:txBody>
          <a:bodyPr wrap="square">
            <a:spAutoFit/>
          </a:bodyPr>
          <a:lstStyle/>
          <a:p>
            <a:pPr algn="ctr"/>
            <a:r>
              <a:rPr lang="en-US" sz="44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rPr>
              <a:t>Errors</a:t>
            </a:r>
          </a:p>
        </p:txBody>
      </p:sp>
      <p:sp>
        <p:nvSpPr>
          <p:cNvPr id="2" name="TextBox 1">
            <a:extLst>
              <a:ext uri="{FF2B5EF4-FFF2-40B4-BE49-F238E27FC236}">
                <a16:creationId xmlns:a16="http://schemas.microsoft.com/office/drawing/2014/main" id="{6185D952-FF81-2D7F-A6D4-451C1DE4EBDF}"/>
              </a:ext>
            </a:extLst>
          </p:cNvPr>
          <p:cNvSpPr txBox="1"/>
          <p:nvPr/>
        </p:nvSpPr>
        <p:spPr>
          <a:xfrm>
            <a:off x="560294" y="4114800"/>
            <a:ext cx="8229600" cy="2246769"/>
          </a:xfrm>
          <a:prstGeom prst="rect">
            <a:avLst/>
          </a:prstGeom>
          <a:noFill/>
        </p:spPr>
        <p:txBody>
          <a:bodyPr wrap="square" rtlCol="0">
            <a:spAutoFit/>
          </a:bodyPr>
          <a:lstStyle/>
          <a:p>
            <a:r>
              <a:rPr lang="en-US" sz="2800" dirty="0">
                <a:solidFill>
                  <a:schemeClr val="accent2">
                    <a:lumMod val="75000"/>
                  </a:schemeClr>
                </a:solidFill>
              </a:rPr>
              <a:t>Note that, like </a:t>
            </a:r>
            <a:r>
              <a:rPr lang="en-US" sz="2800" dirty="0" err="1">
                <a:solidFill>
                  <a:schemeClr val="accent2">
                    <a:lumMod val="75000"/>
                  </a:schemeClr>
                </a:solidFill>
              </a:rPr>
              <a:t>RuntimeExceptions</a:t>
            </a:r>
            <a:r>
              <a:rPr lang="en-US" sz="2800" dirty="0">
                <a:solidFill>
                  <a:schemeClr val="accent2">
                    <a:lumMod val="75000"/>
                  </a:schemeClr>
                </a:solidFill>
              </a:rPr>
              <a:t>, Errors don’t have to obey the Declare/Catch rule and are therefore not checked by the compiler. However, when I use the phrase “unchecked exceptions” I mean </a:t>
            </a:r>
            <a:r>
              <a:rPr lang="en-US" sz="2800" dirty="0" err="1">
                <a:solidFill>
                  <a:schemeClr val="accent2">
                    <a:lumMod val="75000"/>
                  </a:schemeClr>
                </a:solidFill>
              </a:rPr>
              <a:t>RuntimeExceptions</a:t>
            </a:r>
            <a:r>
              <a:rPr lang="en-US" sz="2800" dirty="0">
                <a:solidFill>
                  <a:schemeClr val="accent2">
                    <a:lumMod val="75000"/>
                  </a:schemeClr>
                </a:solidFill>
              </a:rPr>
              <a:t>.</a:t>
            </a:r>
          </a:p>
        </p:txBody>
      </p:sp>
    </p:spTree>
    <p:extLst>
      <p:ext uri="{BB962C8B-B14F-4D97-AF65-F5344CB8AC3E}">
        <p14:creationId xmlns:p14="http://schemas.microsoft.com/office/powerpoint/2010/main" val="3721770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3">
            <a:extLst>
              <a:ext uri="{FF2B5EF4-FFF2-40B4-BE49-F238E27FC236}">
                <a16:creationId xmlns:a16="http://schemas.microsoft.com/office/drawing/2014/main" id="{83D7D9F4-4CDF-4F59-90AA-9315CD26518A}"/>
              </a:ext>
            </a:extLst>
          </p:cNvPr>
          <p:cNvSpPr txBox="1">
            <a:spLocks noChangeArrowheads="1"/>
          </p:cNvSpPr>
          <p:nvPr/>
        </p:nvSpPr>
        <p:spPr bwMode="auto">
          <a:xfrm>
            <a:off x="304800" y="1600200"/>
            <a:ext cx="853439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ts val="1200"/>
              </a:spcAft>
              <a:buFontTx/>
              <a:buNone/>
            </a:pPr>
            <a:r>
              <a:rPr lang="en-US" altLang="en-US" sz="2800" dirty="0" err="1">
                <a:latin typeface="Arial" panose="020B0604020202020204" pitchFamily="34" charset="0"/>
              </a:rPr>
              <a:t>RuntimeExceptions</a:t>
            </a:r>
            <a:r>
              <a:rPr lang="en-US" altLang="en-US" sz="2800" dirty="0">
                <a:latin typeface="Arial" panose="020B0604020202020204" pitchFamily="34" charset="0"/>
              </a:rPr>
              <a:t> are </a:t>
            </a:r>
            <a:r>
              <a:rPr lang="en-US" altLang="en-US" sz="2800" u="sng" dirty="0">
                <a:latin typeface="Arial" panose="020B0604020202020204" pitchFamily="34" charset="0"/>
              </a:rPr>
              <a:t>unchecked</a:t>
            </a:r>
            <a:r>
              <a:rPr lang="en-US" altLang="en-US" sz="2800" dirty="0">
                <a:latin typeface="Arial" panose="020B0604020202020204" pitchFamily="34" charset="0"/>
              </a:rPr>
              <a:t> exceptions. </a:t>
            </a:r>
          </a:p>
          <a:p>
            <a:pPr algn="ctr">
              <a:spcBef>
                <a:spcPct val="0"/>
              </a:spcBef>
              <a:spcAft>
                <a:spcPts val="1200"/>
              </a:spcAft>
              <a:buFontTx/>
              <a:buNone/>
            </a:pPr>
            <a:r>
              <a:rPr lang="en-US" altLang="en-US" sz="2800" dirty="0">
                <a:latin typeface="Arial" panose="020B0604020202020204" pitchFamily="34" charset="0"/>
              </a:rPr>
              <a:t>All other Exceptions are </a:t>
            </a:r>
            <a:r>
              <a:rPr lang="en-US" altLang="en-US" sz="2800" u="sng" dirty="0">
                <a:latin typeface="Arial" panose="020B0604020202020204" pitchFamily="34" charset="0"/>
              </a:rPr>
              <a:t>checked</a:t>
            </a:r>
            <a:r>
              <a:rPr lang="en-US" altLang="en-US" sz="2800" dirty="0">
                <a:latin typeface="Arial" panose="020B0604020202020204" pitchFamily="34" charset="0"/>
              </a:rPr>
              <a:t> exceptions.</a:t>
            </a:r>
          </a:p>
        </p:txBody>
      </p:sp>
      <p:sp>
        <p:nvSpPr>
          <p:cNvPr id="3" name="Rectangle 2">
            <a:extLst>
              <a:ext uri="{FF2B5EF4-FFF2-40B4-BE49-F238E27FC236}">
                <a16:creationId xmlns:a16="http://schemas.microsoft.com/office/drawing/2014/main" id="{98ADF03F-B0A6-EAB4-B8C1-2177B8B104BA}"/>
              </a:ext>
            </a:extLst>
          </p:cNvPr>
          <p:cNvSpPr/>
          <p:nvPr/>
        </p:nvSpPr>
        <p:spPr>
          <a:xfrm>
            <a:off x="865696" y="364153"/>
            <a:ext cx="7412607" cy="830997"/>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The Catch / Declare Rule</a:t>
            </a:r>
          </a:p>
        </p:txBody>
      </p:sp>
      <p:sp>
        <p:nvSpPr>
          <p:cNvPr id="6" name="TextBox 5">
            <a:extLst>
              <a:ext uri="{FF2B5EF4-FFF2-40B4-BE49-F238E27FC236}">
                <a16:creationId xmlns:a16="http://schemas.microsoft.com/office/drawing/2014/main" id="{32393D48-67C3-F2CE-0D97-46706E62700A}"/>
              </a:ext>
            </a:extLst>
          </p:cNvPr>
          <p:cNvSpPr txBox="1"/>
          <p:nvPr/>
        </p:nvSpPr>
        <p:spPr>
          <a:xfrm>
            <a:off x="457200" y="3232934"/>
            <a:ext cx="8381999" cy="2939266"/>
          </a:xfrm>
          <a:prstGeom prst="rect">
            <a:avLst/>
          </a:prstGeom>
          <a:noFill/>
        </p:spPr>
        <p:txBody>
          <a:bodyPr wrap="square">
            <a:spAutoFit/>
          </a:bodyPr>
          <a:lstStyle/>
          <a:p>
            <a:pPr>
              <a:spcBef>
                <a:spcPct val="0"/>
              </a:spcBef>
              <a:spcAft>
                <a:spcPts val="600"/>
              </a:spcAft>
              <a:buFontTx/>
              <a:buNone/>
            </a:pPr>
            <a:r>
              <a:rPr lang="en-US" altLang="en-US" sz="3200" dirty="0">
                <a:latin typeface="Arial" panose="020B0604020202020204" pitchFamily="34" charset="0"/>
              </a:rPr>
              <a:t>If your method could throw a </a:t>
            </a:r>
            <a:r>
              <a:rPr lang="en-US" altLang="en-US" sz="3200" u="sng" dirty="0">
                <a:latin typeface="Arial" panose="020B0604020202020204" pitchFamily="34" charset="0"/>
              </a:rPr>
              <a:t>checked</a:t>
            </a:r>
            <a:r>
              <a:rPr lang="en-US" altLang="en-US" sz="3200" dirty="0">
                <a:latin typeface="Arial" panose="020B0604020202020204" pitchFamily="34" charset="0"/>
              </a:rPr>
              <a:t> exception, you must either:</a:t>
            </a:r>
          </a:p>
          <a:p>
            <a:pPr marL="457200" indent="-457200">
              <a:spcBef>
                <a:spcPts val="1200"/>
              </a:spcBef>
              <a:buFont typeface="Arial" panose="020B0604020202020204" pitchFamily="34" charset="0"/>
              <a:buChar char="•"/>
            </a:pPr>
            <a:r>
              <a:rPr lang="en-US" altLang="en-US" sz="3200" dirty="0"/>
              <a:t>C</a:t>
            </a:r>
            <a:r>
              <a:rPr lang="en-US" altLang="en-US" sz="3200" dirty="0">
                <a:latin typeface="Arial" panose="020B0604020202020204" pitchFamily="34" charset="0"/>
              </a:rPr>
              <a:t>atch the exception and handle it, or</a:t>
            </a:r>
            <a:endParaRPr lang="en-US" sz="3200" dirty="0"/>
          </a:p>
          <a:p>
            <a:pPr marL="457200" indent="-457200">
              <a:spcBef>
                <a:spcPts val="1200"/>
              </a:spcBef>
              <a:buFont typeface="Arial" panose="020B0604020202020204" pitchFamily="34" charset="0"/>
              <a:buChar char="•"/>
            </a:pPr>
            <a:r>
              <a:rPr lang="en-US" altLang="en-US" sz="3200" dirty="0">
                <a:latin typeface="Arial" panose="020B0604020202020204" pitchFamily="34" charset="0"/>
              </a:rPr>
              <a:t>Declare it by adding a throws clause to your method’s header</a:t>
            </a:r>
            <a:r>
              <a:rPr lang="en-US" altLang="en-US" sz="3200" dirty="0"/>
              <a:t>.</a:t>
            </a:r>
            <a:endParaRPr lang="en-US" altLang="en-US" sz="3200" dirty="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AutoShape 2">
            <a:extLst>
              <a:ext uri="{FF2B5EF4-FFF2-40B4-BE49-F238E27FC236}">
                <a16:creationId xmlns:a16="http://schemas.microsoft.com/office/drawing/2014/main" id="{EEAD4788-E65E-1C3A-0B04-CCD6D0C0D57A}"/>
              </a:ext>
            </a:extLst>
          </p:cNvPr>
          <p:cNvSpPr>
            <a:spLocks noGrp="1" noChangeArrowheads="1"/>
          </p:cNvSpPr>
          <p:nvPr>
            <p:ph type="title"/>
          </p:nvPr>
        </p:nvSpPr>
        <p:spPr>
          <a:xfrm>
            <a:off x="685800" y="76200"/>
            <a:ext cx="77724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rPr>
              <a:t>Declaring</a:t>
            </a:r>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rPr>
              <a:t> an exception</a:t>
            </a:r>
          </a:p>
        </p:txBody>
      </p:sp>
      <p:sp>
        <p:nvSpPr>
          <p:cNvPr id="2" name="Content Placeholder 1">
            <a:extLst>
              <a:ext uri="{FF2B5EF4-FFF2-40B4-BE49-F238E27FC236}">
                <a16:creationId xmlns:a16="http://schemas.microsoft.com/office/drawing/2014/main" id="{2D5331A8-FC07-45ED-C9B4-F1FD2ABFE13D}"/>
              </a:ext>
            </a:extLst>
          </p:cNvPr>
          <p:cNvSpPr>
            <a:spLocks noGrp="1"/>
          </p:cNvSpPr>
          <p:nvPr>
            <p:ph idx="1"/>
          </p:nvPr>
        </p:nvSpPr>
        <p:spPr>
          <a:xfrm>
            <a:off x="152400" y="1676400"/>
            <a:ext cx="8915400" cy="5105400"/>
          </a:xfrm>
        </p:spPr>
        <p:txBody>
          <a:bodyPr/>
          <a:lstStyle/>
          <a:p>
            <a:pPr marL="0" indent="0">
              <a:buNone/>
            </a:pPr>
            <a:r>
              <a:rPr lang="en-US" sz="1900" dirty="0">
                <a:latin typeface="Consolas" panose="020B0609020204030204" pitchFamily="49" charset="0"/>
              </a:rPr>
              <a:t>public static void </a:t>
            </a:r>
            <a:r>
              <a:rPr lang="en-US" sz="2300" b="1" dirty="0">
                <a:latin typeface="Consolas" panose="020B0609020204030204" pitchFamily="49" charset="0"/>
              </a:rPr>
              <a:t>main(String </a:t>
            </a:r>
            <a:r>
              <a:rPr lang="en-US" sz="2300" b="1" dirty="0" err="1">
                <a:latin typeface="Consolas" panose="020B0609020204030204" pitchFamily="49" charset="0"/>
              </a:rPr>
              <a:t>args</a:t>
            </a:r>
            <a:r>
              <a:rPr lang="en-US" sz="2300" b="1" dirty="0">
                <a:latin typeface="Consolas" panose="020B0609020204030204" pitchFamily="49" charset="0"/>
              </a:rPr>
              <a:t>[]) </a:t>
            </a:r>
            <a:r>
              <a:rPr lang="en-US" sz="2300" b="1" dirty="0">
                <a:solidFill>
                  <a:schemeClr val="accent2">
                    <a:lumMod val="75000"/>
                  </a:schemeClr>
                </a:solidFill>
                <a:latin typeface="Consolas" panose="020B0609020204030204" pitchFamily="49" charset="0"/>
              </a:rPr>
              <a:t>throws </a:t>
            </a:r>
            <a:r>
              <a:rPr lang="en-US" sz="2300" b="1" dirty="0" err="1">
                <a:solidFill>
                  <a:schemeClr val="accent2">
                    <a:lumMod val="75000"/>
                  </a:schemeClr>
                </a:solidFill>
                <a:latin typeface="Consolas" panose="020B0609020204030204" pitchFamily="49" charset="0"/>
              </a:rPr>
              <a:t>IOException</a:t>
            </a:r>
            <a:r>
              <a:rPr lang="en-US" sz="2300" b="1" dirty="0">
                <a:solidFill>
                  <a:schemeClr val="accent2">
                    <a:lumMod val="75000"/>
                  </a:schemeClr>
                </a:solidFill>
                <a:latin typeface="Consolas" panose="020B0609020204030204" pitchFamily="49" charset="0"/>
              </a:rPr>
              <a:t>  </a:t>
            </a:r>
          </a:p>
          <a:p>
            <a:pPr marL="0" indent="0">
              <a:buNone/>
            </a:pPr>
            <a:r>
              <a:rPr lang="en-US" sz="2300" dirty="0">
                <a:latin typeface="Consolas" panose="020B0609020204030204" pitchFamily="49" charset="0"/>
              </a:rPr>
              <a:t>{ </a:t>
            </a:r>
            <a:br>
              <a:rPr lang="en-US" sz="2300" dirty="0">
                <a:latin typeface="Consolas" panose="020B0609020204030204" pitchFamily="49" charset="0"/>
              </a:rPr>
            </a:br>
            <a:r>
              <a:rPr lang="en-US" sz="2300" dirty="0">
                <a:latin typeface="Consolas" panose="020B0609020204030204" pitchFamily="49" charset="0"/>
              </a:rPr>
              <a:t>  Scanner file = new Scanner(</a:t>
            </a:r>
            <a:r>
              <a:rPr lang="en-US" sz="2300" b="1" dirty="0">
                <a:latin typeface="Consolas" panose="020B0609020204030204" pitchFamily="49" charset="0"/>
              </a:rPr>
              <a:t>new File("lab01a.dat")</a:t>
            </a:r>
            <a:r>
              <a:rPr lang="en-US" sz="2300" dirty="0">
                <a:latin typeface="Consolas" panose="020B0609020204030204" pitchFamily="49" charset="0"/>
              </a:rPr>
              <a:t>);</a:t>
            </a:r>
            <a:br>
              <a:rPr lang="en-US" sz="2300" dirty="0">
                <a:latin typeface="Consolas" panose="020B0609020204030204" pitchFamily="49" charset="0"/>
              </a:rPr>
            </a:br>
            <a:r>
              <a:rPr lang="en-US" sz="2300" dirty="0">
                <a:latin typeface="Consolas" panose="020B0609020204030204" pitchFamily="49" charset="0"/>
              </a:rPr>
              <a:t>  while(</a:t>
            </a:r>
            <a:r>
              <a:rPr lang="en-US" sz="2300" dirty="0" err="1">
                <a:latin typeface="Consolas" panose="020B0609020204030204" pitchFamily="49" charset="0"/>
              </a:rPr>
              <a:t>file.hasNextInt</a:t>
            </a:r>
            <a:r>
              <a:rPr lang="en-US" sz="2300" dirty="0">
                <a:latin typeface="Consolas" panose="020B0609020204030204" pitchFamily="49" charset="0"/>
              </a:rPr>
              <a:t>())</a:t>
            </a:r>
            <a:br>
              <a:rPr lang="en-US" sz="2300" dirty="0">
                <a:latin typeface="Consolas" panose="020B0609020204030204" pitchFamily="49" charset="0"/>
              </a:rPr>
            </a:br>
            <a:r>
              <a:rPr lang="en-US" sz="2300" dirty="0">
                <a:latin typeface="Consolas" panose="020B0609020204030204" pitchFamily="49" charset="0"/>
              </a:rPr>
              <a:t>  {</a:t>
            </a:r>
            <a:br>
              <a:rPr lang="en-US" sz="2300" dirty="0">
                <a:latin typeface="Consolas" panose="020B0609020204030204" pitchFamily="49" charset="0"/>
              </a:rPr>
            </a:br>
            <a:r>
              <a:rPr lang="en-US" sz="2300" dirty="0">
                <a:latin typeface="Consolas" panose="020B0609020204030204" pitchFamily="49" charset="0"/>
              </a:rPr>
              <a:t>    int size = </a:t>
            </a:r>
            <a:r>
              <a:rPr lang="en-US" sz="2300" dirty="0" err="1">
                <a:latin typeface="Consolas" panose="020B0609020204030204" pitchFamily="49" charset="0"/>
              </a:rPr>
              <a:t>file.nextInt</a:t>
            </a:r>
            <a:r>
              <a:rPr lang="en-US" sz="2300" dirty="0">
                <a:latin typeface="Consolas" panose="020B0609020204030204" pitchFamily="49" charset="0"/>
              </a:rPr>
              <a:t>();</a:t>
            </a:r>
            <a:br>
              <a:rPr lang="en-US" sz="2300" dirty="0">
                <a:latin typeface="Consolas" panose="020B0609020204030204" pitchFamily="49" charset="0"/>
              </a:rPr>
            </a:br>
            <a:r>
              <a:rPr lang="en-US" sz="2300" dirty="0">
                <a:latin typeface="Consolas" panose="020B0609020204030204" pitchFamily="49" charset="0"/>
              </a:rPr>
              <a:t>    </a:t>
            </a:r>
            <a:r>
              <a:rPr lang="en-US" sz="2300" dirty="0" err="1">
                <a:latin typeface="Consolas" panose="020B0609020204030204" pitchFamily="49" charset="0"/>
              </a:rPr>
              <a:t>PascalsTriangle</a:t>
            </a:r>
            <a:r>
              <a:rPr lang="en-US" sz="2300" dirty="0">
                <a:latin typeface="Consolas" panose="020B0609020204030204" pitchFamily="49" charset="0"/>
              </a:rPr>
              <a:t> test = new </a:t>
            </a:r>
            <a:r>
              <a:rPr lang="en-US" sz="2300" dirty="0" err="1">
                <a:latin typeface="Consolas" panose="020B0609020204030204" pitchFamily="49" charset="0"/>
              </a:rPr>
              <a:t>PascalsTriangle</a:t>
            </a:r>
            <a:r>
              <a:rPr lang="en-US" sz="2300" dirty="0">
                <a:latin typeface="Consolas" panose="020B0609020204030204" pitchFamily="49" charset="0"/>
              </a:rPr>
              <a:t>(size);</a:t>
            </a:r>
            <a:br>
              <a:rPr lang="en-US" sz="2300" dirty="0">
                <a:latin typeface="Consolas" panose="020B0609020204030204" pitchFamily="49" charset="0"/>
              </a:rPr>
            </a:br>
            <a:r>
              <a:rPr lang="en-US" sz="2300" dirty="0">
                <a:latin typeface="Consolas" panose="020B0609020204030204" pitchFamily="49" charset="0"/>
              </a:rPr>
              <a:t>    </a:t>
            </a:r>
            <a:r>
              <a:rPr lang="en-US" sz="2300" dirty="0" err="1">
                <a:latin typeface="Consolas" panose="020B0609020204030204" pitchFamily="49" charset="0"/>
              </a:rPr>
              <a:t>out.println</a:t>
            </a:r>
            <a:r>
              <a:rPr lang="en-US" sz="2300" dirty="0">
                <a:latin typeface="Consolas" panose="020B0609020204030204" pitchFamily="49" charset="0"/>
              </a:rPr>
              <a:t>(test);</a:t>
            </a:r>
            <a:br>
              <a:rPr lang="en-US" sz="2300" dirty="0">
                <a:latin typeface="Consolas" panose="020B0609020204030204" pitchFamily="49" charset="0"/>
              </a:rPr>
            </a:br>
            <a:r>
              <a:rPr lang="en-US" sz="2300" dirty="0">
                <a:latin typeface="Consolas" panose="020B0609020204030204" pitchFamily="49" charset="0"/>
              </a:rPr>
              <a:t>  }</a:t>
            </a:r>
            <a:br>
              <a:rPr lang="en-US" sz="2300" dirty="0">
                <a:latin typeface="Consolas" panose="020B0609020204030204" pitchFamily="49" charset="0"/>
              </a:rPr>
            </a:br>
            <a:r>
              <a:rPr lang="en-US" sz="2300" dirty="0">
                <a:latin typeface="Consolas" panose="020B0609020204030204" pitchFamily="49" charset="0"/>
              </a:rPr>
              <a:t>}</a:t>
            </a:r>
          </a:p>
        </p:txBody>
      </p:sp>
    </p:spTree>
    <p:extLst>
      <p:ext uri="{BB962C8B-B14F-4D97-AF65-F5344CB8AC3E}">
        <p14:creationId xmlns:p14="http://schemas.microsoft.com/office/powerpoint/2010/main" val="1027959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90D7FC3-13CD-4A38-8E02-D269ED40996C}"/>
              </a:ext>
            </a:extLst>
          </p:cNvPr>
          <p:cNvSpPr>
            <a:spLocks noGrp="1"/>
          </p:cNvSpPr>
          <p:nvPr>
            <p:ph type="ftr" sz="quarter" idx="12"/>
          </p:nvPr>
        </p:nvSpPr>
        <p:spPr>
          <a:xfrm>
            <a:off x="6171252" y="6320415"/>
            <a:ext cx="2895600" cy="457200"/>
          </a:xfrm>
        </p:spPr>
        <p:txBody>
          <a:bodyPr/>
          <a:lstStyle/>
          <a:p>
            <a:pPr>
              <a:defRPr/>
            </a:pPr>
            <a:endParaRPr lang="en-US" dirty="0"/>
          </a:p>
          <a:p>
            <a:pPr>
              <a:defRPr/>
            </a:pPr>
            <a:endParaRPr lang="en-US" b="0" dirty="0">
              <a:latin typeface="Tahoma" pitchFamily="34" charset="0"/>
            </a:endParaRPr>
          </a:p>
          <a:p>
            <a:pPr>
              <a:defRPr/>
            </a:pPr>
            <a:endParaRPr lang="en-US" dirty="0">
              <a:latin typeface="Tahoma" pitchFamily="34" charset="0"/>
            </a:endParaRPr>
          </a:p>
          <a:p>
            <a:pPr>
              <a:defRPr/>
            </a:pPr>
            <a:r>
              <a:rPr lang="en-US" dirty="0">
                <a:latin typeface="Tahoma" pitchFamily="34" charset="0"/>
              </a:rPr>
              <a:t>© A+ Computer Science  -  www.apluscompsci.com</a:t>
            </a:r>
          </a:p>
        </p:txBody>
      </p:sp>
      <p:sp>
        <p:nvSpPr>
          <p:cNvPr id="20483" name="Text Box 2">
            <a:extLst>
              <a:ext uri="{FF2B5EF4-FFF2-40B4-BE49-F238E27FC236}">
                <a16:creationId xmlns:a16="http://schemas.microsoft.com/office/drawing/2014/main" id="{B24D60AD-5D3C-42AC-BE15-3B1D8DB87A63}"/>
              </a:ext>
            </a:extLst>
          </p:cNvPr>
          <p:cNvSpPr txBox="1">
            <a:spLocks noChangeArrowheads="1"/>
          </p:cNvSpPr>
          <p:nvPr/>
        </p:nvSpPr>
        <p:spPr bwMode="auto">
          <a:xfrm>
            <a:off x="609600" y="1676400"/>
            <a:ext cx="8158003"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Reserved words that you need to know to use </a:t>
            </a:r>
          </a:p>
          <a:p>
            <a:pPr>
              <a:spcBef>
                <a:spcPct val="0"/>
              </a:spcBef>
              <a:buFontTx/>
              <a:buNone/>
            </a:pPr>
            <a:r>
              <a:rPr lang="en-US" altLang="en-US" sz="2400" dirty="0">
                <a:latin typeface="Arial" panose="020B0604020202020204" pitchFamily="34" charset="0"/>
              </a:rPr>
              <a:t>exception handling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Consolas" panose="020B0609020204030204" pitchFamily="49" charset="0"/>
              </a:rPr>
              <a:t>try</a:t>
            </a:r>
            <a:r>
              <a:rPr lang="en-US" altLang="en-US" sz="2400" dirty="0">
                <a:latin typeface="Arial" panose="020B0604020202020204" pitchFamily="34" charset="0"/>
              </a:rPr>
              <a:t>  -  try unsafe code and see what happens</a:t>
            </a:r>
          </a:p>
          <a:p>
            <a:pPr>
              <a:spcBef>
                <a:spcPct val="0"/>
              </a:spcBef>
              <a:buFontTx/>
              <a:buNone/>
            </a:pPr>
            <a:endParaRPr lang="en-US" altLang="en-US" sz="2400" dirty="0">
              <a:latin typeface="Arial" panose="020B0604020202020204" pitchFamily="34" charset="0"/>
            </a:endParaRPr>
          </a:p>
          <a:p>
            <a:pPr marL="1257300" indent="-1257300">
              <a:spcBef>
                <a:spcPct val="0"/>
              </a:spcBef>
              <a:buFontTx/>
              <a:buNone/>
            </a:pPr>
            <a:r>
              <a:rPr lang="en-US" altLang="en-US" sz="2400" dirty="0">
                <a:latin typeface="Consolas" panose="020B0609020204030204" pitchFamily="49" charset="0"/>
              </a:rPr>
              <a:t>catch</a:t>
            </a:r>
            <a:r>
              <a:rPr lang="en-US" altLang="en-US" sz="2400" dirty="0">
                <a:latin typeface="Arial" panose="020B0604020202020204" pitchFamily="34" charset="0"/>
              </a:rPr>
              <a:t>  -  if the try blew up, catch the exception thrown</a:t>
            </a:r>
            <a:br>
              <a:rPr lang="en-US" altLang="en-US" sz="2400" dirty="0">
                <a:latin typeface="Arial" panose="020B0604020202020204" pitchFamily="34" charset="0"/>
              </a:rPr>
            </a:br>
            <a:r>
              <a:rPr lang="en-US" altLang="en-US" sz="2400" dirty="0">
                <a:latin typeface="Arial" panose="020B0604020202020204" pitchFamily="34" charset="0"/>
              </a:rPr>
              <a:t>and handle it (i.e. resolve the issue).</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Consolas" panose="020B0609020204030204" pitchFamily="49" charset="0"/>
              </a:rPr>
              <a:t>finally</a:t>
            </a:r>
            <a:r>
              <a:rPr lang="en-US" altLang="en-US" sz="2400" dirty="0">
                <a:latin typeface="Arial" panose="020B0604020202020204" pitchFamily="34" charset="0"/>
              </a:rPr>
              <a:t> -  this section always happens no matter what</a:t>
            </a:r>
          </a:p>
          <a:p>
            <a:pPr>
              <a:spcBef>
                <a:spcPct val="0"/>
              </a:spcBef>
              <a:buFontTx/>
              <a:buNone/>
            </a:pPr>
            <a:endParaRPr lang="en-US" altLang="en-US" sz="2400" dirty="0">
              <a:latin typeface="Arial" panose="020B0604020202020204" pitchFamily="34" charset="0"/>
            </a:endParaRPr>
          </a:p>
          <a:p>
            <a:pPr>
              <a:spcBef>
                <a:spcPct val="0"/>
              </a:spcBef>
              <a:buFontTx/>
              <a:buNone/>
            </a:pPr>
            <a:endParaRPr lang="en-US" altLang="en-US" sz="2400" dirty="0">
              <a:latin typeface="Arial" panose="020B0604020202020204" pitchFamily="34" charset="0"/>
            </a:endParaRPr>
          </a:p>
          <a:p>
            <a:pPr algn="ctr">
              <a:spcBef>
                <a:spcPct val="0"/>
              </a:spcBef>
              <a:buFontTx/>
              <a:buNone/>
            </a:pPr>
            <a:r>
              <a:rPr lang="en-US" altLang="en-US" sz="2400" dirty="0">
                <a:solidFill>
                  <a:schemeClr val="accent2">
                    <a:lumMod val="75000"/>
                  </a:schemeClr>
                </a:solidFill>
                <a:latin typeface="Arial" panose="020B0604020202020204" pitchFamily="34" charset="0"/>
              </a:rPr>
              <a:t>Every </a:t>
            </a:r>
            <a:r>
              <a:rPr lang="en-US" altLang="en-US" sz="2400" dirty="0">
                <a:solidFill>
                  <a:schemeClr val="accent2">
                    <a:lumMod val="75000"/>
                  </a:schemeClr>
                </a:solidFill>
                <a:latin typeface="Consolas" panose="020B0609020204030204" pitchFamily="49" charset="0"/>
              </a:rPr>
              <a:t>try</a:t>
            </a:r>
            <a:r>
              <a:rPr lang="en-US" altLang="en-US" sz="2400" dirty="0">
                <a:solidFill>
                  <a:schemeClr val="accent2">
                    <a:lumMod val="75000"/>
                  </a:schemeClr>
                </a:solidFill>
                <a:latin typeface="Arial" panose="020B0604020202020204" pitchFamily="34" charset="0"/>
              </a:rPr>
              <a:t> block must have a </a:t>
            </a:r>
            <a:r>
              <a:rPr lang="en-US" altLang="en-US" sz="2400" dirty="0">
                <a:solidFill>
                  <a:schemeClr val="accent2">
                    <a:lumMod val="75000"/>
                  </a:schemeClr>
                </a:solidFill>
                <a:latin typeface="Consolas" panose="020B0609020204030204" pitchFamily="49" charset="0"/>
              </a:rPr>
              <a:t>catch</a:t>
            </a:r>
            <a:r>
              <a:rPr lang="en-US" altLang="en-US" sz="2400" dirty="0">
                <a:solidFill>
                  <a:schemeClr val="accent2">
                    <a:lumMod val="75000"/>
                  </a:schemeClr>
                </a:solidFill>
                <a:latin typeface="Arial" panose="020B0604020202020204" pitchFamily="34" charset="0"/>
              </a:rPr>
              <a:t> OR finally </a:t>
            </a:r>
            <a:r>
              <a:rPr lang="en-US" altLang="en-US" sz="2400" dirty="0">
                <a:solidFill>
                  <a:schemeClr val="accent2">
                    <a:lumMod val="75000"/>
                  </a:schemeClr>
                </a:solidFill>
                <a:latin typeface="Consolas" panose="020B0609020204030204" pitchFamily="49" charset="0"/>
              </a:rPr>
              <a:t>block</a:t>
            </a:r>
            <a:r>
              <a:rPr lang="en-US" altLang="en-US" sz="2400" dirty="0">
                <a:solidFill>
                  <a:schemeClr val="accent2">
                    <a:lumMod val="75000"/>
                  </a:schemeClr>
                </a:solidFill>
                <a:latin typeface="Arial" panose="020B0604020202020204" pitchFamily="34" charset="0"/>
              </a:rPr>
              <a:t>.</a:t>
            </a:r>
          </a:p>
        </p:txBody>
      </p:sp>
      <p:sp>
        <p:nvSpPr>
          <p:cNvPr id="2" name="Rectangle 1">
            <a:extLst>
              <a:ext uri="{FF2B5EF4-FFF2-40B4-BE49-F238E27FC236}">
                <a16:creationId xmlns:a16="http://schemas.microsoft.com/office/drawing/2014/main" id="{740A9185-18A7-DAB6-2A2B-A9E6ABEA372D}"/>
              </a:ext>
            </a:extLst>
          </p:cNvPr>
          <p:cNvSpPr/>
          <p:nvPr/>
        </p:nvSpPr>
        <p:spPr>
          <a:xfrm>
            <a:off x="1480834" y="465676"/>
            <a:ext cx="6282489" cy="830997"/>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Handling Exceptions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AutoShape 2">
            <a:extLst>
              <a:ext uri="{FF2B5EF4-FFF2-40B4-BE49-F238E27FC236}">
                <a16:creationId xmlns:a16="http://schemas.microsoft.com/office/drawing/2014/main" id="{EEAD4788-E65E-1C3A-0B04-CCD6D0C0D57A}"/>
              </a:ext>
            </a:extLst>
          </p:cNvPr>
          <p:cNvSpPr>
            <a:spLocks noGrp="1" noChangeArrowheads="1"/>
          </p:cNvSpPr>
          <p:nvPr>
            <p:ph type="title"/>
          </p:nvPr>
        </p:nvSpPr>
        <p:spPr>
          <a:xfrm>
            <a:off x="685800" y="76200"/>
            <a:ext cx="77724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rPr>
              <a:t>Handling an exception</a:t>
            </a:r>
          </a:p>
        </p:txBody>
      </p:sp>
      <p:sp>
        <p:nvSpPr>
          <p:cNvPr id="57347" name="Rectangle 3">
            <a:extLst>
              <a:ext uri="{FF2B5EF4-FFF2-40B4-BE49-F238E27FC236}">
                <a16:creationId xmlns:a16="http://schemas.microsoft.com/office/drawing/2014/main" id="{6A18B408-1014-4A6C-4F7B-DC296F8EC00F}"/>
              </a:ext>
            </a:extLst>
          </p:cNvPr>
          <p:cNvSpPr>
            <a:spLocks noGrp="1" noChangeArrowheads="1"/>
          </p:cNvSpPr>
          <p:nvPr>
            <p:ph idx="1"/>
          </p:nvPr>
        </p:nvSpPr>
        <p:spPr>
          <a:xfrm>
            <a:off x="152400" y="1295400"/>
            <a:ext cx="8991600" cy="4800600"/>
          </a:xfrm>
        </p:spPr>
        <p:txBody>
          <a:bodyPr/>
          <a:lstStyle/>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try</a:t>
            </a:r>
            <a:r>
              <a:rPr lang="en-US" altLang="en-US" sz="2200" dirty="0">
                <a:latin typeface="Courier New" panose="02070309020205020404" pitchFamily="49" charset="0"/>
              </a:rPr>
              <a:t> {  </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Code that could </a:t>
            </a:r>
            <a:r>
              <a:rPr lang="en-US" altLang="en-US" sz="2200" b="1" dirty="0">
                <a:solidFill>
                  <a:schemeClr val="accent2">
                    <a:lumMod val="75000"/>
                  </a:schemeClr>
                </a:solidFill>
                <a:latin typeface="Courier New" panose="02070309020205020404" pitchFamily="49" charset="0"/>
              </a:rPr>
              <a:t>throw</a:t>
            </a:r>
            <a:r>
              <a:rPr lang="en-US" altLang="en-US" sz="2200" dirty="0">
                <a:latin typeface="Courier New" panose="02070309020205020404" pitchFamily="49" charset="0"/>
              </a:rPr>
              <a:t> an exception</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catch (&lt;exception type&gt; e) </a:t>
            </a: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code that </a:t>
            </a:r>
            <a:r>
              <a:rPr lang="en-US" altLang="en-US" sz="2200" b="1" dirty="0">
                <a:solidFill>
                  <a:schemeClr val="accent2">
                    <a:lumMod val="75000"/>
                  </a:schemeClr>
                </a:solidFill>
                <a:latin typeface="Courier New" panose="02070309020205020404" pitchFamily="49" charset="0"/>
              </a:rPr>
              <a:t>handles</a:t>
            </a:r>
            <a:r>
              <a:rPr lang="en-US" altLang="en-US" sz="2200" dirty="0">
                <a:latin typeface="Courier New" panose="02070309020205020404" pitchFamily="49" charset="0"/>
              </a:rPr>
              <a:t> one type of exception</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catch (&lt;exception type&gt; e) </a:t>
            </a:r>
            <a:r>
              <a:rPr lang="en-US" altLang="en-US" sz="2200" dirty="0">
                <a:latin typeface="Courier New" panose="02070309020205020404" pitchFamily="49" charset="0"/>
              </a:rPr>
              <a:t>{ </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code that </a:t>
            </a:r>
            <a:r>
              <a:rPr lang="en-US" altLang="en-US" sz="2200" b="1" dirty="0">
                <a:solidFill>
                  <a:schemeClr val="accent2">
                    <a:lumMod val="75000"/>
                  </a:schemeClr>
                </a:solidFill>
                <a:latin typeface="Courier New" panose="02070309020205020404" pitchFamily="49" charset="0"/>
              </a:rPr>
              <a:t>handles</a:t>
            </a:r>
            <a:r>
              <a:rPr lang="en-US" altLang="en-US" sz="2200" dirty="0">
                <a:latin typeface="Courier New" panose="02070309020205020404" pitchFamily="49" charset="0"/>
              </a:rPr>
              <a:t> other exceptions</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finally</a:t>
            </a:r>
            <a:r>
              <a:rPr lang="en-US" altLang="en-US" sz="2200" dirty="0">
                <a:latin typeface="Courier New" panose="02070309020205020404" pitchFamily="49" charset="0"/>
              </a:rPr>
              <a:t> {</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Always executes. Use to release resources</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//other statements</a:t>
            </a:r>
          </a:p>
          <a:p>
            <a:pPr eaLnBrk="1" hangingPunct="1">
              <a:lnSpc>
                <a:spcPct val="80000"/>
              </a:lnSpc>
              <a:buFont typeface="Wingdings" panose="05000000000000000000" pitchFamily="2" charset="2"/>
              <a:buNone/>
            </a:pPr>
            <a:endParaRPr lang="en-US" altLang="en-US" sz="2200" dirty="0">
              <a:latin typeface="Courier New" panose="02070309020205020404" pitchFamily="49" charset="0"/>
            </a:endParaRPr>
          </a:p>
          <a:p>
            <a:pPr marL="0" indent="0" algn="ctr" eaLnBrk="1" hangingPunct="1">
              <a:lnSpc>
                <a:spcPct val="80000"/>
              </a:lnSpc>
              <a:buNone/>
            </a:pPr>
            <a:r>
              <a:rPr lang="en-US" altLang="en-US" dirty="0">
                <a:solidFill>
                  <a:schemeClr val="accent6">
                    <a:lumMod val="75000"/>
                  </a:schemeClr>
                </a:solidFill>
                <a:latin typeface="Abadi" panose="020B0604020104020204" pitchFamily="34" charset="0"/>
              </a:rPr>
              <a:t>At most one catch block executes.</a:t>
            </a:r>
          </a:p>
        </p:txBody>
      </p:sp>
    </p:spTree>
    <p:extLst>
      <p:ext uri="{BB962C8B-B14F-4D97-AF65-F5344CB8AC3E}">
        <p14:creationId xmlns:p14="http://schemas.microsoft.com/office/powerpoint/2010/main" val="294236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3">
            <a:extLst>
              <a:ext uri="{FF2B5EF4-FFF2-40B4-BE49-F238E27FC236}">
                <a16:creationId xmlns:a16="http://schemas.microsoft.com/office/drawing/2014/main" id="{EF8417FE-B7D1-9590-3041-6A26FEEA9F44}"/>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8BABFC0-9C03-499D-A6D8-AAB9DBC9504C}"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69635" name="Rectangle 9">
            <a:extLst>
              <a:ext uri="{FF2B5EF4-FFF2-40B4-BE49-F238E27FC236}">
                <a16:creationId xmlns:a16="http://schemas.microsoft.com/office/drawing/2014/main" id="{A2B86597-4A71-3D7A-483F-5E005E619DD3}"/>
              </a:ext>
            </a:extLst>
          </p:cNvPr>
          <p:cNvSpPr>
            <a:spLocks noGrp="1" noChangeArrowheads="1"/>
          </p:cNvSpPr>
          <p:nvPr>
            <p:ph type="title"/>
          </p:nvPr>
        </p:nvSpPr>
        <p:spPr/>
        <p:txBody>
          <a:bodyPr/>
          <a:lstStyle/>
          <a:p>
            <a:pPr eaLnBrk="1" hangingPunct="1"/>
            <a:r>
              <a:rPr lang="en-GB" altLang="en-US" sz="4000">
                <a:solidFill>
                  <a:schemeClr val="tx1"/>
                </a:solidFill>
              </a:rPr>
              <a:t>Finding a Sum of Integer Values Passed as Command Line Parameters</a:t>
            </a:r>
          </a:p>
        </p:txBody>
      </p:sp>
      <p:sp>
        <p:nvSpPr>
          <p:cNvPr id="69636" name="Rectangle 13">
            <a:extLst>
              <a:ext uri="{FF2B5EF4-FFF2-40B4-BE49-F238E27FC236}">
                <a16:creationId xmlns:a16="http://schemas.microsoft.com/office/drawing/2014/main" id="{50A86B36-3037-9E0E-C889-7333FCE8818B}"/>
              </a:ext>
            </a:extLst>
          </p:cNvPr>
          <p:cNvSpPr>
            <a:spLocks noGrp="1" noChangeArrowheads="1"/>
          </p:cNvSpPr>
          <p:nvPr>
            <p:ph type="body" idx="1"/>
          </p:nvPr>
        </p:nvSpPr>
        <p:spPr>
          <a:xfrm>
            <a:off x="152400" y="1447800"/>
            <a:ext cx="9067800" cy="5181600"/>
          </a:xfrm>
        </p:spPr>
        <p:txBody>
          <a:bodyPr/>
          <a:lstStyle/>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ComLineSum.java: adding command line parameters</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class ComLineSum  </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public static void main(String args[])   </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int InvalidCount = 0;</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int number, sum = 0;</a:t>
            </a:r>
          </a:p>
          <a:p>
            <a:pPr eaLnBrk="1" hangingPunct="1">
              <a:lnSpc>
                <a:spcPct val="80000"/>
              </a:lnSpc>
              <a:buFont typeface="Wingdings" panose="05000000000000000000" pitchFamily="2" charset="2"/>
              <a:buNone/>
            </a:pPr>
            <a:endParaRPr lang="en-GB" altLang="en-US" sz="1400">
              <a:solidFill>
                <a:schemeClr val="tx1"/>
              </a:solidFill>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for( int i = 0; i &lt; args.length; i++)     {</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try {</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number = Integer.parseInt(args[i]);</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catch(NumberFormatException e)   {</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InvalidCount++;</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System.out.println("Invalid Number: "+args[i]);</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continue;//skip the remaining part of loop</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sum += number;</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System.out.println("Number of Invalid Arguments = "+InvalidCount);</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System.out.println("Number of Valid Arguments = "+(args.length-InvalidCount));</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System.out.println("Sum of Valid Arguments = "+sum);</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1400">
                <a:solidFill>
                  <a:schemeClr val="tx1"/>
                </a:solidFill>
                <a:latin typeface="Courier New" panose="02070309020205020404" pitchFamily="49" charset="0"/>
                <a:cs typeface="Courier New" panose="02070309020205020404" pitchFamily="49" charset="0"/>
              </a:rPr>
              <a:t>}</a:t>
            </a:r>
          </a:p>
        </p:txBody>
      </p:sp>
    </p:spTree>
  </p:cSld>
  <p:clrMapOvr>
    <a:masterClrMapping/>
  </p:clrMapOvr>
  <p:transition advTm="100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3">
            <a:extLst>
              <a:ext uri="{FF2B5EF4-FFF2-40B4-BE49-F238E27FC236}">
                <a16:creationId xmlns:a16="http://schemas.microsoft.com/office/drawing/2014/main" id="{EF8417FE-B7D1-9590-3041-6A26FEEA9F44}"/>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8BABFC0-9C03-499D-A6D8-AAB9DBC9504C}"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69635" name="Rectangle 9">
            <a:extLst>
              <a:ext uri="{FF2B5EF4-FFF2-40B4-BE49-F238E27FC236}">
                <a16:creationId xmlns:a16="http://schemas.microsoft.com/office/drawing/2014/main" id="{A2B86597-4A71-3D7A-483F-5E005E619DD3}"/>
              </a:ext>
            </a:extLst>
          </p:cNvPr>
          <p:cNvSpPr>
            <a:spLocks noGrp="1" noChangeArrowheads="1"/>
          </p:cNvSpPr>
          <p:nvPr>
            <p:ph type="title"/>
          </p:nvPr>
        </p:nvSpPr>
        <p:spPr/>
        <p:txBody>
          <a:bodyPr/>
          <a:lstStyle/>
          <a:p>
            <a:pPr eaLnBrk="1" hangingPunct="1"/>
            <a:r>
              <a:rPr lang="en-GB" altLang="en-US" sz="3200" dirty="0">
                <a:solidFill>
                  <a:schemeClr val="tx1"/>
                </a:solidFill>
              </a:rPr>
              <a:t>Finding a Sum of Integer Values Passed as Command Line Parameters</a:t>
            </a:r>
          </a:p>
        </p:txBody>
      </p:sp>
      <p:sp>
        <p:nvSpPr>
          <p:cNvPr id="69636" name="Rectangle 13">
            <a:extLst>
              <a:ext uri="{FF2B5EF4-FFF2-40B4-BE49-F238E27FC236}">
                <a16:creationId xmlns:a16="http://schemas.microsoft.com/office/drawing/2014/main" id="{50A86B36-3037-9E0E-C889-7333FCE8818B}"/>
              </a:ext>
            </a:extLst>
          </p:cNvPr>
          <p:cNvSpPr>
            <a:spLocks noGrp="1" noChangeArrowheads="1"/>
          </p:cNvSpPr>
          <p:nvPr>
            <p:ph type="body" idx="1"/>
          </p:nvPr>
        </p:nvSpPr>
        <p:spPr>
          <a:xfrm>
            <a:off x="76200" y="1219200"/>
            <a:ext cx="9067800" cy="5181600"/>
          </a:xfrm>
        </p:spPr>
        <p:txBody>
          <a:bodyPr/>
          <a:lstStyle/>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public static void main(String </a:t>
            </a:r>
            <a:r>
              <a:rPr lang="en-GB" altLang="en-US" sz="2300" dirty="0" err="1">
                <a:solidFill>
                  <a:schemeClr val="tx1"/>
                </a:solidFill>
                <a:latin typeface="Courier New" panose="02070309020205020404" pitchFamily="49" charset="0"/>
                <a:cs typeface="Courier New" panose="02070309020205020404" pitchFamily="49" charset="0"/>
              </a:rPr>
              <a:t>args</a:t>
            </a: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int </a:t>
            </a:r>
            <a:r>
              <a:rPr lang="en-GB" altLang="en-US" sz="2300" dirty="0" err="1">
                <a:solidFill>
                  <a:schemeClr val="tx1"/>
                </a:solidFill>
                <a:latin typeface="Courier New" panose="02070309020205020404" pitchFamily="49" charset="0"/>
                <a:cs typeface="Courier New" panose="02070309020205020404" pitchFamily="49" charset="0"/>
              </a:rPr>
              <a:t>InvalidCount</a:t>
            </a:r>
            <a:r>
              <a:rPr lang="en-GB" altLang="en-US" sz="2300" dirty="0">
                <a:solidFill>
                  <a:schemeClr val="tx1"/>
                </a:solidFill>
                <a:latin typeface="Courier New" panose="02070309020205020404" pitchFamily="49" charset="0"/>
                <a:cs typeface="Courier New" panose="02070309020205020404" pitchFamily="49" charset="0"/>
              </a:rPr>
              <a:t> = 0;</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int number, sum = 0;</a:t>
            </a:r>
          </a:p>
          <a:p>
            <a:pPr eaLnBrk="1" hangingPunct="1">
              <a:lnSpc>
                <a:spcPct val="80000"/>
              </a:lnSpc>
              <a:buFont typeface="Wingdings" panose="05000000000000000000" pitchFamily="2" charset="2"/>
              <a:buNone/>
            </a:pPr>
            <a:endParaRPr lang="en-GB" altLang="en-US" sz="2300" dirty="0">
              <a:solidFill>
                <a:schemeClr val="tx1"/>
              </a:solidFill>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for( int </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 = 0; </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 &lt; </a:t>
            </a:r>
            <a:r>
              <a:rPr lang="en-GB" altLang="en-US" sz="2300" dirty="0" err="1">
                <a:solidFill>
                  <a:schemeClr val="tx1"/>
                </a:solidFill>
                <a:latin typeface="Courier New" panose="02070309020205020404" pitchFamily="49" charset="0"/>
                <a:cs typeface="Courier New" panose="02070309020205020404" pitchFamily="49" charset="0"/>
              </a:rPr>
              <a:t>args.length</a:t>
            </a: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try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number = </a:t>
            </a:r>
            <a:r>
              <a:rPr lang="en-GB" altLang="en-US" sz="2300" dirty="0" err="1">
                <a:solidFill>
                  <a:schemeClr val="tx1"/>
                </a:solidFill>
                <a:latin typeface="Courier New" panose="02070309020205020404" pitchFamily="49" charset="0"/>
                <a:cs typeface="Courier New" panose="02070309020205020404" pitchFamily="49" charset="0"/>
              </a:rPr>
              <a:t>Integer.parseInt</a:t>
            </a:r>
            <a:r>
              <a:rPr lang="en-GB" altLang="en-US" sz="2300" dirty="0">
                <a:solidFill>
                  <a:schemeClr val="tx1"/>
                </a:solidFill>
                <a:latin typeface="Courier New" panose="02070309020205020404" pitchFamily="49" charset="0"/>
                <a:cs typeface="Courier New" panose="02070309020205020404" pitchFamily="49" charset="0"/>
              </a:rPr>
              <a:t>(</a:t>
            </a:r>
            <a:r>
              <a:rPr lang="en-GB" altLang="en-US" sz="2300" dirty="0" err="1">
                <a:solidFill>
                  <a:schemeClr val="tx1"/>
                </a:solidFill>
                <a:latin typeface="Courier New" panose="02070309020205020404" pitchFamily="49" charset="0"/>
                <a:cs typeface="Courier New" panose="02070309020205020404" pitchFamily="49" charset="0"/>
              </a:rPr>
              <a:t>args</a:t>
            </a:r>
            <a:r>
              <a:rPr lang="en-GB" altLang="en-US" sz="2300" dirty="0">
                <a:solidFill>
                  <a:schemeClr val="tx1"/>
                </a:solidFill>
                <a:latin typeface="Courier New" panose="02070309020205020404" pitchFamily="49" charset="0"/>
                <a:cs typeface="Courier New" panose="02070309020205020404" pitchFamily="49" charset="0"/>
              </a:rPr>
              <a:t>[</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catch(</a:t>
            </a:r>
            <a:r>
              <a:rPr lang="en-GB" altLang="en-US" sz="2300" dirty="0" err="1">
                <a:solidFill>
                  <a:schemeClr val="tx1"/>
                </a:solidFill>
                <a:latin typeface="Courier New" panose="02070309020205020404" pitchFamily="49" charset="0"/>
                <a:cs typeface="Courier New" panose="02070309020205020404" pitchFamily="49" charset="0"/>
              </a:rPr>
              <a:t>NumberFormatException</a:t>
            </a:r>
            <a:r>
              <a:rPr lang="en-GB" altLang="en-US" sz="2300" dirty="0">
                <a:solidFill>
                  <a:schemeClr val="tx1"/>
                </a:solidFill>
                <a:latin typeface="Courier New" panose="02070309020205020404" pitchFamily="49" charset="0"/>
                <a:cs typeface="Courier New" panose="02070309020205020404" pitchFamily="49" charset="0"/>
              </a:rPr>
              <a:t> e)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dirty="0" err="1">
                <a:solidFill>
                  <a:schemeClr val="tx1"/>
                </a:solidFill>
                <a:latin typeface="Courier New" panose="02070309020205020404" pitchFamily="49" charset="0"/>
                <a:cs typeface="Courier New" panose="02070309020205020404" pitchFamily="49" charset="0"/>
              </a:rPr>
              <a:t>InvalidCount</a:t>
            </a:r>
            <a:r>
              <a:rPr lang="en-GB" altLang="en-US" sz="2300"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dirty="0" err="1">
                <a:solidFill>
                  <a:schemeClr val="tx1"/>
                </a:solidFill>
                <a:latin typeface="Courier New" panose="02070309020205020404" pitchFamily="49" charset="0"/>
                <a:cs typeface="Courier New" panose="02070309020205020404" pitchFamily="49" charset="0"/>
              </a:rPr>
              <a:t>out.println</a:t>
            </a:r>
            <a:r>
              <a:rPr lang="en-GB" altLang="en-US" sz="2300" dirty="0">
                <a:solidFill>
                  <a:schemeClr val="tx1"/>
                </a:solidFill>
                <a:latin typeface="Courier New" panose="02070309020205020404" pitchFamily="49" charset="0"/>
                <a:cs typeface="Courier New" panose="02070309020205020404" pitchFamily="49" charset="0"/>
              </a:rPr>
              <a:t>("Invalid Number: "+</a:t>
            </a:r>
            <a:r>
              <a:rPr lang="en-GB" altLang="en-US" sz="2300" dirty="0" err="1">
                <a:solidFill>
                  <a:schemeClr val="tx1"/>
                </a:solidFill>
                <a:latin typeface="Courier New" panose="02070309020205020404" pitchFamily="49" charset="0"/>
                <a:cs typeface="Courier New" panose="02070309020205020404" pitchFamily="49" charset="0"/>
              </a:rPr>
              <a:t>args</a:t>
            </a:r>
            <a:r>
              <a:rPr lang="en-GB" altLang="en-US" sz="2300" dirty="0">
                <a:solidFill>
                  <a:schemeClr val="tx1"/>
                </a:solidFill>
                <a:latin typeface="Courier New" panose="02070309020205020404" pitchFamily="49" charset="0"/>
                <a:cs typeface="Courier New" panose="02070309020205020404" pitchFamily="49" charset="0"/>
              </a:rPr>
              <a:t>[</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continue;//skip the remaining part of loop</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sum += number;</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39320948"/>
      </p:ext>
    </p:extLst>
  </p:cSld>
  <p:clrMapOvr>
    <a:masterClrMapping/>
  </p:clrMapOvr>
  <p:transition advTm="100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3">
            <a:extLst>
              <a:ext uri="{FF2B5EF4-FFF2-40B4-BE49-F238E27FC236}">
                <a16:creationId xmlns:a16="http://schemas.microsoft.com/office/drawing/2014/main" id="{B428CFC0-DFC1-1F1D-8A08-8179FC0D47DF}"/>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69496EB-7708-4FEE-BB87-619049AB512B}"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0659" name="Rectangle 2">
            <a:extLst>
              <a:ext uri="{FF2B5EF4-FFF2-40B4-BE49-F238E27FC236}">
                <a16:creationId xmlns:a16="http://schemas.microsoft.com/office/drawing/2014/main" id="{CB4B2244-BE9D-69E6-404B-15D00235B05B}"/>
              </a:ext>
            </a:extLst>
          </p:cNvPr>
          <p:cNvSpPr>
            <a:spLocks noGrp="1" noChangeArrowheads="1"/>
          </p:cNvSpPr>
          <p:nvPr>
            <p:ph type="title"/>
          </p:nvPr>
        </p:nvSpPr>
        <p:spPr/>
        <p:txBody>
          <a:bodyPr/>
          <a:lstStyle/>
          <a:p>
            <a:pPr eaLnBrk="1" hangingPunct="1"/>
            <a:r>
              <a:rPr lang="en-GB" altLang="en-US">
                <a:solidFill>
                  <a:schemeClr val="tx1"/>
                </a:solidFill>
              </a:rPr>
              <a:t>Sample Runs</a:t>
            </a:r>
          </a:p>
        </p:txBody>
      </p:sp>
      <p:sp>
        <p:nvSpPr>
          <p:cNvPr id="70660" name="Rectangle 3">
            <a:extLst>
              <a:ext uri="{FF2B5EF4-FFF2-40B4-BE49-F238E27FC236}">
                <a16:creationId xmlns:a16="http://schemas.microsoft.com/office/drawing/2014/main" id="{C2F96DF9-AFB6-4A2A-750B-FD0715BBB99A}"/>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GB" altLang="en-US" sz="2800">
                <a:solidFill>
                  <a:schemeClr val="tx1"/>
                </a:solidFill>
              </a:rPr>
              <a:t>Input:  1 2</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Invalid Arguments = 0</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Valid Arguments = 2</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Sum of Valid Arguments = 3</a:t>
            </a:r>
          </a:p>
          <a:p>
            <a:pPr eaLnBrk="1" hangingPunct="1">
              <a:lnSpc>
                <a:spcPct val="80000"/>
              </a:lnSpc>
              <a:buFont typeface="Wingdings" panose="05000000000000000000" pitchFamily="2" charset="2"/>
              <a:buNone/>
            </a:pPr>
            <a:endParaRPr lang="en-GB" altLang="en-US" sz="2800">
              <a:solidFill>
                <a:schemeClr val="tx1"/>
              </a:solidFill>
              <a:latin typeface="Courier New" panose="02070309020205020404" pitchFamily="49" charset="0"/>
            </a:endParaRPr>
          </a:p>
          <a:p>
            <a:pPr eaLnBrk="1" hangingPunct="1">
              <a:lnSpc>
                <a:spcPct val="80000"/>
              </a:lnSpc>
              <a:buFont typeface="Wingdings" panose="05000000000000000000" pitchFamily="2" charset="2"/>
              <a:buNone/>
            </a:pPr>
            <a:r>
              <a:rPr lang="en-GB" altLang="en-US" sz="2800">
                <a:solidFill>
                  <a:schemeClr val="tx1"/>
                </a:solidFill>
              </a:rPr>
              <a:t>Input:  1 2 abc</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Invalid Number: abc</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Invalid Arguments = 1</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Valid Arguments = 2</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Sum of Valid Arguments = 3</a:t>
            </a:r>
          </a:p>
        </p:txBody>
      </p:sp>
    </p:spTree>
  </p:cSld>
  <p:clrMapOvr>
    <a:masterClrMapping/>
  </p:clrMapOvr>
  <p:transition advTm="100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A542A374-FCAC-469C-8A84-51F79E1768A2}"/>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22531" name="Text Box 2">
            <a:extLst>
              <a:ext uri="{FF2B5EF4-FFF2-40B4-BE49-F238E27FC236}">
                <a16:creationId xmlns:a16="http://schemas.microsoft.com/office/drawing/2014/main" id="{F065A5F0-50F9-4848-AE58-22F3D4F3F3FF}"/>
              </a:ext>
            </a:extLst>
          </p:cNvPr>
          <p:cNvSpPr txBox="1">
            <a:spLocks noChangeArrowheads="1"/>
          </p:cNvSpPr>
          <p:nvPr/>
        </p:nvSpPr>
        <p:spPr bwMode="auto">
          <a:xfrm>
            <a:off x="1163320" y="1915160"/>
            <a:ext cx="705193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public static void main(String </a:t>
            </a:r>
            <a:r>
              <a:rPr lang="en-US" altLang="en-US" sz="2800" dirty="0" err="1">
                <a:latin typeface="Arial" panose="020B0604020202020204" pitchFamily="34" charset="0"/>
              </a:rPr>
              <a:t>args</a:t>
            </a:r>
            <a:r>
              <a:rPr lang="en-US" altLang="en-US" sz="2800" dirty="0">
                <a:latin typeface="Arial" panose="020B0604020202020204" pitchFamily="34" charset="0"/>
              </a:rPr>
              <a:t>[ ])</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int num=32;</a:t>
            </a:r>
          </a:p>
          <a:p>
            <a:pPr>
              <a:spcBef>
                <a:spcPct val="0"/>
              </a:spcBef>
              <a:buFontTx/>
              <a:buNone/>
            </a:pPr>
            <a:r>
              <a:rPr lang="en-US" altLang="en-US" sz="2800" dirty="0">
                <a:latin typeface="Arial" panose="020B0604020202020204" pitchFamily="34" charset="0"/>
              </a:rPr>
              <a:t>     if(num==32)</a:t>
            </a:r>
          </a:p>
          <a:p>
            <a:pPr>
              <a:spcBef>
                <a:spcPct val="0"/>
              </a:spcBef>
              <a:buFontTx/>
              <a:buNone/>
            </a:pPr>
            <a:r>
              <a:rPr lang="en-US" altLang="en-US" sz="2800" dirty="0">
                <a:latin typeface="Arial" panose="020B0604020202020204" pitchFamily="34" charset="0"/>
              </a:rPr>
              <a:t>          throw new Exception("num==32");</a:t>
            </a:r>
          </a:p>
          <a:p>
            <a:pPr>
              <a:spcBef>
                <a:spcPct val="0"/>
              </a:spcBef>
              <a:buFontTx/>
              <a:buNone/>
            </a:pP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E64EB9CF-6067-80A0-050F-4AEF6BD3B3A0}"/>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0E3EE098-36A8-3B23-F50F-86A7BF4BF139}"/>
              </a:ext>
            </a:extLst>
          </p:cNvPr>
          <p:cNvSpPr txBox="1"/>
          <p:nvPr/>
        </p:nvSpPr>
        <p:spPr>
          <a:xfrm>
            <a:off x="1524000" y="4943554"/>
            <a:ext cx="5334000" cy="954107"/>
          </a:xfrm>
          <a:prstGeom prst="rect">
            <a:avLst/>
          </a:prstGeom>
          <a:noFill/>
        </p:spPr>
        <p:txBody>
          <a:bodyPr wrap="square">
            <a:spAutoFit/>
          </a:bodyPr>
          <a:lstStyle/>
          <a:p>
            <a:pPr>
              <a:spcBef>
                <a:spcPct val="0"/>
              </a:spcBef>
              <a:buFontTx/>
              <a:buNone/>
            </a:pPr>
            <a:r>
              <a:rPr lang="en-US" altLang="en-US" sz="2800" dirty="0">
                <a:solidFill>
                  <a:srgbClr val="C00000"/>
                </a:solidFill>
                <a:latin typeface="Arial" panose="020B0604020202020204" pitchFamily="34" charset="0"/>
              </a:rPr>
              <a:t>No. The checked exception is neither caught nor thrown</a:t>
            </a:r>
          </a:p>
        </p:txBody>
      </p:sp>
    </p:spTree>
    <p:extLst>
      <p:ext uri="{BB962C8B-B14F-4D97-AF65-F5344CB8AC3E}">
        <p14:creationId xmlns:p14="http://schemas.microsoft.com/office/powerpoint/2010/main" val="411680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4C2B7B6-5070-4286-B6CC-3D2BA2EC07D8}"/>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26627" name="WordArt 2">
            <a:extLst>
              <a:ext uri="{FF2B5EF4-FFF2-40B4-BE49-F238E27FC236}">
                <a16:creationId xmlns:a16="http://schemas.microsoft.com/office/drawing/2014/main" id="{B82D9386-F532-41F0-A416-E292A9756038}"/>
              </a:ext>
            </a:extLst>
          </p:cNvPr>
          <p:cNvSpPr>
            <a:spLocks noChangeArrowheads="1" noChangeShapeType="1" noTextEdit="1"/>
          </p:cNvSpPr>
          <p:nvPr/>
        </p:nvSpPr>
        <p:spPr bwMode="auto">
          <a:xfrm>
            <a:off x="1371600" y="609600"/>
            <a:ext cx="6096000" cy="4724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 </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exceptionone.java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exceptiontwo.java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06D0787-427E-4CC5-8DA6-0EDC63DE3732}"/>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28675" name="Text Box 2">
            <a:extLst>
              <a:ext uri="{FF2B5EF4-FFF2-40B4-BE49-F238E27FC236}">
                <a16:creationId xmlns:a16="http://schemas.microsoft.com/office/drawing/2014/main" id="{E572E3FF-3519-4394-AA41-E02A1F20A17D}"/>
              </a:ext>
            </a:extLst>
          </p:cNvPr>
          <p:cNvSpPr txBox="1">
            <a:spLocks noChangeArrowheads="1"/>
          </p:cNvSpPr>
          <p:nvPr/>
        </p:nvSpPr>
        <p:spPr bwMode="auto">
          <a:xfrm>
            <a:off x="609600" y="1828800"/>
            <a:ext cx="826540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public static void main(String </a:t>
            </a:r>
            <a:r>
              <a:rPr lang="en-US" altLang="en-US" sz="2400" dirty="0" err="1">
                <a:latin typeface="Arial" panose="020B0604020202020204" pitchFamily="34" charset="0"/>
              </a:rPr>
              <a:t>args</a:t>
            </a:r>
            <a:r>
              <a:rPr lang="en-US" altLang="en-US" sz="2400" dirty="0">
                <a:latin typeface="Arial" panose="020B0604020202020204" pitchFamily="34" charset="0"/>
              </a:rPr>
              <a:t>[ ]) </a:t>
            </a:r>
            <a:r>
              <a:rPr lang="en-US" altLang="en-US" sz="2400" dirty="0">
                <a:solidFill>
                  <a:srgbClr val="7030A0"/>
                </a:solidFill>
                <a:latin typeface="Arial" panose="020B0604020202020204" pitchFamily="34" charset="0"/>
              </a:rPr>
              <a:t>throws Exception</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int num=32;</a:t>
            </a:r>
          </a:p>
          <a:p>
            <a:pPr>
              <a:spcBef>
                <a:spcPct val="0"/>
              </a:spcBef>
              <a:buFontTx/>
              <a:buNone/>
            </a:pPr>
            <a:r>
              <a:rPr lang="en-US" altLang="en-US" sz="2400" dirty="0">
                <a:latin typeface="Arial" panose="020B0604020202020204" pitchFamily="34" charset="0"/>
              </a:rPr>
              <a:t>     if(num==32)</a:t>
            </a:r>
          </a:p>
          <a:p>
            <a:pPr>
              <a:spcBef>
                <a:spcPct val="0"/>
              </a:spcBef>
              <a:buFontTx/>
              <a:buNone/>
            </a:pPr>
            <a:r>
              <a:rPr lang="en-US" altLang="en-US" sz="2400" dirty="0">
                <a:latin typeface="Arial" panose="020B0604020202020204" pitchFamily="34" charset="0"/>
              </a:rPr>
              <a:t>          throw new Exception("num==32");</a:t>
            </a:r>
          </a:p>
          <a:p>
            <a:pPr>
              <a:spcBef>
                <a:spcPct val="0"/>
              </a:spcBef>
              <a:buFontTx/>
              <a:buNone/>
            </a:pPr>
            <a:r>
              <a:rPr lang="en-US" altLang="en-US" sz="2400" dirty="0">
                <a:latin typeface="Arial" panose="020B0604020202020204" pitchFamily="34" charset="0"/>
              </a:rPr>
              <a:t>}</a:t>
            </a:r>
          </a:p>
        </p:txBody>
      </p:sp>
      <p:sp>
        <p:nvSpPr>
          <p:cNvPr id="2" name="Rectangle 1">
            <a:extLst>
              <a:ext uri="{FF2B5EF4-FFF2-40B4-BE49-F238E27FC236}">
                <a16:creationId xmlns:a16="http://schemas.microsoft.com/office/drawing/2014/main" id="{F13EE049-D47E-0A8E-5E0E-9B3161F24ED9}"/>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1E55D7DD-B89A-9022-EA08-51623A8048FB}"/>
              </a:ext>
            </a:extLst>
          </p:cNvPr>
          <p:cNvSpPr txBox="1"/>
          <p:nvPr/>
        </p:nvSpPr>
        <p:spPr>
          <a:xfrm>
            <a:off x="762000" y="4876800"/>
            <a:ext cx="7696200" cy="954107"/>
          </a:xfrm>
          <a:prstGeom prst="rect">
            <a:avLst/>
          </a:prstGeom>
          <a:noFill/>
        </p:spPr>
        <p:txBody>
          <a:bodyPr wrap="square">
            <a:spAutoFit/>
          </a:bodyPr>
          <a:lstStyle/>
          <a:p>
            <a:pPr>
              <a:spcBef>
                <a:spcPct val="0"/>
              </a:spcBef>
              <a:buFontTx/>
              <a:buNone/>
            </a:pPr>
            <a:r>
              <a:rPr lang="en-US" altLang="en-US" sz="2800" dirty="0">
                <a:latin typeface="Arial" panose="020B0604020202020204" pitchFamily="34" charset="0"/>
              </a:rPr>
              <a:t>It compiles be it declares that the exception might be thrown using a </a:t>
            </a:r>
            <a:r>
              <a:rPr lang="en-US" altLang="en-US" sz="2800" dirty="0">
                <a:solidFill>
                  <a:srgbClr val="7030A0"/>
                </a:solidFill>
                <a:latin typeface="Arial" panose="020B0604020202020204" pitchFamily="34" charset="0"/>
              </a:rPr>
              <a:t>throws</a:t>
            </a:r>
            <a:r>
              <a:rPr lang="en-US" altLang="en-US" sz="2800" dirty="0">
                <a:latin typeface="Arial" panose="020B0604020202020204" pitchFamily="34" charset="0"/>
              </a:rPr>
              <a:t> clause.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02AFB3B-0B4B-40EB-8215-7159D7FCFAB1}"/>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0723" name="Text Box 2">
            <a:extLst>
              <a:ext uri="{FF2B5EF4-FFF2-40B4-BE49-F238E27FC236}">
                <a16:creationId xmlns:a16="http://schemas.microsoft.com/office/drawing/2014/main" id="{820C0865-409D-417C-B1D6-D0A904AB9FFD}"/>
              </a:ext>
            </a:extLst>
          </p:cNvPr>
          <p:cNvSpPr txBox="1">
            <a:spLocks noChangeArrowheads="1"/>
          </p:cNvSpPr>
          <p:nvPr/>
        </p:nvSpPr>
        <p:spPr bwMode="auto">
          <a:xfrm>
            <a:off x="762000" y="1752600"/>
            <a:ext cx="78486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public static void main(String </a:t>
            </a:r>
            <a:r>
              <a:rPr lang="en-US" altLang="en-US" sz="2400" dirty="0" err="1">
                <a:latin typeface="Arial" panose="020B0604020202020204" pitchFamily="34" charset="0"/>
              </a:rPr>
              <a:t>args</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int num=32;</a:t>
            </a:r>
          </a:p>
          <a:p>
            <a:pPr>
              <a:spcBef>
                <a:spcPct val="0"/>
              </a:spcBef>
              <a:buFontTx/>
              <a:buNone/>
            </a:pPr>
            <a:r>
              <a:rPr lang="en-US" altLang="en-US" sz="2400" dirty="0">
                <a:latin typeface="Arial" panose="020B0604020202020204" pitchFamily="34" charset="0"/>
              </a:rPr>
              <a:t>     if(num==32)</a:t>
            </a:r>
          </a:p>
          <a:p>
            <a:pPr>
              <a:spcBef>
                <a:spcPct val="0"/>
              </a:spcBef>
              <a:buFontTx/>
              <a:buNone/>
            </a:pPr>
            <a:r>
              <a:rPr lang="en-US" altLang="en-US" sz="2400" dirty="0">
                <a:latin typeface="Arial" panose="020B0604020202020204" pitchFamily="34" charset="0"/>
              </a:rPr>
              <a:t>          throw new </a:t>
            </a:r>
            <a:r>
              <a:rPr lang="en-US" altLang="en-US" sz="2400" dirty="0" err="1">
                <a:latin typeface="Arial" panose="020B0604020202020204" pitchFamily="34" charset="0"/>
              </a:rPr>
              <a:t>RuntimeException</a:t>
            </a:r>
            <a:r>
              <a:rPr lang="en-US" altLang="en-US" sz="2400" dirty="0">
                <a:latin typeface="Arial" panose="020B0604020202020204" pitchFamily="34" charset="0"/>
              </a:rPr>
              <a:t>("num==32");</a:t>
            </a:r>
          </a:p>
          <a:p>
            <a:pPr>
              <a:spcBef>
                <a:spcPct val="0"/>
              </a:spcBef>
              <a:buFontTx/>
              <a:buNone/>
            </a:pPr>
            <a:r>
              <a:rPr lang="en-US" altLang="en-US" sz="2400" dirty="0">
                <a:latin typeface="Arial" panose="020B0604020202020204" pitchFamily="34" charset="0"/>
              </a:rPr>
              <a:t>}</a:t>
            </a:r>
          </a:p>
        </p:txBody>
      </p:sp>
      <p:sp>
        <p:nvSpPr>
          <p:cNvPr id="2" name="Rectangle 1">
            <a:extLst>
              <a:ext uri="{FF2B5EF4-FFF2-40B4-BE49-F238E27FC236}">
                <a16:creationId xmlns:a16="http://schemas.microsoft.com/office/drawing/2014/main" id="{217F65C6-B646-77AC-0F88-A4BBB7BE9AA5}"/>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3E6C2AF5-25DB-67B6-706B-6397CC2D1C2C}"/>
              </a:ext>
            </a:extLst>
          </p:cNvPr>
          <p:cNvSpPr txBox="1"/>
          <p:nvPr/>
        </p:nvSpPr>
        <p:spPr>
          <a:xfrm>
            <a:off x="741680" y="4953000"/>
            <a:ext cx="7620000" cy="830997"/>
          </a:xfrm>
          <a:prstGeom prst="rect">
            <a:avLst/>
          </a:prstGeom>
          <a:noFill/>
        </p:spPr>
        <p:txBody>
          <a:bodyPr wrap="square">
            <a:spAutoFit/>
          </a:bodyPr>
          <a:lstStyle/>
          <a:p>
            <a:pPr>
              <a:spcBef>
                <a:spcPct val="0"/>
              </a:spcBef>
              <a:buFontTx/>
              <a:buNone/>
            </a:pPr>
            <a:r>
              <a:rPr lang="en-US" altLang="en-US" sz="2400" dirty="0">
                <a:solidFill>
                  <a:schemeClr val="accent6">
                    <a:lumMod val="75000"/>
                  </a:schemeClr>
                </a:solidFill>
                <a:latin typeface="Arial" panose="020B0604020202020204" pitchFamily="34" charset="0"/>
              </a:rPr>
              <a:t>Yes, </a:t>
            </a:r>
            <a:r>
              <a:rPr lang="en-US" altLang="en-US" sz="2400" dirty="0" err="1">
                <a:solidFill>
                  <a:schemeClr val="accent6">
                    <a:lumMod val="75000"/>
                  </a:schemeClr>
                </a:solidFill>
                <a:latin typeface="Arial" panose="020B0604020202020204" pitchFamily="34" charset="0"/>
              </a:rPr>
              <a:t>b.c.</a:t>
            </a:r>
            <a:r>
              <a:rPr lang="en-US" altLang="en-US" sz="2400" dirty="0">
                <a:solidFill>
                  <a:schemeClr val="accent6">
                    <a:lumMod val="75000"/>
                  </a:schemeClr>
                </a:solidFill>
                <a:latin typeface="Arial" panose="020B0604020202020204" pitchFamily="34" charset="0"/>
              </a:rPr>
              <a:t> you DO NOT have to have throws because you are throwing an </a:t>
            </a:r>
            <a:r>
              <a:rPr lang="en-US" altLang="en-US" sz="2400" u="sng" dirty="0">
                <a:solidFill>
                  <a:schemeClr val="accent6">
                    <a:lumMod val="75000"/>
                  </a:schemeClr>
                </a:solidFill>
                <a:latin typeface="Arial" panose="020B0604020202020204" pitchFamily="34" charset="0"/>
              </a:rPr>
              <a:t>unchecked</a:t>
            </a:r>
            <a:r>
              <a:rPr lang="en-US" altLang="en-US" sz="2400" dirty="0">
                <a:solidFill>
                  <a:schemeClr val="accent6">
                    <a:lumMod val="75000"/>
                  </a:schemeClr>
                </a:solidFill>
                <a:latin typeface="Arial" panose="020B0604020202020204" pitchFamily="34" charset="0"/>
              </a:rPr>
              <a:t> Exception.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A911E46-DE41-437D-97C2-4E80EA9F71C7}"/>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2771" name="WordArt 2">
            <a:extLst>
              <a:ext uri="{FF2B5EF4-FFF2-40B4-BE49-F238E27FC236}">
                <a16:creationId xmlns:a16="http://schemas.microsoft.com/office/drawing/2014/main" id="{874C430E-3869-4347-BAF9-AB54A9028E8B}"/>
              </a:ext>
            </a:extLst>
          </p:cNvPr>
          <p:cNvSpPr>
            <a:spLocks noChangeArrowheads="1" noChangeShapeType="1" noTextEdit="1"/>
          </p:cNvSpPr>
          <p:nvPr/>
        </p:nvSpPr>
        <p:spPr bwMode="auto">
          <a:xfrm>
            <a:off x="1371600" y="609600"/>
            <a:ext cx="6096000" cy="47244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 </a:t>
            </a:r>
          </a:p>
          <a:p>
            <a:pPr algn="ctr"/>
            <a:r>
              <a:rPr lang="en-US" sz="3600" kern="10" dirty="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exceptionthree.java</a:t>
            </a:r>
          </a:p>
          <a:p>
            <a:pPr algn="ctr"/>
            <a:r>
              <a:rPr lang="en-US" sz="3600" kern="10" dirty="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exceptionfour.java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84A44AA-33DB-4567-BE64-44F560418560}"/>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4819" name="Text Box 2">
            <a:extLst>
              <a:ext uri="{FF2B5EF4-FFF2-40B4-BE49-F238E27FC236}">
                <a16:creationId xmlns:a16="http://schemas.microsoft.com/office/drawing/2014/main" id="{A7B5225F-2BAB-4EBB-9B0B-CAD45F9770E0}"/>
              </a:ext>
            </a:extLst>
          </p:cNvPr>
          <p:cNvSpPr txBox="1">
            <a:spLocks noChangeArrowheads="1"/>
          </p:cNvSpPr>
          <p:nvPr/>
        </p:nvSpPr>
        <p:spPr bwMode="auto">
          <a:xfrm>
            <a:off x="1299195" y="1752600"/>
            <a:ext cx="624081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Arial" panose="020B0604020202020204" pitchFamily="34" charset="0"/>
              </a:rPr>
              <a:t>try{</a:t>
            </a:r>
          </a:p>
          <a:p>
            <a:pPr>
              <a:spcBef>
                <a:spcPct val="0"/>
              </a:spcBef>
              <a:buFontTx/>
              <a:buNone/>
            </a:pPr>
            <a:r>
              <a:rPr lang="en-US" altLang="en-US" dirty="0">
                <a:latin typeface="Arial" panose="020B0604020202020204" pitchFamily="34" charset="0"/>
              </a:rPr>
              <a:t>   int num= 3/0;</a:t>
            </a:r>
          </a:p>
          <a:p>
            <a:pPr>
              <a:spcBef>
                <a:spcPct val="0"/>
              </a:spcBef>
              <a:buFontTx/>
              <a:buNone/>
            </a:pPr>
            <a:r>
              <a:rPr lang="en-US" altLang="en-US" dirty="0">
                <a:latin typeface="Arial" panose="020B0604020202020204" pitchFamily="34" charset="0"/>
              </a:rPr>
              <a:t>}</a:t>
            </a:r>
          </a:p>
          <a:p>
            <a:pPr>
              <a:spcBef>
                <a:spcPct val="0"/>
              </a:spcBef>
              <a:buFontTx/>
              <a:buNone/>
            </a:pPr>
            <a:endParaRPr lang="en-US" altLang="en-US" dirty="0">
              <a:latin typeface="Arial" panose="020B0604020202020204" pitchFamily="34" charset="0"/>
            </a:endParaRPr>
          </a:p>
          <a:p>
            <a:pPr>
              <a:spcBef>
                <a:spcPct val="0"/>
              </a:spcBef>
              <a:buFontTx/>
              <a:buNone/>
            </a:pPr>
            <a:r>
              <a:rPr lang="en-US" altLang="en-US" dirty="0" err="1">
                <a:latin typeface="Arial" panose="020B0604020202020204" pitchFamily="34" charset="0"/>
              </a:rPr>
              <a:t>System.out.println</a:t>
            </a:r>
            <a:r>
              <a:rPr lang="en-US" altLang="en-US" dirty="0">
                <a:latin typeface="Arial" panose="020B0604020202020204" pitchFamily="34" charset="0"/>
              </a:rPr>
              <a:t>("</a:t>
            </a:r>
            <a:r>
              <a:rPr lang="en-US" altLang="en-US" dirty="0" err="1">
                <a:latin typeface="Arial" panose="020B0604020202020204" pitchFamily="34" charset="0"/>
              </a:rPr>
              <a:t>compsci</a:t>
            </a:r>
            <a:r>
              <a:rPr lang="en-US" altLang="en-US" dirty="0">
                <a:latin typeface="Arial" panose="020B0604020202020204" pitchFamily="34" charset="0"/>
              </a:rPr>
              <a:t>");</a:t>
            </a:r>
          </a:p>
        </p:txBody>
      </p:sp>
      <p:sp>
        <p:nvSpPr>
          <p:cNvPr id="2" name="Rectangle 1">
            <a:extLst>
              <a:ext uri="{FF2B5EF4-FFF2-40B4-BE49-F238E27FC236}">
                <a16:creationId xmlns:a16="http://schemas.microsoft.com/office/drawing/2014/main" id="{9BC4D8D3-9BA7-59F9-0AC1-A3D116913D91}"/>
              </a:ext>
            </a:extLst>
          </p:cNvPr>
          <p:cNvSpPr/>
          <p:nvPr/>
        </p:nvSpPr>
        <p:spPr>
          <a:xfrm>
            <a:off x="1733448" y="465676"/>
            <a:ext cx="5372305"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60240F3B-AC30-56B7-D73B-88D2ABDFB9BB}"/>
              </a:ext>
            </a:extLst>
          </p:cNvPr>
          <p:cNvSpPr txBox="1"/>
          <p:nvPr/>
        </p:nvSpPr>
        <p:spPr>
          <a:xfrm>
            <a:off x="762000" y="5181600"/>
            <a:ext cx="7315200" cy="954107"/>
          </a:xfrm>
          <a:prstGeom prst="rect">
            <a:avLst/>
          </a:prstGeom>
          <a:noFill/>
        </p:spPr>
        <p:txBody>
          <a:bodyPr wrap="square">
            <a:spAutoFit/>
          </a:bodyPr>
          <a:lstStyle/>
          <a:p>
            <a:pPr>
              <a:spcBef>
                <a:spcPct val="0"/>
              </a:spcBef>
              <a:buFontTx/>
              <a:buNone/>
            </a:pPr>
            <a:r>
              <a:rPr lang="en-US" altLang="en-US" sz="2800" dirty="0">
                <a:solidFill>
                  <a:schemeClr val="accent6">
                    <a:lumMod val="75000"/>
                  </a:schemeClr>
                </a:solidFill>
              </a:rPr>
              <a:t>No. You </a:t>
            </a:r>
            <a:r>
              <a:rPr lang="en-US" altLang="en-US" sz="2800" dirty="0">
                <a:solidFill>
                  <a:schemeClr val="accent6">
                    <a:lumMod val="75000"/>
                  </a:schemeClr>
                </a:solidFill>
                <a:latin typeface="Arial" panose="020B0604020202020204" pitchFamily="34" charset="0"/>
              </a:rPr>
              <a:t>must have a catch or finally block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981200" y="1676400"/>
            <a:ext cx="5498621"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num=3/0;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finally{</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System.out.println</a:t>
            </a:r>
            <a:r>
              <a:rPr lang="en-US" altLang="en-US" sz="2800" dirty="0">
                <a:latin typeface="Arial" panose="020B0604020202020204" pitchFamily="34" charset="0"/>
              </a:rPr>
              <a:t>("divby0");</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76200" y="5181600"/>
            <a:ext cx="9067800" cy="1815882"/>
          </a:xfrm>
          <a:prstGeom prst="rect">
            <a:avLst/>
          </a:prstGeom>
          <a:noFill/>
        </p:spPr>
        <p:txBody>
          <a:bodyPr wrap="square">
            <a:spAutoFit/>
          </a:bodyPr>
          <a:lstStyle/>
          <a:p>
            <a:pPr>
              <a:spcBef>
                <a:spcPct val="0"/>
              </a:spcBef>
              <a:buFontTx/>
              <a:buNone/>
            </a:pPr>
            <a:r>
              <a:rPr lang="en-US" altLang="en-US" sz="2800" dirty="0">
                <a:solidFill>
                  <a:schemeClr val="accent6">
                    <a:lumMod val="75000"/>
                  </a:schemeClr>
                </a:solidFill>
              </a:rPr>
              <a:t>It compiles. You </a:t>
            </a:r>
            <a:r>
              <a:rPr lang="en-US" altLang="en-US" sz="2800" dirty="0">
                <a:solidFill>
                  <a:schemeClr val="accent6">
                    <a:lumMod val="75000"/>
                  </a:schemeClr>
                </a:solidFill>
                <a:latin typeface="Arial" panose="020B0604020202020204" pitchFamily="34" charset="0"/>
              </a:rPr>
              <a:t>must have a catch OR finally block. It would output “divby0”, then throw an </a:t>
            </a:r>
          </a:p>
          <a:p>
            <a:pPr>
              <a:spcBef>
                <a:spcPct val="0"/>
              </a:spcBef>
              <a:buFontTx/>
              <a:buNone/>
            </a:pPr>
            <a:r>
              <a:rPr lang="en-US" altLang="en-US" sz="2800" dirty="0" err="1">
                <a:solidFill>
                  <a:schemeClr val="accent6">
                    <a:lumMod val="75000"/>
                  </a:schemeClr>
                </a:solidFill>
              </a:rPr>
              <a:t>ArithmeticException</a:t>
            </a:r>
            <a:r>
              <a:rPr lang="en-US" altLang="en-US" sz="2800" dirty="0">
                <a:solidFill>
                  <a:schemeClr val="accent6">
                    <a:lumMod val="75000"/>
                  </a:schemeClr>
                </a:solidFill>
              </a:rPr>
              <a:t>. “</a:t>
            </a:r>
            <a:r>
              <a:rPr lang="en-US" altLang="en-US" sz="2800" dirty="0" err="1">
                <a:solidFill>
                  <a:schemeClr val="accent6">
                    <a:lumMod val="75000"/>
                  </a:schemeClr>
                </a:solidFill>
              </a:rPr>
              <a:t>compsci</a:t>
            </a:r>
            <a:r>
              <a:rPr lang="en-US" altLang="en-US" sz="2800" dirty="0">
                <a:solidFill>
                  <a:schemeClr val="accent6">
                    <a:lumMod val="75000"/>
                  </a:schemeClr>
                </a:solidFill>
              </a:rPr>
              <a:t>” would NOT display.</a:t>
            </a:r>
            <a:r>
              <a:rPr lang="en-US" altLang="en-US" sz="2800" dirty="0">
                <a:solidFill>
                  <a:schemeClr val="accent6">
                    <a:lumMod val="75000"/>
                  </a:schemeClr>
                </a:solidFill>
                <a:latin typeface="Arial" panose="020B060402020202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a:xfrm>
            <a:off x="6019800" y="6300550"/>
            <a:ext cx="2895600" cy="457200"/>
          </a:xfrm>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143000" y="1676400"/>
            <a:ext cx="7696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num=3/0;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catch (</a:t>
            </a:r>
            <a:r>
              <a:rPr lang="en-US" altLang="en-US" sz="2800" dirty="0" err="1">
                <a:latin typeface="Arial" panose="020B0604020202020204" pitchFamily="34" charset="0"/>
              </a:rPr>
              <a:t>ArithmeticException</a:t>
            </a:r>
            <a:r>
              <a:rPr lang="en-US" altLang="en-US" sz="2800" dirty="0">
                <a:latin typeface="Arial" panose="020B0604020202020204" pitchFamily="34" charset="0"/>
              </a:rPr>
              <a:t> e) {</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out.println</a:t>
            </a:r>
            <a:r>
              <a:rPr lang="en-US" altLang="en-US" sz="2800" dirty="0">
                <a:latin typeface="Arial" panose="020B0604020202020204" pitchFamily="34" charset="0"/>
              </a:rPr>
              <a:t>(</a:t>
            </a:r>
            <a:r>
              <a:rPr lang="en-US" altLang="en-US" sz="2800" dirty="0" err="1">
                <a:latin typeface="Arial" panose="020B0604020202020204" pitchFamily="34" charset="0"/>
              </a:rPr>
              <a:t>e.getMessage</a:t>
            </a: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1219200" y="5181600"/>
            <a:ext cx="6324600" cy="1384995"/>
          </a:xfrm>
          <a:prstGeom prst="rect">
            <a:avLst/>
          </a:prstGeom>
          <a:noFill/>
        </p:spPr>
        <p:txBody>
          <a:bodyPr wrap="square">
            <a:spAutoFit/>
          </a:bodyPr>
          <a:lstStyle/>
          <a:p>
            <a:r>
              <a:rPr lang="en-US" altLang="en-US" sz="2800" dirty="0">
                <a:solidFill>
                  <a:schemeClr val="accent6">
                    <a:lumMod val="75000"/>
                  </a:schemeClr>
                </a:solidFill>
              </a:rPr>
              <a:t>It compiles and prints:</a:t>
            </a:r>
          </a:p>
          <a:p>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ArithmeticException</a:t>
            </a:r>
            <a:r>
              <a:rPr lang="en-US" altLang="en-US" sz="2800" dirty="0">
                <a:solidFill>
                  <a:schemeClr val="accent6">
                    <a:lumMod val="75000"/>
                  </a:schemeClr>
                </a:solidFill>
                <a:latin typeface="Consolas" panose="020B0609020204030204" pitchFamily="49" charset="0"/>
              </a:rPr>
              <a:t>:  / by 0</a:t>
            </a:r>
          </a:p>
          <a:p>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compsci</a:t>
            </a:r>
            <a:r>
              <a:rPr lang="en-US" altLang="en-US" sz="2800" dirty="0">
                <a:solidFill>
                  <a:schemeClr val="accent6">
                    <a:lumMod val="75000"/>
                  </a:schemeClr>
                </a:solidFill>
                <a:latin typeface="Consolas" panose="020B0609020204030204" pitchFamily="49" charset="0"/>
              </a:rPr>
              <a:t> </a:t>
            </a:r>
            <a:r>
              <a:rPr lang="en-US" altLang="en-US" sz="2800" dirty="0">
                <a:solidFill>
                  <a:schemeClr val="accent6">
                    <a:lumMod val="75000"/>
                  </a:schemeClr>
                </a:solidFill>
              </a:rPr>
              <a:t>	</a:t>
            </a:r>
          </a:p>
        </p:txBody>
      </p:sp>
    </p:spTree>
    <p:extLst>
      <p:ext uri="{BB962C8B-B14F-4D97-AF65-F5344CB8AC3E}">
        <p14:creationId xmlns:p14="http://schemas.microsoft.com/office/powerpoint/2010/main" val="2559826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a:xfrm>
            <a:off x="6019800" y="6300550"/>
            <a:ext cx="2895600" cy="457200"/>
          </a:xfrm>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143000" y="1676400"/>
            <a:ext cx="7696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num=3/0;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catch (Exception e) {</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out.println</a:t>
            </a:r>
            <a:r>
              <a:rPr lang="en-US" altLang="en-US" sz="2800" dirty="0">
                <a:latin typeface="Arial" panose="020B0604020202020204" pitchFamily="34" charset="0"/>
              </a:rPr>
              <a:t>(</a:t>
            </a:r>
            <a:r>
              <a:rPr lang="en-US" altLang="en-US" sz="2800" dirty="0" err="1">
                <a:latin typeface="Arial" panose="020B0604020202020204" pitchFamily="34" charset="0"/>
              </a:rPr>
              <a:t>e.getMessage</a:t>
            </a: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1459777" y="5257800"/>
            <a:ext cx="6324600" cy="1384995"/>
          </a:xfrm>
          <a:prstGeom prst="rect">
            <a:avLst/>
          </a:prstGeom>
          <a:noFill/>
        </p:spPr>
        <p:txBody>
          <a:bodyPr wrap="square">
            <a:spAutoFit/>
          </a:bodyPr>
          <a:lstStyle/>
          <a:p>
            <a:pPr>
              <a:spcBef>
                <a:spcPct val="0"/>
              </a:spcBef>
              <a:buFontTx/>
              <a:buNone/>
            </a:pPr>
            <a:r>
              <a:rPr lang="en-US" altLang="en-US" sz="2800" dirty="0">
                <a:solidFill>
                  <a:schemeClr val="accent6">
                    <a:lumMod val="75000"/>
                  </a:schemeClr>
                </a:solidFill>
              </a:rPr>
              <a:t>It compiles and prints:</a:t>
            </a:r>
          </a:p>
          <a:p>
            <a:pPr>
              <a:spcBef>
                <a:spcPct val="0"/>
              </a:spcBef>
              <a:buFontTx/>
              <a:buNone/>
            </a:pPr>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ArithmeticException</a:t>
            </a:r>
            <a:r>
              <a:rPr lang="en-US" altLang="en-US" sz="2800" dirty="0">
                <a:solidFill>
                  <a:schemeClr val="accent6">
                    <a:lumMod val="75000"/>
                  </a:schemeClr>
                </a:solidFill>
                <a:latin typeface="Consolas" panose="020B0609020204030204" pitchFamily="49" charset="0"/>
              </a:rPr>
              <a:t>:  / by 0</a:t>
            </a:r>
          </a:p>
          <a:p>
            <a:pPr>
              <a:spcBef>
                <a:spcPct val="0"/>
              </a:spcBef>
              <a:buFontTx/>
              <a:buNone/>
            </a:pPr>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compsci</a:t>
            </a:r>
            <a:r>
              <a:rPr lang="en-US" altLang="en-US" sz="2800" dirty="0">
                <a:solidFill>
                  <a:schemeClr val="accent6">
                    <a:lumMod val="75000"/>
                  </a:schemeClr>
                </a:solidFill>
                <a:latin typeface="Consolas" panose="020B0609020204030204" pitchFamily="49" charset="0"/>
              </a:rPr>
              <a:t> </a:t>
            </a:r>
            <a:r>
              <a:rPr lang="en-US" altLang="en-US" sz="2800" dirty="0">
                <a:solidFill>
                  <a:schemeClr val="accent6">
                    <a:lumMod val="75000"/>
                  </a:schemeClr>
                </a:solidFill>
                <a:latin typeface="Arial" panose="020B0604020202020204" pitchFamily="34" charset="0"/>
              </a:rPr>
              <a:t>	</a:t>
            </a:r>
          </a:p>
        </p:txBody>
      </p:sp>
    </p:spTree>
    <p:extLst>
      <p:ext uri="{BB962C8B-B14F-4D97-AF65-F5344CB8AC3E}">
        <p14:creationId xmlns:p14="http://schemas.microsoft.com/office/powerpoint/2010/main" val="93809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a:xfrm>
            <a:off x="6019800" y="6300550"/>
            <a:ext cx="2895600" cy="457200"/>
          </a:xfrm>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143000" y="1676400"/>
            <a:ext cx="7696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num=3/0;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catch (</a:t>
            </a:r>
            <a:r>
              <a:rPr lang="en-US" altLang="en-US" sz="2800" dirty="0" err="1">
                <a:latin typeface="Arial" panose="020B0604020202020204" pitchFamily="34" charset="0"/>
              </a:rPr>
              <a:t>IOException</a:t>
            </a:r>
            <a:r>
              <a:rPr lang="en-US" altLang="en-US" sz="2800" dirty="0">
                <a:latin typeface="Arial" panose="020B0604020202020204" pitchFamily="34" charset="0"/>
              </a:rPr>
              <a:t> e) {</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out.println</a:t>
            </a:r>
            <a:r>
              <a:rPr lang="en-US" altLang="en-US" sz="2800" dirty="0">
                <a:latin typeface="Arial" panose="020B0604020202020204" pitchFamily="34" charset="0"/>
              </a:rPr>
              <a:t>(</a:t>
            </a:r>
            <a:r>
              <a:rPr lang="en-US" altLang="en-US" sz="2800" dirty="0" err="1">
                <a:latin typeface="Arial" panose="020B0604020202020204" pitchFamily="34" charset="0"/>
              </a:rPr>
              <a:t>e.getMessage</a:t>
            </a: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762000" y="5181600"/>
            <a:ext cx="7403377" cy="954107"/>
          </a:xfrm>
          <a:prstGeom prst="rect">
            <a:avLst/>
          </a:prstGeom>
          <a:noFill/>
        </p:spPr>
        <p:txBody>
          <a:bodyPr wrap="square">
            <a:spAutoFit/>
          </a:bodyPr>
          <a:lstStyle/>
          <a:p>
            <a:r>
              <a:rPr lang="en-US" altLang="en-US" sz="2800" dirty="0" err="1">
                <a:solidFill>
                  <a:srgbClr val="C00000"/>
                </a:solidFill>
              </a:rPr>
              <a:t>Synax</a:t>
            </a:r>
            <a:r>
              <a:rPr lang="en-US" altLang="en-US" sz="2800" dirty="0">
                <a:solidFill>
                  <a:srgbClr val="C00000"/>
                </a:solidFill>
              </a:rPr>
              <a:t> error:   </a:t>
            </a:r>
            <a:r>
              <a:rPr lang="en-US" altLang="en-US" sz="2800" dirty="0" err="1">
                <a:solidFill>
                  <a:srgbClr val="C00000"/>
                </a:solidFill>
              </a:rPr>
              <a:t>IOException</a:t>
            </a:r>
            <a:r>
              <a:rPr lang="en-US" altLang="en-US" sz="2800" dirty="0">
                <a:solidFill>
                  <a:srgbClr val="C00000"/>
                </a:solidFill>
              </a:rPr>
              <a:t> is never thrown in body of corresponding try statement</a:t>
            </a:r>
          </a:p>
        </p:txBody>
      </p:sp>
    </p:spTree>
    <p:extLst>
      <p:ext uri="{BB962C8B-B14F-4D97-AF65-F5344CB8AC3E}">
        <p14:creationId xmlns:p14="http://schemas.microsoft.com/office/powerpoint/2010/main" val="195523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61442" name="AutoShape 2">
            <a:extLst>
              <a:ext uri="{FF2B5EF4-FFF2-40B4-BE49-F238E27FC236}">
                <a16:creationId xmlns:a16="http://schemas.microsoft.com/office/drawing/2014/main" id="{3CF3877A-1EB1-AD12-D78C-7A2712F8DFBA}"/>
              </a:ext>
            </a:extLst>
          </p:cNvPr>
          <p:cNvSpPr>
            <a:spLocks noGrp="1" noChangeArrowheads="1"/>
          </p:cNvSpPr>
          <p:nvPr>
            <p:ph type="title"/>
          </p:nvPr>
        </p:nvSpPr>
        <p:spPr>
          <a:xfrm>
            <a:off x="867638" y="137284"/>
            <a:ext cx="7416372" cy="657638"/>
          </a:xfrm>
        </p:spPr>
        <p:txBody>
          <a:bodyPr anchor="t">
            <a:normAutofit/>
          </a:bodyPr>
          <a:lstStyle/>
          <a:p>
            <a:pPr eaLnBrk="1" hangingPunct="1"/>
            <a:r>
              <a:rPr lang="en-US" altLang="en-US" sz="3600" b="1" dirty="0">
                <a:solidFill>
                  <a:schemeClr val="tx1"/>
                </a:solidFill>
                <a:latin typeface="Abadi" panose="020B0604020104020204" pitchFamily="34" charset="0"/>
              </a:rPr>
              <a:t>Execution of try catch blocks</a:t>
            </a:r>
          </a:p>
        </p:txBody>
      </p:sp>
      <p:sp>
        <p:nvSpPr>
          <p:cNvPr id="2" name="Rectangle 1">
            <a:extLst>
              <a:ext uri="{FF2B5EF4-FFF2-40B4-BE49-F238E27FC236}">
                <a16:creationId xmlns:a16="http://schemas.microsoft.com/office/drawing/2014/main" id="{0C6D35CE-B18C-ECF2-5A61-46B6F57C2CA2}"/>
              </a:ext>
            </a:extLst>
          </p:cNvPr>
          <p:cNvSpPr/>
          <p:nvPr/>
        </p:nvSpPr>
        <p:spPr bwMode="auto">
          <a:xfrm>
            <a:off x="410438" y="1892763"/>
            <a:ext cx="914400" cy="159943"/>
          </a:xfrm>
          <a:prstGeom prst="rect">
            <a:avLst/>
          </a:prstGeom>
          <a:solidFill>
            <a:srgbClr val="F2F2F2"/>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charset="0"/>
            </a:endParaRPr>
          </a:p>
        </p:txBody>
      </p:sp>
      <p:sp>
        <p:nvSpPr>
          <p:cNvPr id="4" name="Rectangle 3">
            <a:extLst>
              <a:ext uri="{FF2B5EF4-FFF2-40B4-BE49-F238E27FC236}">
                <a16:creationId xmlns:a16="http://schemas.microsoft.com/office/drawing/2014/main" id="{49730982-C786-8484-70B1-1282EFA37AE7}"/>
              </a:ext>
            </a:extLst>
          </p:cNvPr>
          <p:cNvSpPr txBox="1">
            <a:spLocks noChangeArrowheads="1"/>
          </p:cNvSpPr>
          <p:nvPr/>
        </p:nvSpPr>
        <p:spPr bwMode="auto">
          <a:xfrm>
            <a:off x="152400" y="941656"/>
            <a:ext cx="8839200" cy="591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eaLnBrk="1" hangingPunct="1">
              <a:lnSpc>
                <a:spcPct val="90000"/>
              </a:lnSpc>
              <a:buFontTx/>
              <a:buNone/>
            </a:pPr>
            <a:r>
              <a:rPr lang="en-US" altLang="en-US" sz="2800" kern="0" dirty="0">
                <a:latin typeface="Abadi" panose="020B0604020104020204" pitchFamily="34" charset="0"/>
              </a:rPr>
              <a:t>Normal execution:</a:t>
            </a:r>
          </a:p>
          <a:p>
            <a:pPr marL="457200" lvl="1" indent="0" eaLnBrk="1" hangingPunct="1">
              <a:lnSpc>
                <a:spcPct val="90000"/>
              </a:lnSpc>
              <a:buNone/>
            </a:pPr>
            <a:r>
              <a:rPr lang="en-US" altLang="en-US" b="0" kern="0" dirty="0" err="1">
                <a:latin typeface="Abadi" panose="020B0604020104020204" pitchFamily="34" charset="0"/>
              </a:rPr>
              <a:t>i</a:t>
            </a:r>
            <a:r>
              <a:rPr lang="en-US" altLang="en-US" b="0" kern="0" dirty="0">
                <a:latin typeface="Abadi" panose="020B0604020104020204" pitchFamily="34" charset="0"/>
              </a:rPr>
              <a:t>) try block executes, ii) finally block executes, </a:t>
            </a:r>
            <a:br>
              <a:rPr lang="en-US" altLang="en-US" b="0" kern="0" dirty="0">
                <a:latin typeface="Abadi" panose="020B0604020104020204" pitchFamily="34" charset="0"/>
              </a:rPr>
            </a:br>
            <a:r>
              <a:rPr lang="en-US" altLang="en-US" b="0" kern="0" dirty="0">
                <a:latin typeface="Abadi" panose="020B0604020104020204" pitchFamily="34" charset="0"/>
              </a:rPr>
              <a:t>iii) statements after the try/catch block execute</a:t>
            </a:r>
          </a:p>
          <a:p>
            <a:pPr marL="0" indent="0" eaLnBrk="1" hangingPunct="1">
              <a:lnSpc>
                <a:spcPct val="90000"/>
              </a:lnSpc>
              <a:buFontTx/>
              <a:buNone/>
            </a:pPr>
            <a:r>
              <a:rPr lang="en-US" altLang="en-US" sz="2800" kern="0" dirty="0">
                <a:latin typeface="Abadi" panose="020B0604020104020204" pitchFamily="34" charset="0"/>
              </a:rPr>
              <a:t>When an error is caught …</a:t>
            </a:r>
          </a:p>
          <a:p>
            <a:pPr marL="0" indent="0" eaLnBrk="1" hangingPunct="1">
              <a:lnSpc>
                <a:spcPct val="90000"/>
              </a:lnSpc>
              <a:buFontTx/>
              <a:buNone/>
            </a:pPr>
            <a:r>
              <a:rPr lang="en-US" altLang="en-US" sz="2800" kern="0" dirty="0">
                <a:latin typeface="Abadi" panose="020B0604020104020204" pitchFamily="34" charset="0"/>
              </a:rPr>
              <a:t>and catch block doesn’t throw an exception or return:</a:t>
            </a:r>
          </a:p>
          <a:p>
            <a:pPr marL="457200" lvl="1" indent="0" eaLnBrk="1" hangingPunct="1">
              <a:lnSpc>
                <a:spcPct val="90000"/>
              </a:lnSpc>
              <a:buNone/>
            </a:pPr>
            <a:r>
              <a:rPr lang="en-US" altLang="en-US" b="0" kern="0" dirty="0" err="1">
                <a:latin typeface="Abadi" panose="020B0604020104020204" pitchFamily="34" charset="0"/>
              </a:rPr>
              <a:t>i</a:t>
            </a:r>
            <a:r>
              <a:rPr lang="en-US" altLang="en-US" b="0" kern="0" dirty="0">
                <a:latin typeface="Abadi" panose="020B0604020104020204" pitchFamily="34" charset="0"/>
              </a:rPr>
              <a:t>) try block is interrupted, ii) catch block executes, </a:t>
            </a:r>
            <a:br>
              <a:rPr lang="en-US" altLang="en-US" b="0" kern="0" dirty="0">
                <a:latin typeface="Abadi" panose="020B0604020104020204" pitchFamily="34" charset="0"/>
              </a:rPr>
            </a:br>
            <a:r>
              <a:rPr lang="en-US" altLang="en-US" b="0" kern="0" dirty="0">
                <a:latin typeface="Abadi" panose="020B0604020104020204" pitchFamily="34" charset="0"/>
              </a:rPr>
              <a:t>iii) finally block executes, iv) other statements execute</a:t>
            </a:r>
          </a:p>
          <a:p>
            <a:pPr marL="0" indent="0" eaLnBrk="1" hangingPunct="1">
              <a:lnSpc>
                <a:spcPct val="90000"/>
              </a:lnSpc>
              <a:buFontTx/>
              <a:buNone/>
            </a:pPr>
            <a:r>
              <a:rPr lang="en-US" altLang="en-US" sz="2800" kern="0" dirty="0">
                <a:latin typeface="Abadi" panose="020B0604020104020204" pitchFamily="34" charset="0"/>
              </a:rPr>
              <a:t>and the catch block throws an exception or returns:</a:t>
            </a:r>
          </a:p>
          <a:p>
            <a:pPr marL="457200" lvl="1" indent="0" eaLnBrk="1" hangingPunct="1">
              <a:lnSpc>
                <a:spcPct val="90000"/>
              </a:lnSpc>
              <a:buNone/>
            </a:pPr>
            <a:r>
              <a:rPr lang="en-US" altLang="en-US" b="0" kern="0" dirty="0" err="1">
                <a:latin typeface="Abadi" panose="020B0604020104020204" pitchFamily="34" charset="0"/>
              </a:rPr>
              <a:t>i</a:t>
            </a:r>
            <a:r>
              <a:rPr lang="en-US" altLang="en-US" b="0" kern="0" dirty="0">
                <a:latin typeface="Abadi" panose="020B0604020104020204" pitchFamily="34" charset="0"/>
              </a:rPr>
              <a:t>) try block is interrupted, ii) catch block executes (until throw or return statement), iii) finally block executes</a:t>
            </a:r>
          </a:p>
          <a:p>
            <a:pPr marL="0" indent="0" eaLnBrk="1" hangingPunct="1">
              <a:lnSpc>
                <a:spcPct val="90000"/>
              </a:lnSpc>
              <a:buFontTx/>
              <a:buNone/>
            </a:pPr>
            <a:r>
              <a:rPr lang="en-US" altLang="en-US" sz="2800" kern="0" dirty="0">
                <a:latin typeface="Abadi" panose="020B0604020104020204" pitchFamily="34" charset="0"/>
              </a:rPr>
              <a:t>When an error occurs that is not caught:</a:t>
            </a:r>
          </a:p>
          <a:p>
            <a:pPr marL="457200" lvl="1" indent="0" eaLnBrk="1" hangingPunct="1">
              <a:lnSpc>
                <a:spcPct val="90000"/>
              </a:lnSpc>
              <a:buNone/>
            </a:pPr>
            <a:r>
              <a:rPr lang="en-US" altLang="en-US" b="0" kern="0" dirty="0" err="1">
                <a:latin typeface="Abadi" panose="020B0604020104020204" pitchFamily="34" charset="0"/>
              </a:rPr>
              <a:t>i</a:t>
            </a:r>
            <a:r>
              <a:rPr lang="en-US" altLang="en-US" b="0" kern="0" dirty="0">
                <a:latin typeface="Abadi" panose="020B0604020104020204" pitchFamily="34" charset="0"/>
              </a:rPr>
              <a:t>) try block is interrupted, ii) finally block executes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withEffect">
                                  <p:stCondLst>
                                    <p:cond delay="0"/>
                                  </p:stCondLst>
                                  <p:childTnLst>
                                    <p:set>
                                      <p:cBhvr>
                                        <p:cTn id="6" dur="1" fill="hold">
                                          <p:stCondLst>
                                            <p:cond delay="0"/>
                                          </p:stCondLst>
                                        </p:cTn>
                                        <p:tgtEl>
                                          <p:spTgt spid="61442"/>
                                        </p:tgtEl>
                                        <p:attrNameLst>
                                          <p:attrName>style.visibility</p:attrName>
                                        </p:attrNameLst>
                                      </p:cBhvr>
                                      <p:to>
                                        <p:strVal val="visible"/>
                                      </p:to>
                                    </p:set>
                                    <p:anim calcmode="lin" valueType="num">
                                      <p:cBhvr>
                                        <p:cTn id="7" dur="500" fill="hold"/>
                                        <p:tgtEl>
                                          <p:spTgt spid="61442"/>
                                        </p:tgtEl>
                                        <p:attrNameLst>
                                          <p:attrName>ppt_w</p:attrName>
                                        </p:attrNameLst>
                                      </p:cBhvr>
                                      <p:tavLst>
                                        <p:tav tm="0">
                                          <p:val>
                                            <p:fltVal val="0"/>
                                          </p:val>
                                        </p:tav>
                                        <p:tav tm="100000">
                                          <p:val>
                                            <p:strVal val="#ppt_w"/>
                                          </p:val>
                                        </p:tav>
                                      </p:tavLst>
                                    </p:anim>
                                    <p:anim calcmode="lin" valueType="num">
                                      <p:cBhvr>
                                        <p:cTn id="8" dur="500" fill="hold"/>
                                        <p:tgtEl>
                                          <p:spTgt spid="61442"/>
                                        </p:tgtEl>
                                        <p:attrNameLst>
                                          <p:attrName>ppt_h</p:attrName>
                                        </p:attrNameLst>
                                      </p:cBhvr>
                                      <p:tavLst>
                                        <p:tav tm="0">
                                          <p:val>
                                            <p:fltVal val="0"/>
                                          </p:val>
                                        </p:tav>
                                        <p:tav tm="100000">
                                          <p:val>
                                            <p:strVal val="#ppt_h"/>
                                          </p:val>
                                        </p:tav>
                                      </p:tavLst>
                                    </p:anim>
                                    <p:animEffect transition="in" filter="fade">
                                      <p:cBhvr>
                                        <p:cTn id="9" dur="500"/>
                                        <p:tgtEl>
                                          <p:spTgt spid="6144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stCondLst>
                                            <p:cond delay="0"/>
                                          </p:stCondLst>
                                        </p:cTn>
                                        <p:tgtEl>
                                          <p:spTgt spid="4">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1000">
                                          <p:stCondLst>
                                            <p:cond delay="0"/>
                                          </p:stCondLst>
                                        </p:cTn>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1000">
                                          <p:stCondLst>
                                            <p:cond delay="0"/>
                                          </p:stCondLst>
                                        </p:cTn>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1000">
                                          <p:stCondLst>
                                            <p:cond delay="0"/>
                                          </p:stCondLst>
                                        </p:cTn>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fade">
                                      <p:cBhvr>
                                        <p:cTn id="32" dur="1000">
                                          <p:stCondLst>
                                            <p:cond delay="0"/>
                                          </p:stCondLst>
                                        </p:cTn>
                                        <p:tgtEl>
                                          <p:spTgt spid="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fade">
                                      <p:cBhvr>
                                        <p:cTn id="37" dur="1000">
                                          <p:stCondLst>
                                            <p:cond delay="0"/>
                                          </p:stCondLst>
                                        </p:cTn>
                                        <p:tgtEl>
                                          <p:spTgt spid="4">
                                            <p:txEl>
                                              <p:pRg st="4" end="4"/>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6" end="6"/>
                                            </p:txEl>
                                          </p:spTgt>
                                        </p:tgtEl>
                                        <p:attrNameLst>
                                          <p:attrName>style.visibility</p:attrName>
                                        </p:attrNameLst>
                                      </p:cBhvr>
                                      <p:to>
                                        <p:strVal val="visible"/>
                                      </p:to>
                                    </p:set>
                                    <p:animEffect transition="in" filter="fade">
                                      <p:cBhvr>
                                        <p:cTn id="40" dur="1000">
                                          <p:stCondLst>
                                            <p:cond delay="0"/>
                                          </p:stCondLst>
                                        </p:cTn>
                                        <p:tgtEl>
                                          <p:spTgt spid="4">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animEffect transition="in" filter="fade">
                                      <p:cBhvr>
                                        <p:cTn id="45" dur="1000">
                                          <p:stCondLst>
                                            <p:cond delay="0"/>
                                          </p:stCondLst>
                                        </p:cTn>
                                        <p:tgtEl>
                                          <p:spTgt spid="4">
                                            <p:txEl>
                                              <p:pRg st="7" end="7"/>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4">
                                            <p:txEl>
                                              <p:pRg st="8" end="8"/>
                                            </p:txEl>
                                          </p:spTgt>
                                        </p:tgtEl>
                                        <p:attrNameLst>
                                          <p:attrName>style.visibility</p:attrName>
                                        </p:attrNameLst>
                                      </p:cBhvr>
                                      <p:to>
                                        <p:strVal val="visible"/>
                                      </p:to>
                                    </p:set>
                                    <p:animEffect transition="in" filter="fade">
                                      <p:cBhvr>
                                        <p:cTn id="48" dur="1000">
                                          <p:stCondLst>
                                            <p:cond delay="0"/>
                                          </p:stCondLst>
                                        </p:cTn>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03CE32D-B531-4E18-9FA4-B1288CA58BD8}"/>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8915" name="Text Box 2">
            <a:extLst>
              <a:ext uri="{FF2B5EF4-FFF2-40B4-BE49-F238E27FC236}">
                <a16:creationId xmlns:a16="http://schemas.microsoft.com/office/drawing/2014/main" id="{141D607A-FB98-40C8-9C84-0F7396B88FDD}"/>
              </a:ext>
            </a:extLst>
          </p:cNvPr>
          <p:cNvSpPr txBox="1">
            <a:spLocks noChangeArrowheads="1"/>
          </p:cNvSpPr>
          <p:nvPr/>
        </p:nvSpPr>
        <p:spPr bwMode="auto">
          <a:xfrm>
            <a:off x="1676400" y="2438400"/>
            <a:ext cx="55626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Catch blocks are checked for a match in the order that they’re listed.</a:t>
            </a:r>
          </a:p>
        </p:txBody>
      </p:sp>
      <p:sp>
        <p:nvSpPr>
          <p:cNvPr id="38916" name="WordArt 4">
            <a:extLst>
              <a:ext uri="{FF2B5EF4-FFF2-40B4-BE49-F238E27FC236}">
                <a16:creationId xmlns:a16="http://schemas.microsoft.com/office/drawing/2014/main" id="{49FF6424-513D-48B8-8B90-CDBCFF61AF21}"/>
              </a:ext>
            </a:extLst>
          </p:cNvPr>
          <p:cNvSpPr>
            <a:spLocks noChangeArrowheads="1" noChangeShapeType="1" noTextEdit="1"/>
          </p:cNvSpPr>
          <p:nvPr/>
        </p:nvSpPr>
        <p:spPr bwMode="auto">
          <a:xfrm>
            <a:off x="1524000" y="533400"/>
            <a:ext cx="5867400" cy="798513"/>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Multi[</a:t>
            </a:r>
            <a:r>
              <a:rPr lang="en-US" sz="3600" kern="10" dirty="0" err="1">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ple</a:t>
            </a: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 Catch Blocks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02" name="Text Box 32">
            <a:extLst>
              <a:ext uri="{FF2B5EF4-FFF2-40B4-BE49-F238E27FC236}">
                <a16:creationId xmlns:a16="http://schemas.microsoft.com/office/drawing/2014/main" id="{6A234CCF-413F-9BB9-E67E-924BB9781DFA}"/>
              </a:ext>
            </a:extLst>
          </p:cNvPr>
          <p:cNvSpPr txBox="1">
            <a:spLocks noChangeArrowheads="1"/>
          </p:cNvSpPr>
          <p:nvPr/>
        </p:nvSpPr>
        <p:spPr bwMode="auto">
          <a:xfrm>
            <a:off x="332593" y="393157"/>
            <a:ext cx="8153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600" b="1" dirty="0"/>
              <a:t>Input / Output Exceptions</a:t>
            </a:r>
          </a:p>
        </p:txBody>
      </p:sp>
      <p:grpSp>
        <p:nvGrpSpPr>
          <p:cNvPr id="5" name="Group 4" descr="IOException extends Exception&#10;FileNotFound, MalformedURLException, and UnknownHostException extend IOException">
            <a:extLst>
              <a:ext uri="{FF2B5EF4-FFF2-40B4-BE49-F238E27FC236}">
                <a16:creationId xmlns:a16="http://schemas.microsoft.com/office/drawing/2014/main" id="{2B7E64FC-0E0B-069E-9817-2D2C2632082A}"/>
              </a:ext>
            </a:extLst>
          </p:cNvPr>
          <p:cNvGrpSpPr/>
          <p:nvPr/>
        </p:nvGrpSpPr>
        <p:grpSpPr>
          <a:xfrm>
            <a:off x="691188" y="1767516"/>
            <a:ext cx="7538412" cy="4760859"/>
            <a:chOff x="691188" y="1767516"/>
            <a:chExt cx="7538412" cy="4760859"/>
          </a:xfrm>
        </p:grpSpPr>
        <p:grpSp>
          <p:nvGrpSpPr>
            <p:cNvPr id="21" name="Group 20">
              <a:extLst>
                <a:ext uri="{FF2B5EF4-FFF2-40B4-BE49-F238E27FC236}">
                  <a16:creationId xmlns:a16="http://schemas.microsoft.com/office/drawing/2014/main" id="{5EBB754B-6FE2-AA3F-F496-5FE38A9915D8}"/>
                </a:ext>
              </a:extLst>
            </p:cNvPr>
            <p:cNvGrpSpPr/>
            <p:nvPr/>
          </p:nvGrpSpPr>
          <p:grpSpPr>
            <a:xfrm>
              <a:off x="691188" y="1767516"/>
              <a:ext cx="7538412" cy="3830935"/>
              <a:chOff x="691188" y="1767516"/>
              <a:chExt cx="7538412" cy="3830935"/>
            </a:xfrm>
          </p:grpSpPr>
          <p:sp>
            <p:nvSpPr>
              <p:cNvPr id="58373" name="Text Box 3">
                <a:extLst>
                  <a:ext uri="{FF2B5EF4-FFF2-40B4-BE49-F238E27FC236}">
                    <a16:creationId xmlns:a16="http://schemas.microsoft.com/office/drawing/2014/main" id="{B4ABCCB7-D2EF-A67D-1042-CBB84F656E17}"/>
                  </a:ext>
                </a:extLst>
              </p:cNvPr>
              <p:cNvSpPr txBox="1">
                <a:spLocks noChangeArrowheads="1"/>
              </p:cNvSpPr>
              <p:nvPr/>
            </p:nvSpPr>
            <p:spPr bwMode="auto">
              <a:xfrm>
                <a:off x="3338327" y="1767516"/>
                <a:ext cx="2141933"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eaLnBrk="1" hangingPunct="1"/>
                <a:r>
                  <a:rPr lang="en-US" altLang="en-US" sz="3200" b="1" dirty="0">
                    <a:latin typeface="Arial" panose="020B0604020202020204" pitchFamily="34" charset="0"/>
                  </a:rPr>
                  <a:t>Exception</a:t>
                </a:r>
              </a:p>
            </p:txBody>
          </p:sp>
          <p:sp>
            <p:nvSpPr>
              <p:cNvPr id="58377" name="Text Box 7">
                <a:extLst>
                  <a:ext uri="{FF2B5EF4-FFF2-40B4-BE49-F238E27FC236}">
                    <a16:creationId xmlns:a16="http://schemas.microsoft.com/office/drawing/2014/main" id="{F4E4CE26-9B09-7B67-349C-77F4D9321DE0}"/>
                  </a:ext>
                </a:extLst>
              </p:cNvPr>
              <p:cNvSpPr txBox="1">
                <a:spLocks noChangeArrowheads="1"/>
              </p:cNvSpPr>
              <p:nvPr/>
            </p:nvSpPr>
            <p:spPr bwMode="auto">
              <a:xfrm>
                <a:off x="3063690" y="2895600"/>
                <a:ext cx="2691206"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IOException</a:t>
                </a:r>
                <a:endParaRPr lang="en-US" altLang="en-US" sz="3200" b="1" dirty="0">
                  <a:latin typeface="Arial" panose="020B0604020202020204" pitchFamily="34" charset="0"/>
                </a:endParaRPr>
              </a:p>
            </p:txBody>
          </p:sp>
          <p:cxnSp>
            <p:nvCxnSpPr>
              <p:cNvPr id="6" name="Straight Arrow Connector 5">
                <a:extLst>
                  <a:ext uri="{FF2B5EF4-FFF2-40B4-BE49-F238E27FC236}">
                    <a16:creationId xmlns:a16="http://schemas.microsoft.com/office/drawing/2014/main" id="{9A057659-CF63-2A66-FF4B-0B3AF96C2DC8}"/>
                  </a:ext>
                </a:extLst>
              </p:cNvPr>
              <p:cNvCxnSpPr>
                <a:cxnSpLocks/>
                <a:stCxn id="58377" idx="0"/>
              </p:cNvCxnSpPr>
              <p:nvPr/>
            </p:nvCxnSpPr>
            <p:spPr bwMode="auto">
              <a:xfrm flipV="1">
                <a:off x="4409293" y="2352291"/>
                <a:ext cx="1" cy="543309"/>
              </a:xfrm>
              <a:prstGeom prst="straightConnector1">
                <a:avLst/>
              </a:prstGeom>
              <a:solidFill>
                <a:schemeClr val="accent1"/>
              </a:solidFill>
              <a:ln w="28575" cap="flat" cmpd="sng" algn="ctr">
                <a:solidFill>
                  <a:schemeClr val="tx1"/>
                </a:solidFill>
                <a:prstDash val="solid"/>
                <a:round/>
                <a:headEnd type="none" w="sm" len="sm"/>
                <a:tailEnd type="triangle" w="lg" len="lg"/>
              </a:ln>
              <a:effectLst/>
            </p:spPr>
          </p:cxnSp>
          <p:grpSp>
            <p:nvGrpSpPr>
              <p:cNvPr id="14" name="Group 13">
                <a:extLst>
                  <a:ext uri="{FF2B5EF4-FFF2-40B4-BE49-F238E27FC236}">
                    <a16:creationId xmlns:a16="http://schemas.microsoft.com/office/drawing/2014/main" id="{A35C4652-CEAA-CAB1-A75D-5DCD61744EB6}"/>
                  </a:ext>
                </a:extLst>
              </p:cNvPr>
              <p:cNvGrpSpPr/>
              <p:nvPr/>
            </p:nvGrpSpPr>
            <p:grpSpPr>
              <a:xfrm>
                <a:off x="691188" y="3520137"/>
                <a:ext cx="7538412" cy="2078314"/>
                <a:chOff x="640087" y="3765223"/>
                <a:chExt cx="7538412" cy="2078314"/>
              </a:xfrm>
            </p:grpSpPr>
            <p:grpSp>
              <p:nvGrpSpPr>
                <p:cNvPr id="11" name="Group 10">
                  <a:extLst>
                    <a:ext uri="{FF2B5EF4-FFF2-40B4-BE49-F238E27FC236}">
                      <a16:creationId xmlns:a16="http://schemas.microsoft.com/office/drawing/2014/main" id="{5A2D1B10-EDCC-CEB1-1CF6-F771F7522E45}"/>
                    </a:ext>
                  </a:extLst>
                </p:cNvPr>
                <p:cNvGrpSpPr/>
                <p:nvPr/>
              </p:nvGrpSpPr>
              <p:grpSpPr>
                <a:xfrm>
                  <a:off x="640087" y="4461519"/>
                  <a:ext cx="7538412" cy="1382018"/>
                  <a:chOff x="640087" y="4461519"/>
                  <a:chExt cx="7538412" cy="1382018"/>
                </a:xfrm>
              </p:grpSpPr>
              <p:grpSp>
                <p:nvGrpSpPr>
                  <p:cNvPr id="4" name="Group 3">
                    <a:extLst>
                      <a:ext uri="{FF2B5EF4-FFF2-40B4-BE49-F238E27FC236}">
                        <a16:creationId xmlns:a16="http://schemas.microsoft.com/office/drawing/2014/main" id="{E32B9B03-C55B-DC0A-3022-3B26181867DA}"/>
                      </a:ext>
                    </a:extLst>
                  </p:cNvPr>
                  <p:cNvGrpSpPr/>
                  <p:nvPr/>
                </p:nvGrpSpPr>
                <p:grpSpPr>
                  <a:xfrm>
                    <a:off x="640087" y="4766319"/>
                    <a:ext cx="7538412" cy="1077218"/>
                    <a:chOff x="640087" y="4766319"/>
                    <a:chExt cx="7538412" cy="1077218"/>
                  </a:xfrm>
                </p:grpSpPr>
                <p:sp>
                  <p:nvSpPr>
                    <p:cNvPr id="2" name="Text Box 7">
                      <a:extLst>
                        <a:ext uri="{FF2B5EF4-FFF2-40B4-BE49-F238E27FC236}">
                          <a16:creationId xmlns:a16="http://schemas.microsoft.com/office/drawing/2014/main" id="{0588443C-0BE3-6281-0C01-BF1FAE219740}"/>
                        </a:ext>
                      </a:extLst>
                    </p:cNvPr>
                    <p:cNvSpPr txBox="1">
                      <a:spLocks noChangeArrowheads="1"/>
                    </p:cNvSpPr>
                    <p:nvPr/>
                  </p:nvSpPr>
                  <p:spPr bwMode="auto">
                    <a:xfrm>
                      <a:off x="640087" y="4766319"/>
                      <a:ext cx="2971798" cy="1077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FileNotFound</a:t>
                      </a:r>
                      <a:endParaRPr lang="en-US" altLang="en-US" sz="3200" b="1" dirty="0">
                        <a:latin typeface="Arial" panose="020B0604020202020204" pitchFamily="34" charset="0"/>
                      </a:endParaRPr>
                    </a:p>
                    <a:p>
                      <a:pPr algn="ctr" eaLnBrk="1" hangingPunct="1"/>
                      <a:r>
                        <a:rPr lang="en-US" altLang="en-US" sz="3200" b="1" dirty="0">
                          <a:latin typeface="Arial" panose="020B0604020202020204" pitchFamily="34" charset="0"/>
                        </a:rPr>
                        <a:t>Exception</a:t>
                      </a:r>
                    </a:p>
                  </p:txBody>
                </p:sp>
                <p:sp>
                  <p:nvSpPr>
                    <p:cNvPr id="3" name="Text Box 7">
                      <a:extLst>
                        <a:ext uri="{FF2B5EF4-FFF2-40B4-BE49-F238E27FC236}">
                          <a16:creationId xmlns:a16="http://schemas.microsoft.com/office/drawing/2014/main" id="{76056F12-5ACD-1B1D-6A98-469B2C1E1C7C}"/>
                        </a:ext>
                      </a:extLst>
                    </p:cNvPr>
                    <p:cNvSpPr txBox="1">
                      <a:spLocks noChangeArrowheads="1"/>
                    </p:cNvSpPr>
                    <p:nvPr/>
                  </p:nvSpPr>
                  <p:spPr bwMode="auto">
                    <a:xfrm>
                      <a:off x="5080300" y="4766319"/>
                      <a:ext cx="3098199" cy="1077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MalformedURL</a:t>
                      </a:r>
                      <a:endParaRPr lang="en-US" altLang="en-US" sz="3200" b="1" dirty="0">
                        <a:latin typeface="Arial" panose="020B0604020202020204" pitchFamily="34" charset="0"/>
                      </a:endParaRPr>
                    </a:p>
                    <a:p>
                      <a:pPr algn="ctr" eaLnBrk="1" hangingPunct="1"/>
                      <a:r>
                        <a:rPr lang="en-US" altLang="en-US" sz="3200" b="1" dirty="0">
                          <a:latin typeface="Arial" panose="020B0604020202020204" pitchFamily="34" charset="0"/>
                        </a:rPr>
                        <a:t>Exception</a:t>
                      </a:r>
                    </a:p>
                  </p:txBody>
                </p:sp>
              </p:grpSp>
              <p:grpSp>
                <p:nvGrpSpPr>
                  <p:cNvPr id="7" name="Group 6">
                    <a:extLst>
                      <a:ext uri="{FF2B5EF4-FFF2-40B4-BE49-F238E27FC236}">
                        <a16:creationId xmlns:a16="http://schemas.microsoft.com/office/drawing/2014/main" id="{3C1B09EA-1C7B-8E1A-42A9-1F3B8A61FC24}"/>
                      </a:ext>
                    </a:extLst>
                  </p:cNvPr>
                  <p:cNvGrpSpPr/>
                  <p:nvPr/>
                </p:nvGrpSpPr>
                <p:grpSpPr>
                  <a:xfrm>
                    <a:off x="1932793" y="4461519"/>
                    <a:ext cx="4953000" cy="304800"/>
                    <a:chOff x="1600200" y="1550988"/>
                    <a:chExt cx="4953000" cy="304800"/>
                  </a:xfrm>
                </p:grpSpPr>
                <p:sp>
                  <p:nvSpPr>
                    <p:cNvPr id="8" name="Line 12">
                      <a:extLst>
                        <a:ext uri="{FF2B5EF4-FFF2-40B4-BE49-F238E27FC236}">
                          <a16:creationId xmlns:a16="http://schemas.microsoft.com/office/drawing/2014/main" id="{72937808-BEA3-FF8B-A006-12ADA7716771}"/>
                        </a:ext>
                      </a:extLst>
                    </p:cNvPr>
                    <p:cNvSpPr>
                      <a:spLocks noChangeShapeType="1"/>
                    </p:cNvSpPr>
                    <p:nvPr/>
                  </p:nvSpPr>
                  <p:spPr bwMode="auto">
                    <a:xfrm>
                      <a:off x="1600200" y="1550988"/>
                      <a:ext cx="495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3">
                      <a:extLst>
                        <a:ext uri="{FF2B5EF4-FFF2-40B4-BE49-F238E27FC236}">
                          <a16:creationId xmlns:a16="http://schemas.microsoft.com/office/drawing/2014/main" id="{0A55D463-F3B5-B7D5-3039-F42ECB0CCDDA}"/>
                        </a:ext>
                      </a:extLst>
                    </p:cNvPr>
                    <p:cNvSpPr>
                      <a:spLocks noChangeShapeType="1"/>
                    </p:cNvSpPr>
                    <p:nvPr/>
                  </p:nvSpPr>
                  <p:spPr bwMode="auto">
                    <a:xfrm>
                      <a:off x="1600200" y="1550988"/>
                      <a:ext cx="0" cy="304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4">
                      <a:extLst>
                        <a:ext uri="{FF2B5EF4-FFF2-40B4-BE49-F238E27FC236}">
                          <a16:creationId xmlns:a16="http://schemas.microsoft.com/office/drawing/2014/main" id="{60613159-30E6-5AA1-5A80-BBA8AE352309}"/>
                        </a:ext>
                      </a:extLst>
                    </p:cNvPr>
                    <p:cNvSpPr>
                      <a:spLocks noChangeShapeType="1"/>
                    </p:cNvSpPr>
                    <p:nvPr/>
                  </p:nvSpPr>
                  <p:spPr bwMode="auto">
                    <a:xfrm>
                      <a:off x="6553200" y="1550988"/>
                      <a:ext cx="0" cy="304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cxnSp>
              <p:nvCxnSpPr>
                <p:cNvPr id="12" name="Straight Arrow Connector 11">
                  <a:extLst>
                    <a:ext uri="{FF2B5EF4-FFF2-40B4-BE49-F238E27FC236}">
                      <a16:creationId xmlns:a16="http://schemas.microsoft.com/office/drawing/2014/main" id="{B9330EE0-3396-DD71-D3B0-9D0440914E75}"/>
                    </a:ext>
                  </a:extLst>
                </p:cNvPr>
                <p:cNvCxnSpPr>
                  <a:cxnSpLocks/>
                </p:cNvCxnSpPr>
                <p:nvPr/>
              </p:nvCxnSpPr>
              <p:spPr bwMode="auto">
                <a:xfrm flipV="1">
                  <a:off x="4346092" y="3765223"/>
                  <a:ext cx="0" cy="696296"/>
                </a:xfrm>
                <a:prstGeom prst="straightConnector1">
                  <a:avLst/>
                </a:prstGeom>
                <a:solidFill>
                  <a:schemeClr val="accent1"/>
                </a:solidFill>
                <a:ln w="28575" cap="flat" cmpd="sng" algn="ctr">
                  <a:solidFill>
                    <a:schemeClr val="tx1"/>
                  </a:solidFill>
                  <a:prstDash val="solid"/>
                  <a:round/>
                  <a:headEnd type="none" w="sm" len="sm"/>
                  <a:tailEnd type="triangle" w="lg" len="lg"/>
                </a:ln>
                <a:effectLst/>
              </p:spPr>
            </p:cxnSp>
          </p:grpSp>
        </p:grpSp>
        <p:sp>
          <p:nvSpPr>
            <p:cNvPr id="18" name="Text Box 7">
              <a:extLst>
                <a:ext uri="{FF2B5EF4-FFF2-40B4-BE49-F238E27FC236}">
                  <a16:creationId xmlns:a16="http://schemas.microsoft.com/office/drawing/2014/main" id="{B5C4D084-2D69-88D6-961D-8C3F68E26392}"/>
                </a:ext>
              </a:extLst>
            </p:cNvPr>
            <p:cNvSpPr txBox="1">
              <a:spLocks noChangeArrowheads="1"/>
            </p:cNvSpPr>
            <p:nvPr/>
          </p:nvSpPr>
          <p:spPr bwMode="auto">
            <a:xfrm>
              <a:off x="1983894" y="5943600"/>
              <a:ext cx="4953000"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UnknownHostException</a:t>
              </a:r>
              <a:endParaRPr lang="en-US" altLang="en-US" sz="3200" b="1" dirty="0">
                <a:latin typeface="Arial" panose="020B0604020202020204" pitchFamily="34" charset="0"/>
              </a:endParaRPr>
            </a:p>
          </p:txBody>
        </p:sp>
        <p:cxnSp>
          <p:nvCxnSpPr>
            <p:cNvPr id="20" name="Straight Arrow Connector 19">
              <a:extLst>
                <a:ext uri="{FF2B5EF4-FFF2-40B4-BE49-F238E27FC236}">
                  <a16:creationId xmlns:a16="http://schemas.microsoft.com/office/drawing/2014/main" id="{0FE7E2F4-B32C-06B9-88B6-AD56A1C203A5}"/>
                </a:ext>
              </a:extLst>
            </p:cNvPr>
            <p:cNvCxnSpPr>
              <a:cxnSpLocks/>
            </p:cNvCxnSpPr>
            <p:nvPr/>
          </p:nvCxnSpPr>
          <p:spPr bwMode="auto">
            <a:xfrm flipV="1">
              <a:off x="4393158" y="4216433"/>
              <a:ext cx="4035" cy="1723612"/>
            </a:xfrm>
            <a:prstGeom prst="straightConnector1">
              <a:avLst/>
            </a:prstGeom>
            <a:solidFill>
              <a:schemeClr val="accent1"/>
            </a:solidFill>
            <a:ln w="28575" cap="flat" cmpd="sng" algn="ctr">
              <a:solidFill>
                <a:schemeClr val="tx1"/>
              </a:solidFill>
              <a:prstDash val="solid"/>
              <a:round/>
              <a:headEnd type="none" w="med" len="med"/>
              <a:tailEnd type="none" w="med" len="med"/>
            </a:ln>
            <a:effectLst/>
          </p:spPr>
        </p:cxnSp>
      </p:grpSp>
    </p:spTree>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a:extLst>
              <a:ext uri="{FF2B5EF4-FFF2-40B4-BE49-F238E27FC236}">
                <a16:creationId xmlns:a16="http://schemas.microsoft.com/office/drawing/2014/main" id="{141D607A-FB98-40C8-9C84-0F7396B88FDD}"/>
              </a:ext>
            </a:extLst>
          </p:cNvPr>
          <p:cNvSpPr txBox="1">
            <a:spLocks noChangeArrowheads="1"/>
          </p:cNvSpPr>
          <p:nvPr/>
        </p:nvSpPr>
        <p:spPr bwMode="auto">
          <a:xfrm>
            <a:off x="549729" y="1145269"/>
            <a:ext cx="7924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try{</a:t>
            </a:r>
          </a:p>
          <a:p>
            <a:pPr>
              <a:spcBef>
                <a:spcPct val="0"/>
              </a:spcBef>
              <a:buFontTx/>
              <a:buNone/>
            </a:pPr>
            <a:r>
              <a:rPr lang="en-US" altLang="en-US" sz="2400" dirty="0">
                <a:latin typeface="Arial" panose="020B0604020202020204" pitchFamily="34" charset="0"/>
              </a:rPr>
              <a:t>   //code would go here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7030A0"/>
                </a:solidFill>
                <a:latin typeface="Arial" panose="020B0604020202020204" pitchFamily="34" charset="0"/>
              </a:rPr>
              <a:t>FileNotFoundException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 Code to handle not finding the specified file.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7030A0"/>
                </a:solidFill>
                <a:latin typeface="Arial" panose="020B0604020202020204" pitchFamily="34" charset="0"/>
              </a:rPr>
              <a:t>IOException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 Code to handle any other IO Exception</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a:solidFill>
                  <a:srgbClr val="7030A0"/>
                </a:solidFill>
                <a:latin typeface="Arial" panose="020B0604020202020204" pitchFamily="34" charset="0"/>
              </a:rPr>
              <a:t>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 Code to handle all other Exceptions</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finally{</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("this always happens");</a:t>
            </a:r>
          </a:p>
          <a:p>
            <a:pPr>
              <a:spcBef>
                <a:spcPct val="0"/>
              </a:spcBef>
              <a:buFontTx/>
              <a:buNone/>
            </a:pPr>
            <a:r>
              <a:rPr lang="en-US" altLang="en-US" sz="2400" dirty="0">
                <a:latin typeface="Arial" panose="020B0604020202020204" pitchFamily="34" charset="0"/>
              </a:rPr>
              <a:t>}		</a:t>
            </a:r>
          </a:p>
        </p:txBody>
      </p:sp>
      <p:sp>
        <p:nvSpPr>
          <p:cNvPr id="38916" name="WordArt 4">
            <a:extLst>
              <a:ext uri="{FF2B5EF4-FFF2-40B4-BE49-F238E27FC236}">
                <a16:creationId xmlns:a16="http://schemas.microsoft.com/office/drawing/2014/main" id="{49FF6424-513D-48B8-8B90-CDBCFF61AF21}"/>
              </a:ext>
            </a:extLst>
          </p:cNvPr>
          <p:cNvSpPr>
            <a:spLocks noChangeArrowheads="1" noChangeShapeType="1" noTextEdit="1"/>
          </p:cNvSpPr>
          <p:nvPr/>
        </p:nvSpPr>
        <p:spPr bwMode="auto">
          <a:xfrm>
            <a:off x="838200" y="314099"/>
            <a:ext cx="7467600" cy="798513"/>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Multi[</a:t>
            </a:r>
            <a:r>
              <a:rPr lang="en-US" sz="3600" kern="10" dirty="0" err="1">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ple</a:t>
            </a: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 Catch Blocks – ORDER MATTERS!</a:t>
            </a:r>
          </a:p>
        </p:txBody>
      </p:sp>
    </p:spTree>
    <p:extLst>
      <p:ext uri="{BB962C8B-B14F-4D97-AF65-F5344CB8AC3E}">
        <p14:creationId xmlns:p14="http://schemas.microsoft.com/office/powerpoint/2010/main" val="2970441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2">
            <a:extLst>
              <a:ext uri="{FF2B5EF4-FFF2-40B4-BE49-F238E27FC236}">
                <a16:creationId xmlns:a16="http://schemas.microsoft.com/office/drawing/2014/main" id="{F9AEAF20-8B69-48E9-AB01-1DC395F094B6}"/>
              </a:ext>
            </a:extLst>
          </p:cNvPr>
          <p:cNvSpPr txBox="1">
            <a:spLocks noChangeArrowheads="1"/>
          </p:cNvSpPr>
          <p:nvPr/>
        </p:nvSpPr>
        <p:spPr bwMode="auto">
          <a:xfrm>
            <a:off x="838200" y="1149350"/>
            <a:ext cx="7924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try{</a:t>
            </a:r>
          </a:p>
          <a:p>
            <a:pPr>
              <a:spcBef>
                <a:spcPct val="0"/>
              </a:spcBef>
              <a:buFontTx/>
              <a:buNone/>
            </a:pPr>
            <a:r>
              <a:rPr lang="en-US" altLang="en-US" sz="2400" dirty="0">
                <a:latin typeface="Arial" panose="020B0604020202020204" pitchFamily="34" charset="0"/>
              </a:rPr>
              <a:t>    //code would go here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a:solidFill>
                  <a:srgbClr val="FF0000"/>
                </a:solidFill>
                <a:latin typeface="Arial" panose="020B0604020202020204" pitchFamily="34" charset="0"/>
              </a:rPr>
              <a:t>Exception</a:t>
            </a:r>
            <a:r>
              <a:rPr lang="en-US" altLang="en-US" sz="2400" dirty="0">
                <a:latin typeface="Arial" panose="020B0604020202020204" pitchFamily="34" charset="0"/>
              </a:rPr>
              <a:t> e){</a:t>
            </a:r>
          </a:p>
          <a:p>
            <a:pPr>
              <a:spcBef>
                <a:spcPct val="0"/>
              </a:spcBef>
              <a:buFontTx/>
              <a:buNone/>
            </a:pPr>
            <a:r>
              <a:rPr lang="en-US" altLang="en-US" sz="2400" dirty="0">
                <a:solidFill>
                  <a:srgbClr val="0066FF"/>
                </a:solidFill>
                <a:latin typeface="Arial" panose="020B0604020202020204" pitchFamily="34" charset="0"/>
              </a:rPr>
              <a:t>	 </a:t>
            </a:r>
            <a:r>
              <a:rPr lang="en-US" altLang="en-US" sz="2400" dirty="0">
                <a:solidFill>
                  <a:srgbClr val="FF0000"/>
                </a:solidFill>
                <a:latin typeface="Arial" panose="020B0604020202020204" pitchFamily="34" charset="0"/>
              </a:rPr>
              <a:t>// Code to handle all other Exceptions</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FF0000"/>
                </a:solidFill>
                <a:latin typeface="Arial" panose="020B0604020202020204" pitchFamily="34" charset="0"/>
              </a:rPr>
              <a:t>IOException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a:t>
            </a:r>
            <a:r>
              <a:rPr lang="en-US" altLang="en-US" sz="2400" dirty="0">
                <a:solidFill>
                  <a:srgbClr val="FF0000"/>
                </a:solidFill>
                <a:latin typeface="Arial" panose="020B0604020202020204" pitchFamily="34" charset="0"/>
              </a:rPr>
              <a:t>// Code to handle any other IO Exception</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FF0000"/>
                </a:solidFill>
                <a:latin typeface="Arial" panose="020B0604020202020204" pitchFamily="34" charset="0"/>
              </a:rPr>
              <a:t>FileNotFoundException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a:t>
            </a:r>
            <a:r>
              <a:rPr lang="en-US" altLang="en-US" sz="2400" dirty="0">
                <a:solidFill>
                  <a:srgbClr val="FF0000"/>
                </a:solidFill>
                <a:latin typeface="Arial" panose="020B0604020202020204" pitchFamily="34" charset="0"/>
              </a:rPr>
              <a:t>// Code to handle not finding the specified file</a:t>
            </a:r>
            <a:endParaRPr lang="en-US" altLang="en-US" sz="2400" dirty="0">
              <a:solidFill>
                <a:srgbClr val="7030A0"/>
              </a:solidFill>
              <a:latin typeface="Arial" panose="020B0604020202020204" pitchFamily="34" charset="0"/>
            </a:endParaRP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finally{</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("this always happens");</a:t>
            </a:r>
          </a:p>
          <a:p>
            <a:pPr>
              <a:spcBef>
                <a:spcPct val="0"/>
              </a:spcBef>
              <a:buFontTx/>
              <a:buNone/>
            </a:pPr>
            <a:r>
              <a:rPr lang="en-US" altLang="en-US" sz="2400" dirty="0">
                <a:latin typeface="Arial" panose="020B0604020202020204" pitchFamily="34" charset="0"/>
              </a:rPr>
              <a:t>}		</a:t>
            </a:r>
          </a:p>
        </p:txBody>
      </p:sp>
      <p:sp>
        <p:nvSpPr>
          <p:cNvPr id="6" name="WordArt 4">
            <a:extLst>
              <a:ext uri="{FF2B5EF4-FFF2-40B4-BE49-F238E27FC236}">
                <a16:creationId xmlns:a16="http://schemas.microsoft.com/office/drawing/2014/main" id="{72A14621-919A-4378-8EDE-E7737E866B55}"/>
              </a:ext>
            </a:extLst>
          </p:cNvPr>
          <p:cNvSpPr>
            <a:spLocks noChangeArrowheads="1" noChangeShapeType="1" noTextEdit="1"/>
          </p:cNvSpPr>
          <p:nvPr/>
        </p:nvSpPr>
        <p:spPr bwMode="auto">
          <a:xfrm>
            <a:off x="838200" y="314099"/>
            <a:ext cx="7467600" cy="798513"/>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Multi[</a:t>
            </a:r>
            <a:r>
              <a:rPr lang="en-US" sz="3600" kern="10" dirty="0" err="1">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ple</a:t>
            </a: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 Catch Blocks – ORDER MATTERS!</a:t>
            </a:r>
          </a:p>
        </p:txBody>
      </p:sp>
      <p:sp>
        <p:nvSpPr>
          <p:cNvPr id="2" name="TextBox 1">
            <a:extLst>
              <a:ext uri="{FF2B5EF4-FFF2-40B4-BE49-F238E27FC236}">
                <a16:creationId xmlns:a16="http://schemas.microsoft.com/office/drawing/2014/main" id="{833E9610-7C29-2223-BF8E-B29EF65145C9}"/>
              </a:ext>
            </a:extLst>
          </p:cNvPr>
          <p:cNvSpPr txBox="1"/>
          <p:nvPr/>
        </p:nvSpPr>
        <p:spPr>
          <a:xfrm>
            <a:off x="5334000" y="1447800"/>
            <a:ext cx="3365024" cy="646331"/>
          </a:xfrm>
          <a:prstGeom prst="rect">
            <a:avLst/>
          </a:prstGeom>
          <a:solidFill>
            <a:srgbClr val="FF0000"/>
          </a:solidFill>
        </p:spPr>
        <p:txBody>
          <a:bodyPr wrap="none" rtlCol="0">
            <a:spAutoFit/>
          </a:bodyPr>
          <a:lstStyle/>
          <a:p>
            <a:r>
              <a:rPr lang="en-US" sz="3600" dirty="0">
                <a:solidFill>
                  <a:schemeClr val="bg1"/>
                </a:solidFill>
              </a:rPr>
              <a:t>Syntax error!!!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0F5AF8-4F46-0171-D330-682776864D1E}"/>
              </a:ext>
            </a:extLst>
          </p:cNvPr>
          <p:cNvSpPr/>
          <p:nvPr/>
        </p:nvSpPr>
        <p:spPr>
          <a:xfrm>
            <a:off x="228600" y="457200"/>
            <a:ext cx="8686800" cy="646331"/>
          </a:xfrm>
          <a:prstGeom prst="rect">
            <a:avLst/>
          </a:prstGeom>
          <a:noFill/>
        </p:spPr>
        <p:txBody>
          <a:bodyPr wrap="square" lIns="91440" tIns="45720" rIns="91440" bIns="45720">
            <a:spAutoFit/>
          </a:bodyPr>
          <a:lstStyle/>
          <a:p>
            <a:pPr algn="ctr"/>
            <a:r>
              <a:rPr lang="en-US" sz="3600" b="1" cap="none" spc="0" dirty="0">
                <a:ln w="12700">
                  <a:solidFill>
                    <a:schemeClr val="accent1"/>
                  </a:solidFill>
                  <a:prstDash val="solid"/>
                </a:ln>
                <a:solidFill>
                  <a:schemeClr val="accent1">
                    <a:lumMod val="50000"/>
                  </a:schemeClr>
                </a:solidFill>
                <a:effectLst>
                  <a:outerShdw dist="38100" dir="2640000" algn="bl" rotWithShape="0">
                    <a:schemeClr val="accent1"/>
                  </a:outerShdw>
                </a:effectLst>
              </a:rPr>
              <a:t>Multiple Exceptions, </a:t>
            </a:r>
            <a:r>
              <a:rPr lang="en-US" sz="3600" dirty="0">
                <a:ln w="12700">
                  <a:solidFill>
                    <a:schemeClr val="accent1"/>
                  </a:solidFill>
                  <a:prstDash val="solid"/>
                </a:ln>
                <a:solidFill>
                  <a:schemeClr val="accent1">
                    <a:lumMod val="50000"/>
                  </a:schemeClr>
                </a:solidFill>
                <a:effectLst>
                  <a:outerShdw dist="38100" dir="2640000" algn="bl" rotWithShape="0">
                    <a:schemeClr val="accent1"/>
                  </a:outerShdw>
                </a:effectLst>
              </a:rPr>
              <a:t>One Catch Block</a:t>
            </a:r>
            <a:endParaRPr lang="en-US" sz="3600" b="1" cap="none" spc="0" dirty="0">
              <a:ln w="12700">
                <a:solidFill>
                  <a:schemeClr val="accent1"/>
                </a:solidFill>
                <a:prstDash val="solid"/>
              </a:ln>
              <a:solidFill>
                <a:schemeClr val="accent1">
                  <a:lumMod val="50000"/>
                </a:schemeClr>
              </a:solidFill>
              <a:effectLst>
                <a:outerShdw dist="38100" dir="2640000" algn="bl" rotWithShape="0">
                  <a:schemeClr val="accent1"/>
                </a:outerShdw>
              </a:effectLst>
            </a:endParaRPr>
          </a:p>
        </p:txBody>
      </p:sp>
      <p:sp>
        <p:nvSpPr>
          <p:cNvPr id="4" name="Rectangle 2">
            <a:extLst>
              <a:ext uri="{FF2B5EF4-FFF2-40B4-BE49-F238E27FC236}">
                <a16:creationId xmlns:a16="http://schemas.microsoft.com/office/drawing/2014/main" id="{00F4F2DB-904D-0014-CA99-50A45333660C}"/>
              </a:ext>
            </a:extLst>
          </p:cNvPr>
          <p:cNvSpPr>
            <a:spLocks noChangeArrowheads="1"/>
          </p:cNvSpPr>
          <p:nvPr/>
        </p:nvSpPr>
        <p:spPr bwMode="auto">
          <a:xfrm>
            <a:off x="457200" y="1057366"/>
            <a:ext cx="8458200" cy="5221829"/>
          </a:xfrm>
          <a:prstGeom prst="rect">
            <a:avLst/>
          </a:prstGeom>
          <a:noFill/>
          <a:ln>
            <a:noFill/>
          </a:ln>
          <a:effectLst/>
        </p:spPr>
        <p:txBody>
          <a:bodyPr vert="horz" wrap="square" lIns="0" tIns="355488"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ts val="1200"/>
              </a:spcAft>
              <a:buClrTx/>
              <a:buSzTx/>
              <a:buFontTx/>
              <a:buNone/>
              <a:tabLst/>
            </a:pPr>
            <a:r>
              <a:rPr lang="en-US" altLang="en-US" sz="3000" b="0" dirty="0">
                <a:solidFill>
                  <a:srgbClr val="242424"/>
                </a:solidFill>
                <a:latin typeface="source-serif-pro"/>
              </a:rPr>
              <a:t>S</a:t>
            </a:r>
            <a:r>
              <a:rPr kumimoji="0" lang="en-US" altLang="en-US" sz="3000" b="0" i="0" u="none" strike="noStrike" cap="none" normalizeH="0" baseline="0" dirty="0">
                <a:ln>
                  <a:noFill/>
                </a:ln>
                <a:solidFill>
                  <a:srgbClr val="242424"/>
                </a:solidFill>
                <a:effectLst/>
                <a:latin typeface="source-serif-pro"/>
              </a:rPr>
              <a:t>eparate each exception type with a vertical bar (</a:t>
            </a:r>
            <a:r>
              <a:rPr kumimoji="0" lang="en-US" altLang="en-US" sz="3000" b="0" i="0" u="none" strike="noStrike" cap="none" normalizeH="0" baseline="0" dirty="0">
                <a:ln>
                  <a:noFill/>
                </a:ln>
                <a:solidFill>
                  <a:srgbClr val="242424"/>
                </a:solidFill>
                <a:effectLst/>
                <a:latin typeface="source-code-pro"/>
              </a:rPr>
              <a:t>|</a:t>
            </a:r>
            <a:r>
              <a:rPr kumimoji="0" lang="en-US" altLang="en-US" sz="3000" b="0" i="0" u="none" strike="noStrike" cap="none" normalizeH="0" baseline="0" dirty="0">
                <a:ln>
                  <a:noFill/>
                </a:ln>
                <a:solidFill>
                  <a:srgbClr val="242424"/>
                </a:solidFill>
                <a:effectLst/>
                <a:latin typeface="source-serif-pro"/>
              </a:rPr>
              <a:t>):</a:t>
            </a:r>
            <a:endParaRPr kumimoji="0" lang="en-US" altLang="en-US" sz="3000" b="0" i="0" u="none" strike="noStrike" cap="none" normalizeH="0" baseline="0" dirty="0">
              <a:ln>
                <a:noFill/>
              </a:ln>
              <a:solidFill>
                <a:srgbClr val="AA0D91"/>
              </a:solidFill>
              <a:effectLst/>
              <a:latin typeface="source-code-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rgbClr val="AA0D91"/>
                </a:solidFill>
                <a:effectLst/>
                <a:latin typeface="source-code-pro"/>
              </a:rPr>
              <a:t>try</a:t>
            </a:r>
            <a:r>
              <a:rPr kumimoji="0" lang="en-US" altLang="en-US" sz="3600" b="0" i="0" u="none" strike="noStrike" cap="none" normalizeH="0" baseline="0" dirty="0">
                <a:ln>
                  <a:noFill/>
                </a:ln>
                <a:solidFill>
                  <a:srgbClr val="242424"/>
                </a:solidFill>
                <a:effectLst/>
                <a:latin typeface="source-code-pro"/>
              </a:rPr>
              <a:t> {</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   </a:t>
            </a:r>
            <a:r>
              <a:rPr kumimoji="0" lang="en-US" altLang="en-US" sz="3600" b="0" i="0" u="none" strike="noStrike" cap="none" normalizeH="0" baseline="0" dirty="0">
                <a:ln>
                  <a:noFill/>
                </a:ln>
                <a:solidFill>
                  <a:srgbClr val="007400"/>
                </a:solidFill>
                <a:effectLst/>
                <a:latin typeface="source-code-pro"/>
              </a:rPr>
              <a:t>// code</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 </a:t>
            </a:r>
            <a:r>
              <a:rPr kumimoji="0" lang="en-US" altLang="en-US" sz="3600" b="0" i="0" u="none" strike="noStrike" cap="none" normalizeH="0" baseline="0" dirty="0">
                <a:ln>
                  <a:noFill/>
                </a:ln>
                <a:solidFill>
                  <a:srgbClr val="AA0D91"/>
                </a:solidFill>
                <a:effectLst/>
                <a:latin typeface="source-code-pro"/>
              </a:rPr>
              <a:t>catch</a:t>
            </a:r>
            <a:r>
              <a:rPr kumimoji="0" lang="en-US" altLang="en-US" sz="3600" b="0" i="0" u="none" strike="noStrike" cap="none" normalizeH="0" baseline="0" dirty="0">
                <a:ln>
                  <a:noFill/>
                </a:ln>
                <a:solidFill>
                  <a:srgbClr val="242424"/>
                </a:solidFill>
                <a:effectLst/>
                <a:latin typeface="source-code-pro"/>
              </a:rPr>
              <a:t> (ExceptionType1 </a:t>
            </a:r>
            <a:r>
              <a:rPr kumimoji="0" lang="en-US" altLang="en-US" sz="3600" b="0" i="0" u="none" strike="noStrike" cap="none" normalizeH="0" baseline="0" dirty="0">
                <a:ln>
                  <a:noFill/>
                </a:ln>
                <a:solidFill>
                  <a:srgbClr val="0000CC"/>
                </a:solidFill>
                <a:effectLst/>
                <a:latin typeface="source-code-pro"/>
              </a:rPr>
              <a:t>|</a:t>
            </a:r>
            <a:r>
              <a:rPr kumimoji="0" lang="en-US" altLang="en-US" sz="3600" b="0" i="0" u="none" strike="noStrike" cap="none" normalizeH="0" baseline="0" dirty="0">
                <a:ln>
                  <a:noFill/>
                </a:ln>
                <a:solidFill>
                  <a:srgbClr val="242424"/>
                </a:solidFill>
                <a:effectLst/>
                <a:latin typeface="source-code-pro"/>
              </a:rPr>
              <a:t> Exceptiontype2 ex) { </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   </a:t>
            </a:r>
            <a:r>
              <a:rPr kumimoji="0" lang="en-US" altLang="en-US" sz="3600" b="0" i="0" u="none" strike="noStrike" cap="none" normalizeH="0" baseline="0" dirty="0">
                <a:ln>
                  <a:noFill/>
                </a:ln>
                <a:solidFill>
                  <a:srgbClr val="007400"/>
                </a:solidFill>
                <a:effectLst/>
                <a:latin typeface="source-code-pro"/>
              </a:rPr>
              <a:t>// catch block</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242424"/>
                </a:solidFill>
                <a:effectLst/>
                <a:latin typeface="source-serif-pro"/>
              </a:rPr>
              <a:t>The pipe symbol (|) can be used to divide up a catch block that handles numerous exceptions</a:t>
            </a:r>
            <a:endParaRPr kumimoji="0" lang="en-US" altLang="en-US" sz="3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73831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3">
            <a:extLst>
              <a:ext uri="{FF2B5EF4-FFF2-40B4-BE49-F238E27FC236}">
                <a16:creationId xmlns:a16="http://schemas.microsoft.com/office/drawing/2014/main" id="{B838D249-EE76-578D-4FBA-0976FD694EB7}"/>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DB3C0C1-0D84-4E3B-8431-25F7532E467A}"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3731" name="Rectangle 2">
            <a:extLst>
              <a:ext uri="{FF2B5EF4-FFF2-40B4-BE49-F238E27FC236}">
                <a16:creationId xmlns:a16="http://schemas.microsoft.com/office/drawing/2014/main" id="{D5EA9C64-301C-B12B-90F7-1BC2D570AFBE}"/>
              </a:ext>
            </a:extLst>
          </p:cNvPr>
          <p:cNvSpPr>
            <a:spLocks noGrp="1" noChangeArrowheads="1"/>
          </p:cNvSpPr>
          <p:nvPr>
            <p:ph type="title"/>
          </p:nvPr>
        </p:nvSpPr>
        <p:spPr/>
        <p:txBody>
          <a:bodyPr/>
          <a:lstStyle/>
          <a:p>
            <a:pPr eaLnBrk="1" hangingPunct="1"/>
            <a:r>
              <a:rPr lang="en-GB" altLang="en-US">
                <a:solidFill>
                  <a:schemeClr val="tx1"/>
                </a:solidFill>
              </a:rPr>
              <a:t>Multiple Catch Statements</a:t>
            </a:r>
          </a:p>
        </p:txBody>
      </p:sp>
      <p:sp>
        <p:nvSpPr>
          <p:cNvPr id="24580" name="Rectangle 3">
            <a:extLst>
              <a:ext uri="{FF2B5EF4-FFF2-40B4-BE49-F238E27FC236}">
                <a16:creationId xmlns:a16="http://schemas.microsoft.com/office/drawing/2014/main" id="{9B4EF0F6-185B-AC52-0E3A-E3CE49D6D765}"/>
              </a:ext>
            </a:extLst>
          </p:cNvPr>
          <p:cNvSpPr>
            <a:spLocks noGrp="1" noChangeArrowheads="1"/>
          </p:cNvSpPr>
          <p:nvPr>
            <p:ph type="body" idx="1"/>
          </p:nvPr>
        </p:nvSpPr>
        <p:spPr>
          <a:xfrm>
            <a:off x="838200" y="1295400"/>
            <a:ext cx="7772400" cy="4953000"/>
          </a:xfrm>
        </p:spPr>
        <p:txBody>
          <a:bodyPr/>
          <a:lstStyle/>
          <a:p>
            <a:pPr marL="228600" lvl="1" indent="-228600" eaLnBrk="1" hangingPunct="1">
              <a:lnSpc>
                <a:spcPct val="80000"/>
              </a:lnSpc>
              <a:spcAft>
                <a:spcPts val="600"/>
              </a:spcAft>
              <a:buFont typeface="Wingdings" panose="05000000000000000000" pitchFamily="2" charset="2"/>
              <a:buNone/>
              <a:defRPr/>
            </a:pPr>
            <a:r>
              <a:rPr lang="en-GB" sz="1800" b="1" dirty="0"/>
              <a:t>This URL string is deliberately missing the http: protocol to cause an exception</a:t>
            </a:r>
          </a:p>
          <a:p>
            <a:pPr marL="285750" lvl="1" eaLnBrk="1" hangingPunct="1">
              <a:lnSpc>
                <a:spcPct val="80000"/>
              </a:lnSpc>
              <a:buFont typeface="Wingdings" panose="05000000000000000000" pitchFamily="2" charset="2"/>
              <a:buNone/>
              <a:defRPr/>
            </a:pPr>
            <a:r>
              <a:rPr lang="en-GB" sz="1800" dirty="0"/>
              <a:t>String </a:t>
            </a:r>
            <a:r>
              <a:rPr lang="en-GB" sz="1800" dirty="0" err="1"/>
              <a:t>urlStr</a:t>
            </a:r>
            <a:r>
              <a:rPr lang="en-GB" sz="1800" dirty="0"/>
              <a:t> = "xeo.com:90/</a:t>
            </a:r>
            <a:r>
              <a:rPr lang="en-GB" sz="1800" dirty="0" err="1"/>
              <a:t>register.jsp?name</a:t>
            </a:r>
            <a:r>
              <a:rPr lang="en-GB" sz="1800" dirty="0"/>
              <a:t>=</a:t>
            </a:r>
            <a:r>
              <a:rPr lang="en-GB" sz="1800" dirty="0" err="1"/>
              <a:t>joe</a:t>
            </a:r>
            <a:r>
              <a:rPr lang="en-GB" sz="1800" dirty="0"/>
              <a:t>";</a:t>
            </a:r>
          </a:p>
          <a:p>
            <a:pPr marL="285750" lvl="1" eaLnBrk="1" hangingPunct="1">
              <a:lnSpc>
                <a:spcPct val="80000"/>
              </a:lnSpc>
              <a:buFont typeface="Wingdings" panose="05000000000000000000" pitchFamily="2" charset="2"/>
              <a:buNone/>
              <a:defRPr/>
            </a:pPr>
            <a:r>
              <a:rPr lang="en-GB" sz="1800" dirty="0"/>
              <a:t>try {</a:t>
            </a:r>
          </a:p>
          <a:p>
            <a:pPr marL="285750" lvl="1" eaLnBrk="1" hangingPunct="1">
              <a:lnSpc>
                <a:spcPct val="80000"/>
              </a:lnSpc>
              <a:buFont typeface="Wingdings" panose="05000000000000000000" pitchFamily="2" charset="2"/>
              <a:buNone/>
              <a:defRPr/>
            </a:pPr>
            <a:r>
              <a:rPr lang="en-GB" sz="1800" dirty="0"/>
              <a:t>    // Get the image</a:t>
            </a:r>
          </a:p>
          <a:p>
            <a:pPr marL="285750" lvl="1" eaLnBrk="1" hangingPunct="1">
              <a:lnSpc>
                <a:spcPct val="80000"/>
              </a:lnSpc>
              <a:buFont typeface="Wingdings" panose="05000000000000000000" pitchFamily="2" charset="2"/>
              <a:buNone/>
              <a:defRPr/>
            </a:pPr>
            <a:r>
              <a:rPr lang="en-GB" sz="1800" dirty="0"/>
              <a:t>    URL </a:t>
            </a:r>
            <a:r>
              <a:rPr lang="en-GB" sz="1800" dirty="0" err="1"/>
              <a:t>url</a:t>
            </a:r>
            <a:r>
              <a:rPr lang="en-GB" sz="1800" dirty="0"/>
              <a:t> = new URL(</a:t>
            </a:r>
            <a:r>
              <a:rPr lang="en-GB" sz="1800" dirty="0" err="1"/>
              <a:t>urlStr</a:t>
            </a:r>
            <a:r>
              <a:rPr lang="en-GB" sz="1800" dirty="0"/>
              <a:t>);</a:t>
            </a:r>
          </a:p>
          <a:p>
            <a:pPr marL="285750" lvl="1" eaLnBrk="1" hangingPunct="1">
              <a:lnSpc>
                <a:spcPct val="80000"/>
              </a:lnSpc>
              <a:buFont typeface="Wingdings" panose="05000000000000000000" pitchFamily="2" charset="2"/>
              <a:buNone/>
              <a:defRPr/>
            </a:pPr>
            <a:r>
              <a:rPr lang="en-GB" sz="1800" dirty="0"/>
              <a:t>    </a:t>
            </a:r>
            <a:r>
              <a:rPr lang="en-GB" sz="1800" dirty="0" err="1"/>
              <a:t>InputStream</a:t>
            </a:r>
            <a:r>
              <a:rPr lang="en-GB" sz="1800" dirty="0"/>
              <a:t> is = </a:t>
            </a:r>
            <a:r>
              <a:rPr lang="en-GB" sz="1800" dirty="0" err="1"/>
              <a:t>url.openStream</a:t>
            </a:r>
            <a:r>
              <a:rPr lang="en-GB" sz="1800" dirty="0"/>
              <a:t>();</a:t>
            </a:r>
          </a:p>
          <a:p>
            <a:pPr marL="285750" lvl="1" eaLnBrk="1" hangingPunct="1">
              <a:lnSpc>
                <a:spcPct val="80000"/>
              </a:lnSpc>
              <a:buFont typeface="Wingdings" panose="05000000000000000000" pitchFamily="2" charset="2"/>
              <a:buNone/>
              <a:defRPr/>
            </a:pPr>
            <a:r>
              <a:rPr lang="en-GB" sz="1800" dirty="0"/>
              <a:t>    </a:t>
            </a:r>
            <a:r>
              <a:rPr lang="en-GB" sz="1800" dirty="0" err="1"/>
              <a:t>is.close</a:t>
            </a:r>
            <a:r>
              <a:rPr lang="en-GB" sz="1800" dirty="0"/>
              <a:t>();</a:t>
            </a:r>
          </a:p>
          <a:p>
            <a:pPr marL="285750" lvl="1" eaLnBrk="1" hangingPunct="1">
              <a:lnSpc>
                <a:spcPct val="80000"/>
              </a:lnSpc>
              <a:buFont typeface="Wingdings" panose="05000000000000000000" pitchFamily="2" charset="2"/>
              <a:buNone/>
              <a:defRPr/>
            </a:pPr>
            <a:r>
              <a:rPr lang="en-GB" sz="1800" dirty="0"/>
              <a:t>} catch (</a:t>
            </a:r>
            <a:r>
              <a:rPr lang="en-GB" sz="1800" dirty="0" err="1"/>
              <a:t>MalformedURLException</a:t>
            </a:r>
            <a:r>
              <a:rPr lang="en-GB" sz="1800" dirty="0"/>
              <a:t> e) {</a:t>
            </a:r>
          </a:p>
          <a:p>
            <a:pPr marL="285750" lvl="1" eaLnBrk="1" hangingPunct="1">
              <a:lnSpc>
                <a:spcPct val="80000"/>
              </a:lnSpc>
              <a:buFont typeface="Wingdings" panose="05000000000000000000" pitchFamily="2" charset="2"/>
              <a:buNone/>
              <a:defRPr/>
            </a:pPr>
            <a:r>
              <a:rPr lang="en-GB" sz="1800" dirty="0"/>
              <a:t>    // Print out the exception that occurred</a:t>
            </a:r>
          </a:p>
          <a:p>
            <a:pPr marL="285750" lvl="1" eaLnBrk="1" hangingPunct="1">
              <a:lnSpc>
                <a:spcPct val="80000"/>
              </a:lnSpc>
              <a:buFont typeface="Wingdings" panose="05000000000000000000" pitchFamily="2" charset="2"/>
              <a:buNone/>
              <a:defRPr/>
            </a:pPr>
            <a:r>
              <a:rPr lang="en-GB" sz="1800" dirty="0"/>
              <a:t>    </a:t>
            </a:r>
            <a:r>
              <a:rPr lang="en-GB" sz="1800" dirty="0" err="1"/>
              <a:t>System.out.println</a:t>
            </a:r>
            <a:r>
              <a:rPr lang="en-GB" sz="1800" dirty="0"/>
              <a:t>("Invalid URL "+</a:t>
            </a:r>
            <a:r>
              <a:rPr lang="en-GB" sz="1800" dirty="0" err="1"/>
              <a:t>urlStr</a:t>
            </a:r>
            <a:r>
              <a:rPr lang="en-GB" sz="1800" dirty="0"/>
              <a:t>+": "+</a:t>
            </a:r>
            <a:r>
              <a:rPr lang="en-GB" sz="1800" dirty="0" err="1"/>
              <a:t>e.getMessage</a:t>
            </a:r>
            <a:r>
              <a:rPr lang="en-GB" sz="1800" dirty="0"/>
              <a:t>());</a:t>
            </a:r>
          </a:p>
          <a:p>
            <a:pPr marL="285750" lvl="1" eaLnBrk="1" hangingPunct="1">
              <a:lnSpc>
                <a:spcPct val="80000"/>
              </a:lnSpc>
              <a:buFont typeface="Wingdings" panose="05000000000000000000" pitchFamily="2" charset="2"/>
              <a:buNone/>
              <a:defRPr/>
            </a:pPr>
            <a:r>
              <a:rPr lang="en-GB" sz="1800" dirty="0"/>
              <a:t>} catch (</a:t>
            </a:r>
            <a:r>
              <a:rPr lang="en-GB" sz="1800" dirty="0" err="1"/>
              <a:t>IOException</a:t>
            </a:r>
            <a:r>
              <a:rPr lang="en-GB" sz="1800" dirty="0"/>
              <a:t> e) {</a:t>
            </a:r>
          </a:p>
          <a:p>
            <a:pPr marL="285750" lvl="1" eaLnBrk="1" hangingPunct="1">
              <a:lnSpc>
                <a:spcPct val="80000"/>
              </a:lnSpc>
              <a:buFont typeface="Wingdings" panose="05000000000000000000" pitchFamily="2" charset="2"/>
              <a:buNone/>
              <a:defRPr/>
            </a:pPr>
            <a:r>
              <a:rPr lang="en-GB" sz="1800" dirty="0"/>
              <a:t>    // Print out the exception that occurred</a:t>
            </a:r>
          </a:p>
          <a:p>
            <a:pPr marL="285750" lvl="1" eaLnBrk="1" hangingPunct="1">
              <a:lnSpc>
                <a:spcPct val="80000"/>
              </a:lnSpc>
              <a:buFont typeface="Wingdings" panose="05000000000000000000" pitchFamily="2" charset="2"/>
              <a:buNone/>
              <a:defRPr/>
            </a:pPr>
            <a:r>
              <a:rPr lang="en-GB" sz="1800" dirty="0"/>
              <a:t>    </a:t>
            </a:r>
            <a:r>
              <a:rPr lang="en-GB" sz="1800" dirty="0" err="1"/>
              <a:t>System.out.println</a:t>
            </a:r>
            <a:r>
              <a:rPr lang="en-GB" sz="1800" dirty="0"/>
              <a:t>("Unable to execute "+</a:t>
            </a:r>
            <a:r>
              <a:rPr lang="en-GB" sz="1800" dirty="0" err="1"/>
              <a:t>urlStr</a:t>
            </a:r>
            <a:r>
              <a:rPr lang="en-GB" sz="1800" dirty="0"/>
              <a:t>+": "+</a:t>
            </a:r>
            <a:r>
              <a:rPr lang="en-GB" sz="1800" dirty="0" err="1"/>
              <a:t>e.getMessage</a:t>
            </a:r>
            <a:r>
              <a:rPr lang="en-GB" sz="1800" dirty="0"/>
              <a:t>());</a:t>
            </a:r>
          </a:p>
          <a:p>
            <a:pPr marL="285750" lvl="1" eaLnBrk="1" hangingPunct="1">
              <a:lnSpc>
                <a:spcPct val="80000"/>
              </a:lnSpc>
              <a:buFont typeface="Wingdings" panose="05000000000000000000" pitchFamily="2" charset="2"/>
              <a:buNone/>
              <a:defRPr/>
            </a:pPr>
            <a:r>
              <a:rPr lang="en-GB" sz="1800" dirty="0"/>
              <a:t>}</a:t>
            </a:r>
          </a:p>
          <a:p>
            <a:pPr marL="285750" lvl="1" eaLnBrk="1" hangingPunct="1">
              <a:lnSpc>
                <a:spcPct val="80000"/>
              </a:lnSpc>
              <a:buFont typeface="Wingdings" panose="05000000000000000000" pitchFamily="2" charset="2"/>
              <a:buNone/>
              <a:defRPr/>
            </a:pPr>
            <a:endParaRPr lang="en-GB" sz="1800" dirty="0"/>
          </a:p>
        </p:txBody>
      </p:sp>
      <p:sp>
        <p:nvSpPr>
          <p:cNvPr id="9" name="TextBox 8">
            <a:extLst>
              <a:ext uri="{FF2B5EF4-FFF2-40B4-BE49-F238E27FC236}">
                <a16:creationId xmlns:a16="http://schemas.microsoft.com/office/drawing/2014/main" id="{A9FDA72C-1754-DD68-3B3B-DEE1FD56CA5B}"/>
              </a:ext>
            </a:extLst>
          </p:cNvPr>
          <p:cNvSpPr txBox="1"/>
          <p:nvPr/>
        </p:nvSpPr>
        <p:spPr>
          <a:xfrm>
            <a:off x="152400" y="5664200"/>
            <a:ext cx="8915400" cy="660400"/>
          </a:xfrm>
          <a:prstGeom prst="rect">
            <a:avLst/>
          </a:prstGeom>
          <a:noFill/>
        </p:spPr>
        <p:txBody>
          <a:bodyPr>
            <a:spAutoFit/>
          </a:bodyPr>
          <a:lstStyle/>
          <a:p>
            <a:pPr marL="0" marR="0" lvl="1" indent="0" algn="l" defTabSz="914400" rtl="0" eaLnBrk="1" fontAlgn="base"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Output</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p>
          <a:p>
            <a:pPr marL="0" marR="0" lvl="1"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Invalid URL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no protocol: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endParaRPr kumimoji="0" lang="en-GB"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endParaRPr>
          </a:p>
        </p:txBody>
      </p:sp>
    </p:spTree>
  </p:cSld>
  <p:clrMapOvr>
    <a:masterClrMapping/>
  </p:clrMapOvr>
  <p:transition advTm="100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3">
            <a:extLst>
              <a:ext uri="{FF2B5EF4-FFF2-40B4-BE49-F238E27FC236}">
                <a16:creationId xmlns:a16="http://schemas.microsoft.com/office/drawing/2014/main" id="{9A2B2A75-5132-7BE4-8351-10029DD2F383}"/>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A58C7C-0F47-4DB6-B2E0-31D17F3DF1EF}"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4755" name="Rectangle 2">
            <a:extLst>
              <a:ext uri="{FF2B5EF4-FFF2-40B4-BE49-F238E27FC236}">
                <a16:creationId xmlns:a16="http://schemas.microsoft.com/office/drawing/2014/main" id="{49D1E58F-60F0-58A4-7953-436199D8A8B1}"/>
              </a:ext>
            </a:extLst>
          </p:cNvPr>
          <p:cNvSpPr>
            <a:spLocks noGrp="1" noChangeArrowheads="1"/>
          </p:cNvSpPr>
          <p:nvPr>
            <p:ph type="title"/>
          </p:nvPr>
        </p:nvSpPr>
        <p:spPr/>
        <p:txBody>
          <a:bodyPr/>
          <a:lstStyle/>
          <a:p>
            <a:pPr eaLnBrk="1" hangingPunct="1"/>
            <a:r>
              <a:rPr lang="en-GB" altLang="en-US">
                <a:solidFill>
                  <a:schemeClr val="tx1"/>
                </a:solidFill>
              </a:rPr>
              <a:t>Multiple Catch Statements</a:t>
            </a:r>
          </a:p>
        </p:txBody>
      </p:sp>
      <p:sp>
        <p:nvSpPr>
          <p:cNvPr id="74756" name="Rectangle 3">
            <a:extLst>
              <a:ext uri="{FF2B5EF4-FFF2-40B4-BE49-F238E27FC236}">
                <a16:creationId xmlns:a16="http://schemas.microsoft.com/office/drawing/2014/main" id="{2358F72A-B1A3-2BD9-C86F-29142DD7C8E4}"/>
              </a:ext>
            </a:extLst>
          </p:cNvPr>
          <p:cNvSpPr>
            <a:spLocks noGrp="1" noChangeArrowheads="1"/>
          </p:cNvSpPr>
          <p:nvPr>
            <p:ph type="body" idx="1"/>
          </p:nvPr>
        </p:nvSpPr>
        <p:spPr>
          <a:xfrm>
            <a:off x="685800" y="1295400"/>
            <a:ext cx="8077200" cy="4267200"/>
          </a:xfrm>
        </p:spPr>
        <p:txBody>
          <a:bodyPr/>
          <a:lstStyle/>
          <a:p>
            <a:pPr marL="285750" lvl="1" eaLnBrk="1" hangingPunct="1">
              <a:lnSpc>
                <a:spcPct val="80000"/>
              </a:lnSpc>
              <a:spcAft>
                <a:spcPts val="600"/>
              </a:spcAft>
              <a:buFont typeface="Wingdings" panose="05000000000000000000" pitchFamily="2" charset="2"/>
              <a:buNone/>
            </a:pPr>
            <a:r>
              <a:rPr lang="en-US" altLang="en-US" sz="1800" b="1"/>
              <a:t>The URL is valid, but refers to a non-existant web page which results in a IOException. </a:t>
            </a:r>
          </a:p>
          <a:p>
            <a:pPr marL="285750" lvl="1" eaLnBrk="1" hangingPunct="1">
              <a:lnSpc>
                <a:spcPct val="80000"/>
              </a:lnSpc>
              <a:buFont typeface="Wingdings" panose="05000000000000000000" pitchFamily="2" charset="2"/>
              <a:buNone/>
            </a:pPr>
            <a:r>
              <a:rPr lang="en-GB" altLang="en-US" sz="1800"/>
              <a:t>String urlStr = </a:t>
            </a:r>
            <a:r>
              <a:rPr lang="en-US" altLang="en-US" sz="1800"/>
              <a:t>"http://xeo.com:90/register.jsp?name=joe";</a:t>
            </a:r>
            <a:endParaRPr lang="en-GB" altLang="en-US" sz="1800"/>
          </a:p>
          <a:p>
            <a:pPr marL="285750" lvl="1" eaLnBrk="1" hangingPunct="1">
              <a:lnSpc>
                <a:spcPct val="80000"/>
              </a:lnSpc>
              <a:buFont typeface="Wingdings" panose="05000000000000000000" pitchFamily="2" charset="2"/>
              <a:buNone/>
            </a:pPr>
            <a:r>
              <a:rPr lang="en-GB" altLang="en-US" sz="1800"/>
              <a:t>try {</a:t>
            </a:r>
          </a:p>
          <a:p>
            <a:pPr marL="285750" lvl="1" eaLnBrk="1" hangingPunct="1">
              <a:lnSpc>
                <a:spcPct val="80000"/>
              </a:lnSpc>
              <a:buFont typeface="Wingdings" panose="05000000000000000000" pitchFamily="2" charset="2"/>
              <a:buNone/>
            </a:pPr>
            <a:r>
              <a:rPr lang="en-GB" altLang="en-US" sz="1800"/>
              <a:t>    // Get the image</a:t>
            </a:r>
          </a:p>
          <a:p>
            <a:pPr marL="285750" lvl="1" eaLnBrk="1" hangingPunct="1">
              <a:lnSpc>
                <a:spcPct val="80000"/>
              </a:lnSpc>
              <a:buFont typeface="Wingdings" panose="05000000000000000000" pitchFamily="2" charset="2"/>
              <a:buNone/>
            </a:pPr>
            <a:r>
              <a:rPr lang="en-GB" altLang="en-US" sz="1800"/>
              <a:t>    URL url = new URL(urlStr);</a:t>
            </a:r>
          </a:p>
          <a:p>
            <a:pPr marL="285750" lvl="1" eaLnBrk="1" hangingPunct="1">
              <a:lnSpc>
                <a:spcPct val="80000"/>
              </a:lnSpc>
              <a:buFont typeface="Wingdings" panose="05000000000000000000" pitchFamily="2" charset="2"/>
              <a:buNone/>
            </a:pPr>
            <a:r>
              <a:rPr lang="en-GB" altLang="en-US" sz="1800"/>
              <a:t>    InputStream is = url.openStream();</a:t>
            </a:r>
          </a:p>
          <a:p>
            <a:pPr marL="285750" lvl="1" eaLnBrk="1" hangingPunct="1">
              <a:lnSpc>
                <a:spcPct val="80000"/>
              </a:lnSpc>
              <a:buFont typeface="Wingdings" panose="05000000000000000000" pitchFamily="2" charset="2"/>
              <a:buNone/>
            </a:pPr>
            <a:r>
              <a:rPr lang="en-GB" altLang="en-US" sz="1800"/>
              <a:t>    is.close();</a:t>
            </a:r>
          </a:p>
          <a:p>
            <a:pPr marL="285750" lvl="1" eaLnBrk="1" hangingPunct="1">
              <a:lnSpc>
                <a:spcPct val="80000"/>
              </a:lnSpc>
              <a:buFont typeface="Wingdings" panose="05000000000000000000" pitchFamily="2" charset="2"/>
              <a:buNone/>
            </a:pPr>
            <a:r>
              <a:rPr lang="en-GB" altLang="en-US" sz="1800"/>
              <a:t>} catch (MalformedURLException e) {</a:t>
            </a:r>
          </a:p>
          <a:p>
            <a:pPr marL="285750" lvl="1" eaLnBrk="1" hangingPunct="1">
              <a:lnSpc>
                <a:spcPct val="80000"/>
              </a:lnSpc>
              <a:buFont typeface="Wingdings" panose="05000000000000000000" pitchFamily="2" charset="2"/>
              <a:buNone/>
            </a:pPr>
            <a:r>
              <a:rPr lang="en-GB" altLang="en-US" sz="1800"/>
              <a:t>    // Print out the exception that occurred</a:t>
            </a:r>
          </a:p>
          <a:p>
            <a:pPr marL="285750" lvl="1" eaLnBrk="1" hangingPunct="1">
              <a:lnSpc>
                <a:spcPct val="80000"/>
              </a:lnSpc>
              <a:buFont typeface="Wingdings" panose="05000000000000000000" pitchFamily="2" charset="2"/>
              <a:buNone/>
            </a:pPr>
            <a:r>
              <a:rPr lang="en-GB" altLang="en-US" sz="1800"/>
              <a:t>    System.out.println("Invalid URL "+urlStr+": "+e.getMessage());</a:t>
            </a:r>
          </a:p>
          <a:p>
            <a:pPr marL="285750" lvl="1" eaLnBrk="1" hangingPunct="1">
              <a:lnSpc>
                <a:spcPct val="80000"/>
              </a:lnSpc>
              <a:buFont typeface="Wingdings" panose="05000000000000000000" pitchFamily="2" charset="2"/>
              <a:buNone/>
            </a:pPr>
            <a:r>
              <a:rPr lang="en-GB" altLang="en-US" sz="1800"/>
              <a:t>} catch (IOException e) {</a:t>
            </a:r>
          </a:p>
          <a:p>
            <a:pPr marL="285750" lvl="1" eaLnBrk="1" hangingPunct="1">
              <a:lnSpc>
                <a:spcPct val="80000"/>
              </a:lnSpc>
              <a:buFont typeface="Wingdings" panose="05000000000000000000" pitchFamily="2" charset="2"/>
              <a:buNone/>
            </a:pPr>
            <a:r>
              <a:rPr lang="en-GB" altLang="en-US" sz="1800"/>
              <a:t>    // Print out the exception that occurred</a:t>
            </a:r>
          </a:p>
          <a:p>
            <a:pPr marL="285750" lvl="1" eaLnBrk="1" hangingPunct="1">
              <a:lnSpc>
                <a:spcPct val="80000"/>
              </a:lnSpc>
              <a:buFont typeface="Wingdings" panose="05000000000000000000" pitchFamily="2" charset="2"/>
              <a:buNone/>
            </a:pPr>
            <a:r>
              <a:rPr lang="en-GB" altLang="en-US" sz="1800"/>
              <a:t>    System.out.println("Unable to execute "+urlStr+": "+e.getMessage());</a:t>
            </a:r>
          </a:p>
          <a:p>
            <a:pPr marL="285750" lvl="1" eaLnBrk="1" hangingPunct="1">
              <a:lnSpc>
                <a:spcPct val="80000"/>
              </a:lnSpc>
              <a:buFont typeface="Wingdings" panose="05000000000000000000" pitchFamily="2" charset="2"/>
              <a:buNone/>
            </a:pPr>
            <a:r>
              <a:rPr lang="en-GB" altLang="en-US" sz="1800"/>
              <a:t>}</a:t>
            </a:r>
          </a:p>
        </p:txBody>
      </p:sp>
      <p:sp>
        <p:nvSpPr>
          <p:cNvPr id="2" name="TextBox 1">
            <a:extLst>
              <a:ext uri="{FF2B5EF4-FFF2-40B4-BE49-F238E27FC236}">
                <a16:creationId xmlns:a16="http://schemas.microsoft.com/office/drawing/2014/main" id="{26F5AB2D-6D61-5C7E-97F8-296FB31B9EA0}"/>
              </a:ext>
            </a:extLst>
          </p:cNvPr>
          <p:cNvSpPr txBox="1"/>
          <p:nvPr/>
        </p:nvSpPr>
        <p:spPr>
          <a:xfrm>
            <a:off x="152400" y="5664200"/>
            <a:ext cx="8915400" cy="660400"/>
          </a:xfrm>
          <a:prstGeom prst="rect">
            <a:avLst/>
          </a:prstGeom>
          <a:noFill/>
        </p:spPr>
        <p:txBody>
          <a:bodyPr>
            <a:spAutoFit/>
          </a:bodyPr>
          <a:lstStyle/>
          <a:p>
            <a:pPr marL="0" marR="0" lvl="1" indent="0" algn="l" defTabSz="914400" rtl="0" eaLnBrk="1" fontAlgn="base"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Output</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p>
          <a:p>
            <a:pPr marL="0" marR="0" lvl="1"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Invalid URL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no protocol: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endParaRPr kumimoji="0" lang="en-GB"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endParaRPr>
          </a:p>
        </p:txBody>
      </p:sp>
    </p:spTree>
  </p:cSld>
  <p:clrMapOvr>
    <a:masterClrMapping/>
  </p:clrMapOvr>
  <p:transition advTm="100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3">
            <a:extLst>
              <a:ext uri="{FF2B5EF4-FFF2-40B4-BE49-F238E27FC236}">
                <a16:creationId xmlns:a16="http://schemas.microsoft.com/office/drawing/2014/main" id="{6960F63F-7260-7226-BFF0-DEDA455CC8E5}"/>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3BE662D-39A5-46D1-82E1-4710954CC4E1}"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6803" name="Rectangle 2">
            <a:extLst>
              <a:ext uri="{FF2B5EF4-FFF2-40B4-BE49-F238E27FC236}">
                <a16:creationId xmlns:a16="http://schemas.microsoft.com/office/drawing/2014/main" id="{3472A429-AE7B-3420-18F4-668968EC5781}"/>
              </a:ext>
            </a:extLst>
          </p:cNvPr>
          <p:cNvSpPr>
            <a:spLocks noGrp="1" noChangeArrowheads="1"/>
          </p:cNvSpPr>
          <p:nvPr>
            <p:ph type="title"/>
          </p:nvPr>
        </p:nvSpPr>
        <p:spPr/>
        <p:txBody>
          <a:bodyPr/>
          <a:lstStyle/>
          <a:p>
            <a:pPr eaLnBrk="1" hangingPunct="1"/>
            <a:r>
              <a:rPr lang="en-GB" altLang="en-US">
                <a:solidFill>
                  <a:schemeClr val="tx1"/>
                </a:solidFill>
              </a:rPr>
              <a:t>Multiple Catch Statements</a:t>
            </a:r>
          </a:p>
        </p:txBody>
      </p:sp>
      <p:sp>
        <p:nvSpPr>
          <p:cNvPr id="76804" name="Rectangle 3">
            <a:extLst>
              <a:ext uri="{FF2B5EF4-FFF2-40B4-BE49-F238E27FC236}">
                <a16:creationId xmlns:a16="http://schemas.microsoft.com/office/drawing/2014/main" id="{CF893AF1-687F-601F-AB4F-F9AE682CE932}"/>
              </a:ext>
            </a:extLst>
          </p:cNvPr>
          <p:cNvSpPr>
            <a:spLocks noGrp="1" noChangeArrowheads="1"/>
          </p:cNvSpPr>
          <p:nvPr>
            <p:ph type="body" idx="1"/>
          </p:nvPr>
        </p:nvSpPr>
        <p:spPr>
          <a:xfrm>
            <a:off x="685800" y="1295400"/>
            <a:ext cx="8077200" cy="4267200"/>
          </a:xfrm>
        </p:spPr>
        <p:txBody>
          <a:bodyPr/>
          <a:lstStyle/>
          <a:p>
            <a:pPr marL="285750" lvl="1" eaLnBrk="1" hangingPunct="1">
              <a:lnSpc>
                <a:spcPct val="80000"/>
              </a:lnSpc>
              <a:spcAft>
                <a:spcPts val="600"/>
              </a:spcAft>
              <a:buFont typeface="Wingdings" panose="05000000000000000000" pitchFamily="2" charset="2"/>
              <a:buNone/>
            </a:pPr>
            <a:r>
              <a:rPr lang="en-US" altLang="en-US" sz="1800" b="1"/>
              <a:t>This is the same as the last example, except the close() method was moved to a finally block. </a:t>
            </a:r>
          </a:p>
          <a:p>
            <a:pPr marL="285750" lvl="1" eaLnBrk="1" hangingPunct="1">
              <a:lnSpc>
                <a:spcPct val="80000"/>
              </a:lnSpc>
              <a:buFont typeface="Wingdings" panose="05000000000000000000" pitchFamily="2" charset="2"/>
              <a:buNone/>
            </a:pPr>
            <a:r>
              <a:rPr lang="en-GB" altLang="en-US" sz="1800"/>
              <a:t>String urlStr = </a:t>
            </a:r>
            <a:r>
              <a:rPr lang="en-US" altLang="en-US" sz="1800"/>
              <a:t>"http://xeo.com:90/register.jsp?name=joe";</a:t>
            </a:r>
            <a:endParaRPr lang="en-GB" altLang="en-US" sz="1800"/>
          </a:p>
          <a:p>
            <a:pPr marL="285750" lvl="1" eaLnBrk="1" hangingPunct="1">
              <a:lnSpc>
                <a:spcPct val="80000"/>
              </a:lnSpc>
              <a:buFont typeface="Wingdings" panose="05000000000000000000" pitchFamily="2" charset="2"/>
              <a:buNone/>
            </a:pPr>
            <a:r>
              <a:rPr lang="en-GB" altLang="en-US" sz="1800"/>
              <a:t>try {</a:t>
            </a:r>
          </a:p>
          <a:p>
            <a:pPr marL="285750" lvl="1" eaLnBrk="1" hangingPunct="1">
              <a:lnSpc>
                <a:spcPct val="80000"/>
              </a:lnSpc>
              <a:buFont typeface="Wingdings" panose="05000000000000000000" pitchFamily="2" charset="2"/>
              <a:buNone/>
            </a:pPr>
            <a:r>
              <a:rPr lang="en-GB" altLang="en-US" sz="1800"/>
              <a:t>    // Get the image</a:t>
            </a:r>
          </a:p>
          <a:p>
            <a:pPr marL="285750" lvl="1" eaLnBrk="1" hangingPunct="1">
              <a:lnSpc>
                <a:spcPct val="80000"/>
              </a:lnSpc>
              <a:buFont typeface="Wingdings" panose="05000000000000000000" pitchFamily="2" charset="2"/>
              <a:buNone/>
            </a:pPr>
            <a:r>
              <a:rPr lang="en-GB" altLang="en-US" sz="1800"/>
              <a:t>    URL url = new URL(urlStr);</a:t>
            </a:r>
          </a:p>
          <a:p>
            <a:pPr marL="285750" lvl="1" eaLnBrk="1" hangingPunct="1">
              <a:lnSpc>
                <a:spcPct val="80000"/>
              </a:lnSpc>
              <a:buFont typeface="Wingdings" panose="05000000000000000000" pitchFamily="2" charset="2"/>
              <a:buNone/>
            </a:pPr>
            <a:r>
              <a:rPr lang="en-GB" altLang="en-US" sz="1800"/>
              <a:t>    InputStream is = url.openStream();</a:t>
            </a:r>
          </a:p>
          <a:p>
            <a:pPr marL="285750" lvl="1" eaLnBrk="1" hangingPunct="1">
              <a:lnSpc>
                <a:spcPct val="80000"/>
              </a:lnSpc>
              <a:buFont typeface="Wingdings" panose="05000000000000000000" pitchFamily="2" charset="2"/>
              <a:buNone/>
            </a:pPr>
            <a:r>
              <a:rPr lang="en-GB" altLang="en-US" sz="1800"/>
              <a:t>} catch (MalformedURLException e) {</a:t>
            </a:r>
          </a:p>
          <a:p>
            <a:pPr marL="285750" lvl="1" eaLnBrk="1" hangingPunct="1">
              <a:lnSpc>
                <a:spcPct val="80000"/>
              </a:lnSpc>
              <a:buFont typeface="Wingdings" panose="05000000000000000000" pitchFamily="2" charset="2"/>
              <a:buNone/>
            </a:pPr>
            <a:r>
              <a:rPr lang="en-GB" altLang="en-US" sz="1800"/>
              <a:t>    // Print out the exception that occurred</a:t>
            </a:r>
          </a:p>
          <a:p>
            <a:pPr marL="285750" lvl="1" eaLnBrk="1" hangingPunct="1">
              <a:lnSpc>
                <a:spcPct val="80000"/>
              </a:lnSpc>
              <a:buFont typeface="Wingdings" panose="05000000000000000000" pitchFamily="2" charset="2"/>
              <a:buNone/>
            </a:pPr>
            <a:r>
              <a:rPr lang="en-GB" altLang="en-US" sz="1800"/>
              <a:t>    System.out.println("Invalid URL "+urlStr+": "+e.getMessage());</a:t>
            </a:r>
          </a:p>
          <a:p>
            <a:pPr marL="285750" lvl="1" eaLnBrk="1" hangingPunct="1">
              <a:lnSpc>
                <a:spcPct val="80000"/>
              </a:lnSpc>
              <a:buFont typeface="Wingdings" panose="05000000000000000000" pitchFamily="2" charset="2"/>
              <a:buNone/>
            </a:pPr>
            <a:r>
              <a:rPr lang="en-GB" altLang="en-US" sz="1800"/>
              <a:t>} catch (IOException e) {</a:t>
            </a:r>
          </a:p>
          <a:p>
            <a:pPr marL="285750" lvl="1" eaLnBrk="1" hangingPunct="1">
              <a:lnSpc>
                <a:spcPct val="80000"/>
              </a:lnSpc>
              <a:buFont typeface="Wingdings" panose="05000000000000000000" pitchFamily="2" charset="2"/>
              <a:buNone/>
            </a:pPr>
            <a:r>
              <a:rPr lang="en-GB" altLang="en-US" sz="1800"/>
              <a:t>    // Print out the exception that occurred</a:t>
            </a:r>
          </a:p>
          <a:p>
            <a:pPr marL="285750" lvl="1" eaLnBrk="1" hangingPunct="1">
              <a:lnSpc>
                <a:spcPct val="80000"/>
              </a:lnSpc>
              <a:buFont typeface="Wingdings" panose="05000000000000000000" pitchFamily="2" charset="2"/>
              <a:buNone/>
            </a:pPr>
            <a:r>
              <a:rPr lang="en-GB" altLang="en-US" sz="1800"/>
              <a:t>    System.out.println("Unable to execute "+urlStr+": "+e.getMessage());</a:t>
            </a:r>
          </a:p>
          <a:p>
            <a:pPr marL="285750" lvl="1" eaLnBrk="1" hangingPunct="1">
              <a:lnSpc>
                <a:spcPct val="80000"/>
              </a:lnSpc>
              <a:buFont typeface="Wingdings" panose="05000000000000000000" pitchFamily="2" charset="2"/>
              <a:buNone/>
            </a:pPr>
            <a:r>
              <a:rPr lang="en-GB" altLang="en-US" sz="1800"/>
              <a:t>} finally {</a:t>
            </a:r>
          </a:p>
          <a:p>
            <a:pPr marL="285750" lvl="1" eaLnBrk="1" hangingPunct="1">
              <a:lnSpc>
                <a:spcPct val="80000"/>
              </a:lnSpc>
              <a:buFont typeface="Wingdings" panose="05000000000000000000" pitchFamily="2" charset="2"/>
              <a:buNone/>
            </a:pPr>
            <a:r>
              <a:rPr lang="en-GB" altLang="en-US" sz="1800"/>
              <a:t>    is.close();  </a:t>
            </a:r>
            <a:r>
              <a:rPr lang="en-GB" altLang="en-US" sz="1800">
                <a:solidFill>
                  <a:srgbClr val="FF0000"/>
                </a:solidFill>
              </a:rPr>
              <a:t>// the InputStream is guaranteed to be closed now.</a:t>
            </a:r>
          </a:p>
          <a:p>
            <a:pPr marL="285750" lvl="1" eaLnBrk="1" hangingPunct="1">
              <a:lnSpc>
                <a:spcPct val="80000"/>
              </a:lnSpc>
              <a:buFont typeface="Wingdings" panose="05000000000000000000" pitchFamily="2" charset="2"/>
              <a:buNone/>
            </a:pPr>
            <a:r>
              <a:rPr lang="en-GB" altLang="en-US" sz="1800"/>
              <a:t>}</a:t>
            </a:r>
          </a:p>
          <a:p>
            <a:pPr marL="285750" lvl="1" eaLnBrk="1" hangingPunct="1">
              <a:lnSpc>
                <a:spcPct val="80000"/>
              </a:lnSpc>
              <a:buFont typeface="Wingdings" panose="05000000000000000000" pitchFamily="2" charset="2"/>
              <a:buNone/>
            </a:pPr>
            <a:endParaRPr lang="en-GB" altLang="en-US" sz="1800"/>
          </a:p>
        </p:txBody>
      </p:sp>
      <p:sp>
        <p:nvSpPr>
          <p:cNvPr id="2" name="TextBox 1">
            <a:extLst>
              <a:ext uri="{FF2B5EF4-FFF2-40B4-BE49-F238E27FC236}">
                <a16:creationId xmlns:a16="http://schemas.microsoft.com/office/drawing/2014/main" id="{9F19628D-238C-B331-8AB3-6AA77E8EB59D}"/>
              </a:ext>
            </a:extLst>
          </p:cNvPr>
          <p:cNvSpPr txBox="1"/>
          <p:nvPr/>
        </p:nvSpPr>
        <p:spPr>
          <a:xfrm>
            <a:off x="204788" y="5943600"/>
            <a:ext cx="8915400" cy="661988"/>
          </a:xfrm>
          <a:prstGeom prst="rect">
            <a:avLst/>
          </a:prstGeom>
          <a:noFill/>
        </p:spPr>
        <p:txBody>
          <a:bodyPr>
            <a:spAutoFit/>
          </a:bodyPr>
          <a:lstStyle/>
          <a:p>
            <a:pPr marL="0" marR="0" lvl="1" indent="0" algn="l" defTabSz="914400" rtl="0" eaLnBrk="1" fontAlgn="base"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Output</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p>
          <a:p>
            <a:pPr marL="0" marR="0" lvl="1"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Invalid URL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no protocol: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endParaRPr kumimoji="0" lang="en-GB"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endParaRPr>
          </a:p>
        </p:txBody>
      </p:sp>
    </p:spTree>
  </p:cSld>
  <p:clrMapOvr>
    <a:masterClrMapping/>
  </p:clrMapOvr>
  <p:transition advTm="100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BA5B7ECE-ABCE-4AFC-B2B2-79289A30159C}"/>
              </a:ext>
            </a:extLst>
          </p:cNvPr>
          <p:cNvSpPr txBox="1">
            <a:spLocks noChangeArrowheads="1"/>
          </p:cNvSpPr>
          <p:nvPr/>
        </p:nvSpPr>
        <p:spPr bwMode="auto">
          <a:xfrm>
            <a:off x="381000" y="152400"/>
            <a:ext cx="73152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try{</a:t>
            </a:r>
          </a:p>
          <a:p>
            <a:pPr>
              <a:spcBef>
                <a:spcPct val="0"/>
              </a:spcBef>
              <a:buFontTx/>
              <a:buNone/>
            </a:pPr>
            <a:r>
              <a:rPr lang="en-US" altLang="en-US" sz="2400" dirty="0">
                <a:latin typeface="Arial" panose="020B0604020202020204" pitchFamily="34" charset="0"/>
              </a:rPr>
              <a:t>    //code would go here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C00000"/>
                </a:solidFill>
                <a:latin typeface="Arial" panose="020B0604020202020204" pitchFamily="34" charset="0"/>
              </a:rPr>
              <a:t>NullPointerException</a:t>
            </a:r>
            <a:r>
              <a:rPr lang="en-US" altLang="en-US" sz="2400" dirty="0">
                <a:latin typeface="Arial" panose="020B0604020202020204" pitchFamily="34" charset="0"/>
              </a:rPr>
              <a:t> e){</a:t>
            </a:r>
          </a:p>
          <a:p>
            <a:pPr>
              <a:spcBef>
                <a:spcPct val="0"/>
              </a:spcBef>
              <a:buFontTx/>
              <a:buNone/>
            </a:pPr>
            <a:r>
              <a:rPr lang="en-US" altLang="en-US" sz="2400" dirty="0">
                <a:latin typeface="Arial" panose="020B0604020202020204" pitchFamily="34" charset="0"/>
              </a:rPr>
              <a:t>	</a:t>
            </a:r>
            <a:r>
              <a:rPr lang="en-US" altLang="en-US" sz="2400" dirty="0">
                <a:solidFill>
                  <a:srgbClr val="C00000"/>
                </a:solidFill>
                <a:latin typeface="Arial" panose="020B0604020202020204" pitchFamily="34" charset="0"/>
              </a:rPr>
              <a:t> // Code to handle the lack of a constructor</a:t>
            </a:r>
          </a:p>
          <a:p>
            <a:pPr>
              <a:spcBef>
                <a:spcPct val="0"/>
              </a:spcBef>
              <a:buFontTx/>
              <a:buNone/>
            </a:pPr>
            <a:r>
              <a:rPr lang="en-US" altLang="en-US" sz="2400" dirty="0">
                <a:solidFill>
                  <a:srgbClr val="C00000"/>
                </a:solidFill>
                <a:latin typeface="Arial" panose="020B0604020202020204" pitchFamily="34" charset="0"/>
              </a:rPr>
              <a:t>            // being called.</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C00000"/>
                </a:solidFill>
                <a:latin typeface="Arial" panose="020B0604020202020204" pitchFamily="34" charset="0"/>
              </a:rPr>
              <a:t>ClassCastException</a:t>
            </a:r>
            <a:r>
              <a:rPr lang="en-US" altLang="en-US" sz="2400" dirty="0">
                <a:latin typeface="Arial" panose="020B0604020202020204" pitchFamily="34" charset="0"/>
              </a:rPr>
              <a:t> e){</a:t>
            </a:r>
          </a:p>
          <a:p>
            <a:pPr>
              <a:spcBef>
                <a:spcPct val="0"/>
              </a:spcBef>
              <a:buFontTx/>
              <a:buNone/>
            </a:pPr>
            <a:r>
              <a:rPr lang="en-US" altLang="en-US" sz="2400" dirty="0">
                <a:latin typeface="Arial" panose="020B0604020202020204" pitchFamily="34" charset="0"/>
              </a:rPr>
              <a:t>	</a:t>
            </a:r>
            <a:r>
              <a:rPr lang="en-US" altLang="en-US" sz="2400" dirty="0">
                <a:solidFill>
                  <a:srgbClr val="C00000"/>
                </a:solidFill>
                <a:latin typeface="Arial" panose="020B0604020202020204" pitchFamily="34" charset="0"/>
              </a:rPr>
              <a:t>// Code to handle the fact that your object</a:t>
            </a:r>
          </a:p>
          <a:p>
            <a:pPr>
              <a:spcBef>
                <a:spcPct val="0"/>
              </a:spcBef>
              <a:buFontTx/>
              <a:buNone/>
            </a:pPr>
            <a:r>
              <a:rPr lang="en-US" altLang="en-US" sz="2400" dirty="0">
                <a:solidFill>
                  <a:srgbClr val="C00000"/>
                </a:solidFill>
                <a:latin typeface="Arial" panose="020B0604020202020204" pitchFamily="34" charset="0"/>
              </a:rPr>
              <a:t>           // is the wrong type.</a:t>
            </a:r>
          </a:p>
          <a:p>
            <a:pPr>
              <a:spcBef>
                <a:spcPct val="0"/>
              </a:spcBef>
              <a:buFontTx/>
              <a:buNone/>
            </a:pPr>
            <a:r>
              <a:rPr lang="en-US" altLang="en-US" sz="2400" dirty="0">
                <a:latin typeface="Arial" panose="020B0604020202020204" pitchFamily="34" charset="0"/>
              </a:rPr>
              <a:t>finally{</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("this always happens");</a:t>
            </a:r>
          </a:p>
          <a:p>
            <a:pPr>
              <a:spcBef>
                <a:spcPct val="0"/>
              </a:spcBef>
              <a:buFontTx/>
              <a:buNone/>
            </a:pPr>
            <a:r>
              <a:rPr lang="en-US" altLang="en-US" sz="2400" dirty="0">
                <a:latin typeface="Arial" panose="020B0604020202020204" pitchFamily="34" charset="0"/>
              </a:rPr>
              <a:t>}		</a:t>
            </a:r>
          </a:p>
        </p:txBody>
      </p:sp>
      <p:sp>
        <p:nvSpPr>
          <p:cNvPr id="3" name="TextBox 2">
            <a:extLst>
              <a:ext uri="{FF2B5EF4-FFF2-40B4-BE49-F238E27FC236}">
                <a16:creationId xmlns:a16="http://schemas.microsoft.com/office/drawing/2014/main" id="{2E2677C8-E17B-E462-36B6-7753FFABD186}"/>
              </a:ext>
            </a:extLst>
          </p:cNvPr>
          <p:cNvSpPr txBox="1"/>
          <p:nvPr/>
        </p:nvSpPr>
        <p:spPr>
          <a:xfrm>
            <a:off x="381000" y="5303569"/>
            <a:ext cx="8534400" cy="1292662"/>
          </a:xfrm>
          <a:prstGeom prst="rect">
            <a:avLst/>
          </a:prstGeom>
          <a:noFill/>
        </p:spPr>
        <p:txBody>
          <a:bodyPr wrap="square">
            <a:spAutoFit/>
          </a:bodyPr>
          <a:lstStyle/>
          <a:p>
            <a:r>
              <a:rPr lang="en-US" altLang="en-US" sz="2600" dirty="0">
                <a:solidFill>
                  <a:schemeClr val="accent6">
                    <a:lumMod val="75000"/>
                  </a:schemeClr>
                </a:solidFill>
              </a:rPr>
              <a:t>Runtime exceptions generally shouldn’t be caught, because they represent are programming error and should be fixed when you’re writing the code.</a:t>
            </a:r>
          </a:p>
        </p:txBody>
      </p:sp>
      <p:sp>
        <p:nvSpPr>
          <p:cNvPr id="4" name="Freeform: Shape 3">
            <a:extLst>
              <a:ext uri="{FF2B5EF4-FFF2-40B4-BE49-F238E27FC236}">
                <a16:creationId xmlns:a16="http://schemas.microsoft.com/office/drawing/2014/main" id="{804A00DB-8FD5-00B0-9AA0-8D7726BA0B2C}"/>
              </a:ext>
            </a:extLst>
          </p:cNvPr>
          <p:cNvSpPr/>
          <p:nvPr/>
        </p:nvSpPr>
        <p:spPr bwMode="auto">
          <a:xfrm>
            <a:off x="4168588" y="820271"/>
            <a:ext cx="766483" cy="470647"/>
          </a:xfrm>
          <a:custGeom>
            <a:avLst/>
            <a:gdLst>
              <a:gd name="connsiteX0" fmla="*/ 766483 w 766483"/>
              <a:gd name="connsiteY0" fmla="*/ 0 h 470647"/>
              <a:gd name="connsiteX1" fmla="*/ 430306 w 766483"/>
              <a:gd name="connsiteY1" fmla="*/ 228600 h 470647"/>
              <a:gd name="connsiteX2" fmla="*/ 0 w 766483"/>
              <a:gd name="connsiteY2" fmla="*/ 470647 h 470647"/>
            </a:gdLst>
            <a:ahLst/>
            <a:cxnLst>
              <a:cxn ang="0">
                <a:pos x="connsiteX0" y="connsiteY0"/>
              </a:cxn>
              <a:cxn ang="0">
                <a:pos x="connsiteX1" y="connsiteY1"/>
              </a:cxn>
              <a:cxn ang="0">
                <a:pos x="connsiteX2" y="connsiteY2"/>
              </a:cxn>
            </a:cxnLst>
            <a:rect l="l" t="t" r="r" b="b"/>
            <a:pathLst>
              <a:path w="766483" h="470647">
                <a:moveTo>
                  <a:pt x="766483" y="0"/>
                </a:moveTo>
                <a:cubicBezTo>
                  <a:pt x="662268" y="75079"/>
                  <a:pt x="558053" y="150159"/>
                  <a:pt x="430306" y="228600"/>
                </a:cubicBezTo>
                <a:cubicBezTo>
                  <a:pt x="302559" y="307041"/>
                  <a:pt x="151279" y="388844"/>
                  <a:pt x="0" y="470647"/>
                </a:cubicBezTo>
              </a:path>
            </a:pathLst>
          </a:custGeom>
          <a:noFill/>
          <a:ln w="22225" cap="flat" cmpd="sng" algn="ctr">
            <a:solidFill>
              <a:srgbClr val="C00000"/>
            </a:solidFill>
            <a:prstDash val="solid"/>
            <a:round/>
            <a:headEnd type="none" w="sm" len="sm"/>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charset="0"/>
            </a:endParaRPr>
          </a:p>
        </p:txBody>
      </p:sp>
      <p:sp>
        <p:nvSpPr>
          <p:cNvPr id="5" name="Freeform: Shape 4">
            <a:extLst>
              <a:ext uri="{FF2B5EF4-FFF2-40B4-BE49-F238E27FC236}">
                <a16:creationId xmlns:a16="http://schemas.microsoft.com/office/drawing/2014/main" id="{78B1B4CA-49D7-0458-20E6-267D24E7B50D}"/>
              </a:ext>
            </a:extLst>
          </p:cNvPr>
          <p:cNvSpPr/>
          <p:nvPr/>
        </p:nvSpPr>
        <p:spPr bwMode="auto">
          <a:xfrm>
            <a:off x="4034118" y="748755"/>
            <a:ext cx="3908534" cy="2034785"/>
          </a:xfrm>
          <a:custGeom>
            <a:avLst/>
            <a:gdLst>
              <a:gd name="connsiteX0" fmla="*/ 3818964 w 3916985"/>
              <a:gd name="connsiteY0" fmla="*/ 0 h 1775012"/>
              <a:gd name="connsiteX1" fmla="*/ 3899647 w 3916985"/>
              <a:gd name="connsiteY1" fmla="*/ 806824 h 1775012"/>
              <a:gd name="connsiteX2" fmla="*/ 3523129 w 3916985"/>
              <a:gd name="connsiteY2" fmla="*/ 1479177 h 1775012"/>
              <a:gd name="connsiteX3" fmla="*/ 2554941 w 3916985"/>
              <a:gd name="connsiteY3" fmla="*/ 1573306 h 1775012"/>
              <a:gd name="connsiteX4" fmla="*/ 1021976 w 3916985"/>
              <a:gd name="connsiteY4" fmla="*/ 1465730 h 1775012"/>
              <a:gd name="connsiteX5" fmla="*/ 0 w 3916985"/>
              <a:gd name="connsiteY5" fmla="*/ 1775012 h 1775012"/>
              <a:gd name="connsiteX0" fmla="*/ 3767010 w 3908534"/>
              <a:gd name="connsiteY0" fmla="*/ 0 h 2034785"/>
              <a:gd name="connsiteX1" fmla="*/ 3899647 w 3908534"/>
              <a:gd name="connsiteY1" fmla="*/ 1066597 h 2034785"/>
              <a:gd name="connsiteX2" fmla="*/ 3523129 w 3908534"/>
              <a:gd name="connsiteY2" fmla="*/ 1738950 h 2034785"/>
              <a:gd name="connsiteX3" fmla="*/ 2554941 w 3908534"/>
              <a:gd name="connsiteY3" fmla="*/ 1833079 h 2034785"/>
              <a:gd name="connsiteX4" fmla="*/ 1021976 w 3908534"/>
              <a:gd name="connsiteY4" fmla="*/ 1725503 h 2034785"/>
              <a:gd name="connsiteX5" fmla="*/ 0 w 3908534"/>
              <a:gd name="connsiteY5" fmla="*/ 2034785 h 203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8534" h="2034785">
                <a:moveTo>
                  <a:pt x="3767010" y="0"/>
                </a:moveTo>
                <a:cubicBezTo>
                  <a:pt x="3832004" y="280147"/>
                  <a:pt x="3940294" y="776772"/>
                  <a:pt x="3899647" y="1066597"/>
                </a:cubicBezTo>
                <a:cubicBezTo>
                  <a:pt x="3859000" y="1356422"/>
                  <a:pt x="3747247" y="1611203"/>
                  <a:pt x="3523129" y="1738950"/>
                </a:cubicBezTo>
                <a:cubicBezTo>
                  <a:pt x="3299011" y="1866697"/>
                  <a:pt x="2971800" y="1835320"/>
                  <a:pt x="2554941" y="1833079"/>
                </a:cubicBezTo>
                <a:cubicBezTo>
                  <a:pt x="2138082" y="1830838"/>
                  <a:pt x="1447799" y="1691885"/>
                  <a:pt x="1021976" y="1725503"/>
                </a:cubicBezTo>
                <a:cubicBezTo>
                  <a:pt x="596152" y="1759121"/>
                  <a:pt x="298076" y="1896953"/>
                  <a:pt x="0" y="2034785"/>
                </a:cubicBezTo>
              </a:path>
            </a:pathLst>
          </a:custGeom>
          <a:noFill/>
          <a:ln w="22225" cap="flat" cmpd="sng" algn="ctr">
            <a:solidFill>
              <a:srgbClr val="C00000"/>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C284C093-F663-F78D-2926-FAD1F5D143C9}"/>
              </a:ext>
            </a:extLst>
          </p:cNvPr>
          <p:cNvSpPr/>
          <p:nvPr/>
        </p:nvSpPr>
        <p:spPr>
          <a:xfrm>
            <a:off x="4029142" y="85199"/>
            <a:ext cx="4857420" cy="769441"/>
          </a:xfrm>
          <a:prstGeom prst="rect">
            <a:avLst/>
          </a:prstGeom>
          <a:noFill/>
        </p:spPr>
        <p:txBody>
          <a:bodyPr wrap="none" lIns="91440" tIns="45720" rIns="91440" bIns="45720">
            <a:spAutoFit/>
          </a:bodyPr>
          <a:lstStyle/>
          <a:p>
            <a:pPr algn="ctr"/>
            <a:r>
              <a:rPr lang="en-US" sz="4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Don’t catch RTEs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BA5B7ECE-ABCE-4AFC-B2B2-79289A30159C}"/>
              </a:ext>
            </a:extLst>
          </p:cNvPr>
          <p:cNvSpPr txBox="1">
            <a:spLocks noChangeArrowheads="1"/>
          </p:cNvSpPr>
          <p:nvPr/>
        </p:nvSpPr>
        <p:spPr bwMode="auto">
          <a:xfrm>
            <a:off x="1295400" y="1828800"/>
            <a:ext cx="7848600" cy="3334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try{ </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int i=0;</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while (true) {</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range[i++].climb(); }</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}catch(</a:t>
            </a:r>
            <a:r>
              <a:rPr lang="en-US" altLang="en-US" sz="2800" dirty="0" err="1">
                <a:solidFill>
                  <a:srgbClr val="C00000"/>
                </a:solidFill>
                <a:latin typeface="Courier New" panose="02070309020205020404" pitchFamily="49" charset="0"/>
                <a:cs typeface="Courier New" panose="02070309020205020404" pitchFamily="49" charset="0"/>
              </a:rPr>
              <a:t>IndexOutOfBoundsException</a:t>
            </a:r>
            <a:r>
              <a:rPr lang="en-US" altLang="en-US" sz="2800" dirty="0">
                <a:solidFill>
                  <a:srgbClr val="C00000"/>
                </a:solidFill>
                <a:latin typeface="Courier New" panose="02070309020205020404" pitchFamily="49" charset="0"/>
                <a:cs typeface="Courier New" panose="02070309020205020404" pitchFamily="49" charset="0"/>
              </a:rPr>
              <a:t> e){ </a:t>
            </a:r>
          </a:p>
          <a:p>
            <a:pPr eaLnBrk="1" hangingPunct="1">
              <a:lnSpc>
                <a:spcPct val="90000"/>
              </a:lnSpc>
              <a:buFont typeface="Wingdings" panose="05000000000000000000" pitchFamily="2" charset="2"/>
              <a:buNone/>
            </a:pPr>
            <a:endParaRPr lang="en-US" altLang="en-US" sz="2800" dirty="0">
              <a:solidFill>
                <a:srgbClr val="C00000"/>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a:t>
            </a:r>
          </a:p>
        </p:txBody>
      </p:sp>
      <p:sp>
        <p:nvSpPr>
          <p:cNvPr id="2" name="TextBox 1">
            <a:extLst>
              <a:ext uri="{FF2B5EF4-FFF2-40B4-BE49-F238E27FC236}">
                <a16:creationId xmlns:a16="http://schemas.microsoft.com/office/drawing/2014/main" id="{F8699190-B5F5-297B-68DC-50667D6B3484}"/>
              </a:ext>
            </a:extLst>
          </p:cNvPr>
          <p:cNvSpPr txBox="1"/>
          <p:nvPr/>
        </p:nvSpPr>
        <p:spPr>
          <a:xfrm>
            <a:off x="990600" y="184232"/>
            <a:ext cx="6746380" cy="1323439"/>
          </a:xfrm>
          <a:prstGeom prst="rect">
            <a:avLst/>
          </a:prstGeom>
          <a:noFill/>
        </p:spPr>
        <p:txBody>
          <a:bodyPr wrap="square" rtlCol="0">
            <a:spAutoFit/>
          </a:bodyPr>
          <a:lstStyle/>
          <a:p>
            <a:pPr algn="ctr"/>
            <a:r>
              <a:rPr lang="en-US" sz="4000" dirty="0"/>
              <a:t>Don’t use exceptions for normal flow control!</a:t>
            </a:r>
          </a:p>
        </p:txBody>
      </p:sp>
      <p:sp>
        <p:nvSpPr>
          <p:cNvPr id="4" name="TextBox 3">
            <a:extLst>
              <a:ext uri="{FF2B5EF4-FFF2-40B4-BE49-F238E27FC236}">
                <a16:creationId xmlns:a16="http://schemas.microsoft.com/office/drawing/2014/main" id="{7DAFDE2D-8CC6-CFF4-B986-0BEF4D4DDAE8}"/>
              </a:ext>
            </a:extLst>
          </p:cNvPr>
          <p:cNvSpPr txBox="1"/>
          <p:nvPr/>
        </p:nvSpPr>
        <p:spPr>
          <a:xfrm>
            <a:off x="1219200" y="5407267"/>
            <a:ext cx="7924800" cy="1266501"/>
          </a:xfrm>
          <a:prstGeom prst="rect">
            <a:avLst/>
          </a:prstGeom>
          <a:noFill/>
        </p:spPr>
        <p:txBody>
          <a:bodyPr wrap="square">
            <a:spAutoFit/>
          </a:bodyPr>
          <a:lstStyle/>
          <a:p>
            <a:pPr eaLnBrk="1" hangingPunct="1">
              <a:lnSpc>
                <a:spcPct val="90000"/>
              </a:lnSpc>
              <a:buFont typeface="Wingdings" panose="05000000000000000000" pitchFamily="2" charset="2"/>
              <a:buNone/>
            </a:pPr>
            <a:r>
              <a:rPr lang="en-US" altLang="en-US" sz="2800" dirty="0">
                <a:solidFill>
                  <a:srgbClr val="006600"/>
                </a:solidFill>
                <a:latin typeface="Courier New" panose="02070309020205020404" pitchFamily="49" charset="0"/>
                <a:cs typeface="Courier New" panose="02070309020205020404" pitchFamily="49" charset="0"/>
              </a:rPr>
              <a:t>for (int </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=0; </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&lt;</a:t>
            </a:r>
            <a:r>
              <a:rPr lang="en-US" altLang="en-US" sz="2800" dirty="0" err="1">
                <a:solidFill>
                  <a:srgbClr val="006600"/>
                </a:solidFill>
                <a:latin typeface="Courier New" panose="02070309020205020404" pitchFamily="49" charset="0"/>
                <a:cs typeface="Courier New" panose="02070309020205020404" pitchFamily="49" charset="0"/>
              </a:rPr>
              <a:t>range.length</a:t>
            </a:r>
            <a:r>
              <a:rPr lang="en-US" altLang="en-US" sz="2800" dirty="0">
                <a:solidFill>
                  <a:srgbClr val="006600"/>
                </a:solidFill>
                <a:latin typeface="Courier New" panose="02070309020205020404" pitchFamily="49" charset="0"/>
                <a:cs typeface="Courier New" panose="02070309020205020404" pitchFamily="49" charset="0"/>
              </a:rPr>
              <a:t>; </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800" dirty="0">
                <a:solidFill>
                  <a:srgbClr val="006600"/>
                </a:solidFill>
                <a:latin typeface="Courier New" panose="02070309020205020404" pitchFamily="49" charset="0"/>
                <a:cs typeface="Courier New" panose="02070309020205020404" pitchFamily="49" charset="0"/>
              </a:rPr>
              <a:t>   range[</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].climb();</a:t>
            </a:r>
          </a:p>
          <a:p>
            <a:pPr eaLnBrk="1" hangingPunct="1">
              <a:lnSpc>
                <a:spcPct val="90000"/>
              </a:lnSpc>
              <a:buFont typeface="Wingdings" panose="05000000000000000000" pitchFamily="2" charset="2"/>
              <a:buNone/>
            </a:pPr>
            <a:r>
              <a:rPr lang="en-US" altLang="en-US" sz="2800" dirty="0">
                <a:solidFill>
                  <a:srgbClr val="006600"/>
                </a:solidFill>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E46B9609-1D18-224D-17A5-BF4969FC4D88}"/>
              </a:ext>
            </a:extLst>
          </p:cNvPr>
          <p:cNvSpPr txBox="1"/>
          <p:nvPr/>
        </p:nvSpPr>
        <p:spPr>
          <a:xfrm>
            <a:off x="-114300" y="2438400"/>
            <a:ext cx="1447800" cy="707886"/>
          </a:xfrm>
          <a:prstGeom prst="rect">
            <a:avLst/>
          </a:prstGeom>
          <a:noFill/>
        </p:spPr>
        <p:txBody>
          <a:bodyPr wrap="square" rtlCol="0">
            <a:spAutoFit/>
          </a:bodyPr>
          <a:lstStyle/>
          <a:p>
            <a:pPr algn="ctr"/>
            <a:r>
              <a:rPr lang="en-US" sz="4000" dirty="0">
                <a:solidFill>
                  <a:srgbClr val="FF0000"/>
                </a:solidFill>
              </a:rPr>
              <a:t>No!</a:t>
            </a:r>
          </a:p>
        </p:txBody>
      </p:sp>
      <p:sp>
        <p:nvSpPr>
          <p:cNvPr id="5" name="TextBox 4">
            <a:extLst>
              <a:ext uri="{FF2B5EF4-FFF2-40B4-BE49-F238E27FC236}">
                <a16:creationId xmlns:a16="http://schemas.microsoft.com/office/drawing/2014/main" id="{E96F477F-024A-EEDE-8198-D38A3D5E98B4}"/>
              </a:ext>
            </a:extLst>
          </p:cNvPr>
          <p:cNvSpPr txBox="1"/>
          <p:nvPr/>
        </p:nvSpPr>
        <p:spPr>
          <a:xfrm>
            <a:off x="-114300" y="5172959"/>
            <a:ext cx="1447800" cy="646331"/>
          </a:xfrm>
          <a:prstGeom prst="rect">
            <a:avLst/>
          </a:prstGeom>
          <a:noFill/>
        </p:spPr>
        <p:txBody>
          <a:bodyPr wrap="square" rtlCol="0">
            <a:spAutoFit/>
          </a:bodyPr>
          <a:lstStyle/>
          <a:p>
            <a:pPr algn="ctr"/>
            <a:r>
              <a:rPr lang="en-US" sz="3600" dirty="0">
                <a:solidFill>
                  <a:srgbClr val="006600"/>
                </a:solidFill>
              </a:rPr>
              <a:t>Yes!</a:t>
            </a:r>
          </a:p>
        </p:txBody>
      </p:sp>
    </p:spTree>
    <p:extLst>
      <p:ext uri="{BB962C8B-B14F-4D97-AF65-F5344CB8AC3E}">
        <p14:creationId xmlns:p14="http://schemas.microsoft.com/office/powerpoint/2010/main" val="13401635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BA5B7ECE-ABCE-4AFC-B2B2-79289A30159C}"/>
              </a:ext>
            </a:extLst>
          </p:cNvPr>
          <p:cNvSpPr txBox="1">
            <a:spLocks noChangeArrowheads="1"/>
          </p:cNvSpPr>
          <p:nvPr/>
        </p:nvSpPr>
        <p:spPr bwMode="auto">
          <a:xfrm>
            <a:off x="1040130" y="1685041"/>
            <a:ext cx="8103870" cy="246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Iterator&lt;Foo&gt; i = </a:t>
            </a:r>
            <a:r>
              <a:rPr lang="en-US" altLang="en-US" sz="2400" dirty="0" err="1">
                <a:solidFill>
                  <a:srgbClr val="C00000"/>
                </a:solidFill>
                <a:latin typeface="Courier New" panose="02070309020205020404" pitchFamily="49" charset="0"/>
                <a:cs typeface="Courier New" panose="02070309020205020404" pitchFamily="49" charset="0"/>
              </a:rPr>
              <a:t>collection.iterator</a:t>
            </a:r>
            <a:r>
              <a:rPr lang="en-US" altLang="en-US" sz="2400" dirty="0">
                <a:solidFill>
                  <a:srgbClr val="C000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while (true) {</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Foo </a:t>
            </a:r>
            <a:r>
              <a:rPr lang="en-US" altLang="en-US" sz="2400" dirty="0" err="1">
                <a:solidFill>
                  <a:srgbClr val="C00000"/>
                </a:solidFill>
                <a:latin typeface="Courier New" panose="02070309020205020404" pitchFamily="49" charset="0"/>
                <a:cs typeface="Courier New" panose="02070309020205020404" pitchFamily="49" charset="0"/>
              </a:rPr>
              <a:t>foo</a:t>
            </a:r>
            <a:r>
              <a:rPr lang="en-US" altLang="en-US" sz="2400" dirty="0">
                <a:solidFill>
                  <a:srgbClr val="C00000"/>
                </a:solidFill>
                <a:latin typeface="Courier New" panose="02070309020205020404" pitchFamily="49" charset="0"/>
                <a:cs typeface="Courier New" panose="02070309020205020404" pitchFamily="49" charset="0"/>
              </a:rPr>
              <a:t> = </a:t>
            </a:r>
            <a:r>
              <a:rPr lang="en-US" altLang="en-US" sz="2400" dirty="0" err="1">
                <a:solidFill>
                  <a:srgbClr val="C00000"/>
                </a:solidFill>
                <a:latin typeface="Courier New" panose="02070309020205020404" pitchFamily="49" charset="0"/>
                <a:cs typeface="Courier New" panose="02070309020205020404" pitchFamily="49" charset="0"/>
              </a:rPr>
              <a:t>i.next</a:t>
            </a:r>
            <a:r>
              <a:rPr lang="en-US" altLang="en-US" sz="2400" dirty="0">
                <a:solidFill>
                  <a:srgbClr val="C000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}catch(</a:t>
            </a:r>
            <a:r>
              <a:rPr lang="en-US" altLang="en-US" sz="2400" dirty="0" err="1">
                <a:solidFill>
                  <a:srgbClr val="C00000"/>
                </a:solidFill>
                <a:latin typeface="Courier New" panose="02070309020205020404" pitchFamily="49" charset="0"/>
                <a:cs typeface="Courier New" panose="02070309020205020404" pitchFamily="49" charset="0"/>
              </a:rPr>
              <a:t>NoSuchElementException</a:t>
            </a:r>
            <a:r>
              <a:rPr lang="en-US" altLang="en-US" sz="2400" dirty="0">
                <a:solidFill>
                  <a:srgbClr val="C00000"/>
                </a:solidFill>
                <a:latin typeface="Courier New" panose="02070309020205020404" pitchFamily="49" charset="0"/>
                <a:cs typeface="Courier New" panose="02070309020205020404" pitchFamily="49" charset="0"/>
              </a:rPr>
              <a:t> e){}</a:t>
            </a:r>
          </a:p>
        </p:txBody>
      </p:sp>
      <p:sp>
        <p:nvSpPr>
          <p:cNvPr id="2" name="TextBox 1">
            <a:extLst>
              <a:ext uri="{FF2B5EF4-FFF2-40B4-BE49-F238E27FC236}">
                <a16:creationId xmlns:a16="http://schemas.microsoft.com/office/drawing/2014/main" id="{F8699190-B5F5-297B-68DC-50667D6B3484}"/>
              </a:ext>
            </a:extLst>
          </p:cNvPr>
          <p:cNvSpPr txBox="1"/>
          <p:nvPr/>
        </p:nvSpPr>
        <p:spPr>
          <a:xfrm>
            <a:off x="-114300" y="2438400"/>
            <a:ext cx="1447800" cy="707886"/>
          </a:xfrm>
          <a:prstGeom prst="rect">
            <a:avLst/>
          </a:prstGeom>
          <a:noFill/>
        </p:spPr>
        <p:txBody>
          <a:bodyPr wrap="square" rtlCol="0">
            <a:spAutoFit/>
          </a:bodyPr>
          <a:lstStyle/>
          <a:p>
            <a:pPr algn="ctr"/>
            <a:r>
              <a:rPr lang="en-US" sz="4000" dirty="0">
                <a:solidFill>
                  <a:srgbClr val="FF0000"/>
                </a:solidFill>
              </a:rPr>
              <a:t>No!</a:t>
            </a:r>
          </a:p>
        </p:txBody>
      </p:sp>
      <p:sp>
        <p:nvSpPr>
          <p:cNvPr id="3" name="Text Box 2">
            <a:extLst>
              <a:ext uri="{FF2B5EF4-FFF2-40B4-BE49-F238E27FC236}">
                <a16:creationId xmlns:a16="http://schemas.microsoft.com/office/drawing/2014/main" id="{65463DAF-BDA5-1E6C-47D4-6D126D5171CD}"/>
              </a:ext>
            </a:extLst>
          </p:cNvPr>
          <p:cNvSpPr txBox="1">
            <a:spLocks noChangeArrowheads="1"/>
          </p:cNvSpPr>
          <p:nvPr/>
        </p:nvSpPr>
        <p:spPr bwMode="auto">
          <a:xfrm>
            <a:off x="1116330" y="4749174"/>
            <a:ext cx="7696200" cy="165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Iterator&lt;Foo&gt; i = </a:t>
            </a:r>
            <a:r>
              <a:rPr lang="en-US" altLang="en-US" sz="2400" dirty="0" err="1">
                <a:solidFill>
                  <a:srgbClr val="006600"/>
                </a:solidFill>
                <a:latin typeface="Courier New" panose="02070309020205020404" pitchFamily="49" charset="0"/>
                <a:cs typeface="Courier New" panose="02070309020205020404" pitchFamily="49" charset="0"/>
              </a:rPr>
              <a:t>collection.iterator</a:t>
            </a:r>
            <a:r>
              <a:rPr lang="en-US" altLang="en-US" sz="2400" dirty="0">
                <a:solidFill>
                  <a:srgbClr val="0066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while (</a:t>
            </a:r>
            <a:r>
              <a:rPr lang="en-US" altLang="en-US" sz="2400" dirty="0" err="1">
                <a:solidFill>
                  <a:srgbClr val="006600"/>
                </a:solidFill>
                <a:latin typeface="Courier New" panose="02070309020205020404" pitchFamily="49" charset="0"/>
                <a:cs typeface="Courier New" panose="02070309020205020404" pitchFamily="49" charset="0"/>
              </a:rPr>
              <a:t>i.hasNext</a:t>
            </a:r>
            <a:r>
              <a:rPr lang="en-US" altLang="en-US" sz="2400" dirty="0">
                <a:solidFill>
                  <a:srgbClr val="0066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   Foo </a:t>
            </a:r>
            <a:r>
              <a:rPr lang="en-US" altLang="en-US" sz="2400" dirty="0" err="1">
                <a:solidFill>
                  <a:srgbClr val="006600"/>
                </a:solidFill>
                <a:latin typeface="Courier New" panose="02070309020205020404" pitchFamily="49" charset="0"/>
                <a:cs typeface="Courier New" panose="02070309020205020404" pitchFamily="49" charset="0"/>
              </a:rPr>
              <a:t>foo</a:t>
            </a:r>
            <a:r>
              <a:rPr lang="en-US" altLang="en-US" sz="2400" dirty="0">
                <a:solidFill>
                  <a:srgbClr val="006600"/>
                </a:solidFill>
                <a:latin typeface="Courier New" panose="02070309020205020404" pitchFamily="49" charset="0"/>
                <a:cs typeface="Courier New" panose="02070309020205020404" pitchFamily="49" charset="0"/>
              </a:rPr>
              <a:t> = </a:t>
            </a:r>
            <a:r>
              <a:rPr lang="en-US" altLang="en-US" sz="2400" dirty="0" err="1">
                <a:solidFill>
                  <a:srgbClr val="006600"/>
                </a:solidFill>
                <a:latin typeface="Courier New" panose="02070309020205020404" pitchFamily="49" charset="0"/>
                <a:cs typeface="Courier New" panose="02070309020205020404" pitchFamily="49" charset="0"/>
              </a:rPr>
              <a:t>i.next</a:t>
            </a:r>
            <a:r>
              <a:rPr lang="en-US" altLang="en-US" sz="2400" dirty="0">
                <a:solidFill>
                  <a:srgbClr val="0066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594D720D-0D7F-B79B-82A8-E642153C746C}"/>
              </a:ext>
            </a:extLst>
          </p:cNvPr>
          <p:cNvSpPr txBox="1"/>
          <p:nvPr/>
        </p:nvSpPr>
        <p:spPr>
          <a:xfrm>
            <a:off x="-114300" y="5172959"/>
            <a:ext cx="1447800" cy="707886"/>
          </a:xfrm>
          <a:prstGeom prst="rect">
            <a:avLst/>
          </a:prstGeom>
          <a:noFill/>
        </p:spPr>
        <p:txBody>
          <a:bodyPr wrap="square" rtlCol="0">
            <a:spAutoFit/>
          </a:bodyPr>
          <a:lstStyle/>
          <a:p>
            <a:pPr algn="ctr"/>
            <a:r>
              <a:rPr lang="en-US" sz="4000" dirty="0">
                <a:solidFill>
                  <a:srgbClr val="006600"/>
                </a:solidFill>
              </a:rPr>
              <a:t>Yes!</a:t>
            </a:r>
          </a:p>
        </p:txBody>
      </p:sp>
      <p:sp>
        <p:nvSpPr>
          <p:cNvPr id="5" name="TextBox 4">
            <a:extLst>
              <a:ext uri="{FF2B5EF4-FFF2-40B4-BE49-F238E27FC236}">
                <a16:creationId xmlns:a16="http://schemas.microsoft.com/office/drawing/2014/main" id="{CBFD8FAA-9B02-8349-019E-EE5723A7DB43}"/>
              </a:ext>
            </a:extLst>
          </p:cNvPr>
          <p:cNvSpPr txBox="1"/>
          <p:nvPr/>
        </p:nvSpPr>
        <p:spPr>
          <a:xfrm>
            <a:off x="152400" y="456066"/>
            <a:ext cx="8686800" cy="553998"/>
          </a:xfrm>
          <a:prstGeom prst="rect">
            <a:avLst/>
          </a:prstGeom>
          <a:noFill/>
        </p:spPr>
        <p:txBody>
          <a:bodyPr wrap="square" rtlCol="0">
            <a:spAutoFit/>
          </a:bodyPr>
          <a:lstStyle/>
          <a:p>
            <a:pPr algn="ctr"/>
            <a:r>
              <a:rPr lang="en-US" sz="3000" dirty="0"/>
              <a:t>Don’t use exceptions for normal flow control!</a:t>
            </a:r>
          </a:p>
        </p:txBody>
      </p:sp>
    </p:spTree>
    <p:extLst>
      <p:ext uri="{BB962C8B-B14F-4D97-AF65-F5344CB8AC3E}">
        <p14:creationId xmlns:p14="http://schemas.microsoft.com/office/powerpoint/2010/main" val="39627273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AD77BF86-6636-B96D-922E-5C70B36D5F07}"/>
              </a:ext>
            </a:extLst>
          </p:cNvPr>
          <p:cNvSpPr>
            <a:spLocks noGrp="1" noChangeArrowheads="1"/>
          </p:cNvSpPr>
          <p:nvPr>
            <p:ph type="title"/>
          </p:nvPr>
        </p:nvSpPr>
        <p:spPr>
          <a:xfrm>
            <a:off x="685800" y="76200"/>
            <a:ext cx="7772400" cy="1143000"/>
          </a:xfrm>
          <a:noFill/>
        </p:spPr>
        <p:txBody>
          <a:bodyPr/>
          <a:lstStyle/>
          <a:p>
            <a:pPr eaLnBrk="1" hangingPunct="1"/>
            <a:r>
              <a:rPr lang="en-US" altLang="en-US" dirty="0">
                <a:latin typeface="Bahnschrift" panose="020B0502040204020203" pitchFamily="34" charset="0"/>
              </a:rPr>
              <a:t>Don’t Ignore Exceptions</a:t>
            </a:r>
          </a:p>
        </p:txBody>
      </p:sp>
      <p:sp>
        <p:nvSpPr>
          <p:cNvPr id="23555" name="Rectangle 5">
            <a:extLst>
              <a:ext uri="{FF2B5EF4-FFF2-40B4-BE49-F238E27FC236}">
                <a16:creationId xmlns:a16="http://schemas.microsoft.com/office/drawing/2014/main" id="{507924F2-6D87-FF24-5A25-B7B45FFFD1FD}"/>
              </a:ext>
            </a:extLst>
          </p:cNvPr>
          <p:cNvSpPr>
            <a:spLocks noGrp="1" noChangeArrowheads="1"/>
          </p:cNvSpPr>
          <p:nvPr>
            <p:ph idx="1"/>
          </p:nvPr>
        </p:nvSpPr>
        <p:spPr>
          <a:xfrm>
            <a:off x="457200" y="1447800"/>
            <a:ext cx="8229600" cy="5257800"/>
          </a:xfrm>
          <a:noFill/>
        </p:spPr>
        <p:txBody>
          <a:bodyPr/>
          <a:lstStyle/>
          <a:p>
            <a:pPr marL="0" indent="0" algn="ctr" eaLnBrk="1" hangingPunct="1">
              <a:lnSpc>
                <a:spcPct val="90000"/>
              </a:lnSpc>
              <a:buNone/>
            </a:pPr>
            <a:r>
              <a:rPr lang="en-US" altLang="en-US" sz="3600" b="1" dirty="0">
                <a:solidFill>
                  <a:schemeClr val="accent6">
                    <a:lumMod val="75000"/>
                  </a:schemeClr>
                </a:solidFill>
                <a:latin typeface="Bahnschrift" panose="020B0502040204020203" pitchFamily="34" charset="0"/>
              </a:rPr>
              <a:t>Never leave a catch block empty</a:t>
            </a:r>
          </a:p>
          <a:p>
            <a:pPr marL="0" indent="0" eaLnBrk="1" hangingPunct="1">
              <a:lnSpc>
                <a:spcPct val="90000"/>
              </a:lnSpc>
              <a:buNone/>
            </a:pPr>
            <a:endParaRPr lang="en-US" altLang="en-US" sz="3600" dirty="0"/>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}catch(Exception e){ } </a:t>
            </a:r>
          </a:p>
          <a:p>
            <a:pPr eaLnBrk="1" hangingPunct="1">
              <a:lnSpc>
                <a:spcPct val="90000"/>
              </a:lnSpc>
              <a:buFont typeface="Wingdings" panose="05000000000000000000" pitchFamily="2" charset="2"/>
              <a:buNone/>
            </a:pPr>
            <a:endParaRPr lang="en-US" altLang="en-US" dirty="0">
              <a:solidFill>
                <a:srgbClr val="006666"/>
              </a:solidFill>
              <a:latin typeface="Courier New" panose="02070309020205020404" pitchFamily="49" charset="0"/>
              <a:cs typeface="Courier New" panose="02070309020205020404" pitchFamily="49" charset="0"/>
            </a:endParaRPr>
          </a:p>
          <a:p>
            <a:pPr marL="0" indent="0" algn="ctr"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Tempting since an empty catch block won’t raise complaints from compiler.</a:t>
            </a:r>
          </a:p>
          <a:p>
            <a:pPr marL="0" indent="0" algn="ctr"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Don’t do this!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15281DB-9FCB-1874-4EAC-BC292A08E282}"/>
              </a:ext>
            </a:extLst>
          </p:cNvPr>
          <p:cNvSpPr>
            <a:spLocks noGrp="1" noChangeArrowheads="1"/>
          </p:cNvSpPr>
          <p:nvPr>
            <p:ph type="title"/>
          </p:nvPr>
        </p:nvSpPr>
        <p:spPr>
          <a:xfrm>
            <a:off x="685800" y="457200"/>
            <a:ext cx="7772400" cy="1143000"/>
          </a:xfrm>
        </p:spPr>
        <p:txBody>
          <a:bodyPr/>
          <a:lstStyle/>
          <a:p>
            <a:pPr eaLnBrk="1" hangingPunct="1"/>
            <a:r>
              <a:rPr lang="en-US" altLang="en-US" dirty="0">
                <a:latin typeface="Bahnschrift" panose="020B0502040204020203" pitchFamily="34" charset="0"/>
              </a:rPr>
              <a:t>Don’t Ignore Exceptions</a:t>
            </a:r>
            <a:endParaRPr lang="en-US" altLang="en-US" dirty="0"/>
          </a:p>
        </p:txBody>
      </p:sp>
      <p:sp>
        <p:nvSpPr>
          <p:cNvPr id="24579" name="Rectangle 3">
            <a:extLst>
              <a:ext uri="{FF2B5EF4-FFF2-40B4-BE49-F238E27FC236}">
                <a16:creationId xmlns:a16="http://schemas.microsoft.com/office/drawing/2014/main" id="{87E50506-D65E-9AB8-FF2E-52596FD91236}"/>
              </a:ext>
            </a:extLst>
          </p:cNvPr>
          <p:cNvSpPr>
            <a:spLocks noGrp="1" noChangeArrowheads="1"/>
          </p:cNvSpPr>
          <p:nvPr>
            <p:ph idx="1"/>
          </p:nvPr>
        </p:nvSpPr>
        <p:spPr/>
        <p:txBody>
          <a:bodyPr/>
          <a:lstStyle/>
          <a:p>
            <a:pPr eaLnBrk="1" hangingPunct="1"/>
            <a:r>
              <a:rPr lang="en-US" altLang="en-US" dirty="0">
                <a:latin typeface="Bahnschrift" panose="020B0502040204020203" pitchFamily="34" charset="0"/>
              </a:rPr>
              <a:t>If its empty, its highly suspect</a:t>
            </a:r>
          </a:p>
          <a:p>
            <a:pPr lvl="1" eaLnBrk="1" hangingPunct="1">
              <a:spcAft>
                <a:spcPts val="1200"/>
              </a:spcAft>
            </a:pPr>
            <a:r>
              <a:rPr lang="en-US" altLang="en-US" dirty="0">
                <a:latin typeface="Bahnschrift" panose="020B0502040204020203" pitchFamily="34" charset="0"/>
              </a:rPr>
              <a:t>The purpose of exception is to force programmers handle exceptional conditions</a:t>
            </a:r>
          </a:p>
          <a:p>
            <a:pPr eaLnBrk="1" hangingPunct="1"/>
            <a:r>
              <a:rPr lang="en-US" altLang="en-US" dirty="0">
                <a:latin typeface="Bahnschrift" panose="020B0502040204020203" pitchFamily="34" charset="0"/>
              </a:rPr>
              <a:t>At least have a comment which explains why its ok to ignore this exception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23DADFDF-C9D8-76AD-9304-FE52C70D8A82}"/>
              </a:ext>
            </a:extLst>
          </p:cNvPr>
          <p:cNvSpPr>
            <a:spLocks noGrp="1" noChangeArrowheads="1"/>
          </p:cNvSpPr>
          <p:nvPr>
            <p:ph type="title"/>
          </p:nvPr>
        </p:nvSpPr>
        <p:spPr>
          <a:xfrm>
            <a:off x="304800" y="228601"/>
            <a:ext cx="8534400" cy="838200"/>
          </a:xfrm>
          <a:noFill/>
        </p:spPr>
        <p:txBody>
          <a:bodyPr/>
          <a:lstStyle/>
          <a:p>
            <a:pPr eaLnBrk="1" hangingPunct="1"/>
            <a:r>
              <a:rPr lang="en-US" altLang="en-US" sz="4000" dirty="0">
                <a:latin typeface="Bahnschrift" panose="020B0502040204020203" pitchFamily="34" charset="0"/>
              </a:rPr>
              <a:t>Document Exceptions</a:t>
            </a:r>
          </a:p>
        </p:txBody>
      </p:sp>
      <p:sp>
        <p:nvSpPr>
          <p:cNvPr id="17411" name="Rectangle 5">
            <a:extLst>
              <a:ext uri="{FF2B5EF4-FFF2-40B4-BE49-F238E27FC236}">
                <a16:creationId xmlns:a16="http://schemas.microsoft.com/office/drawing/2014/main" id="{8D4C4A30-8FB0-912C-BC8D-91422E0B8C5B}"/>
              </a:ext>
            </a:extLst>
          </p:cNvPr>
          <p:cNvSpPr>
            <a:spLocks noGrp="1" noChangeArrowheads="1"/>
          </p:cNvSpPr>
          <p:nvPr>
            <p:ph idx="1"/>
          </p:nvPr>
        </p:nvSpPr>
        <p:spPr>
          <a:xfrm>
            <a:off x="381000" y="1219199"/>
            <a:ext cx="8534400" cy="5410199"/>
          </a:xfrm>
          <a:noFill/>
        </p:spPr>
        <p:txBody>
          <a:bodyPr/>
          <a:lstStyle/>
          <a:p>
            <a:pPr marL="0" indent="0" eaLnBrk="1" hangingPunct="1">
              <a:lnSpc>
                <a:spcPct val="90000"/>
              </a:lnSpc>
              <a:buNone/>
            </a:pPr>
            <a:r>
              <a:rPr lang="en-US" altLang="en-US" sz="2800" dirty="0">
                <a:latin typeface="Bahnschrift" panose="020B0502040204020203" pitchFamily="34" charset="0"/>
              </a:rPr>
              <a:t>Checked Exceptions:</a:t>
            </a:r>
          </a:p>
          <a:p>
            <a:pPr marL="514350" lvl="1" eaLnBrk="1" hangingPunct="1">
              <a:lnSpc>
                <a:spcPct val="90000"/>
              </a:lnSpc>
            </a:pPr>
            <a:r>
              <a:rPr lang="en-US" altLang="en-US" sz="2400" dirty="0">
                <a:latin typeface="Bahnschrift" panose="020B0502040204020203" pitchFamily="34" charset="0"/>
              </a:rPr>
              <a:t>Declare or Catch (required by compiler), and</a:t>
            </a:r>
          </a:p>
          <a:p>
            <a:pPr marL="514350" lvl="1" eaLnBrk="1" hangingPunct="1">
              <a:lnSpc>
                <a:spcPct val="90000"/>
              </a:lnSpc>
              <a:spcAft>
                <a:spcPts val="1200"/>
              </a:spcAft>
            </a:pPr>
            <a:r>
              <a:rPr lang="en-US" altLang="en-US" sz="2400" dirty="0">
                <a:latin typeface="Bahnschrift" panose="020B0502040204020203" pitchFamily="34" charset="0"/>
              </a:rPr>
              <a:t>Document with @throws tag in </a:t>
            </a:r>
            <a:r>
              <a:rPr lang="en-US" altLang="en-US" sz="2400" dirty="0" err="1">
                <a:latin typeface="Bahnschrift" panose="020B0502040204020203" pitchFamily="34" charset="0"/>
              </a:rPr>
              <a:t>JavaDoc</a:t>
            </a:r>
            <a:endParaRPr lang="en-US" altLang="en-US" sz="2400" dirty="0">
              <a:latin typeface="Bahnschrift" panose="020B0502040204020203" pitchFamily="34" charset="0"/>
            </a:endParaRPr>
          </a:p>
          <a:p>
            <a:pPr marL="0" indent="0" eaLnBrk="1" hangingPunct="1">
              <a:lnSpc>
                <a:spcPct val="90000"/>
              </a:lnSpc>
              <a:buNone/>
            </a:pPr>
            <a:r>
              <a:rPr lang="en-US" altLang="en-US" sz="2800" dirty="0">
                <a:latin typeface="Bahnschrift" panose="020B0502040204020203" pitchFamily="34" charset="0"/>
              </a:rPr>
              <a:t>Unchecked Exceptions: </a:t>
            </a:r>
          </a:p>
          <a:p>
            <a:pPr marL="514350" lvl="1" eaLnBrk="1" hangingPunct="1">
              <a:lnSpc>
                <a:spcPct val="90000"/>
              </a:lnSpc>
              <a:spcAft>
                <a:spcPts val="1200"/>
              </a:spcAft>
            </a:pPr>
            <a:r>
              <a:rPr lang="en-US" altLang="en-US" sz="2400" dirty="0">
                <a:latin typeface="Bahnschrift" panose="020B0502040204020203" pitchFamily="34" charset="0"/>
              </a:rPr>
              <a:t>Document with @throws tag in </a:t>
            </a:r>
            <a:r>
              <a:rPr lang="en-US" altLang="en-US" sz="2400" dirty="0" err="1">
                <a:latin typeface="Bahnschrift" panose="020B0502040204020203" pitchFamily="34" charset="0"/>
              </a:rPr>
              <a:t>JavaDoc</a:t>
            </a:r>
            <a:endParaRPr lang="en-US" altLang="en-US" sz="2400" dirty="0">
              <a:latin typeface="Bahnschrift" panose="020B0502040204020203" pitchFamily="34" charset="0"/>
            </a:endParaRPr>
          </a:p>
          <a:p>
            <a:pPr marL="0" indent="0" eaLnBrk="1" hangingPunct="1">
              <a:lnSpc>
                <a:spcPct val="90000"/>
              </a:lnSpc>
              <a:buNone/>
            </a:pPr>
            <a:r>
              <a:rPr lang="en-US" altLang="en-US" sz="2800" dirty="0">
                <a:latin typeface="Bahnschrift" panose="020B0502040204020203" pitchFamily="34" charset="0"/>
              </a:rPr>
              <a:t>Don’t shortcut with superclass exceptions</a:t>
            </a:r>
          </a:p>
          <a:p>
            <a:pPr marL="514350" lvl="1" eaLnBrk="1" hangingPunct="1">
              <a:lnSpc>
                <a:spcPct val="90000"/>
              </a:lnSpc>
              <a:spcAft>
                <a:spcPts val="1200"/>
              </a:spcAft>
            </a:pPr>
            <a:r>
              <a:rPr lang="en-US" altLang="en-US" sz="2400" dirty="0">
                <a:latin typeface="Bahnschrift" panose="020B0502040204020203" pitchFamily="34" charset="0"/>
              </a:rPr>
              <a:t>Example: Don’t catch “Exception” instead of </a:t>
            </a:r>
            <a:r>
              <a:rPr lang="en-US" altLang="en-US" sz="2400" dirty="0" err="1">
                <a:latin typeface="Bahnschrift" panose="020B0502040204020203" pitchFamily="34" charset="0"/>
              </a:rPr>
              <a:t>NullPointerException</a:t>
            </a:r>
            <a:endParaRPr lang="en-US" altLang="en-US" sz="2400" dirty="0">
              <a:latin typeface="Bahnschrift" panose="020B0502040204020203" pitchFamily="34" charset="0"/>
            </a:endParaRPr>
          </a:p>
          <a:p>
            <a:pPr marL="0" indent="0" eaLnBrk="1" hangingPunct="1">
              <a:lnSpc>
                <a:spcPct val="90000"/>
              </a:lnSpc>
              <a:buNone/>
            </a:pPr>
            <a:r>
              <a:rPr lang="en-US" altLang="en-US" sz="2800" dirty="0">
                <a:latin typeface="Bahnschrift" panose="020B0502040204020203" pitchFamily="34" charset="0"/>
              </a:rPr>
              <a:t>Ok to document common exceptions at class level</a:t>
            </a:r>
          </a:p>
          <a:p>
            <a:pPr marL="514350" lvl="1" eaLnBrk="1" hangingPunct="1">
              <a:lnSpc>
                <a:spcPct val="90000"/>
              </a:lnSpc>
            </a:pPr>
            <a:r>
              <a:rPr lang="en-US" altLang="en-US" sz="2400" dirty="0">
                <a:latin typeface="Bahnschrift" panose="020B0502040204020203" pitchFamily="34" charset="0"/>
              </a:rPr>
              <a:t>Example: “All methods in class throw </a:t>
            </a:r>
            <a:r>
              <a:rPr lang="en-US" altLang="en-US" sz="2400" dirty="0" err="1">
                <a:latin typeface="Bahnschrift" panose="020B0502040204020203" pitchFamily="34" charset="0"/>
              </a:rPr>
              <a:t>NullPointerException</a:t>
            </a:r>
            <a:r>
              <a:rPr lang="en-US" altLang="en-US" sz="2400" dirty="0">
                <a:latin typeface="Bahnschrift" panose="020B0502040204020203" pitchFamily="34" charset="0"/>
              </a:rPr>
              <a:t> if a null object reference </a:t>
            </a:r>
            <a:br>
              <a:rPr lang="en-US" altLang="en-US" sz="2400" dirty="0">
                <a:latin typeface="Bahnschrift" panose="020B0502040204020203" pitchFamily="34" charset="0"/>
              </a:rPr>
            </a:br>
            <a:r>
              <a:rPr lang="en-US" altLang="en-US" sz="2400" dirty="0">
                <a:latin typeface="Bahnschrift" panose="020B0502040204020203" pitchFamily="34" charset="0"/>
              </a:rPr>
              <a:t>is passed in any parameter”</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3.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SimSun"/>
        <a:cs typeface=""/>
      </a:majorFont>
      <a:minorFont>
        <a:latin typeface="Tahoma"/>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2093</TotalTime>
  <Words>3114</Words>
  <Application>Microsoft Office PowerPoint</Application>
  <PresentationFormat>On-screen Show (4:3)</PresentationFormat>
  <Paragraphs>481</Paragraphs>
  <Slides>44</Slides>
  <Notes>30</Notes>
  <HiddenSlides>0</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44</vt:i4>
      </vt:variant>
    </vt:vector>
  </HeadingPairs>
  <TitlesOfParts>
    <vt:vector size="64" baseType="lpstr">
      <vt:lpstr>Abadi</vt:lpstr>
      <vt:lpstr>Arial</vt:lpstr>
      <vt:lpstr>Arial Black</vt:lpstr>
      <vt:lpstr>Bahnschrift</vt:lpstr>
      <vt:lpstr>Book Antiqua</vt:lpstr>
      <vt:lpstr>Consolas</vt:lpstr>
      <vt:lpstr>Courier New</vt:lpstr>
      <vt:lpstr>Impact</vt:lpstr>
      <vt:lpstr>Inter</vt:lpstr>
      <vt:lpstr>Lucida Sans</vt:lpstr>
      <vt:lpstr>source-code-pro</vt:lpstr>
      <vt:lpstr>source-serif-pro</vt:lpstr>
      <vt:lpstr>Tahoma</vt:lpstr>
      <vt:lpstr>Times New Roman</vt:lpstr>
      <vt:lpstr>Wingdings</vt:lpstr>
      <vt:lpstr>Wingdings 2</vt:lpstr>
      <vt:lpstr>Wingdings 3</vt:lpstr>
      <vt:lpstr>Blank Presentation</vt:lpstr>
      <vt:lpstr>Apex</vt:lpstr>
      <vt:lpstr>Blends</vt:lpstr>
      <vt:lpstr>PowerPoint Presentation</vt:lpstr>
      <vt:lpstr>Why Exceptions?</vt:lpstr>
      <vt:lpstr>PowerPoint Presentation</vt:lpstr>
      <vt:lpstr>Exceptions Explained</vt:lpstr>
      <vt:lpstr>Exceptions Explained</vt:lpstr>
      <vt:lpstr>Advantage of Exceptions</vt:lpstr>
      <vt:lpstr>PowerPoint Presentation</vt:lpstr>
      <vt:lpstr>Java Exception Hierarchy</vt:lpstr>
      <vt:lpstr>Java Exception Hierarchy</vt:lpstr>
      <vt:lpstr>PowerPoint Presentation</vt:lpstr>
      <vt:lpstr>PowerPoint Presentation</vt:lpstr>
      <vt:lpstr>PowerPoint Presentation</vt:lpstr>
      <vt:lpstr>PowerPoint Presentation</vt:lpstr>
      <vt:lpstr>Declaring an exception</vt:lpstr>
      <vt:lpstr>PowerPoint Presentation</vt:lpstr>
      <vt:lpstr>Handling an exception</vt:lpstr>
      <vt:lpstr>Finding a Sum of Integer Values Passed as Command Line Parameters</vt:lpstr>
      <vt:lpstr>Finding a Sum of Integer Values Passed as Command Line Parameters</vt:lpstr>
      <vt:lpstr>Sample Runs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Execution of try catch blocks</vt:lpstr>
      <vt:lpstr>PowerPoint Presentation</vt:lpstr>
      <vt:lpstr>PowerPoint Presentation</vt:lpstr>
      <vt:lpstr>PowerPoint Presentation</vt:lpstr>
      <vt:lpstr>PowerPoint Presentation</vt:lpstr>
      <vt:lpstr>PowerPoint Presentation</vt:lpstr>
      <vt:lpstr>Multiple Catch Statements</vt:lpstr>
      <vt:lpstr>Multiple Catch Statements</vt:lpstr>
      <vt:lpstr>Multiple Catch Statements</vt:lpstr>
      <vt:lpstr>PowerPoint Presentation</vt:lpstr>
      <vt:lpstr>PowerPoint Presentation</vt:lpstr>
      <vt:lpstr>PowerPoint Presentation</vt:lpstr>
      <vt:lpstr>Don’t Ignore Exceptions</vt:lpstr>
      <vt:lpstr>Don’t Ignore Exceptions</vt:lpstr>
      <vt:lpstr>Document Exceptions</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exceptions</dc:title>
  <dc:subject>Exceptions</dc:subject>
  <dc:creator>A+ Computer Science</dc:creator>
  <cp:keywords>www.apluscompsci.com</cp:keywords>
  <dc:description>Exceptions_x000d_
©A+ Computer Science_x000d_
www.apluscompsci.com</dc:description>
  <cp:lastModifiedBy>Weldon Jasik</cp:lastModifiedBy>
  <cp:revision>374</cp:revision>
  <cp:lastPrinted>2000-03-03T17:14:42Z</cp:lastPrinted>
  <dcterms:created xsi:type="dcterms:W3CDTF">1995-06-17T23:31:02Z</dcterms:created>
  <dcterms:modified xsi:type="dcterms:W3CDTF">2024-09-24T17:42:20Z</dcterms:modified>
  <cp:category>www.apluscompsci.com</cp:category>
</cp:coreProperties>
</file>