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  <p:sldMasterId id="2147483672" r:id="rId3"/>
  </p:sldMasterIdLst>
  <p:notesMasterIdLst>
    <p:notesMasterId r:id="rId29"/>
  </p:notesMasterIdLst>
  <p:handoutMasterIdLst>
    <p:handoutMasterId r:id="rId30"/>
  </p:handoutMasterIdLst>
  <p:sldIdLst>
    <p:sldId id="364" r:id="rId4"/>
    <p:sldId id="365" r:id="rId5"/>
    <p:sldId id="405" r:id="rId6"/>
    <p:sldId id="280" r:id="rId7"/>
    <p:sldId id="366" r:id="rId8"/>
    <p:sldId id="367" r:id="rId9"/>
    <p:sldId id="368" r:id="rId10"/>
    <p:sldId id="369" r:id="rId11"/>
    <p:sldId id="370" r:id="rId12"/>
    <p:sldId id="371" r:id="rId13"/>
    <p:sldId id="372" r:id="rId14"/>
    <p:sldId id="415" r:id="rId15"/>
    <p:sldId id="373" r:id="rId16"/>
    <p:sldId id="374" r:id="rId17"/>
    <p:sldId id="376" r:id="rId18"/>
    <p:sldId id="377" r:id="rId19"/>
    <p:sldId id="378" r:id="rId20"/>
    <p:sldId id="381" r:id="rId21"/>
    <p:sldId id="382" r:id="rId22"/>
    <p:sldId id="383" r:id="rId23"/>
    <p:sldId id="281" r:id="rId24"/>
    <p:sldId id="384" r:id="rId25"/>
    <p:sldId id="410" r:id="rId26"/>
    <p:sldId id="412" r:id="rId27"/>
    <p:sldId id="411" r:id="rId28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E5FF"/>
    <a:srgbClr val="009900"/>
    <a:srgbClr val="FFFF00"/>
    <a:srgbClr val="000099"/>
    <a:srgbClr val="FF6600"/>
    <a:srgbClr val="CCECFF"/>
    <a:srgbClr val="00FF00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09" autoAdjust="0"/>
    <p:restoredTop sz="94660"/>
  </p:normalViewPr>
  <p:slideViewPr>
    <p:cSldViewPr snapToGrid="0">
      <p:cViewPr varScale="1">
        <p:scale>
          <a:sx n="74" d="100"/>
          <a:sy n="74" d="100"/>
        </p:scale>
        <p:origin x="293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7F0023C-DD17-43BC-A537-C45C5C8F7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7585E47-D52F-4C2C-A970-A4A930F738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266F075-3AF8-4D8B-9835-6BD8F62056F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7CFB4E2-3347-4CA5-B69E-CB077DDCEAB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648B7F2C-8AF7-4CB3-A348-BE942545A9B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9364EB4-7341-477E-9A32-63DB49AEDDA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8F99A1AC-51C8-44EF-B5C0-0DB09EF4B33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4F3D2AC9-18A8-4214-989C-245A809A040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159DF8-9B83-42D9-964A-F0D4D0ECBE7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A0DE462-A38B-4495-A46E-0A0368AEF24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497D81B5-896C-4B2C-A6D5-67CA1D58EF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F5888543-F783-4CDD-8E9B-E513FF49708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1A350529-E36F-4889-B163-18B3FE6D93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B068287B-7129-4C36-ADCF-96C1F7C097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  <p:sp>
        <p:nvSpPr>
          <p:cNvPr id="15364" name="Slide Number Placeholder 3">
            <a:extLst>
              <a:ext uri="{FF2B5EF4-FFF2-40B4-BE49-F238E27FC236}">
                <a16:creationId xmlns:a16="http://schemas.microsoft.com/office/drawing/2014/main" id="{DEC3EE18-88C6-433D-BB6D-188C19768E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5814832-7AD3-4C5E-ABEB-536F3923124F}" type="slidenum">
              <a:rPr lang="en-US" altLang="en-US"/>
              <a:pPr>
                <a:spcBef>
                  <a:spcPct val="0"/>
                </a:spcBef>
              </a:pPr>
              <a:t>13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hemeOverride" Target="../theme/themeOverride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hemeOverride" Target="../theme/themeOverride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DE8EDCA-78F9-405D-814F-ED7AD47157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9C76663-FBE6-4268-8F9E-3B9B9FEF0BD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ECE2305-2473-4D44-BC7A-DC8E2267CF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0F0EF47-8830-4A23-810A-5F463C6C01A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717527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B61EC45-6F81-489A-884F-81F6F15EEE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3002DF1-649C-4AF9-A0E8-99E82BB14D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4E996E2-DA97-4790-AAEF-94085BB434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93E6F90-A979-4BB9-B78C-D9EF2946C5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141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386952F-06F2-4739-8C27-2098F2A42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795B228-EED5-4F46-98F4-9F7BD62FFEE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0859C8-CBCF-4A57-8010-CE7AC0A4980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751163D-1CEE-48A2-BA58-086B3715793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109444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7195F8-A4B8-4FFD-8579-E14A306016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FEA7300-3BFD-4239-A15A-6417B35F2A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C444EA-7AC1-4C76-8ADD-0537E2AD2EE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16B596A2-70F0-4DD9-BD33-C4C32314A7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62291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E39F307-FAB5-47EC-9148-FC8C284398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0621FFA-81D8-492F-A0ED-F9413C54B4B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D6A5197-7D62-4E6A-8B6E-57E32E64F66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05BD67D-26A0-4843-8457-F450A04A30E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81130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3333CB0-E587-4F4B-96E9-72B5767BF94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827E69E1-A4B3-4656-B5C5-51CCDB07C93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0830ED-D44D-4796-BF36-CAF1670B0D5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C4EB65E-DCFA-43C3-A67E-9D84AD22C03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83526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1D8887B-8326-43E2-9945-B46F21086C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F1687200-764B-40B2-8210-A91A8433B6F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F9CBE0-C2D4-4BFC-A642-AC59504831F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38AEE51-0C61-498C-9D14-C63E029090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67276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A6A972-15B3-4DD1-BD13-1B9D1AD1CF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CC7CBBF-94D3-4BBC-B71F-51C9777B404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75676A1-E3F1-4AF5-84AB-9A16D0C09C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41F24CB-8943-4E18-8EBB-7E7C1AAB078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23787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3413D-00FD-49C8-AF66-2A25B03988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EA8D843-C0CB-4FE8-8802-796EC2803F1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83A97D4-980D-421D-A46A-805AD22EADA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7EA94D61-1066-4036-A4F8-4BC619D21C4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49273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279E1F-EA29-462A-902A-A22D9DFD307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C5CEA71-5720-4ADE-BC34-B8B79C4EF92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699C1A-9276-42E3-A8B6-657C4F78701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5B2595C-BB50-47A6-8C40-49F19C0B45AD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0238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40F2B1B-AC9E-493C-BE72-C3CEC7D0C7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842B409-1851-4EF4-9D1B-253B2250211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2FD969-704C-434E-A078-97B418F1D4C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BDE1442-A7B1-4636-B6B1-5FF840841441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204056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47F437-6EAC-50D3-0502-ED3AF5B4F6BB}"/>
              </a:ext>
            </a:extLst>
          </p:cNvPr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6FF5E-3D99-B0BF-7958-F32FC051502C}"/>
              </a:ext>
            </a:extLst>
          </p:cNvPr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AA3BE-AC8E-2EEC-052A-82FA87809364}"/>
              </a:ext>
            </a:extLst>
          </p:cNvPr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0C2183-12B3-75C3-6B29-07BA6FEEAFAC}"/>
              </a:ext>
            </a:extLst>
          </p:cNvPr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27">
            <a:extLst>
              <a:ext uri="{FF2B5EF4-FFF2-40B4-BE49-F238E27FC236}">
                <a16:creationId xmlns:a16="http://schemas.microsoft.com/office/drawing/2014/main" id="{34F88D48-BD0F-CA31-379E-18B48EF546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225BB752-5555-4AC8-BA7D-9ABEF2F1A86D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16">
            <a:extLst>
              <a:ext uri="{FF2B5EF4-FFF2-40B4-BE49-F238E27FC236}">
                <a16:creationId xmlns:a16="http://schemas.microsoft.com/office/drawing/2014/main" id="{A88FA8C8-A7E5-FC1A-5913-539C0F670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28">
            <a:extLst>
              <a:ext uri="{FF2B5EF4-FFF2-40B4-BE49-F238E27FC236}">
                <a16:creationId xmlns:a16="http://schemas.microsoft.com/office/drawing/2014/main" id="{1542F9C8-1F0D-AF9E-6976-5B6E3E870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fld id="{E37D5DEA-7B63-48D5-808D-4F2CD8A0696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72976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E4598CAC-383A-9EDD-0A76-A76BC8515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C22075-2258-4585-98EC-37BA22CBDB83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A4D49FB5-A843-13BD-45DD-147BF36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42168E8C-EFC0-C500-8821-6CFE34A5D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63FABD-DC0C-41A2-9E3B-22BD8FEFCB7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93188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0538BD-ED54-FD8A-617D-B12C71A3F1FB}"/>
              </a:ext>
            </a:extLst>
          </p:cNvPr>
          <p:cNvSpPr/>
          <p:nvPr/>
        </p:nvSpPr>
        <p:spPr>
          <a:xfrm>
            <a:off x="914400" y="2819400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2993E5-398D-E9F6-7E9C-A02FCC2B09BD}"/>
              </a:ext>
            </a:extLst>
          </p:cNvPr>
          <p:cNvSpPr/>
          <p:nvPr/>
        </p:nvSpPr>
        <p:spPr>
          <a:xfrm>
            <a:off x="914400" y="2819400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82FF3BF-6082-8F2C-F6E6-4B6D72CD60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A6C78630-5898-462C-9F38-9943EA89C0F4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4ABCF5C-B082-A480-2A1C-E49CF9AC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250929-EA57-029B-1069-785F8BA5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" y="6354763"/>
            <a:ext cx="1520825" cy="366712"/>
          </a:xfrm>
        </p:spPr>
        <p:txBody>
          <a:bodyPr/>
          <a:lstStyle>
            <a:lvl1pPr>
              <a:defRPr/>
            </a:lvl1pPr>
          </a:lstStyle>
          <a:p>
            <a:fld id="{F562FDFC-90FF-4C5F-9295-4F716B2A56F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19287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0B8B3348-1CB9-3F0D-8100-0622B3840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48B10E0-20E2-4A73-AD26-43D19F632903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77DBA969-B6D3-D926-39FD-7C3DF3D6F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271C6BDE-1065-3648-6CB9-EE849480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E2F83D-7519-47C5-9307-95544A8EC61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51022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>
            <a:extLst>
              <a:ext uri="{FF2B5EF4-FFF2-40B4-BE49-F238E27FC236}">
                <a16:creationId xmlns:a16="http://schemas.microsoft.com/office/drawing/2014/main" id="{7C4A9CC3-F560-E73A-447A-CB538DE0F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0348925-512E-4F86-99F8-4C8D2038E18A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0385249-9FF7-FA81-DEB0-04E6F7027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22">
            <a:extLst>
              <a:ext uri="{FF2B5EF4-FFF2-40B4-BE49-F238E27FC236}">
                <a16:creationId xmlns:a16="http://schemas.microsoft.com/office/drawing/2014/main" id="{7E3177FB-C83F-2065-71F0-61CF5A30F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6F812C-652B-4930-9589-CD258DCEEC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9897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272F201E-7468-5BBA-E3A8-B7049EC1B9B0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F98DCEFB-0A25-5F3F-D700-4EB05D351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5A9A943-7773-40E8-A1E6-ED78BE098ED0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4344710-2936-3E0F-8E66-D2F66292C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CF359D1B-D231-EDE7-21D3-801E28A9D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18D0058-72CD-4B66-9298-A823FAEF9D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35081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A029B2A-AEE2-4B54-36DF-E2A6938010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DA9E375-D17E-864A-CF16-B9E5406908A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DCA75773-1E0E-2310-2DBA-084F77CE4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DD5B239-EE7A-4CD8-ABC8-32776AFF009C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07463049-AA61-EDE3-54F1-81F6FCF14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23A94AD-18AD-1F83-C68C-917B46E84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C841C4-6FD4-4500-BC11-1D5B1781E9F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77951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40E4FC81-6C21-AB49-3BCD-245E6F631EC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A5B4656-6B57-25F7-0034-D84737E2D275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160712" y="3324226"/>
            <a:ext cx="603567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dirty="0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DAD76617-1BD3-4B68-4ACB-8AFD39602B5F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019A3C47-4530-9EAC-3D45-9E9D4BB35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B1E4A41-1FBE-40CB-85A4-BA19BC8FE08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6B4B2F9-6379-45C2-D1A5-B69C127E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E62B3DA-7DC7-5891-CD96-7A7F32DF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35AB8D-3455-4BD5-B846-C7E487426E9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31678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81BE6182-4784-F136-2A40-48ACCD6C203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5337F0DC-1924-EA50-C780-1D0442BC4089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D50E23-78F4-85AD-8BB6-37ACA1898572}"/>
              </a:ext>
            </a:extLst>
          </p:cNvPr>
          <p:cNvSpPr/>
          <p:nvPr/>
        </p:nvSpPr>
        <p:spPr>
          <a:xfrm>
            <a:off x="457200" y="500063"/>
            <a:ext cx="182563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C2D7C3E4-83CC-EFD7-C9AF-F8E67F63D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EE02DED-B932-4856-9769-596211D30DF0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051D5B9-827B-0BD1-6052-AB56D68A0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89CCC60-427F-619C-6AEB-C967473E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EDDA592-192B-41AF-BFAB-F02D9B0818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440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562E8DFE-D38E-123D-7431-3C43030C5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A32BF1C-0FE7-4422-9E48-F96339057159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CA10AD1-CF32-5A17-C141-A95FA8B99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>
            <a:extLst>
              <a:ext uri="{FF2B5EF4-FFF2-40B4-BE49-F238E27FC236}">
                <a16:creationId xmlns:a16="http://schemas.microsoft.com/office/drawing/2014/main" id="{5226B95C-2693-16FC-0CD8-EA41BE78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482A10-747F-4533-AF23-2A5331265DA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0576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DF0D6CD2-42EE-B236-CEDA-7E00155FB6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A1D2B5F-A955-D357-D05F-EECFCB3EF9AB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A868FCAE-4763-9166-3B06-E943C92E6953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630612" y="3201988"/>
            <a:ext cx="585152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5E24C36-C32A-10B2-C8AE-93D6D49F5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8456794-3851-46AA-823E-9C214C3546C7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15A649-07A1-7DFB-B887-B4D6AB21B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18E4CAF-B9D2-18B5-F81F-0070CEF9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C074F6-C3EB-4E6F-8750-32BEBE6F4C8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68855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5D8315-9B23-86AF-6C69-FC1CA2EAD85B}"/>
              </a:ext>
            </a:extLst>
          </p:cNvPr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1D22C-7222-BF7C-BE55-973B2387628D}"/>
              </a:ext>
            </a:extLst>
          </p:cNvPr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3A8273-1690-96EC-6A50-4994BFD1EA1B}"/>
              </a:ext>
            </a:extLst>
          </p:cNvPr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9EE2CC-5DF6-707A-3752-25C02515B9DD}"/>
              </a:ext>
            </a:extLst>
          </p:cNvPr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27">
            <a:extLst>
              <a:ext uri="{FF2B5EF4-FFF2-40B4-BE49-F238E27FC236}">
                <a16:creationId xmlns:a16="http://schemas.microsoft.com/office/drawing/2014/main" id="{DF6BB4A3-6269-840D-C1F6-2F152BEB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3FCB5B12-A290-40A6-8ACE-0E4117A284D2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16">
            <a:extLst>
              <a:ext uri="{FF2B5EF4-FFF2-40B4-BE49-F238E27FC236}">
                <a16:creationId xmlns:a16="http://schemas.microsoft.com/office/drawing/2014/main" id="{07C7B8C4-95DF-81E2-12D3-F812060C2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28">
            <a:extLst>
              <a:ext uri="{FF2B5EF4-FFF2-40B4-BE49-F238E27FC236}">
                <a16:creationId xmlns:a16="http://schemas.microsoft.com/office/drawing/2014/main" id="{76E59220-26AA-8330-0699-07BA2413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fld id="{0296FD18-7733-4AB3-AD35-CDF4095F0E4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94560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6EB82E66-1511-DA6D-1539-98002B645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D1C30FB-A307-4C9B-81A1-AE7358D96550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F2BC9A8-2118-2AFD-4307-FC1462E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3B5DC7DE-845C-AC77-4087-2333F068F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5018614-E6C2-4ED2-BB99-CFE0588303F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30119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FC465E-CF89-C1DE-2002-F6C523379099}"/>
              </a:ext>
            </a:extLst>
          </p:cNvPr>
          <p:cNvSpPr/>
          <p:nvPr/>
        </p:nvSpPr>
        <p:spPr>
          <a:xfrm>
            <a:off x="914400" y="2819400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7BA19A-1C26-DFFF-4707-CE4C3D9C5391}"/>
              </a:ext>
            </a:extLst>
          </p:cNvPr>
          <p:cNvSpPr/>
          <p:nvPr/>
        </p:nvSpPr>
        <p:spPr>
          <a:xfrm>
            <a:off x="914400" y="2819400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ABCE3E7-BC33-1C02-748A-E2AC6AA6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0E963D90-3888-40A3-826E-D7E9A6DB150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6EED354-DB66-E19F-86DF-5055CE31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7E6DAE7-B043-CF1B-09B0-876F3E832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" y="6354763"/>
            <a:ext cx="1520825" cy="366712"/>
          </a:xfrm>
        </p:spPr>
        <p:txBody>
          <a:bodyPr/>
          <a:lstStyle>
            <a:lvl1pPr>
              <a:defRPr/>
            </a:lvl1pPr>
          </a:lstStyle>
          <a:p>
            <a:fld id="{7864ACD9-E83C-4592-8633-1687D63D465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1880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5FB76996-7DA5-047B-EFDD-A8DC19DD4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B683801-14FA-4781-B9E6-DC002CBF9FDE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846255BC-5452-E3D7-5B6E-AB35BB5ED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2A519798-E918-72D2-799E-E0785161E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DF8E08D-EB0E-4636-8610-3CD5818C7B8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0927810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>
            <a:extLst>
              <a:ext uri="{FF2B5EF4-FFF2-40B4-BE49-F238E27FC236}">
                <a16:creationId xmlns:a16="http://schemas.microsoft.com/office/drawing/2014/main" id="{CF71F582-CBC2-8E3E-A12C-2E15D63EB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EBA726-AD99-490C-B6FA-0784DC830068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434C87A-E2CC-B532-3078-7ECB9AEAD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22">
            <a:extLst>
              <a:ext uri="{FF2B5EF4-FFF2-40B4-BE49-F238E27FC236}">
                <a16:creationId xmlns:a16="http://schemas.microsoft.com/office/drawing/2014/main" id="{8D3E6B80-4299-214E-0486-9C853919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DC9DFE3-2297-4CBA-90E2-21D35AFD227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34916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0C99233-8D76-D193-0995-821659FC5424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3E540620-0CC0-09AF-3661-4470937E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A937ED-B143-4E69-8ECF-67B95BDFD094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5D79B49-6A8C-233E-83DD-C341CE1DC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7621EE76-0F49-7A76-E4C5-AF05817B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3A0E6D-53BF-49E4-A4F9-5F191BDA035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18948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8AA91C9-3251-B5E7-8CBF-3662FA9E08E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D06A3C83-C9A5-1388-DFB5-D2075F50624C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27B05D30-B200-FB1C-A5FD-0BC69656B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1A83335-62F1-4DA7-BD65-974C2D46797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3E1DFE15-F599-C34B-7124-A9F10D03B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A286CFB0-DDD6-329A-0081-3C1502031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BCD7A6-3BE8-46B5-B446-D8933587BA6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13773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287B2001-036A-C6AF-078D-66ED80DE826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F19A732-0E13-AC1A-AB4B-D923A14F1A9B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160712" y="3324226"/>
            <a:ext cx="603567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dirty="0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DBBBE15-9094-9208-4A5D-E783BCE2DD07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D179EF4C-6C84-44AD-CB65-9097F8109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BE22620-5986-42B9-AD18-3101735E763A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163FB55C-7515-41CF-EFA4-D6B9EFC0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FF2EB17F-1B94-84F0-AE7A-F2AF1C89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D0928F1-99D6-4663-8E06-AF7350A268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37013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638E2342-DEAC-17DF-6C73-EAC3772C42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BFF34631-53E9-48A1-F402-9928282915F7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6B6654-ECF6-070B-5FF1-70A066006AD5}"/>
              </a:ext>
            </a:extLst>
          </p:cNvPr>
          <p:cNvSpPr/>
          <p:nvPr/>
        </p:nvSpPr>
        <p:spPr>
          <a:xfrm>
            <a:off x="457200" y="500063"/>
            <a:ext cx="182563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1F54E45F-F231-2B37-09CB-655145435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04ACA17-E9A8-4A71-B388-1AA6FF20C7D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799305B1-CDC7-046D-E8CB-15E9BCB25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22EF17BD-3B7F-6896-79D2-F48837F7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EFB47BB-5A08-4078-8B36-D23D505FE7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1239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4D27A253-AD51-C4A2-6EDA-15E8AC5F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C9C1F0F-2EFB-4411-B2B7-ADDCCA4D12BB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695281F3-52CF-11A2-ED5F-3B27C07FC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>
            <a:extLst>
              <a:ext uri="{FF2B5EF4-FFF2-40B4-BE49-F238E27FC236}">
                <a16:creationId xmlns:a16="http://schemas.microsoft.com/office/drawing/2014/main" id="{BE1CC996-D0A2-CC49-0101-F0EC8D859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B38745-3386-4785-9C80-7219627E181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430432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E8FE6EF1-3AAB-76B6-5B1B-FD995CF52355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F9E9679-875D-97DD-819D-B807A98D9D4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8C11C4CE-1200-A712-D051-D119717832DD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630612" y="3201988"/>
            <a:ext cx="585152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54758A-9298-9DAA-2715-791CA145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C6CA457-D711-4BA7-BBEC-5C9F2F21C631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6D9000A-A37B-D02B-D522-4679E95DE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3AC7DF4-31F8-9ADB-5CBA-CC54686C8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1F58B8-368C-47A9-BA7A-48FB884D073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1151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F3EB82A-6DC2-4827-B743-AA386BDA41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51452A0-70F4-47B4-BE7B-D574B0A806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2C60A7E-6CEE-48B9-9786-D727999634C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AEF19E-37F5-4800-AB42-6E6744AFF7A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D2A36EDD-B2A2-426B-8D93-27441939471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A7CF6C42-FFB0-412D-BE59-82F06AA83AD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>
            <a:extLst>
              <a:ext uri="{FF2B5EF4-FFF2-40B4-BE49-F238E27FC236}">
                <a16:creationId xmlns:a16="http://schemas.microsoft.com/office/drawing/2014/main" id="{FCAEAE55-2D1D-AB34-66F4-D111D4292DE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12">
            <a:extLst>
              <a:ext uri="{FF2B5EF4-FFF2-40B4-BE49-F238E27FC236}">
                <a16:creationId xmlns:a16="http://schemas.microsoft.com/office/drawing/2014/main" id="{9B7E59B4-9447-0B8C-584B-9329516113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21C7491-7AFD-735F-99E9-5A652D1E8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F127FCB8-9F60-4B67-A623-90F2131FC5AC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C86C89-AA7B-69F3-02C7-6AE206FEB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98775" y="6356350"/>
            <a:ext cx="3505200" cy="365125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30140B9-33F8-2865-1C00-B57C0AA2F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879CC6B4-1BE3-4D72-8C4B-D1DC3282987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9BB57178-5041-E61C-ECD3-2040D002E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483C99D7-49C8-D8B5-32DB-24767EF4734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0B834652-64F2-E02E-27D3-5930CE91B73E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05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MS PGothic" panose="020B0600070205080204" pitchFamily="34" charset="-128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anose="05040102010807070707" pitchFamily="18" charset="2"/>
        <a:buChar char=""/>
        <a:defRPr sz="26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pitchFamily="-1" charset="-128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anose="05040102010807070707" pitchFamily="18" charset="2"/>
        <a:buChar char=""/>
        <a:defRPr sz="23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anose="05040102010807070707" pitchFamily="18" charset="2"/>
        <a:buChar char="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anose="05000000000000000000" pitchFamily="2" charset="2"/>
        <a:buChar char="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"/>
        <a:defRPr sz="16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>
            <a:extLst>
              <a:ext uri="{FF2B5EF4-FFF2-40B4-BE49-F238E27FC236}">
                <a16:creationId xmlns:a16="http://schemas.microsoft.com/office/drawing/2014/main" id="{BAD06873-1BFF-8B13-7328-2105A935864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12">
            <a:extLst>
              <a:ext uri="{FF2B5EF4-FFF2-40B4-BE49-F238E27FC236}">
                <a16:creationId xmlns:a16="http://schemas.microsoft.com/office/drawing/2014/main" id="{492D9651-641B-8DDD-3D8D-F1EDCB7456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248CB86-DAE2-F9B9-0F53-EA17255C7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674B90B2-BBF1-4057-AA9D-DE265354F4DF}" type="datetime1">
              <a:rPr lang="en-US" altLang="en-US"/>
              <a:pPr/>
              <a:t>12/3/2024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610319-7D26-1D32-04B2-9976DFCF8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98775" y="6356350"/>
            <a:ext cx="3505200" cy="365125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834EFC8-340A-4813-FD5E-3203532B0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2DDA3E8E-8FCC-4C41-A56A-6108D0B17DD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5E6C256F-B220-6D17-4261-FA49BD8E955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261D2C22-9AE7-65EB-071E-D93921DA7B3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461149E-5CCB-91E1-FFF2-AAD76020B23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760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MS PGothic" panose="020B0600070205080204" pitchFamily="34" charset="-128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anose="05040102010807070707" pitchFamily="18" charset="2"/>
        <a:buChar char=""/>
        <a:defRPr sz="26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pitchFamily="-1" charset="-128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anose="05040102010807070707" pitchFamily="18" charset="2"/>
        <a:buChar char=""/>
        <a:defRPr sz="23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anose="05040102010807070707" pitchFamily="18" charset="2"/>
        <a:buChar char="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anose="05000000000000000000" pitchFamily="2" charset="2"/>
        <a:buChar char="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"/>
        <a:defRPr sz="16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ooter Placeholder 3">
            <a:extLst>
              <a:ext uri="{FF2B5EF4-FFF2-40B4-BE49-F238E27FC236}">
                <a16:creationId xmlns:a16="http://schemas.microsoft.com/office/drawing/2014/main" id="{60E3A6B3-55FA-4893-BF76-EA5A6D9543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099" name="WordArt 2">
            <a:extLst>
              <a:ext uri="{FF2B5EF4-FFF2-40B4-BE49-F238E27FC236}">
                <a16:creationId xmlns:a16="http://schemas.microsoft.com/office/drawing/2014/main" id="{59D1E48C-C9FD-4E34-A6A8-A001B755EEE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600200"/>
            <a:ext cx="8229600" cy="2286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06704D29-96FB-4BCE-9F82-624D3CC371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1DFA4F11-AAAF-4408-95C0-C20D58B37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1570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These common </a:t>
            </a:r>
            <a:r>
              <a:rPr lang="en-US" altLang="en-US">
                <a:solidFill>
                  <a:srgbClr val="FF0000"/>
                </a:solidFill>
                <a:latin typeface="Tahoma" panose="020B0604030504040204" pitchFamily="34" charset="0"/>
              </a:rPr>
              <a:t>abstract data types </a:t>
            </a:r>
            <a:r>
              <a:rPr lang="en-US" altLang="en-US">
                <a:latin typeface="Tahoma" panose="020B0604030504040204" pitchFamily="34" charset="0"/>
              </a:rPr>
              <a:t>allow insertion and removal at the ends only, not in the middle.</a:t>
            </a:r>
          </a:p>
        </p:txBody>
      </p:sp>
      <p:sp>
        <p:nvSpPr>
          <p:cNvPr id="5124" name="WordArt 3">
            <a:extLst>
              <a:ext uri="{FF2B5EF4-FFF2-40B4-BE49-F238E27FC236}">
                <a16:creationId xmlns:a16="http://schemas.microsoft.com/office/drawing/2014/main" id="{48DAC24B-7406-4981-AD4B-F1BE0032D17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99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 &amp; Queues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CAA7A9E6-B6F9-4AF6-AA49-7765CCFCE47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WordArt 3">
            <a:extLst>
              <a:ext uri="{FF2B5EF4-FFF2-40B4-BE49-F238E27FC236}">
                <a16:creationId xmlns:a16="http://schemas.microsoft.com/office/drawing/2014/main" id="{E1C1DA02-57DB-4CEE-90E5-278C730697E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A910672C-370F-4361-B227-C3E61C1ED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2246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>
              <a:defRPr/>
            </a:pPr>
            <a:r>
              <a:rPr lang="en-US" altLang="en-US" dirty="0"/>
              <a:t>A stack is a group of items all of the same type where items are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added to the top </a:t>
            </a:r>
            <a:r>
              <a:rPr lang="en-US" altLang="en-US" dirty="0"/>
              <a:t>of the stack and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removed from the top</a:t>
            </a:r>
            <a:r>
              <a:rPr lang="en-US" altLang="en-US" dirty="0"/>
              <a:t>. </a:t>
            </a:r>
          </a:p>
          <a:p>
            <a:pPr>
              <a:defRPr/>
            </a:pPr>
            <a:endParaRPr lang="en-US" altLang="en-US" dirty="0"/>
          </a:p>
          <a:p>
            <a:pPr>
              <a:defRPr/>
            </a:pPr>
            <a:r>
              <a:rPr lang="en-US" altLang="en-US" dirty="0"/>
              <a:t>Stacks work in a LIFO manner.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8429338B-85E3-ED7C-A47A-7AAA63444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Applications of Stacks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31E50-F12F-7059-873F-46799A80E1A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125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Programming languages: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method calls are placed onto a stack </a:t>
            </a:r>
            <a:r>
              <a:rPr lang="en-US" altLang="en-US" i="1"/>
              <a:t>(call=push, return=pop)</a:t>
            </a: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Matching up related pairs of things: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find out whether a string is a palindrome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examine a file to see if its braces </a:t>
            </a:r>
            <a:r>
              <a:rPr lang="en-US" altLang="en-US">
                <a:latin typeface="Courier New" panose="02070309020205020404" pitchFamily="49" charset="0"/>
              </a:rPr>
              <a:t>{</a:t>
            </a:r>
            <a:r>
              <a:rPr lang="en-US" altLang="en-US"/>
              <a:t> </a:t>
            </a:r>
            <a:r>
              <a:rPr lang="en-US" altLang="en-US">
                <a:latin typeface="Courier New" panose="02070309020205020404" pitchFamily="49" charset="0"/>
              </a:rPr>
              <a:t>}</a:t>
            </a:r>
            <a:r>
              <a:rPr lang="en-US" altLang="en-US"/>
              <a:t> and other operators match</a:t>
            </a:r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Sophisticated algorithms: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searching through a maze with "backtracking"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many programs use an "undo stack" of previous operations</a:t>
            </a:r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EA2FCD7-40AC-0F1C-383C-67A83A2A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A6577D-573A-4098-A1C3-5BDFEE39C60D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64653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464653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</p:txBody>
      </p:sp>
      <p:graphicFrame>
        <p:nvGraphicFramePr>
          <p:cNvPr id="5" name="Group 33">
            <a:extLst>
              <a:ext uri="{FF2B5EF4-FFF2-40B4-BE49-F238E27FC236}">
                <a16:creationId xmlns:a16="http://schemas.microsoft.com/office/drawing/2014/main" id="{E53B8ADF-88DE-DA72-F266-22FF302C0888}"/>
              </a:ext>
            </a:extLst>
          </p:cNvPr>
          <p:cNvGraphicFramePr>
            <a:graphicFrameLocks noGrp="1"/>
          </p:cNvGraphicFramePr>
          <p:nvPr/>
        </p:nvGraphicFramePr>
        <p:xfrm>
          <a:off x="6399213" y="2095500"/>
          <a:ext cx="2092325" cy="1539876"/>
        </p:xfrm>
        <a:graphic>
          <a:graphicData uri="http://schemas.openxmlformats.org/drawingml/2006/table">
            <a:tbl>
              <a:tblPr/>
              <a:tblGrid>
                <a:gridCol w="107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method3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method2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method1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D572AE44-DDC5-44C1-9DDC-0F1B4B7AA7C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09C9FC7F-0D9B-4367-8903-1815D78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057400"/>
            <a:ext cx="6553200" cy="2227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 stack;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 = new 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pic>
        <p:nvPicPr>
          <p:cNvPr id="7172" name="Picture 3">
            <a:extLst>
              <a:ext uri="{FF2B5EF4-FFF2-40B4-BE49-F238E27FC236}">
                <a16:creationId xmlns:a16="http://schemas.microsoft.com/office/drawing/2014/main" id="{D7F167D0-5C75-495C-9FEB-9BB73D2F3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953000"/>
            <a:ext cx="1447800" cy="1384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WordArt 4">
            <a:extLst>
              <a:ext uri="{FF2B5EF4-FFF2-40B4-BE49-F238E27FC236}">
                <a16:creationId xmlns:a16="http://schemas.microsoft.com/office/drawing/2014/main" id="{B2B98D60-1C5C-46EC-A6AE-20D8FEB107F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7174" name="Text Box 5">
            <a:extLst>
              <a:ext uri="{FF2B5EF4-FFF2-40B4-BE49-F238E27FC236}">
                <a16:creationId xmlns:a16="http://schemas.microsoft.com/office/drawing/2014/main" id="{E435BFA3-0A32-4BF0-AC78-07E39BAEA2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429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stack will only store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Integer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0F57A7F8-A826-4304-A8B7-AAA0686D03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58201FFD-E26E-4C35-BBD4-1630A5951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7432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stack.push(15);</a:t>
            </a:r>
          </a:p>
        </p:txBody>
      </p:sp>
      <p:sp>
        <p:nvSpPr>
          <p:cNvPr id="8196" name="Text Box 3">
            <a:extLst>
              <a:ext uri="{FF2B5EF4-FFF2-40B4-BE49-F238E27FC236}">
                <a16:creationId xmlns:a16="http://schemas.microsoft.com/office/drawing/2014/main" id="{A0994F46-2C65-4701-82CF-D2955C2E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39268" name="Group 4">
            <a:extLst>
              <a:ext uri="{FF2B5EF4-FFF2-40B4-BE49-F238E27FC236}">
                <a16:creationId xmlns:a16="http://schemas.microsoft.com/office/drawing/2014/main" id="{1CE7CEEA-178D-480C-9137-97BEDC342A8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203" name="WordArt 10">
            <a:extLst>
              <a:ext uri="{FF2B5EF4-FFF2-40B4-BE49-F238E27FC236}">
                <a16:creationId xmlns:a16="http://schemas.microsoft.com/office/drawing/2014/main" id="{3C26903F-BF6C-4B24-9F72-35C0B618170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1E39EF93-EF65-44DA-9888-45201844B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9" name="Text Box 2">
            <a:extLst>
              <a:ext uri="{FF2B5EF4-FFF2-40B4-BE49-F238E27FC236}">
                <a16:creationId xmlns:a16="http://schemas.microsoft.com/office/drawing/2014/main" id="{1442CB8F-FD96-403A-89AD-33ECF5A90F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stack.push(47);</a:t>
            </a:r>
          </a:p>
        </p:txBody>
      </p:sp>
      <p:sp>
        <p:nvSpPr>
          <p:cNvPr id="9220" name="Text Box 3">
            <a:extLst>
              <a:ext uri="{FF2B5EF4-FFF2-40B4-BE49-F238E27FC236}">
                <a16:creationId xmlns:a16="http://schemas.microsoft.com/office/drawing/2014/main" id="{7EFA22F7-508B-4078-A9D7-879F7A7FA5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0292" name="Group 4">
            <a:extLst>
              <a:ext uri="{FF2B5EF4-FFF2-40B4-BE49-F238E27FC236}">
                <a16:creationId xmlns:a16="http://schemas.microsoft.com/office/drawing/2014/main" id="{F6E189B6-73E3-4F32-BC5F-B5BC4A4D099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229" name="WordArt 12">
            <a:extLst>
              <a:ext uri="{FF2B5EF4-FFF2-40B4-BE49-F238E27FC236}">
                <a16:creationId xmlns:a16="http://schemas.microsoft.com/office/drawing/2014/main" id="{1FDE3F0B-C291-420F-BC22-AD1C87802C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0CC29B82-4B52-4E0E-B38A-59C78860C8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0CAB3E0E-BB64-46C3-B7C9-286396C6AA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stack.push(11);</a:t>
            </a:r>
          </a:p>
        </p:txBody>
      </p:sp>
      <p:sp>
        <p:nvSpPr>
          <p:cNvPr id="10244" name="Text Box 3">
            <a:extLst>
              <a:ext uri="{FF2B5EF4-FFF2-40B4-BE49-F238E27FC236}">
                <a16:creationId xmlns:a16="http://schemas.microsoft.com/office/drawing/2014/main" id="{9E72D19B-C780-4DFE-B851-94F5ECBE5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1316" name="Group 4">
            <a:extLst>
              <a:ext uri="{FF2B5EF4-FFF2-40B4-BE49-F238E27FC236}">
                <a16:creationId xmlns:a16="http://schemas.microsoft.com/office/drawing/2014/main" id="{E3EA0E67-C330-4273-96CB-48D664956D80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2133600"/>
          <a:ext cx="1905000" cy="33274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636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255" name="WordArt 14">
            <a:extLst>
              <a:ext uri="{FF2B5EF4-FFF2-40B4-BE49-F238E27FC236}">
                <a16:creationId xmlns:a16="http://schemas.microsoft.com/office/drawing/2014/main" id="{9B9EBF3D-43DC-4C2F-B840-25A90B4E93D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27D24B4F-751E-4DC5-BC71-5BAAD6119C7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7" name="Text Box 2">
            <a:extLst>
              <a:ext uri="{FF2B5EF4-FFF2-40B4-BE49-F238E27FC236}">
                <a16:creationId xmlns:a16="http://schemas.microsoft.com/office/drawing/2014/main" id="{5284FB4D-2321-4256-BC4E-679A9D940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1268" name="Text Box 3">
            <a:extLst>
              <a:ext uri="{FF2B5EF4-FFF2-40B4-BE49-F238E27FC236}">
                <a16:creationId xmlns:a16="http://schemas.microsoft.com/office/drawing/2014/main" id="{506A1289-CED8-41F8-A9E5-98460392F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2340" name="Group 4">
            <a:extLst>
              <a:ext uri="{FF2B5EF4-FFF2-40B4-BE49-F238E27FC236}">
                <a16:creationId xmlns:a16="http://schemas.microsoft.com/office/drawing/2014/main" id="{A08A5E8E-30A4-4520-88F9-413493C045F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277" name="WordArt 12">
            <a:extLst>
              <a:ext uri="{FF2B5EF4-FFF2-40B4-BE49-F238E27FC236}">
                <a16:creationId xmlns:a16="http://schemas.microsoft.com/office/drawing/2014/main" id="{AD28769B-C92F-4429-A42E-5A4D218997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136C3C54-91F7-4335-A21C-71C13068E6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2291" name="Text Box 2">
            <a:extLst>
              <a:ext uri="{FF2B5EF4-FFF2-40B4-BE49-F238E27FC236}">
                <a16:creationId xmlns:a16="http://schemas.microsoft.com/office/drawing/2014/main" id="{DB477874-A6DB-4826-8A10-55A80C744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2292" name="Text Box 3">
            <a:extLst>
              <a:ext uri="{FF2B5EF4-FFF2-40B4-BE49-F238E27FC236}">
                <a16:creationId xmlns:a16="http://schemas.microsoft.com/office/drawing/2014/main" id="{4F2E58D4-6A68-4584-8205-097A5F221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3364" name="Group 4">
            <a:extLst>
              <a:ext uri="{FF2B5EF4-FFF2-40B4-BE49-F238E27FC236}">
                <a16:creationId xmlns:a16="http://schemas.microsoft.com/office/drawing/2014/main" id="{B4FB6CAB-D4BD-4AC1-8AD2-ADB745CFF592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299" name="WordArt 10">
            <a:extLst>
              <a:ext uri="{FF2B5EF4-FFF2-40B4-BE49-F238E27FC236}">
                <a16:creationId xmlns:a16="http://schemas.microsoft.com/office/drawing/2014/main" id="{3CAF414C-E041-476A-90A7-24657F1DA8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F008A4C7-C9D3-4408-8016-739CD44D7D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WordArt 2">
            <a:extLst>
              <a:ext uri="{FF2B5EF4-FFF2-40B4-BE49-F238E27FC236}">
                <a16:creationId xmlns:a16="http://schemas.microsoft.com/office/drawing/2014/main" id="{3C595269-60BE-44AC-AC07-4645D1C566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1066800"/>
            <a:ext cx="65532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</a:t>
            </a:r>
          </a:p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Methods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The Vector class extends AbstractList and implements the RandomAccess interface just like ArrayList does. &#10;The Stack class extends the Vector class.">
            <a:extLst>
              <a:ext uri="{FF2B5EF4-FFF2-40B4-BE49-F238E27FC236}">
                <a16:creationId xmlns:a16="http://schemas.microsoft.com/office/drawing/2014/main" id="{118B60EC-9170-493B-A82C-DA3E296E2D6A}"/>
              </a:ext>
            </a:extLst>
          </p:cNvPr>
          <p:cNvGrpSpPr/>
          <p:nvPr/>
        </p:nvGrpSpPr>
        <p:grpSpPr>
          <a:xfrm>
            <a:off x="76200" y="304800"/>
            <a:ext cx="8979294" cy="6400800"/>
            <a:chOff x="76200" y="304800"/>
            <a:chExt cx="8979294" cy="6400800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0" y="304800"/>
              <a:ext cx="8979294" cy="6400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1828800" y="83820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2362200" y="111519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990600" y="5562600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1514797" y="513721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990600" y="625928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336550" y="570110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1460665" y="585453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1514065" y="321346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6991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DB2DA0C3-933E-474A-A4CD-5446A926FB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graphicFrame>
        <p:nvGraphicFramePr>
          <p:cNvPr id="145410" name="Group 2">
            <a:extLst>
              <a:ext uri="{FF2B5EF4-FFF2-40B4-BE49-F238E27FC236}">
                <a16:creationId xmlns:a16="http://schemas.microsoft.com/office/drawing/2014/main" id="{96691509-27D6-47C0-A3B2-417AB0D52BE8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533400"/>
          <a:ext cx="8077200" cy="5121276"/>
        </p:xfrm>
        <a:graphic>
          <a:graphicData uri="http://schemas.openxmlformats.org/drawingml/2006/table">
            <a:tbl>
              <a:tblPr/>
              <a:tblGrid>
                <a:gridCol w="272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65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Stack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ahoma" pitchFamily="34" charset="0"/>
                        </a:rPr>
                        <a:t>frequently used methods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42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Name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Use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5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push(x)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adds item x to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1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add() is inherited from the Vector class.  Use push() instead.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pop()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removes and returns an item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peek()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top item with no remove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size()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# of items in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isEmpty()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checks to see if the stack is empty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367" name="Text Box 30">
            <a:extLst>
              <a:ext uri="{FF2B5EF4-FFF2-40B4-BE49-F238E27FC236}">
                <a16:creationId xmlns:a16="http://schemas.microsoft.com/office/drawing/2014/main" id="{26D96A34-8FE1-4401-97C4-C817333F5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5715000"/>
            <a:ext cx="4495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import  java.util.Stack;</a:t>
            </a: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 = new 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out.println(s);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6388" name="WordArt 3">
            <a:extLst>
              <a:ext uri="{FF2B5EF4-FFF2-40B4-BE49-F238E27FC236}">
                <a16:creationId xmlns:a16="http://schemas.microsoft.com/office/drawing/2014/main" id="{C8C69C8A-E150-4C25-908F-C1C3BCF78EA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push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132397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8CF2C05E-1AA3-48EA-9ADA-00ABBBCBDA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7411" name="WordArt 2">
            <a:extLst>
              <a:ext uri="{FF2B5EF4-FFF2-40B4-BE49-F238E27FC236}">
                <a16:creationId xmlns:a16="http://schemas.microsoft.com/office/drawing/2014/main" id="{2FAEA240-1C4D-4C16-9BE9-8FC51B6D6BC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762000"/>
            <a:ext cx="7620000" cy="5029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stackpush.java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Footer Placeholder 3">
            <a:extLst>
              <a:ext uri="{FF2B5EF4-FFF2-40B4-BE49-F238E27FC236}">
                <a16:creationId xmlns:a16="http://schemas.microsoft.com/office/drawing/2014/main" id="{85CEB825-FD4F-423B-9EA4-B03FA48D05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8435" name="Text Box 2">
            <a:extLst>
              <a:ext uri="{FF2B5EF4-FFF2-40B4-BE49-F238E27FC236}">
                <a16:creationId xmlns:a16="http://schemas.microsoft.com/office/drawing/2014/main" id="{B53FE5A7-D877-4DE2-8C83-A07B6B8249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8436" name="WordArt 3">
            <a:extLst>
              <a:ext uri="{FF2B5EF4-FFF2-40B4-BE49-F238E27FC236}">
                <a16:creationId xmlns:a16="http://schemas.microsoft.com/office/drawing/2014/main" id="{3DC5C8F3-52D0-40A0-8FB2-50EFF3F864D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pop</a:t>
            </a:r>
          </a:p>
        </p:txBody>
      </p:sp>
      <p:sp>
        <p:nvSpPr>
          <p:cNvPr id="18437" name="Text Box 4">
            <a:extLst>
              <a:ext uri="{FF2B5EF4-FFF2-40B4-BE49-F238E27FC236}">
                <a16:creationId xmlns:a16="http://schemas.microsoft.com/office/drawing/2014/main" id="{6133EBDA-34A5-4956-B05F-CB7E8F0B9D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3352800"/>
            <a:ext cx="2057400" cy="2800767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23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>
            <a:extLst>
              <a:ext uri="{FF2B5EF4-FFF2-40B4-BE49-F238E27FC236}">
                <a16:creationId xmlns:a16="http://schemas.microsoft.com/office/drawing/2014/main" id="{F83B6A9F-516C-42E0-B6AC-36A4930628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9459" name="WordArt 2">
            <a:extLst>
              <a:ext uri="{FF2B5EF4-FFF2-40B4-BE49-F238E27FC236}">
                <a16:creationId xmlns:a16="http://schemas.microsoft.com/office/drawing/2014/main" id="{ACAFCDF3-D9D7-46E7-9E58-F28CA723C31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57200" y="1371600"/>
            <a:ext cx="7696200" cy="3505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stackpop.java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Footer Placeholder 3">
            <a:extLst>
              <a:ext uri="{FF2B5EF4-FFF2-40B4-BE49-F238E27FC236}">
                <a16:creationId xmlns:a16="http://schemas.microsoft.com/office/drawing/2014/main" id="{E27C4120-4CFB-4175-AB30-53DBDCD5FB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2531" name="Text Box 2">
            <a:extLst>
              <a:ext uri="{FF2B5EF4-FFF2-40B4-BE49-F238E27FC236}">
                <a16:creationId xmlns:a16="http://schemas.microsoft.com/office/drawing/2014/main" id="{D941F008-E326-4D86-9F50-D4A6DB8B1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3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s.peek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</p:txBody>
      </p:sp>
      <p:sp>
        <p:nvSpPr>
          <p:cNvPr id="22532" name="WordArt 3">
            <a:extLst>
              <a:ext uri="{FF2B5EF4-FFF2-40B4-BE49-F238E27FC236}">
                <a16:creationId xmlns:a16="http://schemas.microsoft.com/office/drawing/2014/main" id="{D40FD359-E163-4D86-A17D-7F0772E4A1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400800" cy="952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peek</a:t>
            </a:r>
          </a:p>
        </p:txBody>
      </p:sp>
      <p:sp>
        <p:nvSpPr>
          <p:cNvPr id="22533" name="Text Box 4">
            <a:extLst>
              <a:ext uri="{FF2B5EF4-FFF2-40B4-BE49-F238E27FC236}">
                <a16:creationId xmlns:a16="http://schemas.microsoft.com/office/drawing/2014/main" id="{A0052C96-0491-4107-A4A2-A2337A9F7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9800" y="3429000"/>
            <a:ext cx="2743200" cy="1811338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>
            <a:extLst>
              <a:ext uri="{FF2B5EF4-FFF2-40B4-BE49-F238E27FC236}">
                <a16:creationId xmlns:a16="http://schemas.microsoft.com/office/drawing/2014/main" id="{69091321-4F68-4E88-9F40-E18792DB25E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3555" name="WordArt 2">
            <a:extLst>
              <a:ext uri="{FF2B5EF4-FFF2-40B4-BE49-F238E27FC236}">
                <a16:creationId xmlns:a16="http://schemas.microsoft.com/office/drawing/2014/main" id="{4B0822B2-7230-432C-8D75-5DFAB1B8BD1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219200"/>
            <a:ext cx="77724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stackpeek.java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1B5074CA-1752-418C-BDBD-5DAC7B3631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4579" name="Text Box 2">
            <a:extLst>
              <a:ext uri="{FF2B5EF4-FFF2-40B4-BE49-F238E27FC236}">
                <a16:creationId xmlns:a16="http://schemas.microsoft.com/office/drawing/2014/main" id="{B7DA6ECB-1CE2-4557-B4AC-D645B8B3E5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704647"/>
            <a:ext cx="6477000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while(!</a:t>
            </a:r>
            <a:r>
              <a:rPr lang="en-US" altLang="en-US" sz="2800" dirty="0" err="1">
                <a:latin typeface="Tahoma" panose="020B0604030504040204" pitchFamily="34" charset="0"/>
              </a:rPr>
              <a:t>s.isEmpty</a:t>
            </a:r>
            <a:r>
              <a:rPr lang="en-US" altLang="en-US" sz="2800" dirty="0">
                <a:latin typeface="Tahoma" panose="020B0604030504040204" pitchFamily="34" charset="0"/>
              </a:rPr>
              <a:t>())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</a:t>
            </a: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24580" name="WordArt 3">
            <a:extLst>
              <a:ext uri="{FF2B5EF4-FFF2-40B4-BE49-F238E27FC236}">
                <a16:creationId xmlns:a16="http://schemas.microsoft.com/office/drawing/2014/main" id="{BC5A2D5A-5923-4BBA-8C4D-34424391AB0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400800" cy="952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isEmpty</a:t>
            </a:r>
          </a:p>
        </p:txBody>
      </p:sp>
      <p:sp>
        <p:nvSpPr>
          <p:cNvPr id="24581" name="Text Box 4">
            <a:extLst>
              <a:ext uri="{FF2B5EF4-FFF2-40B4-BE49-F238E27FC236}">
                <a16:creationId xmlns:a16="http://schemas.microsoft.com/office/drawing/2014/main" id="{FCADF05D-749E-436C-B406-E02014164D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1475" y="2227867"/>
            <a:ext cx="2615377" cy="3785652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[88, 23, 11] 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23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88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[]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BD0E922E-5B1E-D42F-1B46-6EF7272F0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Stack limitations/idioms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99564-4E78-AF3B-6C3C-EEDA43ED61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125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Remember:  You can’t loop over a stack like you do a list.</a:t>
            </a:r>
            <a:endParaRPr lang="en-US" altLang="en-US">
              <a:latin typeface="Courier New" panose="02070309020205020404" pitchFamily="49" charset="0"/>
            </a:endParaRP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Stack&lt;Integer&gt; s = new Stack&lt;Integer&gt;();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  <a:r>
              <a:rPr lang="en-US" altLang="en-US" b="1"/>
              <a:t>...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for (int i = 0; i &lt; s.size(); i++) {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    </a:t>
            </a:r>
            <a:r>
              <a:rPr lang="en-US" altLang="en-US" b="1"/>
              <a:t>do something with </a:t>
            </a:r>
            <a:r>
              <a:rPr lang="en-US" altLang="en-US">
                <a:latin typeface="Courier New" panose="02070309020205020404" pitchFamily="49" charset="0"/>
              </a:rPr>
              <a:t>s.get(i);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}</a:t>
            </a: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Instead, you pull contents out of the stack to view them.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Idiom: Remove each element until the stack is empty.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while (!s.isEmpty()) {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    </a:t>
            </a:r>
            <a:r>
              <a:rPr lang="en-US" altLang="en-US" b="1"/>
              <a:t>do something with</a:t>
            </a:r>
            <a:r>
              <a:rPr lang="en-US" altLang="en-US">
                <a:latin typeface="Courier New" panose="02070309020205020404" pitchFamily="49" charset="0"/>
              </a:rPr>
              <a:t> s.pop();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}</a:t>
            </a:r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</p:txBody>
      </p:sp>
      <p:grpSp>
        <p:nvGrpSpPr>
          <p:cNvPr id="2" name="Group 6">
            <a:extLst>
              <a:ext uri="{FF2B5EF4-FFF2-40B4-BE49-F238E27FC236}">
                <a16:creationId xmlns:a16="http://schemas.microsoft.com/office/drawing/2014/main" id="{194066A5-0F3A-059F-CF03-7F3985CC2DBA}"/>
              </a:ext>
            </a:extLst>
          </p:cNvPr>
          <p:cNvGrpSpPr>
            <a:grpSpLocks/>
          </p:cNvGrpSpPr>
          <p:nvPr/>
        </p:nvGrpSpPr>
        <p:grpSpPr bwMode="auto">
          <a:xfrm>
            <a:off x="1181100" y="2593975"/>
            <a:ext cx="5410200" cy="990600"/>
            <a:chOff x="576" y="1488"/>
            <a:chExt cx="3744" cy="624"/>
          </a:xfrm>
        </p:grpSpPr>
        <p:sp>
          <p:nvSpPr>
            <p:cNvPr id="23558" name="Line 4">
              <a:extLst>
                <a:ext uri="{FF2B5EF4-FFF2-40B4-BE49-F238E27FC236}">
                  <a16:creationId xmlns:a16="http://schemas.microsoft.com/office/drawing/2014/main" id="{D15B1A59-5557-D163-F535-64FAD5BE9B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6" y="1536"/>
              <a:ext cx="3744" cy="57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23559" name="Line 5">
              <a:extLst>
                <a:ext uri="{FF2B5EF4-FFF2-40B4-BE49-F238E27FC236}">
                  <a16:creationId xmlns:a16="http://schemas.microsoft.com/office/drawing/2014/main" id="{06DE2FE2-EE52-DA80-737A-530A4A815A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76" y="1488"/>
              <a:ext cx="3744" cy="624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3">
            <a:extLst>
              <a:ext uri="{FF2B5EF4-FFF2-40B4-BE49-F238E27FC236}">
                <a16:creationId xmlns:a16="http://schemas.microsoft.com/office/drawing/2014/main" id="{45C9F722-CE63-4217-B572-C0F3403B6D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5603" name="WordArt 2">
            <a:extLst>
              <a:ext uri="{FF2B5EF4-FFF2-40B4-BE49-F238E27FC236}">
                <a16:creationId xmlns:a16="http://schemas.microsoft.com/office/drawing/2014/main" id="{F9B3CA34-4AC3-4ED3-B8C5-46D6B5451F4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143000"/>
            <a:ext cx="7543800" cy="4191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stackisempty.java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The Vector class extends AbstractList and implements the RandomAccess interface just like ArrayList does. &#10;The Stack class extends the Vector class.">
            <a:extLst>
              <a:ext uri="{FF2B5EF4-FFF2-40B4-BE49-F238E27FC236}">
                <a16:creationId xmlns:a16="http://schemas.microsoft.com/office/drawing/2014/main" id="{118B60EC-9170-493B-A82C-DA3E296E2D6A}"/>
              </a:ext>
            </a:extLst>
          </p:cNvPr>
          <p:cNvGrpSpPr/>
          <p:nvPr/>
        </p:nvGrpSpPr>
        <p:grpSpPr>
          <a:xfrm>
            <a:off x="76200" y="304800"/>
            <a:ext cx="8979294" cy="6400800"/>
            <a:chOff x="76200" y="304800"/>
            <a:chExt cx="8979294" cy="6400800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0" y="304800"/>
              <a:ext cx="8979294" cy="6400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1828800" y="83820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2362200" y="111519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990600" y="5562600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1514797" y="513721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990600" y="625928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336550" y="570110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1460665" y="585453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1514065" y="321346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0331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9FD71F-A232-08FB-7CE9-A59F44C9C012}"/>
              </a:ext>
            </a:extLst>
          </p:cNvPr>
          <p:cNvSpPr/>
          <p:nvPr/>
        </p:nvSpPr>
        <p:spPr>
          <a:xfrm>
            <a:off x="508027" y="450234"/>
            <a:ext cx="84032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6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Array-based Stacks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555485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359736"/>
            <a:ext cx="6477000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</a:t>
            </a: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sz="2800" dirty="0">
                <a:latin typeface="Tahoma" panose="020B0604030504040204" pitchFamily="34" charset="0"/>
              </a:rPr>
              <a:t>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655136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</a:t>
            </a:r>
            <a:r>
              <a:rPr lang="en-US" altLang="en-US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dirty="0">
                <a:latin typeface="Tahoma" panose="020B0604030504040204" pitchFamily="34" charset="0"/>
              </a:rPr>
              <a:t>, 23, 88]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[23, 88]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3CC222-9644-1495-22EB-9FDE367D597E}"/>
              </a:ext>
            </a:extLst>
          </p:cNvPr>
          <p:cNvSpPr/>
          <p:nvPr/>
        </p:nvSpPr>
        <p:spPr>
          <a:xfrm>
            <a:off x="144868" y="134236"/>
            <a:ext cx="8576345" cy="193899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LinkedList-based Stacks</a:t>
            </a:r>
            <a:endParaRPr lang="en-US" sz="6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4396268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ＭＳ 明朝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ＭＳ 明朝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2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3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4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1847</TotalTime>
  <Words>1092</Words>
  <Application>Microsoft Office PowerPoint</Application>
  <PresentationFormat>On-screen Show (4:3)</PresentationFormat>
  <Paragraphs>270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25</vt:i4>
      </vt:variant>
    </vt:vector>
  </HeadingPairs>
  <TitlesOfParts>
    <vt:vector size="41" baseType="lpstr">
      <vt:lpstr>MS PGothic</vt:lpstr>
      <vt:lpstr>Arial</vt:lpstr>
      <vt:lpstr>Arial Black</vt:lpstr>
      <vt:lpstr>Bookman Old Style</vt:lpstr>
      <vt:lpstr>Calibri</vt:lpstr>
      <vt:lpstr>Courier New</vt:lpstr>
      <vt:lpstr>Gill Sans MT</vt:lpstr>
      <vt:lpstr>Impact</vt:lpstr>
      <vt:lpstr>Tahoma</vt:lpstr>
      <vt:lpstr>Times New Roman</vt:lpstr>
      <vt:lpstr>Trebuchet MS</vt:lpstr>
      <vt:lpstr>Wingdings</vt:lpstr>
      <vt:lpstr>Wingdings 3</vt:lpstr>
      <vt:lpstr>Blank Presentation</vt:lpstr>
      <vt:lpstr>Origin</vt:lpstr>
      <vt:lpstr>1_Origin</vt:lpstr>
      <vt:lpstr>PowerPoint Presentation</vt:lpstr>
      <vt:lpstr>PowerPoint Presentation</vt:lpstr>
      <vt:lpstr>PowerPoint Presentation</vt:lpstr>
      <vt:lpstr>Applications of Stacks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Stack limitations/idioms</vt:lpstr>
      <vt:lpstr>PowerPoint Presentation</vt:lpstr>
      <vt:lpstr>PowerPoint Presentation</vt:lpstr>
      <vt:lpstr>PowerPoint Presentation</vt:lpstr>
      <vt:lpstr>PowerPoint Presentation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stacks</dc:title>
  <dc:subject>Stacks</dc:subject>
  <dc:creator>A+ Computer Science</dc:creator>
  <cp:keywords>www.apluscompsci.com</cp:keywords>
  <dc:description>Stacks_x000d_
©A+ Computer Science_x000d_
www.apluscompsci.com</dc:description>
  <cp:lastModifiedBy>Weldon Jasik</cp:lastModifiedBy>
  <cp:revision>261</cp:revision>
  <cp:lastPrinted>1999-11-08T17:20:25Z</cp:lastPrinted>
  <dcterms:created xsi:type="dcterms:W3CDTF">1997-11-03T14:43:20Z</dcterms:created>
  <dcterms:modified xsi:type="dcterms:W3CDTF">2024-12-03T18:39:30Z</dcterms:modified>
  <cp:category>www.apluscompsci.com</cp:category>
</cp:coreProperties>
</file>