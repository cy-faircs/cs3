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p:sldMasterIdLst>
    <p:sldMasterId id="2147483648" r:id="rId1"/>
  </p:sldMasterIdLst>
  <p:notesMasterIdLst>
    <p:notesMasterId r:id="rId40"/>
  </p:notesMasterIdLst>
  <p:handoutMasterIdLst>
    <p:handoutMasterId r:id="rId41"/>
  </p:handoutMasterIdLst>
  <p:sldIdLst>
    <p:sldId id="364" r:id="rId2"/>
    <p:sldId id="337" r:id="rId3"/>
    <p:sldId id="356" r:id="rId4"/>
    <p:sldId id="387" r:id="rId5"/>
    <p:sldId id="351" r:id="rId6"/>
    <p:sldId id="352" r:id="rId7"/>
    <p:sldId id="397" r:id="rId8"/>
    <p:sldId id="396" r:id="rId9"/>
    <p:sldId id="390" r:id="rId10"/>
    <p:sldId id="395" r:id="rId11"/>
    <p:sldId id="316" r:id="rId12"/>
    <p:sldId id="382" r:id="rId13"/>
    <p:sldId id="279" r:id="rId14"/>
    <p:sldId id="398" r:id="rId15"/>
    <p:sldId id="399" r:id="rId16"/>
    <p:sldId id="400" r:id="rId17"/>
    <p:sldId id="401" r:id="rId18"/>
    <p:sldId id="378" r:id="rId19"/>
    <p:sldId id="391" r:id="rId20"/>
    <p:sldId id="392" r:id="rId21"/>
    <p:sldId id="385" r:id="rId22"/>
    <p:sldId id="333" r:id="rId23"/>
    <p:sldId id="389" r:id="rId24"/>
    <p:sldId id="257" r:id="rId25"/>
    <p:sldId id="324" r:id="rId26"/>
    <p:sldId id="258" r:id="rId27"/>
    <p:sldId id="322" r:id="rId28"/>
    <p:sldId id="323" r:id="rId29"/>
    <p:sldId id="383" r:id="rId30"/>
    <p:sldId id="379" r:id="rId31"/>
    <p:sldId id="380" r:id="rId32"/>
    <p:sldId id="381" r:id="rId33"/>
    <p:sldId id="393" r:id="rId34"/>
    <p:sldId id="386" r:id="rId35"/>
    <p:sldId id="362" r:id="rId36"/>
    <p:sldId id="394" r:id="rId37"/>
    <p:sldId id="368" r:id="rId38"/>
    <p:sldId id="328" r:id="rId39"/>
  </p:sldIdLst>
  <p:sldSz cx="9144000" cy="6858000" type="screen4x3"/>
  <p:notesSz cx="6858000" cy="9144000"/>
  <p:custDataLst>
    <p:tags r:id="rId42"/>
  </p:custDataLst>
  <p:defaultTextStyle>
    <a:defPPr>
      <a:defRPr lang="en-US"/>
    </a:defPPr>
    <a:lvl1pPr algn="l" rtl="0" eaLnBrk="0" fontAlgn="base" hangingPunct="0">
      <a:spcBef>
        <a:spcPct val="0"/>
      </a:spcBef>
      <a:spcAft>
        <a:spcPct val="0"/>
      </a:spcAft>
      <a:defRPr sz="2400" kern="1200">
        <a:solidFill>
          <a:schemeClr val="tx1"/>
        </a:solidFill>
        <a:latin typeface="Tahoma" pitchFamily="34" charset="0"/>
        <a:ea typeface="+mn-ea"/>
        <a:cs typeface="+mn-cs"/>
      </a:defRPr>
    </a:lvl1pPr>
    <a:lvl2pPr marL="457200" algn="l" rtl="0" eaLnBrk="0" fontAlgn="base" hangingPunct="0">
      <a:spcBef>
        <a:spcPct val="0"/>
      </a:spcBef>
      <a:spcAft>
        <a:spcPct val="0"/>
      </a:spcAft>
      <a:defRPr sz="2400" kern="1200">
        <a:solidFill>
          <a:schemeClr val="tx1"/>
        </a:solidFill>
        <a:latin typeface="Tahoma" pitchFamily="34" charset="0"/>
        <a:ea typeface="+mn-ea"/>
        <a:cs typeface="+mn-cs"/>
      </a:defRPr>
    </a:lvl2pPr>
    <a:lvl3pPr marL="914400" algn="l" rtl="0" eaLnBrk="0" fontAlgn="base" hangingPunct="0">
      <a:spcBef>
        <a:spcPct val="0"/>
      </a:spcBef>
      <a:spcAft>
        <a:spcPct val="0"/>
      </a:spcAft>
      <a:defRPr sz="2400" kern="1200">
        <a:solidFill>
          <a:schemeClr val="tx1"/>
        </a:solidFill>
        <a:latin typeface="Tahoma" pitchFamily="34" charset="0"/>
        <a:ea typeface="+mn-ea"/>
        <a:cs typeface="+mn-cs"/>
      </a:defRPr>
    </a:lvl3pPr>
    <a:lvl4pPr marL="1371600" algn="l" rtl="0" eaLnBrk="0" fontAlgn="base" hangingPunct="0">
      <a:spcBef>
        <a:spcPct val="0"/>
      </a:spcBef>
      <a:spcAft>
        <a:spcPct val="0"/>
      </a:spcAft>
      <a:defRPr sz="2400" kern="1200">
        <a:solidFill>
          <a:schemeClr val="tx1"/>
        </a:solidFill>
        <a:latin typeface="Tahoma" pitchFamily="34" charset="0"/>
        <a:ea typeface="+mn-ea"/>
        <a:cs typeface="+mn-cs"/>
      </a:defRPr>
    </a:lvl4pPr>
    <a:lvl5pPr marL="1828800" algn="l" rtl="0" eaLnBrk="0" fontAlgn="base" hangingPunct="0">
      <a:spcBef>
        <a:spcPct val="0"/>
      </a:spcBef>
      <a:spcAft>
        <a:spcPct val="0"/>
      </a:spcAft>
      <a:defRPr sz="2400" kern="1200">
        <a:solidFill>
          <a:schemeClr val="tx1"/>
        </a:solidFill>
        <a:latin typeface="Tahoma" pitchFamily="34" charset="0"/>
        <a:ea typeface="+mn-ea"/>
        <a:cs typeface="+mn-cs"/>
      </a:defRPr>
    </a:lvl5pPr>
    <a:lvl6pPr marL="2286000" algn="l" defTabSz="914400" rtl="0" eaLnBrk="1" latinLnBrk="0" hangingPunct="1">
      <a:defRPr sz="2400" kern="1200">
        <a:solidFill>
          <a:schemeClr val="tx1"/>
        </a:solidFill>
        <a:latin typeface="Tahoma" pitchFamily="34" charset="0"/>
        <a:ea typeface="+mn-ea"/>
        <a:cs typeface="+mn-cs"/>
      </a:defRPr>
    </a:lvl6pPr>
    <a:lvl7pPr marL="2743200" algn="l" defTabSz="914400" rtl="0" eaLnBrk="1" latinLnBrk="0" hangingPunct="1">
      <a:defRPr sz="2400" kern="1200">
        <a:solidFill>
          <a:schemeClr val="tx1"/>
        </a:solidFill>
        <a:latin typeface="Tahoma" pitchFamily="34" charset="0"/>
        <a:ea typeface="+mn-ea"/>
        <a:cs typeface="+mn-cs"/>
      </a:defRPr>
    </a:lvl7pPr>
    <a:lvl8pPr marL="3200400" algn="l" defTabSz="914400" rtl="0" eaLnBrk="1" latinLnBrk="0" hangingPunct="1">
      <a:defRPr sz="2400" kern="1200">
        <a:solidFill>
          <a:schemeClr val="tx1"/>
        </a:solidFill>
        <a:latin typeface="Tahoma" pitchFamily="34" charset="0"/>
        <a:ea typeface="+mn-ea"/>
        <a:cs typeface="+mn-cs"/>
      </a:defRPr>
    </a:lvl8pPr>
    <a:lvl9pPr marL="3657600" algn="l" defTabSz="914400" rtl="0" eaLnBrk="1" latinLnBrk="0" hangingPunct="1">
      <a:defRPr sz="2400" kern="1200">
        <a:solidFill>
          <a:schemeClr val="tx1"/>
        </a:solidFill>
        <a:latin typeface="Tahoma" pitchFamily="34"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CC"/>
    <a:srgbClr val="009900"/>
    <a:srgbClr val="0099CC"/>
    <a:srgbClr val="003366"/>
    <a:srgbClr val="660066"/>
    <a:srgbClr val="FFFF00"/>
    <a:srgbClr val="FFFFCC"/>
    <a:srgbClr val="FFCCFF"/>
    <a:srgbClr val="99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40" autoAdjust="0"/>
    <p:restoredTop sz="88608" autoAdjust="0"/>
  </p:normalViewPr>
  <p:slideViewPr>
    <p:cSldViewPr>
      <p:cViewPr varScale="1">
        <p:scale>
          <a:sx n="82" d="100"/>
          <a:sy n="82" d="100"/>
        </p:scale>
        <p:origin x="1402" y="77"/>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3672"/>
    </p:cViewPr>
  </p:sorterViewPr>
  <p:notesViewPr>
    <p:cSldViewPr>
      <p:cViewPr varScale="1">
        <p:scale>
          <a:sx n="63" d="100"/>
          <a:sy n="63" d="100"/>
        </p:scale>
        <p:origin x="-2430" y="-96"/>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ags" Target="tags/tag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notesMaster" Target="notesMasters/notesMaster1.xml"/><Relationship Id="rId45"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handoutMaster" Target="handoutMasters/handout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9938" name="Rectangle 2"/>
          <p:cNvSpPr>
            <a:spLocks noGrp="1" noChangeArrowheads="1"/>
          </p:cNvSpPr>
          <p:nvPr>
            <p:ph type="hdr" sz="quarter"/>
          </p:nvPr>
        </p:nvSpPr>
        <p:spPr bwMode="auto">
          <a:xfrm>
            <a:off x="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defRPr sz="1200" b="1"/>
            </a:lvl1pPr>
          </a:lstStyle>
          <a:p>
            <a:pPr>
              <a:defRPr/>
            </a:pPr>
            <a:endParaRPr lang="en-US"/>
          </a:p>
        </p:txBody>
      </p:sp>
      <p:sp>
        <p:nvSpPr>
          <p:cNvPr id="39939" name="Rectangle 3"/>
          <p:cNvSpPr>
            <a:spLocks noGrp="1" noChangeArrowheads="1"/>
          </p:cNvSpPr>
          <p:nvPr>
            <p:ph type="dt" sz="quarter" idx="1"/>
          </p:nvPr>
        </p:nvSpPr>
        <p:spPr bwMode="auto">
          <a:xfrm>
            <a:off x="388620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a:defRPr sz="1200" b="1"/>
            </a:lvl1pPr>
          </a:lstStyle>
          <a:p>
            <a:pPr>
              <a:defRPr/>
            </a:pPr>
            <a:endParaRPr lang="en-US"/>
          </a:p>
        </p:txBody>
      </p:sp>
      <p:sp>
        <p:nvSpPr>
          <p:cNvPr id="39940" name="Rectangle 4"/>
          <p:cNvSpPr>
            <a:spLocks noGrp="1" noChangeArrowheads="1"/>
          </p:cNvSpPr>
          <p:nvPr>
            <p:ph type="ftr" sz="quarter" idx="2"/>
          </p:nvPr>
        </p:nvSpPr>
        <p:spPr bwMode="auto">
          <a:xfrm>
            <a:off x="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defRPr sz="1200" b="1"/>
            </a:lvl1pPr>
          </a:lstStyle>
          <a:p>
            <a:pPr>
              <a:defRPr/>
            </a:pPr>
            <a:endParaRPr lang="en-US"/>
          </a:p>
        </p:txBody>
      </p:sp>
      <p:sp>
        <p:nvSpPr>
          <p:cNvPr id="39941" name="Rectangle 5"/>
          <p:cNvSpPr>
            <a:spLocks noGrp="1" noChangeArrowheads="1"/>
          </p:cNvSpPr>
          <p:nvPr>
            <p:ph type="sldNum" sz="quarter" idx="3"/>
          </p:nvPr>
        </p:nvSpPr>
        <p:spPr bwMode="auto">
          <a:xfrm>
            <a:off x="388620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r">
              <a:defRPr sz="1200" b="1"/>
            </a:lvl1pPr>
          </a:lstStyle>
          <a:p>
            <a:pPr>
              <a:defRPr/>
            </a:pPr>
            <a:fld id="{C008D70E-2E68-44A0-BD0F-EE16C74DF1BE}" type="slidenum">
              <a:rPr lang="en-US"/>
              <a:pPr>
                <a:defRPr/>
              </a:pPr>
              <a:t>‹#›</a:t>
            </a:fld>
            <a:endParaRPr lang="en-US"/>
          </a:p>
        </p:txBody>
      </p:sp>
    </p:spTree>
    <p:extLst>
      <p:ext uri="{BB962C8B-B14F-4D97-AF65-F5344CB8AC3E}">
        <p14:creationId xmlns:p14="http://schemas.microsoft.com/office/powerpoint/2010/main" val="516336434"/>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995310526"/>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pitchFamily="18" charset="0"/>
        <a:ea typeface="+mn-ea"/>
        <a:cs typeface="+mn-cs"/>
      </a:defRPr>
    </a:lvl1pPr>
    <a:lvl2pPr marL="457200" algn="l" rtl="0" eaLnBrk="0" fontAlgn="base" hangingPunct="0">
      <a:spcBef>
        <a:spcPct val="30000"/>
      </a:spcBef>
      <a:spcAft>
        <a:spcPct val="0"/>
      </a:spcAft>
      <a:defRPr sz="1200" kern="1200">
        <a:solidFill>
          <a:schemeClr val="tx1"/>
        </a:solidFill>
        <a:latin typeface="Times New Roman" pitchFamily="18" charset="0"/>
        <a:ea typeface="+mn-ea"/>
        <a:cs typeface="+mn-cs"/>
      </a:defRPr>
    </a:lvl2pPr>
    <a:lvl3pPr marL="914400" algn="l" rtl="0" eaLnBrk="0" fontAlgn="base" hangingPunct="0">
      <a:spcBef>
        <a:spcPct val="30000"/>
      </a:spcBef>
      <a:spcAft>
        <a:spcPct val="0"/>
      </a:spcAft>
      <a:defRPr sz="1200" kern="1200">
        <a:solidFill>
          <a:schemeClr val="tx1"/>
        </a:solidFill>
        <a:latin typeface="Times New Roman" pitchFamily="18" charset="0"/>
        <a:ea typeface="+mn-ea"/>
        <a:cs typeface="+mn-cs"/>
      </a:defRPr>
    </a:lvl3pPr>
    <a:lvl4pPr marL="1371600" algn="l" rtl="0" eaLnBrk="0" fontAlgn="base" hangingPunct="0">
      <a:spcBef>
        <a:spcPct val="30000"/>
      </a:spcBef>
      <a:spcAft>
        <a:spcPct val="0"/>
      </a:spcAft>
      <a:defRPr sz="1200" kern="1200">
        <a:solidFill>
          <a:schemeClr val="tx1"/>
        </a:solidFill>
        <a:latin typeface="Times New Roman" pitchFamily="18" charset="0"/>
        <a:ea typeface="+mn-ea"/>
        <a:cs typeface="+mn-cs"/>
      </a:defRPr>
    </a:lvl4pPr>
    <a:lvl5pPr marL="1828800" algn="l" rtl="0" eaLnBrk="0" fontAlgn="base" hangingPunct="0">
      <a:spcBef>
        <a:spcPct val="30000"/>
      </a:spcBef>
      <a:spcAft>
        <a:spcPct val="0"/>
      </a:spcAft>
      <a:defRPr sz="1200" kern="1200">
        <a:solidFill>
          <a:schemeClr val="tx1"/>
        </a:solidFill>
        <a:latin typeface="Times New Roman"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Rectangle 2"/>
          <p:cNvSpPr>
            <a:spLocks noGrp="1" noRot="1" noChangeAspect="1" noChangeArrowheads="1" noTextEdit="1"/>
          </p:cNvSpPr>
          <p:nvPr>
            <p:ph type="sldImg"/>
          </p:nvPr>
        </p:nvSpPr>
        <p:spPr bwMode="auto">
          <a:xfrm>
            <a:off x="1143000" y="685800"/>
            <a:ext cx="4572000" cy="3429000"/>
          </a:xfrm>
          <a:prstGeom prst="rect">
            <a:avLst/>
          </a:prstGeom>
          <a:noFill/>
          <a:ln>
            <a:solidFill>
              <a:srgbClr val="000000"/>
            </a:solidFill>
            <a:miter lim="800000"/>
            <a:headEnd/>
            <a:tailEnd/>
          </a:ln>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66563" name="Rectangle 3"/>
          <p:cNvSpPr>
            <a:spLocks noGrp="1" noChangeArrowheads="1"/>
          </p:cNvSpPr>
          <p:nvPr>
            <p:ph type="body" idx="1"/>
          </p:nvPr>
        </p:nvSpPr>
        <p:spPr bwMode="auto">
          <a:xfrm>
            <a:off x="685800" y="4343400"/>
            <a:ext cx="5486400" cy="4114800"/>
          </a:xfrm>
          <a:prstGeom prst="rect">
            <a:avLst/>
          </a:prstGeom>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Tree>
    <p:extLst>
      <p:ext uri="{BB962C8B-B14F-4D97-AF65-F5344CB8AC3E}">
        <p14:creationId xmlns:p14="http://schemas.microsoft.com/office/powerpoint/2010/main" val="11847136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Rectangle 2"/>
          <p:cNvSpPr>
            <a:spLocks noGrp="1" noRot="1" noChangeAspect="1" noChangeArrowheads="1" noTextEdit="1"/>
          </p:cNvSpPr>
          <p:nvPr>
            <p:ph type="sldImg"/>
          </p:nvPr>
        </p:nvSpPr>
        <p:spPr bwMode="auto">
          <a:xfrm>
            <a:off x="1143000" y="685800"/>
            <a:ext cx="4572000" cy="3429000"/>
          </a:xfrm>
          <a:prstGeom prst="rect">
            <a:avLst/>
          </a:prstGeom>
          <a:noFill/>
          <a:ln>
            <a:solidFill>
              <a:srgbClr val="000000"/>
            </a:solidFill>
            <a:miter lim="800000"/>
            <a:headEnd/>
            <a:tailEnd/>
          </a:ln>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67587" name="Rectangle 3"/>
          <p:cNvSpPr>
            <a:spLocks noGrp="1" noChangeArrowheads="1"/>
          </p:cNvSpPr>
          <p:nvPr>
            <p:ph type="body" idx="1"/>
          </p:nvPr>
        </p:nvSpPr>
        <p:spPr bwMode="auto">
          <a:xfrm>
            <a:off x="685800" y="4343400"/>
            <a:ext cx="5486400" cy="4114800"/>
          </a:xfrm>
          <a:prstGeom prst="rect">
            <a:avLst/>
          </a:prstGeom>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Tree>
    <p:extLst>
      <p:ext uri="{BB962C8B-B14F-4D97-AF65-F5344CB8AC3E}">
        <p14:creationId xmlns:p14="http://schemas.microsoft.com/office/powerpoint/2010/main" val="122233425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Rectangle 2"/>
          <p:cNvSpPr>
            <a:spLocks noGrp="1" noRot="1" noChangeAspect="1" noChangeArrowheads="1" noTextEdit="1"/>
          </p:cNvSpPr>
          <p:nvPr>
            <p:ph type="sldImg"/>
          </p:nvPr>
        </p:nvSpPr>
        <p:spPr bwMode="auto">
          <a:xfrm>
            <a:off x="1143000" y="685800"/>
            <a:ext cx="4572000" cy="3429000"/>
          </a:xfrm>
          <a:prstGeom prst="rect">
            <a:avLst/>
          </a:prstGeom>
          <a:noFill/>
          <a:ln>
            <a:solidFill>
              <a:srgbClr val="000000"/>
            </a:solidFill>
            <a:miter lim="800000"/>
            <a:headEnd/>
            <a:tailEnd/>
          </a:ln>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69635" name="Rectangle 3"/>
          <p:cNvSpPr>
            <a:spLocks noGrp="1" noChangeArrowheads="1"/>
          </p:cNvSpPr>
          <p:nvPr>
            <p:ph type="body" idx="1"/>
          </p:nvPr>
        </p:nvSpPr>
        <p:spPr bwMode="auto">
          <a:xfrm>
            <a:off x="685800" y="4343400"/>
            <a:ext cx="5486400" cy="4114800"/>
          </a:xfrm>
          <a:prstGeom prst="rect">
            <a:avLst/>
          </a:prstGeom>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Tree>
    <p:extLst>
      <p:ext uri="{BB962C8B-B14F-4D97-AF65-F5344CB8AC3E}">
        <p14:creationId xmlns:p14="http://schemas.microsoft.com/office/powerpoint/2010/main" val="230973383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8" name="Rectangle 2"/>
          <p:cNvSpPr>
            <a:spLocks noGrp="1" noRot="1" noChangeAspect="1" noChangeArrowheads="1" noTextEdit="1"/>
          </p:cNvSpPr>
          <p:nvPr>
            <p:ph type="sldImg"/>
          </p:nvPr>
        </p:nvSpPr>
        <p:spPr bwMode="auto">
          <a:xfrm>
            <a:off x="1143000" y="685800"/>
            <a:ext cx="4572000" cy="3429000"/>
          </a:xfrm>
          <a:prstGeom prst="rect">
            <a:avLst/>
          </a:prstGeom>
          <a:noFill/>
          <a:ln>
            <a:solidFill>
              <a:srgbClr val="000000"/>
            </a:solidFill>
            <a:miter lim="800000"/>
            <a:headEnd/>
            <a:tailEnd/>
          </a:ln>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101379" name="Rectangle 3"/>
          <p:cNvSpPr>
            <a:spLocks noGrp="1" noChangeArrowheads="1"/>
          </p:cNvSpPr>
          <p:nvPr>
            <p:ph type="body" idx="1"/>
          </p:nvPr>
        </p:nvSpPr>
        <p:spPr bwMode="auto">
          <a:xfrm>
            <a:off x="685800" y="4343400"/>
            <a:ext cx="5486400" cy="4114800"/>
          </a:xfrm>
          <a:prstGeom prst="rect">
            <a:avLst/>
          </a:prstGeom>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Tree>
    <p:extLst>
      <p:ext uri="{BB962C8B-B14F-4D97-AF65-F5344CB8AC3E}">
        <p14:creationId xmlns:p14="http://schemas.microsoft.com/office/powerpoint/2010/main" val="54091423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Rectangle 2"/>
          <p:cNvSpPr>
            <a:spLocks noGrp="1" noRot="1" noChangeAspect="1" noChangeArrowheads="1" noTextEdit="1"/>
          </p:cNvSpPr>
          <p:nvPr>
            <p:ph type="sldImg"/>
          </p:nvPr>
        </p:nvSpPr>
        <p:spPr bwMode="auto">
          <a:xfrm>
            <a:off x="1143000" y="685800"/>
            <a:ext cx="4572000" cy="3429000"/>
          </a:xfrm>
          <a:prstGeom prst="rect">
            <a:avLst/>
          </a:prstGeom>
          <a:noFill/>
          <a:ln>
            <a:solidFill>
              <a:srgbClr val="000000"/>
            </a:solidFill>
            <a:miter lim="800000"/>
            <a:headEnd/>
            <a:tailEnd/>
          </a:ln>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64515" name="Rectangle 3"/>
          <p:cNvSpPr>
            <a:spLocks noGrp="1" noChangeArrowheads="1"/>
          </p:cNvSpPr>
          <p:nvPr>
            <p:ph type="body" idx="1"/>
          </p:nvPr>
        </p:nvSpPr>
        <p:spPr bwMode="auto">
          <a:xfrm>
            <a:off x="685800" y="4343400"/>
            <a:ext cx="5486400" cy="4114800"/>
          </a:xfrm>
          <a:prstGeom prst="rect">
            <a:avLst/>
          </a:prstGeom>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Tree>
    <p:extLst>
      <p:ext uri="{BB962C8B-B14F-4D97-AF65-F5344CB8AC3E}">
        <p14:creationId xmlns:p14="http://schemas.microsoft.com/office/powerpoint/2010/main" val="413097990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Rectangle 2"/>
          <p:cNvSpPr>
            <a:spLocks noGrp="1" noRot="1" noChangeAspect="1" noChangeArrowheads="1" noTextEdit="1"/>
          </p:cNvSpPr>
          <p:nvPr>
            <p:ph type="sldImg"/>
          </p:nvPr>
        </p:nvSpPr>
        <p:spPr bwMode="auto">
          <a:xfrm>
            <a:off x="1143000" y="685800"/>
            <a:ext cx="4572000" cy="3429000"/>
          </a:xfrm>
          <a:prstGeom prst="rect">
            <a:avLst/>
          </a:prstGeom>
          <a:noFill/>
          <a:ln>
            <a:solidFill>
              <a:srgbClr val="000000"/>
            </a:solidFill>
            <a:miter lim="800000"/>
            <a:headEnd/>
            <a:tailEnd/>
          </a:ln>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65539" name="Rectangle 3"/>
          <p:cNvSpPr>
            <a:spLocks noGrp="1" noChangeArrowheads="1"/>
          </p:cNvSpPr>
          <p:nvPr>
            <p:ph type="body" idx="1"/>
          </p:nvPr>
        </p:nvSpPr>
        <p:spPr bwMode="auto">
          <a:xfrm>
            <a:off x="685800" y="4343400"/>
            <a:ext cx="5486400" cy="4114800"/>
          </a:xfrm>
          <a:prstGeom prst="rect">
            <a:avLst/>
          </a:prstGeom>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Tree>
    <p:extLst>
      <p:ext uri="{BB962C8B-B14F-4D97-AF65-F5344CB8AC3E}">
        <p14:creationId xmlns:p14="http://schemas.microsoft.com/office/powerpoint/2010/main" val="303001417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2" name="Rectangle 2"/>
          <p:cNvSpPr>
            <a:spLocks noGrp="1" noRot="1" noChangeAspect="1" noChangeArrowheads="1" noTextEdit="1"/>
          </p:cNvSpPr>
          <p:nvPr>
            <p:ph type="sldImg"/>
          </p:nvPr>
        </p:nvSpPr>
        <p:spPr bwMode="auto">
          <a:xfrm>
            <a:off x="1143000" y="685800"/>
            <a:ext cx="4572000" cy="3429000"/>
          </a:xfrm>
          <a:prstGeom prst="rect">
            <a:avLst/>
          </a:prstGeom>
          <a:noFill/>
          <a:ln>
            <a:solidFill>
              <a:srgbClr val="000000"/>
            </a:solidFill>
            <a:miter lim="800000"/>
            <a:headEnd/>
            <a:tailEnd/>
          </a:ln>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102403" name="Rectangle 3"/>
          <p:cNvSpPr>
            <a:spLocks noGrp="1" noChangeArrowheads="1"/>
          </p:cNvSpPr>
          <p:nvPr>
            <p:ph type="body" idx="1"/>
          </p:nvPr>
        </p:nvSpPr>
        <p:spPr bwMode="auto">
          <a:xfrm>
            <a:off x="685800" y="4343400"/>
            <a:ext cx="5486400" cy="4114800"/>
          </a:xfrm>
          <a:prstGeom prst="rect">
            <a:avLst/>
          </a:prstGeom>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Tree>
    <p:extLst>
      <p:ext uri="{BB962C8B-B14F-4D97-AF65-F5344CB8AC3E}">
        <p14:creationId xmlns:p14="http://schemas.microsoft.com/office/powerpoint/2010/main" val="67242848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2" name="Rectangle 2"/>
          <p:cNvSpPr>
            <a:spLocks noGrp="1" noRot="1" noChangeAspect="1" noChangeArrowheads="1" noTextEdit="1"/>
          </p:cNvSpPr>
          <p:nvPr>
            <p:ph type="sldImg"/>
          </p:nvPr>
        </p:nvSpPr>
        <p:spPr bwMode="auto">
          <a:xfrm>
            <a:off x="1143000" y="685800"/>
            <a:ext cx="4572000" cy="3429000"/>
          </a:xfrm>
          <a:prstGeom prst="rect">
            <a:avLst/>
          </a:prstGeom>
          <a:noFill/>
          <a:ln>
            <a:solidFill>
              <a:srgbClr val="000000"/>
            </a:solidFill>
            <a:miter lim="800000"/>
            <a:headEnd/>
            <a:tailEnd/>
          </a:ln>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102403" name="Rectangle 3"/>
          <p:cNvSpPr>
            <a:spLocks noGrp="1" noChangeArrowheads="1"/>
          </p:cNvSpPr>
          <p:nvPr>
            <p:ph type="body" idx="1"/>
          </p:nvPr>
        </p:nvSpPr>
        <p:spPr bwMode="auto">
          <a:xfrm>
            <a:off x="685800" y="4343400"/>
            <a:ext cx="5486400" cy="4114800"/>
          </a:xfrm>
          <a:prstGeom prst="rect">
            <a:avLst/>
          </a:prstGeom>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Tree>
    <p:extLst>
      <p:ext uri="{BB962C8B-B14F-4D97-AF65-F5344CB8AC3E}">
        <p14:creationId xmlns:p14="http://schemas.microsoft.com/office/powerpoint/2010/main" val="396162533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8" name="Rectangle 2"/>
          <p:cNvSpPr>
            <a:spLocks noGrp="1" noRot="1" noChangeAspect="1" noChangeArrowheads="1" noTextEdit="1"/>
          </p:cNvSpPr>
          <p:nvPr>
            <p:ph type="sldImg"/>
          </p:nvPr>
        </p:nvSpPr>
        <p:spPr bwMode="auto">
          <a:xfrm>
            <a:off x="1143000" y="685800"/>
            <a:ext cx="4572000" cy="3429000"/>
          </a:xfrm>
          <a:prstGeom prst="rect">
            <a:avLst/>
          </a:prstGeom>
          <a:noFill/>
          <a:ln>
            <a:solidFill>
              <a:srgbClr val="000000"/>
            </a:solidFill>
            <a:miter lim="800000"/>
            <a:headEnd/>
            <a:tailEnd/>
          </a:ln>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101379" name="Rectangle 3"/>
          <p:cNvSpPr>
            <a:spLocks noGrp="1" noChangeArrowheads="1"/>
          </p:cNvSpPr>
          <p:nvPr>
            <p:ph type="body" idx="1"/>
          </p:nvPr>
        </p:nvSpPr>
        <p:spPr bwMode="auto">
          <a:xfrm>
            <a:off x="685800" y="4343400"/>
            <a:ext cx="5486400" cy="4114800"/>
          </a:xfrm>
          <a:prstGeom prst="rect">
            <a:avLst/>
          </a:prstGeom>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Tree>
    <p:extLst>
      <p:ext uri="{BB962C8B-B14F-4D97-AF65-F5344CB8AC3E}">
        <p14:creationId xmlns:p14="http://schemas.microsoft.com/office/powerpoint/2010/main" val="223264190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85800"/>
            <a:ext cx="4572000" cy="3429000"/>
          </a:xfrm>
          <a:prstGeom prst="rect">
            <a:avLst/>
          </a:prstGeom>
          <a:noFill/>
          <a:ln w="12700">
            <a:solidFill>
              <a:prstClr val="black"/>
            </a:solidFill>
          </a:ln>
        </p:spPr>
      </p:sp>
      <p:sp>
        <p:nvSpPr>
          <p:cNvPr id="3" name="Notes Placeholder 2"/>
          <p:cNvSpPr>
            <a:spLocks noGrp="1"/>
          </p:cNvSpPr>
          <p:nvPr>
            <p:ph type="body" idx="1"/>
          </p:nvPr>
        </p:nvSpPr>
        <p:spPr>
          <a:xfrm>
            <a:off x="685800" y="4343400"/>
            <a:ext cx="5486400" cy="4114800"/>
          </a:xfrm>
          <a:prstGeom prst="rect">
            <a:avLst/>
          </a:prstGeom>
        </p:spPr>
        <p:txBody>
          <a:bodyPr/>
          <a:lstStyle/>
          <a:p>
            <a:r>
              <a:rPr lang="en-US" sz="1200" b="0" i="0" u="none" strike="noStrike" kern="1200" baseline="0" dirty="0">
                <a:solidFill>
                  <a:schemeClr val="tx1"/>
                </a:solidFill>
                <a:latin typeface="Times New Roman" pitchFamily="18" charset="0"/>
                <a:ea typeface="+mn-ea"/>
                <a:cs typeface="+mn-cs"/>
              </a:rPr>
              <a:t>Theorems: Let T be a nonempty, </a:t>
            </a:r>
            <a:r>
              <a:rPr lang="en-US" sz="1200" b="1" i="0" u="none" strike="noStrike" kern="1200" baseline="0" dirty="0">
                <a:solidFill>
                  <a:schemeClr val="tx1"/>
                </a:solidFill>
                <a:latin typeface="Times New Roman" pitchFamily="18" charset="0"/>
                <a:ea typeface="+mn-ea"/>
                <a:cs typeface="+mn-cs"/>
              </a:rPr>
              <a:t>full</a:t>
            </a:r>
            <a:r>
              <a:rPr lang="en-US" sz="1200" b="0" i="0" u="none" strike="noStrike" kern="1200" baseline="0" dirty="0">
                <a:solidFill>
                  <a:schemeClr val="tx1"/>
                </a:solidFill>
                <a:latin typeface="Times New Roman" pitchFamily="18" charset="0"/>
                <a:ea typeface="+mn-ea"/>
                <a:cs typeface="+mn-cs"/>
              </a:rPr>
              <a:t> binary tree. Then:</a:t>
            </a:r>
          </a:p>
          <a:p>
            <a:r>
              <a:rPr lang="en-US" sz="1200" b="0" i="0" u="none" strike="noStrike" kern="1200" baseline="0" dirty="0">
                <a:solidFill>
                  <a:schemeClr val="tx1"/>
                </a:solidFill>
                <a:latin typeface="Times New Roman" pitchFamily="18" charset="0"/>
                <a:ea typeface="+mn-ea"/>
                <a:cs typeface="+mn-cs"/>
              </a:rPr>
              <a:t>(a) If T has I internal nodes (i.e. </a:t>
            </a:r>
            <a:r>
              <a:rPr lang="en-US" sz="1200" b="0" i="0" u="none" strike="noStrike" kern="1200" baseline="0">
                <a:solidFill>
                  <a:schemeClr val="tx1"/>
                </a:solidFill>
                <a:latin typeface="Times New Roman" pitchFamily="18" charset="0"/>
                <a:ea typeface="+mn-ea"/>
                <a:cs typeface="+mn-cs"/>
              </a:rPr>
              <a:t>parent nodes), </a:t>
            </a:r>
            <a:r>
              <a:rPr lang="en-US" sz="1200" b="0" i="0" u="none" strike="noStrike" kern="1200" baseline="0" dirty="0">
                <a:solidFill>
                  <a:schemeClr val="tx1"/>
                </a:solidFill>
                <a:latin typeface="Times New Roman" pitchFamily="18" charset="0"/>
                <a:ea typeface="+mn-ea"/>
                <a:cs typeface="+mn-cs"/>
              </a:rPr>
              <a:t>the number of leaves is L = I + 1.</a:t>
            </a:r>
          </a:p>
          <a:p>
            <a:r>
              <a:rPr lang="en-US" sz="1200" b="0" i="0" u="none" strike="noStrike" kern="1200" baseline="0" dirty="0">
                <a:solidFill>
                  <a:schemeClr val="tx1"/>
                </a:solidFill>
                <a:latin typeface="Times New Roman" pitchFamily="18" charset="0"/>
                <a:ea typeface="+mn-ea"/>
                <a:cs typeface="+mn-cs"/>
              </a:rPr>
              <a:t>(b) If T has I internal nodes, the total number of nodes is N = 2I + 1.</a:t>
            </a:r>
          </a:p>
          <a:p>
            <a:r>
              <a:rPr lang="en-US" sz="1200" b="0" i="0" u="none" strike="noStrike" kern="1200" baseline="0" dirty="0">
                <a:solidFill>
                  <a:schemeClr val="tx1"/>
                </a:solidFill>
                <a:latin typeface="Times New Roman" pitchFamily="18" charset="0"/>
                <a:ea typeface="+mn-ea"/>
                <a:cs typeface="+mn-cs"/>
              </a:rPr>
              <a:t>(c) If T has a total of N nodes, the number of internal nodes is I = (N – 1)/2.</a:t>
            </a:r>
          </a:p>
          <a:p>
            <a:r>
              <a:rPr lang="en-US" sz="1200" b="0" i="0" u="none" strike="noStrike" kern="1200" baseline="0" dirty="0">
                <a:solidFill>
                  <a:schemeClr val="tx1"/>
                </a:solidFill>
                <a:latin typeface="Times New Roman" pitchFamily="18" charset="0"/>
                <a:ea typeface="+mn-ea"/>
                <a:cs typeface="+mn-cs"/>
              </a:rPr>
              <a:t>(d) If T has a total of N nodes, the number of leaves is L = (N + 1)/2.</a:t>
            </a:r>
          </a:p>
          <a:p>
            <a:r>
              <a:rPr lang="en-US" sz="1200" b="0" i="0" u="none" strike="noStrike" kern="1200" baseline="0" dirty="0">
                <a:solidFill>
                  <a:schemeClr val="tx1"/>
                </a:solidFill>
                <a:latin typeface="Times New Roman" pitchFamily="18" charset="0"/>
                <a:ea typeface="+mn-ea"/>
                <a:cs typeface="+mn-cs"/>
              </a:rPr>
              <a:t>(e) If T has L leaves, the total number of nodes is N = 2L – 1.</a:t>
            </a:r>
          </a:p>
          <a:p>
            <a:r>
              <a:rPr lang="en-US" sz="1200" b="0" i="0" u="none" strike="noStrike" kern="1200" baseline="0" dirty="0">
                <a:solidFill>
                  <a:schemeClr val="tx1"/>
                </a:solidFill>
                <a:latin typeface="Times New Roman" pitchFamily="18" charset="0"/>
                <a:ea typeface="+mn-ea"/>
                <a:cs typeface="+mn-cs"/>
              </a:rPr>
              <a:t>(f) If T has L leaves, the number of internal nodes is I = L – 1.</a:t>
            </a:r>
            <a:endParaRPr lang="en-US" dirty="0"/>
          </a:p>
        </p:txBody>
      </p:sp>
    </p:spTree>
    <p:extLst>
      <p:ext uri="{BB962C8B-B14F-4D97-AF65-F5344CB8AC3E}">
        <p14:creationId xmlns:p14="http://schemas.microsoft.com/office/powerpoint/2010/main" val="28515597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450" name="Slide Image Placeholder 1"/>
          <p:cNvSpPr>
            <a:spLocks noGrp="1" noRot="1" noChangeAspect="1"/>
          </p:cNvSpPr>
          <p:nvPr>
            <p:ph type="sldImg"/>
          </p:nvPr>
        </p:nvSpPr>
        <p:spPr bwMode="auto">
          <a:xfrm>
            <a:off x="1143000" y="685800"/>
            <a:ext cx="4572000" cy="3429000"/>
          </a:xfrm>
          <a:prstGeom prst="rect">
            <a:avLst/>
          </a:prstGeom>
          <a:noFill/>
          <a:ln w="12700">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04451" name="Notes Placeholder 2"/>
          <p:cNvSpPr>
            <a:spLocks noGrp="1"/>
          </p:cNvSpPr>
          <p:nvPr>
            <p:ph type="body" idx="1"/>
          </p:nvPr>
        </p:nvSpPr>
        <p:spPr bwMode="auto">
          <a:xfrm>
            <a:off x="685800" y="4343400"/>
            <a:ext cx="5486400" cy="411480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Tree>
    <p:extLst>
      <p:ext uri="{BB962C8B-B14F-4D97-AF65-F5344CB8AC3E}">
        <p14:creationId xmlns:p14="http://schemas.microsoft.com/office/powerpoint/2010/main" val="133586969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a:prstGeom prst="rect">
            <a:avLst/>
          </a:prstGeom>
          <a:noFill/>
          <a:ln w="12700">
            <a:solidFill>
              <a:prstClr val="black"/>
            </a:solidFill>
          </a:ln>
        </p:spPr>
      </p:sp>
      <p:sp>
        <p:nvSpPr>
          <p:cNvPr id="3" name="Notes Placeholder 2"/>
          <p:cNvSpPr>
            <a:spLocks noGrp="1"/>
          </p:cNvSpPr>
          <p:nvPr>
            <p:ph type="body" idx="1"/>
          </p:nvPr>
        </p:nvSpPr>
        <p:spPr>
          <a:xfrm>
            <a:off x="685800" y="4400550"/>
            <a:ext cx="5486400" cy="3600450"/>
          </a:xfrm>
          <a:prstGeom prst="rect">
            <a:avLst/>
          </a:prstGeom>
        </p:spPr>
        <p:txBody>
          <a:bodyPr/>
          <a:lstStyle/>
          <a:p>
            <a:endParaRPr lang="en-US" dirty="0"/>
          </a:p>
        </p:txBody>
      </p:sp>
    </p:spTree>
    <p:extLst>
      <p:ext uri="{BB962C8B-B14F-4D97-AF65-F5344CB8AC3E}">
        <p14:creationId xmlns:p14="http://schemas.microsoft.com/office/powerpoint/2010/main" val="258740128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85800"/>
            <a:ext cx="4572000" cy="3429000"/>
          </a:xfrm>
          <a:prstGeom prst="rect">
            <a:avLst/>
          </a:prstGeom>
          <a:noFill/>
          <a:ln w="12700">
            <a:solidFill>
              <a:prstClr val="black"/>
            </a:solidFill>
          </a:ln>
        </p:spPr>
      </p:sp>
      <p:sp>
        <p:nvSpPr>
          <p:cNvPr id="3" name="Notes Placeholder 2"/>
          <p:cNvSpPr>
            <a:spLocks noGrp="1"/>
          </p:cNvSpPr>
          <p:nvPr>
            <p:ph type="body" idx="1"/>
          </p:nvPr>
        </p:nvSpPr>
        <p:spPr>
          <a:xfrm>
            <a:off x="685800" y="4343400"/>
            <a:ext cx="5486400" cy="4114800"/>
          </a:xfrm>
          <a:prstGeom prst="rect">
            <a:avLst/>
          </a:prstGeom>
        </p:spPr>
        <p:txBody>
          <a:bodyPr/>
          <a:lstStyle/>
          <a:p>
            <a:r>
              <a:rPr lang="en-US" sz="1200" b="0" i="0" u="none" strike="noStrike" kern="1200" baseline="0" dirty="0">
                <a:solidFill>
                  <a:schemeClr val="tx1"/>
                </a:solidFill>
                <a:latin typeface="Times New Roman" pitchFamily="18" charset="0"/>
                <a:ea typeface="+mn-ea"/>
                <a:cs typeface="+mn-cs"/>
              </a:rPr>
              <a:t>Theorems: Let T be a nonempty, </a:t>
            </a:r>
            <a:r>
              <a:rPr lang="en-US" sz="1200" b="1" i="0" u="none" strike="noStrike" kern="1200" baseline="0" dirty="0">
                <a:solidFill>
                  <a:schemeClr val="tx1"/>
                </a:solidFill>
                <a:latin typeface="Times New Roman" pitchFamily="18" charset="0"/>
                <a:ea typeface="+mn-ea"/>
                <a:cs typeface="+mn-cs"/>
              </a:rPr>
              <a:t>full</a:t>
            </a:r>
            <a:r>
              <a:rPr lang="en-US" sz="1200" b="0" i="0" u="none" strike="noStrike" kern="1200" baseline="0" dirty="0">
                <a:solidFill>
                  <a:schemeClr val="tx1"/>
                </a:solidFill>
                <a:latin typeface="Times New Roman" pitchFamily="18" charset="0"/>
                <a:ea typeface="+mn-ea"/>
                <a:cs typeface="+mn-cs"/>
              </a:rPr>
              <a:t> binary tree. Then:</a:t>
            </a:r>
          </a:p>
          <a:p>
            <a:r>
              <a:rPr lang="en-US" sz="1200" b="0" i="0" u="none" strike="noStrike" kern="1200" baseline="0" dirty="0">
                <a:solidFill>
                  <a:schemeClr val="tx1"/>
                </a:solidFill>
                <a:latin typeface="Times New Roman" pitchFamily="18" charset="0"/>
                <a:ea typeface="+mn-ea"/>
                <a:cs typeface="+mn-cs"/>
              </a:rPr>
              <a:t>(a) If T has I internal nodes (i.e. </a:t>
            </a:r>
            <a:r>
              <a:rPr lang="en-US" sz="1200" b="0" i="0" u="none" strike="noStrike" kern="1200" baseline="0">
                <a:solidFill>
                  <a:schemeClr val="tx1"/>
                </a:solidFill>
                <a:latin typeface="Times New Roman" pitchFamily="18" charset="0"/>
                <a:ea typeface="+mn-ea"/>
                <a:cs typeface="+mn-cs"/>
              </a:rPr>
              <a:t>parent nodes), </a:t>
            </a:r>
            <a:r>
              <a:rPr lang="en-US" sz="1200" b="0" i="0" u="none" strike="noStrike" kern="1200" baseline="0" dirty="0">
                <a:solidFill>
                  <a:schemeClr val="tx1"/>
                </a:solidFill>
                <a:latin typeface="Times New Roman" pitchFamily="18" charset="0"/>
                <a:ea typeface="+mn-ea"/>
                <a:cs typeface="+mn-cs"/>
              </a:rPr>
              <a:t>the number of leaves is L = I + 1.</a:t>
            </a:r>
          </a:p>
          <a:p>
            <a:r>
              <a:rPr lang="en-US" sz="1200" b="0" i="0" u="none" strike="noStrike" kern="1200" baseline="0" dirty="0">
                <a:solidFill>
                  <a:schemeClr val="tx1"/>
                </a:solidFill>
                <a:latin typeface="Times New Roman" pitchFamily="18" charset="0"/>
                <a:ea typeface="+mn-ea"/>
                <a:cs typeface="+mn-cs"/>
              </a:rPr>
              <a:t>(b) If T has I internal nodes, the total number of nodes is N = 2I + 1.</a:t>
            </a:r>
          </a:p>
          <a:p>
            <a:r>
              <a:rPr lang="en-US" sz="1200" b="0" i="0" u="none" strike="noStrike" kern="1200" baseline="0" dirty="0">
                <a:solidFill>
                  <a:schemeClr val="tx1"/>
                </a:solidFill>
                <a:latin typeface="Times New Roman" pitchFamily="18" charset="0"/>
                <a:ea typeface="+mn-ea"/>
                <a:cs typeface="+mn-cs"/>
              </a:rPr>
              <a:t>(c) If T has a total of N nodes, the number of internal nodes is I = (N – 1)/2.</a:t>
            </a:r>
          </a:p>
          <a:p>
            <a:r>
              <a:rPr lang="en-US" sz="1200" b="0" i="0" u="none" strike="noStrike" kern="1200" baseline="0" dirty="0">
                <a:solidFill>
                  <a:schemeClr val="tx1"/>
                </a:solidFill>
                <a:latin typeface="Times New Roman" pitchFamily="18" charset="0"/>
                <a:ea typeface="+mn-ea"/>
                <a:cs typeface="+mn-cs"/>
              </a:rPr>
              <a:t>(d) If T has a total of N nodes, the number of leaves is L = (N + 1)/2.</a:t>
            </a:r>
          </a:p>
          <a:p>
            <a:r>
              <a:rPr lang="en-US" sz="1200" b="0" i="0" u="none" strike="noStrike" kern="1200" baseline="0" dirty="0">
                <a:solidFill>
                  <a:schemeClr val="tx1"/>
                </a:solidFill>
                <a:latin typeface="Times New Roman" pitchFamily="18" charset="0"/>
                <a:ea typeface="+mn-ea"/>
                <a:cs typeface="+mn-cs"/>
              </a:rPr>
              <a:t>(e) If T has L leaves, the total number of nodes is N = 2L – 1.</a:t>
            </a:r>
          </a:p>
          <a:p>
            <a:r>
              <a:rPr lang="en-US" sz="1200" b="0" i="0" u="none" strike="noStrike" kern="1200" baseline="0" dirty="0">
                <a:solidFill>
                  <a:schemeClr val="tx1"/>
                </a:solidFill>
                <a:latin typeface="Times New Roman" pitchFamily="18" charset="0"/>
                <a:ea typeface="+mn-ea"/>
                <a:cs typeface="+mn-cs"/>
              </a:rPr>
              <a:t>(f) If T has L leaves, the number of internal nodes is I = L – 1.</a:t>
            </a:r>
            <a:endParaRPr lang="en-US" dirty="0"/>
          </a:p>
        </p:txBody>
      </p:sp>
    </p:spTree>
    <p:extLst>
      <p:ext uri="{BB962C8B-B14F-4D97-AF65-F5344CB8AC3E}">
        <p14:creationId xmlns:p14="http://schemas.microsoft.com/office/powerpoint/2010/main" val="326837187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85800"/>
            <a:ext cx="4572000" cy="3429000"/>
          </a:xfrm>
          <a:prstGeom prst="rect">
            <a:avLst/>
          </a:prstGeom>
          <a:noFill/>
          <a:ln w="12700">
            <a:solidFill>
              <a:prstClr val="black"/>
            </a:solidFill>
          </a:ln>
        </p:spPr>
      </p:sp>
      <p:sp>
        <p:nvSpPr>
          <p:cNvPr id="3" name="Notes Placeholder 2"/>
          <p:cNvSpPr>
            <a:spLocks noGrp="1"/>
          </p:cNvSpPr>
          <p:nvPr>
            <p:ph type="body" idx="1"/>
          </p:nvPr>
        </p:nvSpPr>
        <p:spPr>
          <a:xfrm>
            <a:off x="685800" y="4343400"/>
            <a:ext cx="5486400" cy="4114800"/>
          </a:xfrm>
          <a:prstGeom prst="rect">
            <a:avLst/>
          </a:prstGeom>
        </p:spPr>
        <p:txBody>
          <a:bodyPr/>
          <a:lstStyle/>
          <a:p>
            <a:r>
              <a:rPr lang="en-US" sz="1200" b="0" i="0" u="none" strike="noStrike" kern="1200" baseline="0" dirty="0">
                <a:solidFill>
                  <a:schemeClr val="tx1"/>
                </a:solidFill>
                <a:latin typeface="Times New Roman" pitchFamily="18" charset="0"/>
                <a:ea typeface="+mn-ea"/>
                <a:cs typeface="+mn-cs"/>
              </a:rPr>
              <a:t>Theorems: Let T be a nonempty, </a:t>
            </a:r>
            <a:r>
              <a:rPr lang="en-US" sz="1200" b="1" i="0" u="none" strike="noStrike" kern="1200" baseline="0" dirty="0">
                <a:solidFill>
                  <a:schemeClr val="tx1"/>
                </a:solidFill>
                <a:latin typeface="Times New Roman" pitchFamily="18" charset="0"/>
                <a:ea typeface="+mn-ea"/>
                <a:cs typeface="+mn-cs"/>
              </a:rPr>
              <a:t>full</a:t>
            </a:r>
            <a:r>
              <a:rPr lang="en-US" sz="1200" b="0" i="0" u="none" strike="noStrike" kern="1200" baseline="0" dirty="0">
                <a:solidFill>
                  <a:schemeClr val="tx1"/>
                </a:solidFill>
                <a:latin typeface="Times New Roman" pitchFamily="18" charset="0"/>
                <a:ea typeface="+mn-ea"/>
                <a:cs typeface="+mn-cs"/>
              </a:rPr>
              <a:t> binary tree. Then:</a:t>
            </a:r>
          </a:p>
          <a:p>
            <a:r>
              <a:rPr lang="en-US" sz="1200" b="0" i="0" u="none" strike="noStrike" kern="1200" baseline="0" dirty="0">
                <a:solidFill>
                  <a:schemeClr val="tx1"/>
                </a:solidFill>
                <a:latin typeface="Times New Roman" pitchFamily="18" charset="0"/>
                <a:ea typeface="+mn-ea"/>
                <a:cs typeface="+mn-cs"/>
              </a:rPr>
              <a:t>(a) If T has I internal nodes (i.e. </a:t>
            </a:r>
            <a:r>
              <a:rPr lang="en-US" sz="1200" b="0" i="0" u="none" strike="noStrike" kern="1200" baseline="0">
                <a:solidFill>
                  <a:schemeClr val="tx1"/>
                </a:solidFill>
                <a:latin typeface="Times New Roman" pitchFamily="18" charset="0"/>
                <a:ea typeface="+mn-ea"/>
                <a:cs typeface="+mn-cs"/>
              </a:rPr>
              <a:t>parent nodes), </a:t>
            </a:r>
            <a:r>
              <a:rPr lang="en-US" sz="1200" b="0" i="0" u="none" strike="noStrike" kern="1200" baseline="0" dirty="0">
                <a:solidFill>
                  <a:schemeClr val="tx1"/>
                </a:solidFill>
                <a:latin typeface="Times New Roman" pitchFamily="18" charset="0"/>
                <a:ea typeface="+mn-ea"/>
                <a:cs typeface="+mn-cs"/>
              </a:rPr>
              <a:t>the number of leaves is L = I + 1.</a:t>
            </a:r>
          </a:p>
          <a:p>
            <a:r>
              <a:rPr lang="en-US" sz="1200" b="0" i="0" u="none" strike="noStrike" kern="1200" baseline="0" dirty="0">
                <a:solidFill>
                  <a:schemeClr val="tx1"/>
                </a:solidFill>
                <a:latin typeface="Times New Roman" pitchFamily="18" charset="0"/>
                <a:ea typeface="+mn-ea"/>
                <a:cs typeface="+mn-cs"/>
              </a:rPr>
              <a:t>(b) If T has I internal nodes, the total number of nodes is N = 2I + 1.</a:t>
            </a:r>
          </a:p>
          <a:p>
            <a:r>
              <a:rPr lang="en-US" sz="1200" b="0" i="0" u="none" strike="noStrike" kern="1200" baseline="0" dirty="0">
                <a:solidFill>
                  <a:schemeClr val="tx1"/>
                </a:solidFill>
                <a:latin typeface="Times New Roman" pitchFamily="18" charset="0"/>
                <a:ea typeface="+mn-ea"/>
                <a:cs typeface="+mn-cs"/>
              </a:rPr>
              <a:t>(c) If T has a total of N nodes, the number of internal nodes is I = (N – 1)/2.</a:t>
            </a:r>
          </a:p>
          <a:p>
            <a:r>
              <a:rPr lang="en-US" sz="1200" b="0" i="0" u="none" strike="noStrike" kern="1200" baseline="0" dirty="0">
                <a:solidFill>
                  <a:schemeClr val="tx1"/>
                </a:solidFill>
                <a:latin typeface="Times New Roman" pitchFamily="18" charset="0"/>
                <a:ea typeface="+mn-ea"/>
                <a:cs typeface="+mn-cs"/>
              </a:rPr>
              <a:t>(d) If T has a total of N nodes, the number of leaves is L = (N + 1)/2.</a:t>
            </a:r>
          </a:p>
          <a:p>
            <a:r>
              <a:rPr lang="en-US" sz="1200" b="0" i="0" u="none" strike="noStrike" kern="1200" baseline="0" dirty="0">
                <a:solidFill>
                  <a:schemeClr val="tx1"/>
                </a:solidFill>
                <a:latin typeface="Times New Roman" pitchFamily="18" charset="0"/>
                <a:ea typeface="+mn-ea"/>
                <a:cs typeface="+mn-cs"/>
              </a:rPr>
              <a:t>(e) If T has L leaves, the total number of nodes is N = 2L – 1.</a:t>
            </a:r>
          </a:p>
          <a:p>
            <a:r>
              <a:rPr lang="en-US" sz="1200" b="0" i="0" u="none" strike="noStrike" kern="1200" baseline="0" dirty="0">
                <a:solidFill>
                  <a:schemeClr val="tx1"/>
                </a:solidFill>
                <a:latin typeface="Times New Roman" pitchFamily="18" charset="0"/>
                <a:ea typeface="+mn-ea"/>
                <a:cs typeface="+mn-cs"/>
              </a:rPr>
              <a:t>(f) If T has L leaves, the number of internal nodes is I = L – 1.</a:t>
            </a:r>
            <a:endParaRPr lang="en-US" dirty="0"/>
          </a:p>
        </p:txBody>
      </p:sp>
    </p:spTree>
    <p:extLst>
      <p:ext uri="{BB962C8B-B14F-4D97-AF65-F5344CB8AC3E}">
        <p14:creationId xmlns:p14="http://schemas.microsoft.com/office/powerpoint/2010/main" val="78282127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85800"/>
            <a:ext cx="4572000" cy="3429000"/>
          </a:xfrm>
          <a:prstGeom prst="rect">
            <a:avLst/>
          </a:prstGeom>
          <a:noFill/>
          <a:ln w="12700">
            <a:solidFill>
              <a:prstClr val="black"/>
            </a:solidFill>
          </a:ln>
        </p:spPr>
      </p:sp>
      <p:sp>
        <p:nvSpPr>
          <p:cNvPr id="3" name="Notes Placeholder 2"/>
          <p:cNvSpPr>
            <a:spLocks noGrp="1"/>
          </p:cNvSpPr>
          <p:nvPr>
            <p:ph type="body" idx="1"/>
          </p:nvPr>
        </p:nvSpPr>
        <p:spPr>
          <a:xfrm>
            <a:off x="685800" y="4343400"/>
            <a:ext cx="5486400" cy="4114800"/>
          </a:xfrm>
          <a:prstGeom prst="rect">
            <a:avLst/>
          </a:prstGeom>
        </p:spPr>
        <p:txBody>
          <a:bodyPr/>
          <a:lstStyle/>
          <a:p>
            <a:r>
              <a:rPr lang="en-US" sz="1200" b="0" i="0" u="none" strike="noStrike" kern="1200" baseline="0" dirty="0">
                <a:solidFill>
                  <a:schemeClr val="tx1"/>
                </a:solidFill>
                <a:latin typeface="Times New Roman" pitchFamily="18" charset="0"/>
                <a:ea typeface="+mn-ea"/>
                <a:cs typeface="+mn-cs"/>
              </a:rPr>
              <a:t>Theorems: Let T be a nonempty, </a:t>
            </a:r>
            <a:r>
              <a:rPr lang="en-US" sz="1200" b="1" i="0" u="none" strike="noStrike" kern="1200" baseline="0" dirty="0">
                <a:solidFill>
                  <a:schemeClr val="tx1"/>
                </a:solidFill>
                <a:latin typeface="Times New Roman" pitchFamily="18" charset="0"/>
                <a:ea typeface="+mn-ea"/>
                <a:cs typeface="+mn-cs"/>
              </a:rPr>
              <a:t>full</a:t>
            </a:r>
            <a:r>
              <a:rPr lang="en-US" sz="1200" b="0" i="0" u="none" strike="noStrike" kern="1200" baseline="0" dirty="0">
                <a:solidFill>
                  <a:schemeClr val="tx1"/>
                </a:solidFill>
                <a:latin typeface="Times New Roman" pitchFamily="18" charset="0"/>
                <a:ea typeface="+mn-ea"/>
                <a:cs typeface="+mn-cs"/>
              </a:rPr>
              <a:t> binary tree. Then:</a:t>
            </a:r>
          </a:p>
          <a:p>
            <a:r>
              <a:rPr lang="en-US" sz="1200" b="0" i="0" u="none" strike="noStrike" kern="1200" baseline="0" dirty="0">
                <a:solidFill>
                  <a:schemeClr val="tx1"/>
                </a:solidFill>
                <a:latin typeface="Times New Roman" pitchFamily="18" charset="0"/>
                <a:ea typeface="+mn-ea"/>
                <a:cs typeface="+mn-cs"/>
              </a:rPr>
              <a:t>(a) If T has I internal nodes (i.e. </a:t>
            </a:r>
            <a:r>
              <a:rPr lang="en-US" sz="1200" b="0" i="0" u="none" strike="noStrike" kern="1200" baseline="0">
                <a:solidFill>
                  <a:schemeClr val="tx1"/>
                </a:solidFill>
                <a:latin typeface="Times New Roman" pitchFamily="18" charset="0"/>
                <a:ea typeface="+mn-ea"/>
                <a:cs typeface="+mn-cs"/>
              </a:rPr>
              <a:t>parent nodes), </a:t>
            </a:r>
            <a:r>
              <a:rPr lang="en-US" sz="1200" b="0" i="0" u="none" strike="noStrike" kern="1200" baseline="0" dirty="0">
                <a:solidFill>
                  <a:schemeClr val="tx1"/>
                </a:solidFill>
                <a:latin typeface="Times New Roman" pitchFamily="18" charset="0"/>
                <a:ea typeface="+mn-ea"/>
                <a:cs typeface="+mn-cs"/>
              </a:rPr>
              <a:t>the number of leaves is L = I + 1.</a:t>
            </a:r>
          </a:p>
          <a:p>
            <a:r>
              <a:rPr lang="en-US" sz="1200" b="0" i="0" u="none" strike="noStrike" kern="1200" baseline="0" dirty="0">
                <a:solidFill>
                  <a:schemeClr val="tx1"/>
                </a:solidFill>
                <a:latin typeface="Times New Roman" pitchFamily="18" charset="0"/>
                <a:ea typeface="+mn-ea"/>
                <a:cs typeface="+mn-cs"/>
              </a:rPr>
              <a:t>(b) If T has I internal nodes, the total number of nodes is N = 2I + 1.</a:t>
            </a:r>
          </a:p>
          <a:p>
            <a:r>
              <a:rPr lang="en-US" sz="1200" b="0" i="0" u="none" strike="noStrike" kern="1200" baseline="0" dirty="0">
                <a:solidFill>
                  <a:schemeClr val="tx1"/>
                </a:solidFill>
                <a:latin typeface="Times New Roman" pitchFamily="18" charset="0"/>
                <a:ea typeface="+mn-ea"/>
                <a:cs typeface="+mn-cs"/>
              </a:rPr>
              <a:t>(c) If T has a total of N nodes, the number of internal nodes is I = (N – 1)/2.</a:t>
            </a:r>
          </a:p>
          <a:p>
            <a:r>
              <a:rPr lang="en-US" sz="1200" b="0" i="0" u="none" strike="noStrike" kern="1200" baseline="0" dirty="0">
                <a:solidFill>
                  <a:schemeClr val="tx1"/>
                </a:solidFill>
                <a:latin typeface="Times New Roman" pitchFamily="18" charset="0"/>
                <a:ea typeface="+mn-ea"/>
                <a:cs typeface="+mn-cs"/>
              </a:rPr>
              <a:t>(d) If T has a total of N nodes, the number of leaves is L = (N + 1)/2.</a:t>
            </a:r>
          </a:p>
          <a:p>
            <a:r>
              <a:rPr lang="en-US" sz="1200" b="0" i="0" u="none" strike="noStrike" kern="1200" baseline="0" dirty="0">
                <a:solidFill>
                  <a:schemeClr val="tx1"/>
                </a:solidFill>
                <a:latin typeface="Times New Roman" pitchFamily="18" charset="0"/>
                <a:ea typeface="+mn-ea"/>
                <a:cs typeface="+mn-cs"/>
              </a:rPr>
              <a:t>(e) If T has L leaves, the total number of nodes is N = 2L – 1.</a:t>
            </a:r>
          </a:p>
          <a:p>
            <a:r>
              <a:rPr lang="en-US" sz="1200" b="0" i="0" u="none" strike="noStrike" kern="1200" baseline="0" dirty="0">
                <a:solidFill>
                  <a:schemeClr val="tx1"/>
                </a:solidFill>
                <a:latin typeface="Times New Roman" pitchFamily="18" charset="0"/>
                <a:ea typeface="+mn-ea"/>
                <a:cs typeface="+mn-cs"/>
              </a:rPr>
              <a:t>(f) If T has L leaves, the number of internal nodes is I = L – 1.</a:t>
            </a:r>
            <a:endParaRPr lang="en-US" dirty="0"/>
          </a:p>
        </p:txBody>
      </p:sp>
    </p:spTree>
    <p:extLst>
      <p:ext uri="{BB962C8B-B14F-4D97-AF65-F5344CB8AC3E}">
        <p14:creationId xmlns:p14="http://schemas.microsoft.com/office/powerpoint/2010/main" val="280637901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85800"/>
            <a:ext cx="4572000" cy="3429000"/>
          </a:xfrm>
          <a:prstGeom prst="rect">
            <a:avLst/>
          </a:prstGeom>
          <a:noFill/>
          <a:ln w="12700">
            <a:solidFill>
              <a:prstClr val="black"/>
            </a:solidFill>
          </a:ln>
        </p:spPr>
      </p:sp>
      <p:sp>
        <p:nvSpPr>
          <p:cNvPr id="3" name="Notes Placeholder 2"/>
          <p:cNvSpPr>
            <a:spLocks noGrp="1"/>
          </p:cNvSpPr>
          <p:nvPr>
            <p:ph type="body" idx="1"/>
          </p:nvPr>
        </p:nvSpPr>
        <p:spPr>
          <a:xfrm>
            <a:off x="685800" y="4343400"/>
            <a:ext cx="5486400" cy="4114800"/>
          </a:xfrm>
          <a:prstGeom prst="rect">
            <a:avLst/>
          </a:prstGeom>
        </p:spPr>
        <p:txBody>
          <a:bodyPr/>
          <a:lstStyle/>
          <a:p>
            <a:r>
              <a:rPr lang="en-US" sz="1200" b="0" i="0" u="none" strike="noStrike" kern="1200" baseline="0" dirty="0">
                <a:solidFill>
                  <a:schemeClr val="tx1"/>
                </a:solidFill>
                <a:latin typeface="Times New Roman" pitchFamily="18" charset="0"/>
                <a:ea typeface="+mn-ea"/>
                <a:cs typeface="+mn-cs"/>
              </a:rPr>
              <a:t>Theorems: Let T be a nonempty, </a:t>
            </a:r>
            <a:r>
              <a:rPr lang="en-US" sz="1200" b="1" i="0" u="none" strike="noStrike" kern="1200" baseline="0" dirty="0">
                <a:solidFill>
                  <a:schemeClr val="tx1"/>
                </a:solidFill>
                <a:latin typeface="Times New Roman" pitchFamily="18" charset="0"/>
                <a:ea typeface="+mn-ea"/>
                <a:cs typeface="+mn-cs"/>
              </a:rPr>
              <a:t>full</a:t>
            </a:r>
            <a:r>
              <a:rPr lang="en-US" sz="1200" b="0" i="0" u="none" strike="noStrike" kern="1200" baseline="0" dirty="0">
                <a:solidFill>
                  <a:schemeClr val="tx1"/>
                </a:solidFill>
                <a:latin typeface="Times New Roman" pitchFamily="18" charset="0"/>
                <a:ea typeface="+mn-ea"/>
                <a:cs typeface="+mn-cs"/>
              </a:rPr>
              <a:t> binary tree. Then:</a:t>
            </a:r>
          </a:p>
          <a:p>
            <a:r>
              <a:rPr lang="en-US" sz="1200" b="0" i="0" u="none" strike="noStrike" kern="1200" baseline="0" dirty="0">
                <a:solidFill>
                  <a:schemeClr val="tx1"/>
                </a:solidFill>
                <a:latin typeface="Times New Roman" pitchFamily="18" charset="0"/>
                <a:ea typeface="+mn-ea"/>
                <a:cs typeface="+mn-cs"/>
              </a:rPr>
              <a:t>(a) If T has I internal nodes (i.e. </a:t>
            </a:r>
            <a:r>
              <a:rPr lang="en-US" sz="1200" b="0" i="0" u="none" strike="noStrike" kern="1200" baseline="0">
                <a:solidFill>
                  <a:schemeClr val="tx1"/>
                </a:solidFill>
                <a:latin typeface="Times New Roman" pitchFamily="18" charset="0"/>
                <a:ea typeface="+mn-ea"/>
                <a:cs typeface="+mn-cs"/>
              </a:rPr>
              <a:t>parent nodes), </a:t>
            </a:r>
            <a:r>
              <a:rPr lang="en-US" sz="1200" b="0" i="0" u="none" strike="noStrike" kern="1200" baseline="0" dirty="0">
                <a:solidFill>
                  <a:schemeClr val="tx1"/>
                </a:solidFill>
                <a:latin typeface="Times New Roman" pitchFamily="18" charset="0"/>
                <a:ea typeface="+mn-ea"/>
                <a:cs typeface="+mn-cs"/>
              </a:rPr>
              <a:t>the number of leaves is L = I + 1.</a:t>
            </a:r>
          </a:p>
          <a:p>
            <a:r>
              <a:rPr lang="en-US" sz="1200" b="0" i="0" u="none" strike="noStrike" kern="1200" baseline="0" dirty="0">
                <a:solidFill>
                  <a:schemeClr val="tx1"/>
                </a:solidFill>
                <a:latin typeface="Times New Roman" pitchFamily="18" charset="0"/>
                <a:ea typeface="+mn-ea"/>
                <a:cs typeface="+mn-cs"/>
              </a:rPr>
              <a:t>(b) If T has I internal nodes, the total number of nodes is N = 2I + 1.</a:t>
            </a:r>
          </a:p>
          <a:p>
            <a:r>
              <a:rPr lang="en-US" sz="1200" b="0" i="0" u="none" strike="noStrike" kern="1200" baseline="0" dirty="0">
                <a:solidFill>
                  <a:schemeClr val="tx1"/>
                </a:solidFill>
                <a:latin typeface="Times New Roman" pitchFamily="18" charset="0"/>
                <a:ea typeface="+mn-ea"/>
                <a:cs typeface="+mn-cs"/>
              </a:rPr>
              <a:t>(c) If T has a total of N nodes, the number of internal nodes is I = (N – 1)/2.</a:t>
            </a:r>
          </a:p>
          <a:p>
            <a:r>
              <a:rPr lang="en-US" sz="1200" b="0" i="0" u="none" strike="noStrike" kern="1200" baseline="0" dirty="0">
                <a:solidFill>
                  <a:schemeClr val="tx1"/>
                </a:solidFill>
                <a:latin typeface="Times New Roman" pitchFamily="18" charset="0"/>
                <a:ea typeface="+mn-ea"/>
                <a:cs typeface="+mn-cs"/>
              </a:rPr>
              <a:t>(d) If T has a total of N nodes, the number of leaves is L = (N + 1)/2.</a:t>
            </a:r>
          </a:p>
          <a:p>
            <a:r>
              <a:rPr lang="en-US" sz="1200" b="0" i="0" u="none" strike="noStrike" kern="1200" baseline="0" dirty="0">
                <a:solidFill>
                  <a:schemeClr val="tx1"/>
                </a:solidFill>
                <a:latin typeface="Times New Roman" pitchFamily="18" charset="0"/>
                <a:ea typeface="+mn-ea"/>
                <a:cs typeface="+mn-cs"/>
              </a:rPr>
              <a:t>(e) If T has L leaves, the total number of nodes is N = 2L – 1.</a:t>
            </a:r>
          </a:p>
          <a:p>
            <a:r>
              <a:rPr lang="en-US" sz="1200" b="0" i="0" u="none" strike="noStrike" kern="1200" baseline="0" dirty="0">
                <a:solidFill>
                  <a:schemeClr val="tx1"/>
                </a:solidFill>
                <a:latin typeface="Times New Roman" pitchFamily="18" charset="0"/>
                <a:ea typeface="+mn-ea"/>
                <a:cs typeface="+mn-cs"/>
              </a:rPr>
              <a:t>(f) If T has L leaves, the number of internal nodes is I = L – 1.</a:t>
            </a:r>
            <a:endParaRPr lang="en-US" dirty="0"/>
          </a:p>
        </p:txBody>
      </p:sp>
    </p:spTree>
    <p:extLst>
      <p:ext uri="{BB962C8B-B14F-4D97-AF65-F5344CB8AC3E}">
        <p14:creationId xmlns:p14="http://schemas.microsoft.com/office/powerpoint/2010/main" val="104680834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85800"/>
            <a:ext cx="4572000" cy="3429000"/>
          </a:xfrm>
          <a:prstGeom prst="rect">
            <a:avLst/>
          </a:prstGeom>
          <a:noFill/>
          <a:ln w="12700">
            <a:solidFill>
              <a:prstClr val="black"/>
            </a:solidFill>
          </a:ln>
        </p:spPr>
      </p:sp>
      <p:sp>
        <p:nvSpPr>
          <p:cNvPr id="3" name="Notes Placeholder 2"/>
          <p:cNvSpPr>
            <a:spLocks noGrp="1"/>
          </p:cNvSpPr>
          <p:nvPr>
            <p:ph type="body" idx="1"/>
          </p:nvPr>
        </p:nvSpPr>
        <p:spPr>
          <a:xfrm>
            <a:off x="685800" y="4343400"/>
            <a:ext cx="5486400" cy="4114800"/>
          </a:xfrm>
          <a:prstGeom prst="rect">
            <a:avLst/>
          </a:prstGeom>
        </p:spPr>
        <p:txBody>
          <a:bodyPr/>
          <a:lstStyle/>
          <a:p>
            <a:r>
              <a:rPr lang="en-US" sz="1200" b="0" i="0" u="none" strike="noStrike" kern="1200" baseline="0" dirty="0">
                <a:solidFill>
                  <a:schemeClr val="tx1"/>
                </a:solidFill>
                <a:latin typeface="Times New Roman" pitchFamily="18" charset="0"/>
                <a:ea typeface="+mn-ea"/>
                <a:cs typeface="+mn-cs"/>
              </a:rPr>
              <a:t>Theorems: Let T be a nonempty, </a:t>
            </a:r>
            <a:r>
              <a:rPr lang="en-US" sz="1200" b="1" i="0" u="none" strike="noStrike" kern="1200" baseline="0" dirty="0">
                <a:solidFill>
                  <a:schemeClr val="tx1"/>
                </a:solidFill>
                <a:latin typeface="Times New Roman" pitchFamily="18" charset="0"/>
                <a:ea typeface="+mn-ea"/>
                <a:cs typeface="+mn-cs"/>
              </a:rPr>
              <a:t>full</a:t>
            </a:r>
            <a:r>
              <a:rPr lang="en-US" sz="1200" b="0" i="0" u="none" strike="noStrike" kern="1200" baseline="0" dirty="0">
                <a:solidFill>
                  <a:schemeClr val="tx1"/>
                </a:solidFill>
                <a:latin typeface="Times New Roman" pitchFamily="18" charset="0"/>
                <a:ea typeface="+mn-ea"/>
                <a:cs typeface="+mn-cs"/>
              </a:rPr>
              <a:t> binary tree. Then:</a:t>
            </a:r>
          </a:p>
          <a:p>
            <a:r>
              <a:rPr lang="en-US" sz="1200" b="0" i="0" u="none" strike="noStrike" kern="1200" baseline="0" dirty="0">
                <a:solidFill>
                  <a:schemeClr val="tx1"/>
                </a:solidFill>
                <a:latin typeface="Times New Roman" pitchFamily="18" charset="0"/>
                <a:ea typeface="+mn-ea"/>
                <a:cs typeface="+mn-cs"/>
              </a:rPr>
              <a:t>(a) If T has I internal nodes (i.e. </a:t>
            </a:r>
            <a:r>
              <a:rPr lang="en-US" sz="1200" b="0" i="0" u="none" strike="noStrike" kern="1200" baseline="0">
                <a:solidFill>
                  <a:schemeClr val="tx1"/>
                </a:solidFill>
                <a:latin typeface="Times New Roman" pitchFamily="18" charset="0"/>
                <a:ea typeface="+mn-ea"/>
                <a:cs typeface="+mn-cs"/>
              </a:rPr>
              <a:t>parent nodes), </a:t>
            </a:r>
            <a:r>
              <a:rPr lang="en-US" sz="1200" b="0" i="0" u="none" strike="noStrike" kern="1200" baseline="0" dirty="0">
                <a:solidFill>
                  <a:schemeClr val="tx1"/>
                </a:solidFill>
                <a:latin typeface="Times New Roman" pitchFamily="18" charset="0"/>
                <a:ea typeface="+mn-ea"/>
                <a:cs typeface="+mn-cs"/>
              </a:rPr>
              <a:t>the number of leaves is L = I + 1.</a:t>
            </a:r>
          </a:p>
          <a:p>
            <a:r>
              <a:rPr lang="en-US" sz="1200" b="0" i="0" u="none" strike="noStrike" kern="1200" baseline="0" dirty="0">
                <a:solidFill>
                  <a:schemeClr val="tx1"/>
                </a:solidFill>
                <a:latin typeface="Times New Roman" pitchFamily="18" charset="0"/>
                <a:ea typeface="+mn-ea"/>
                <a:cs typeface="+mn-cs"/>
              </a:rPr>
              <a:t>(b) If T has I internal nodes, the total number of nodes is N = 2I + 1.</a:t>
            </a:r>
          </a:p>
          <a:p>
            <a:r>
              <a:rPr lang="en-US" sz="1200" b="0" i="0" u="none" strike="noStrike" kern="1200" baseline="0" dirty="0">
                <a:solidFill>
                  <a:schemeClr val="tx1"/>
                </a:solidFill>
                <a:latin typeface="Times New Roman" pitchFamily="18" charset="0"/>
                <a:ea typeface="+mn-ea"/>
                <a:cs typeface="+mn-cs"/>
              </a:rPr>
              <a:t>(c) If T has a total of N nodes, the number of internal nodes is I = (N – 1)/2.</a:t>
            </a:r>
          </a:p>
          <a:p>
            <a:r>
              <a:rPr lang="en-US" sz="1200" b="0" i="0" u="none" strike="noStrike" kern="1200" baseline="0" dirty="0">
                <a:solidFill>
                  <a:schemeClr val="tx1"/>
                </a:solidFill>
                <a:latin typeface="Times New Roman" pitchFamily="18" charset="0"/>
                <a:ea typeface="+mn-ea"/>
                <a:cs typeface="+mn-cs"/>
              </a:rPr>
              <a:t>(d) If T has a total of N nodes, the number of leaves is L = (N + 1)/2.</a:t>
            </a:r>
          </a:p>
          <a:p>
            <a:r>
              <a:rPr lang="en-US" sz="1200" b="0" i="0" u="none" strike="noStrike" kern="1200" baseline="0" dirty="0">
                <a:solidFill>
                  <a:schemeClr val="tx1"/>
                </a:solidFill>
                <a:latin typeface="Times New Roman" pitchFamily="18" charset="0"/>
                <a:ea typeface="+mn-ea"/>
                <a:cs typeface="+mn-cs"/>
              </a:rPr>
              <a:t>(e) If T has L leaves, the total number of nodes is N = 2L – 1.</a:t>
            </a:r>
          </a:p>
          <a:p>
            <a:r>
              <a:rPr lang="en-US" sz="1200" b="0" i="0" u="none" strike="noStrike" kern="1200" baseline="0" dirty="0">
                <a:solidFill>
                  <a:schemeClr val="tx1"/>
                </a:solidFill>
                <a:latin typeface="Times New Roman" pitchFamily="18" charset="0"/>
                <a:ea typeface="+mn-ea"/>
                <a:cs typeface="+mn-cs"/>
              </a:rPr>
              <a:t>(f) If T has L leaves, the number of internal nodes is I = L – 1.</a:t>
            </a:r>
            <a:endParaRPr lang="en-US" dirty="0"/>
          </a:p>
        </p:txBody>
      </p:sp>
    </p:spTree>
    <p:extLst>
      <p:ext uri="{BB962C8B-B14F-4D97-AF65-F5344CB8AC3E}">
        <p14:creationId xmlns:p14="http://schemas.microsoft.com/office/powerpoint/2010/main" val="223820433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a:prstGeom prst="rect">
            <a:avLst/>
          </a:prstGeom>
          <a:noFill/>
          <a:ln w="12700">
            <a:solidFill>
              <a:prstClr val="black"/>
            </a:solidFill>
          </a:ln>
        </p:spPr>
      </p:sp>
      <p:sp>
        <p:nvSpPr>
          <p:cNvPr id="3" name="Notes Placeholder 2"/>
          <p:cNvSpPr>
            <a:spLocks noGrp="1"/>
          </p:cNvSpPr>
          <p:nvPr>
            <p:ph type="body" idx="1"/>
          </p:nvPr>
        </p:nvSpPr>
        <p:spPr>
          <a:xfrm>
            <a:off x="685800" y="4400550"/>
            <a:ext cx="5486400" cy="3600450"/>
          </a:xfrm>
          <a:prstGeom prst="rect">
            <a:avLst/>
          </a:prstGeom>
        </p:spPr>
        <p:txBody>
          <a:bodyPr/>
          <a:lstStyle/>
          <a:p>
            <a:endParaRPr lang="en-US" dirty="0"/>
          </a:p>
        </p:txBody>
      </p:sp>
    </p:spTree>
    <p:extLst>
      <p:ext uri="{BB962C8B-B14F-4D97-AF65-F5344CB8AC3E}">
        <p14:creationId xmlns:p14="http://schemas.microsoft.com/office/powerpoint/2010/main" val="17050225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a:prstGeom prst="rect">
            <a:avLst/>
          </a:prstGeom>
          <a:noFill/>
          <a:ln w="12700">
            <a:solidFill>
              <a:prstClr val="black"/>
            </a:solidFill>
          </a:ln>
        </p:spPr>
      </p:sp>
      <p:sp>
        <p:nvSpPr>
          <p:cNvPr id="3" name="Notes Placeholder 2"/>
          <p:cNvSpPr>
            <a:spLocks noGrp="1"/>
          </p:cNvSpPr>
          <p:nvPr>
            <p:ph type="body" idx="1"/>
          </p:nvPr>
        </p:nvSpPr>
        <p:spPr>
          <a:xfrm>
            <a:off x="685800" y="4400550"/>
            <a:ext cx="5486400" cy="3600450"/>
          </a:xfrm>
          <a:prstGeom prst="rect">
            <a:avLst/>
          </a:prstGeom>
        </p:spPr>
        <p:txBody>
          <a:bodyPr/>
          <a:lstStyle/>
          <a:p>
            <a:r>
              <a:rPr lang="en-US" dirty="0"/>
              <a:t>Note that some will write the formula using the HEIGHT instead of the # of LEVELS.</a:t>
            </a:r>
          </a:p>
        </p:txBody>
      </p:sp>
    </p:spTree>
    <p:extLst>
      <p:ext uri="{BB962C8B-B14F-4D97-AF65-F5344CB8AC3E}">
        <p14:creationId xmlns:p14="http://schemas.microsoft.com/office/powerpoint/2010/main" val="92074699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Rectangle 2"/>
          <p:cNvSpPr>
            <a:spLocks noGrp="1" noRot="1" noChangeAspect="1" noChangeArrowheads="1" noTextEdit="1"/>
          </p:cNvSpPr>
          <p:nvPr>
            <p:ph type="sldImg"/>
          </p:nvPr>
        </p:nvSpPr>
        <p:spPr bwMode="auto">
          <a:xfrm>
            <a:off x="1143000" y="685800"/>
            <a:ext cx="4572000" cy="3429000"/>
          </a:xfrm>
          <a:prstGeom prst="rect">
            <a:avLst/>
          </a:prstGeom>
          <a:noFill/>
          <a:ln>
            <a:solidFill>
              <a:srgbClr val="000000"/>
            </a:solidFill>
            <a:miter lim="800000"/>
            <a:headEnd/>
            <a:tailEnd/>
          </a:ln>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82947" name="Rectangle 3"/>
          <p:cNvSpPr>
            <a:spLocks noGrp="1" noChangeArrowheads="1"/>
          </p:cNvSpPr>
          <p:nvPr>
            <p:ph type="body" idx="1"/>
          </p:nvPr>
        </p:nvSpPr>
        <p:spPr bwMode="auto">
          <a:xfrm>
            <a:off x="685800" y="4343400"/>
            <a:ext cx="5486400" cy="4114800"/>
          </a:xfrm>
          <a:prstGeom prst="rect">
            <a:avLst/>
          </a:prstGeom>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Tree>
    <p:extLst>
      <p:ext uri="{BB962C8B-B14F-4D97-AF65-F5344CB8AC3E}">
        <p14:creationId xmlns:p14="http://schemas.microsoft.com/office/powerpoint/2010/main" val="100250999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Rectangle 2"/>
          <p:cNvSpPr>
            <a:spLocks noGrp="1" noRot="1" noChangeAspect="1" noChangeArrowheads="1" noTextEdit="1"/>
          </p:cNvSpPr>
          <p:nvPr>
            <p:ph type="sldImg"/>
          </p:nvPr>
        </p:nvSpPr>
        <p:spPr bwMode="auto">
          <a:xfrm>
            <a:off x="1143000" y="685800"/>
            <a:ext cx="4572000" cy="3429000"/>
          </a:xfrm>
          <a:prstGeom prst="rect">
            <a:avLst/>
          </a:prstGeom>
          <a:noFill/>
          <a:ln>
            <a:solidFill>
              <a:srgbClr val="000000"/>
            </a:solidFill>
            <a:miter lim="800000"/>
            <a:headEnd/>
            <a:tailEnd/>
          </a:ln>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82947" name="Rectangle 3"/>
          <p:cNvSpPr>
            <a:spLocks noGrp="1" noChangeArrowheads="1"/>
          </p:cNvSpPr>
          <p:nvPr>
            <p:ph type="body" idx="1"/>
          </p:nvPr>
        </p:nvSpPr>
        <p:spPr bwMode="auto">
          <a:xfrm>
            <a:off x="685800" y="4343400"/>
            <a:ext cx="5486400" cy="4114800"/>
          </a:xfrm>
          <a:prstGeom prst="rect">
            <a:avLst/>
          </a:prstGeom>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Tree>
    <p:extLst>
      <p:ext uri="{BB962C8B-B14F-4D97-AF65-F5344CB8AC3E}">
        <p14:creationId xmlns:p14="http://schemas.microsoft.com/office/powerpoint/2010/main" val="396048318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Rectangle 2"/>
          <p:cNvSpPr>
            <a:spLocks noGrp="1" noRot="1" noChangeAspect="1" noChangeArrowheads="1" noTextEdit="1"/>
          </p:cNvSpPr>
          <p:nvPr>
            <p:ph type="sldImg"/>
          </p:nvPr>
        </p:nvSpPr>
        <p:spPr bwMode="auto">
          <a:xfrm>
            <a:off x="1143000" y="685800"/>
            <a:ext cx="4572000" cy="3429000"/>
          </a:xfrm>
          <a:prstGeom prst="rect">
            <a:avLst/>
          </a:prstGeom>
          <a:noFill/>
          <a:ln>
            <a:solidFill>
              <a:srgbClr val="000000"/>
            </a:solidFill>
            <a:miter lim="800000"/>
            <a:headEnd/>
            <a:tailEnd/>
          </a:ln>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83971" name="Rectangle 3"/>
          <p:cNvSpPr>
            <a:spLocks noGrp="1" noChangeArrowheads="1"/>
          </p:cNvSpPr>
          <p:nvPr>
            <p:ph type="body" idx="1"/>
          </p:nvPr>
        </p:nvSpPr>
        <p:spPr bwMode="auto">
          <a:xfrm>
            <a:off x="685800" y="4343400"/>
            <a:ext cx="5486400" cy="4114800"/>
          </a:xfrm>
          <a:prstGeom prst="rect">
            <a:avLst/>
          </a:prstGeom>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Tree>
    <p:extLst>
      <p:ext uri="{BB962C8B-B14F-4D97-AF65-F5344CB8AC3E}">
        <p14:creationId xmlns:p14="http://schemas.microsoft.com/office/powerpoint/2010/main" val="1791136183"/>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Rectangle 2"/>
          <p:cNvSpPr>
            <a:spLocks noGrp="1" noRot="1" noChangeAspect="1" noChangeArrowheads="1" noTextEdit="1"/>
          </p:cNvSpPr>
          <p:nvPr>
            <p:ph type="sldImg"/>
          </p:nvPr>
        </p:nvSpPr>
        <p:spPr bwMode="auto">
          <a:xfrm>
            <a:off x="2895600" y="525463"/>
            <a:ext cx="3505200" cy="2628900"/>
          </a:xfrm>
          <a:prstGeom prst="rect">
            <a:avLst/>
          </a:prstGeom>
          <a:noFill/>
          <a:ln>
            <a:solidFill>
              <a:srgbClr val="000000"/>
            </a:solidFill>
            <a:miter lim="800000"/>
            <a:headEnd/>
            <a:tailEnd/>
          </a:ln>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89091" name="Rectangle 3"/>
          <p:cNvSpPr>
            <a:spLocks noGrp="1" noChangeArrowheads="1"/>
          </p:cNvSpPr>
          <p:nvPr>
            <p:ph type="body" idx="1"/>
          </p:nvPr>
        </p:nvSpPr>
        <p:spPr bwMode="auto">
          <a:xfrm>
            <a:off x="929640" y="3329940"/>
            <a:ext cx="7437120" cy="3154680"/>
          </a:xfrm>
          <a:prstGeom prst="rect">
            <a:avLst/>
          </a:prstGeom>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3177" tIns="46589" rIns="93177" bIns="46589"/>
          <a:lstStyle/>
          <a:p>
            <a:endParaRPr 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Rectangle 2"/>
          <p:cNvSpPr>
            <a:spLocks noGrp="1" noRot="1" noChangeAspect="1" noChangeArrowheads="1" noTextEdit="1"/>
          </p:cNvSpPr>
          <p:nvPr>
            <p:ph type="sldImg"/>
          </p:nvPr>
        </p:nvSpPr>
        <p:spPr bwMode="auto">
          <a:xfrm>
            <a:off x="2895600" y="525463"/>
            <a:ext cx="3505200" cy="2628900"/>
          </a:xfrm>
          <a:prstGeom prst="rect">
            <a:avLst/>
          </a:prstGeom>
          <a:noFill/>
          <a:ln>
            <a:solidFill>
              <a:srgbClr val="000000"/>
            </a:solidFill>
            <a:miter lim="800000"/>
            <a:headEnd/>
            <a:tailEnd/>
          </a:ln>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90115" name="Rectangle 3"/>
          <p:cNvSpPr>
            <a:spLocks noGrp="1" noChangeArrowheads="1"/>
          </p:cNvSpPr>
          <p:nvPr>
            <p:ph type="body" idx="1"/>
          </p:nvPr>
        </p:nvSpPr>
        <p:spPr bwMode="auto">
          <a:xfrm>
            <a:off x="929640" y="3329940"/>
            <a:ext cx="7437120" cy="3154680"/>
          </a:xfrm>
          <a:prstGeom prst="rect">
            <a:avLst/>
          </a:prstGeom>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3172" tIns="46587" rIns="93172" bIns="46587"/>
          <a:lstStyle/>
          <a:p>
            <a:endParaRPr 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Rectangle 2"/>
          <p:cNvSpPr>
            <a:spLocks noGrp="1" noRot="1" noChangeAspect="1" noChangeArrowheads="1" noTextEdit="1"/>
          </p:cNvSpPr>
          <p:nvPr>
            <p:ph type="sldImg"/>
          </p:nvPr>
        </p:nvSpPr>
        <p:spPr bwMode="auto">
          <a:xfrm>
            <a:off x="2895600" y="525463"/>
            <a:ext cx="3505200" cy="2628900"/>
          </a:xfrm>
          <a:prstGeom prst="rect">
            <a:avLst/>
          </a:prstGeom>
          <a:noFill/>
          <a:ln>
            <a:solidFill>
              <a:srgbClr val="000000"/>
            </a:solidFill>
            <a:miter lim="800000"/>
            <a:headEnd/>
            <a:tailEnd/>
          </a:ln>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90115" name="Rectangle 3"/>
          <p:cNvSpPr>
            <a:spLocks noGrp="1" noChangeArrowheads="1"/>
          </p:cNvSpPr>
          <p:nvPr>
            <p:ph type="body" idx="1"/>
          </p:nvPr>
        </p:nvSpPr>
        <p:spPr bwMode="auto">
          <a:xfrm>
            <a:off x="929640" y="3329940"/>
            <a:ext cx="7437120" cy="3154680"/>
          </a:xfrm>
          <a:prstGeom prst="rect">
            <a:avLst/>
          </a:prstGeom>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3172" tIns="46587" rIns="93172" bIns="46587"/>
          <a:lstStyle/>
          <a:p>
            <a:endParaRPr lang="en-US"/>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Rectangle 2"/>
          <p:cNvSpPr>
            <a:spLocks noGrp="1" noRot="1" noChangeAspect="1" noChangeArrowheads="1" noTextEdit="1"/>
          </p:cNvSpPr>
          <p:nvPr>
            <p:ph type="sldImg"/>
          </p:nvPr>
        </p:nvSpPr>
        <p:spPr bwMode="auto">
          <a:xfrm>
            <a:off x="2895600" y="525463"/>
            <a:ext cx="3505200" cy="2628900"/>
          </a:xfrm>
          <a:prstGeom prst="rect">
            <a:avLst/>
          </a:prstGeom>
          <a:noFill/>
          <a:ln>
            <a:solidFill>
              <a:srgbClr val="000000"/>
            </a:solidFill>
            <a:miter lim="800000"/>
            <a:headEnd/>
            <a:tailEnd/>
          </a:ln>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91139" name="Rectangle 3"/>
          <p:cNvSpPr>
            <a:spLocks noGrp="1" noChangeArrowheads="1"/>
          </p:cNvSpPr>
          <p:nvPr>
            <p:ph type="body" idx="1"/>
          </p:nvPr>
        </p:nvSpPr>
        <p:spPr bwMode="auto">
          <a:xfrm>
            <a:off x="929640" y="3329940"/>
            <a:ext cx="7437120" cy="3154680"/>
          </a:xfrm>
          <a:prstGeom prst="rect">
            <a:avLst/>
          </a:prstGeom>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3172" tIns="46587" rIns="93172" bIns="46587"/>
          <a:lstStyle/>
          <a:p>
            <a:endParaRPr lang="en-US"/>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Rectangle 2"/>
          <p:cNvSpPr>
            <a:spLocks noGrp="1" noRot="1" noChangeAspect="1" noChangeArrowheads="1" noTextEdit="1"/>
          </p:cNvSpPr>
          <p:nvPr>
            <p:ph type="sldImg"/>
          </p:nvPr>
        </p:nvSpPr>
        <p:spPr bwMode="auto">
          <a:xfrm>
            <a:off x="2895600" y="525463"/>
            <a:ext cx="3505200" cy="2628900"/>
          </a:xfrm>
          <a:prstGeom prst="rect">
            <a:avLst/>
          </a:prstGeom>
          <a:noFill/>
          <a:ln>
            <a:solidFill>
              <a:srgbClr val="000000"/>
            </a:solidFill>
            <a:miter lim="800000"/>
            <a:headEnd/>
            <a:tailEnd/>
          </a:ln>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92163" name="Rectangle 3"/>
          <p:cNvSpPr>
            <a:spLocks noGrp="1" noChangeArrowheads="1"/>
          </p:cNvSpPr>
          <p:nvPr>
            <p:ph type="body" idx="1"/>
          </p:nvPr>
        </p:nvSpPr>
        <p:spPr bwMode="auto">
          <a:xfrm>
            <a:off x="929640" y="3329940"/>
            <a:ext cx="7437120" cy="3154680"/>
          </a:xfrm>
          <a:prstGeom prst="rect">
            <a:avLst/>
          </a:prstGeom>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3172" tIns="46587" rIns="93172" bIns="46587"/>
          <a:lstStyle/>
          <a:p>
            <a:endParaRPr lang="en-US"/>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6" name="Rectangle 2"/>
          <p:cNvSpPr>
            <a:spLocks noGrp="1" noRot="1" noChangeAspect="1" noChangeArrowheads="1" noTextEdit="1"/>
          </p:cNvSpPr>
          <p:nvPr>
            <p:ph type="sldImg"/>
          </p:nvPr>
        </p:nvSpPr>
        <p:spPr bwMode="auto">
          <a:xfrm>
            <a:off x="2895600" y="525463"/>
            <a:ext cx="3505200" cy="2628900"/>
          </a:xfrm>
          <a:prstGeom prst="rect">
            <a:avLst/>
          </a:prstGeom>
          <a:noFill/>
          <a:ln>
            <a:solidFill>
              <a:srgbClr val="000000"/>
            </a:solidFill>
            <a:miter lim="800000"/>
            <a:headEnd/>
            <a:tailEnd/>
          </a:ln>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93187" name="Rectangle 3"/>
          <p:cNvSpPr>
            <a:spLocks noGrp="1" noChangeArrowheads="1"/>
          </p:cNvSpPr>
          <p:nvPr>
            <p:ph type="body" idx="1"/>
          </p:nvPr>
        </p:nvSpPr>
        <p:spPr bwMode="auto">
          <a:xfrm>
            <a:off x="929640" y="3329940"/>
            <a:ext cx="7437120" cy="3154680"/>
          </a:xfrm>
          <a:prstGeom prst="rect">
            <a:avLst/>
          </a:prstGeom>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3172" tIns="46587" rIns="93172" bIns="46587"/>
          <a:lstStyle/>
          <a:p>
            <a:endParaRPr lang="en-US"/>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Rectangle 2"/>
          <p:cNvSpPr>
            <a:spLocks noGrp="1" noRot="1" noChangeAspect="1" noChangeArrowheads="1" noTextEdit="1"/>
          </p:cNvSpPr>
          <p:nvPr>
            <p:ph type="sldImg"/>
          </p:nvPr>
        </p:nvSpPr>
        <p:spPr bwMode="auto">
          <a:xfrm>
            <a:off x="2895600" y="525463"/>
            <a:ext cx="3505200" cy="2628900"/>
          </a:xfrm>
          <a:prstGeom prst="rect">
            <a:avLst/>
          </a:prstGeom>
          <a:noFill/>
          <a:ln>
            <a:solidFill>
              <a:srgbClr val="000000"/>
            </a:solidFill>
            <a:miter lim="800000"/>
            <a:headEnd/>
            <a:tailEnd/>
          </a:ln>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94211" name="Rectangle 3"/>
          <p:cNvSpPr>
            <a:spLocks noGrp="1" noChangeArrowheads="1"/>
          </p:cNvSpPr>
          <p:nvPr>
            <p:ph type="body" idx="1"/>
          </p:nvPr>
        </p:nvSpPr>
        <p:spPr bwMode="auto">
          <a:xfrm>
            <a:off x="929640" y="3329940"/>
            <a:ext cx="7437120" cy="3154680"/>
          </a:xfrm>
          <a:prstGeom prst="rect">
            <a:avLst/>
          </a:prstGeom>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3172" tIns="46587" rIns="93172" bIns="46587"/>
          <a:lstStyle/>
          <a:p>
            <a:endParaRPr lang="en-US"/>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Rectangle 2"/>
          <p:cNvSpPr>
            <a:spLocks noGrp="1" noRot="1" noChangeAspect="1" noChangeArrowheads="1" noTextEdit="1"/>
          </p:cNvSpPr>
          <p:nvPr>
            <p:ph type="sldImg"/>
          </p:nvPr>
        </p:nvSpPr>
        <p:spPr bwMode="auto">
          <a:xfrm>
            <a:off x="2895600" y="525463"/>
            <a:ext cx="3505200" cy="2628900"/>
          </a:xfrm>
          <a:prstGeom prst="rect">
            <a:avLst/>
          </a:prstGeom>
          <a:noFill/>
          <a:ln>
            <a:solidFill>
              <a:srgbClr val="000000"/>
            </a:solidFill>
            <a:miter lim="800000"/>
            <a:headEnd/>
            <a:tailEnd/>
          </a:ln>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94211" name="Rectangle 3"/>
          <p:cNvSpPr>
            <a:spLocks noGrp="1" noChangeArrowheads="1"/>
          </p:cNvSpPr>
          <p:nvPr>
            <p:ph type="body" idx="1"/>
          </p:nvPr>
        </p:nvSpPr>
        <p:spPr bwMode="auto">
          <a:xfrm>
            <a:off x="929640" y="3329940"/>
            <a:ext cx="7437120" cy="3154680"/>
          </a:xfrm>
          <a:prstGeom prst="rect">
            <a:avLst/>
          </a:prstGeom>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3172" tIns="46587" rIns="93172" bIns="46587"/>
          <a:lstStyle/>
          <a:p>
            <a:endParaRPr lang="en-US"/>
          </a:p>
        </p:txBody>
      </p:sp>
    </p:spTree>
    <p:extLst>
      <p:ext uri="{BB962C8B-B14F-4D97-AF65-F5344CB8AC3E}">
        <p14:creationId xmlns:p14="http://schemas.microsoft.com/office/powerpoint/2010/main" val="863461947"/>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8" name="Rectangle 2"/>
          <p:cNvSpPr>
            <a:spLocks noGrp="1" noRot="1" noChangeAspect="1" noChangeArrowheads="1" noTextEdit="1"/>
          </p:cNvSpPr>
          <p:nvPr>
            <p:ph type="sldImg"/>
          </p:nvPr>
        </p:nvSpPr>
        <p:spPr bwMode="auto">
          <a:xfrm>
            <a:off x="2895600" y="525463"/>
            <a:ext cx="3505200" cy="2628900"/>
          </a:xfrm>
          <a:prstGeom prst="rect">
            <a:avLst/>
          </a:prstGeom>
          <a:noFill/>
          <a:ln>
            <a:solidFill>
              <a:srgbClr val="000000"/>
            </a:solidFill>
            <a:miter lim="800000"/>
            <a:headEnd/>
            <a:tailEnd/>
          </a:ln>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96259" name="Rectangle 3"/>
          <p:cNvSpPr>
            <a:spLocks noGrp="1" noChangeArrowheads="1"/>
          </p:cNvSpPr>
          <p:nvPr>
            <p:ph type="body" idx="1"/>
          </p:nvPr>
        </p:nvSpPr>
        <p:spPr bwMode="auto">
          <a:xfrm>
            <a:off x="929640" y="3329940"/>
            <a:ext cx="7437120" cy="3154680"/>
          </a:xfrm>
          <a:prstGeom prst="rect">
            <a:avLst/>
          </a:prstGeom>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3172" tIns="46587" rIns="93172" bIns="46587"/>
          <a:lstStyle/>
          <a:p>
            <a:endParaRPr lang="en-US"/>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2" name="Rectangle 2"/>
          <p:cNvSpPr>
            <a:spLocks noGrp="1" noRot="1" noChangeAspect="1" noChangeArrowheads="1" noTextEdit="1"/>
          </p:cNvSpPr>
          <p:nvPr>
            <p:ph type="sldImg"/>
          </p:nvPr>
        </p:nvSpPr>
        <p:spPr bwMode="auto">
          <a:xfrm>
            <a:off x="2895600" y="525463"/>
            <a:ext cx="3505200" cy="2628900"/>
          </a:xfrm>
          <a:prstGeom prst="rect">
            <a:avLst/>
          </a:prstGeom>
          <a:noFill/>
          <a:ln>
            <a:solidFill>
              <a:srgbClr val="000000"/>
            </a:solidFill>
            <a:miter lim="800000"/>
            <a:headEnd/>
            <a:tailEnd/>
          </a:ln>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97283" name="Rectangle 3"/>
          <p:cNvSpPr>
            <a:spLocks noGrp="1" noChangeArrowheads="1"/>
          </p:cNvSpPr>
          <p:nvPr>
            <p:ph type="body" idx="1"/>
          </p:nvPr>
        </p:nvSpPr>
        <p:spPr bwMode="auto">
          <a:xfrm>
            <a:off x="929640" y="3329940"/>
            <a:ext cx="7437120" cy="3154680"/>
          </a:xfrm>
          <a:prstGeom prst="rect">
            <a:avLst/>
          </a:prstGeom>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3177" tIns="46589" rIns="93177" bIns="46589"/>
          <a:lstStyle/>
          <a:p>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a:t>Click to edit Master subtitle style</a:t>
            </a:r>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6"/>
          <p:cNvSpPr>
            <a:spLocks noGrp="1" noChangeArrowheads="1"/>
          </p:cNvSpPr>
          <p:nvPr>
            <p:ph type="sldNum" sz="quarter" idx="11"/>
          </p:nvPr>
        </p:nvSpPr>
        <p:spPr>
          <a:ln/>
        </p:spPr>
        <p:txBody>
          <a:bodyPr/>
          <a:lstStyle>
            <a:lvl1pPr>
              <a:defRPr/>
            </a:lvl1pPr>
          </a:lstStyle>
          <a:p>
            <a:pPr>
              <a:defRPr/>
            </a:pPr>
            <a:fld id="{6DFF4D22-219A-41EC-AAAA-A480C6A0241D}" type="slidenum">
              <a:rPr lang="en-US"/>
              <a:pPr>
                <a:defRPr/>
              </a:pPr>
              <a:t>‹#›</a:t>
            </a:fld>
            <a:endParaRPr lang="en-US"/>
          </a:p>
        </p:txBody>
      </p:sp>
      <p:sp>
        <p:nvSpPr>
          <p:cNvPr id="6" name="Rectangle 8"/>
          <p:cNvSpPr>
            <a:spLocks noGrp="1" noChangeArrowheads="1"/>
          </p:cNvSpPr>
          <p:nvPr>
            <p:ph type="ftr" sz="quarter" idx="12"/>
          </p:nvPr>
        </p:nvSpPr>
        <p:spPr>
          <a:ln/>
        </p:spPr>
        <p:txBody>
          <a:bodyPr/>
          <a:lstStyle>
            <a:lvl1pPr>
              <a:defRPr b="0">
                <a:latin typeface="Tahoma" pitchFamily="34" charset="0"/>
              </a:defRPr>
            </a:lvl1pPr>
          </a:lstStyle>
          <a:p>
            <a:pPr>
              <a:defRPr/>
            </a:pPr>
            <a:endParaRPr lang="en-US" b="1">
              <a:latin typeface="+mn-lt"/>
            </a:endParaRPr>
          </a:p>
          <a:p>
            <a:pPr>
              <a:defRPr/>
            </a:pPr>
            <a:endParaRPr lang="en-US"/>
          </a:p>
          <a:p>
            <a:pPr>
              <a:defRPr/>
            </a:pPr>
            <a:endParaRPr lang="en-US" b="1"/>
          </a:p>
          <a:p>
            <a:pPr>
              <a:defRPr/>
            </a:pPr>
            <a:r>
              <a:rPr lang="en-US" b="1"/>
              <a:t>© A+ Computer Science  -  www.apluscompsci.com</a:t>
            </a:r>
          </a:p>
        </p:txBody>
      </p:sp>
    </p:spTree>
    <p:extLst>
      <p:ext uri="{BB962C8B-B14F-4D97-AF65-F5344CB8AC3E}">
        <p14:creationId xmlns:p14="http://schemas.microsoft.com/office/powerpoint/2010/main" val="401510609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6"/>
          <p:cNvSpPr>
            <a:spLocks noGrp="1" noChangeArrowheads="1"/>
          </p:cNvSpPr>
          <p:nvPr>
            <p:ph type="sldNum" sz="quarter" idx="11"/>
          </p:nvPr>
        </p:nvSpPr>
        <p:spPr>
          <a:ln/>
        </p:spPr>
        <p:txBody>
          <a:bodyPr/>
          <a:lstStyle>
            <a:lvl1pPr>
              <a:defRPr/>
            </a:lvl1pPr>
          </a:lstStyle>
          <a:p>
            <a:pPr>
              <a:defRPr/>
            </a:pPr>
            <a:fld id="{88BAC133-8006-4042-A2C6-E2135B65489B}" type="slidenum">
              <a:rPr lang="en-US"/>
              <a:pPr>
                <a:defRPr/>
              </a:pPr>
              <a:t>‹#›</a:t>
            </a:fld>
            <a:endParaRPr lang="en-US"/>
          </a:p>
        </p:txBody>
      </p:sp>
      <p:sp>
        <p:nvSpPr>
          <p:cNvPr id="6" name="Rectangle 8"/>
          <p:cNvSpPr>
            <a:spLocks noGrp="1" noChangeArrowheads="1"/>
          </p:cNvSpPr>
          <p:nvPr>
            <p:ph type="ftr" sz="quarter" idx="12"/>
          </p:nvPr>
        </p:nvSpPr>
        <p:spPr>
          <a:ln/>
        </p:spPr>
        <p:txBody>
          <a:bodyPr/>
          <a:lstStyle>
            <a:lvl1pPr>
              <a:defRPr b="0">
                <a:latin typeface="Tahoma" pitchFamily="34" charset="0"/>
              </a:defRPr>
            </a:lvl1pPr>
          </a:lstStyle>
          <a:p>
            <a:pPr>
              <a:defRPr/>
            </a:pPr>
            <a:endParaRPr lang="en-US" b="1">
              <a:latin typeface="+mn-lt"/>
            </a:endParaRPr>
          </a:p>
          <a:p>
            <a:pPr>
              <a:defRPr/>
            </a:pPr>
            <a:endParaRPr lang="en-US"/>
          </a:p>
          <a:p>
            <a:pPr>
              <a:defRPr/>
            </a:pPr>
            <a:endParaRPr lang="en-US" b="1"/>
          </a:p>
          <a:p>
            <a:pPr>
              <a:defRPr/>
            </a:pPr>
            <a:r>
              <a:rPr lang="en-US" b="1"/>
              <a:t>© A+ Computer Science  -  www.apluscompsci.com</a:t>
            </a:r>
          </a:p>
        </p:txBody>
      </p:sp>
    </p:spTree>
    <p:extLst>
      <p:ext uri="{BB962C8B-B14F-4D97-AF65-F5344CB8AC3E}">
        <p14:creationId xmlns:p14="http://schemas.microsoft.com/office/powerpoint/2010/main" val="243840734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6"/>
          <p:cNvSpPr>
            <a:spLocks noGrp="1" noChangeArrowheads="1"/>
          </p:cNvSpPr>
          <p:nvPr>
            <p:ph type="sldNum" sz="quarter" idx="11"/>
          </p:nvPr>
        </p:nvSpPr>
        <p:spPr>
          <a:ln/>
        </p:spPr>
        <p:txBody>
          <a:bodyPr/>
          <a:lstStyle>
            <a:lvl1pPr>
              <a:defRPr/>
            </a:lvl1pPr>
          </a:lstStyle>
          <a:p>
            <a:pPr>
              <a:defRPr/>
            </a:pPr>
            <a:fld id="{91E6A31E-D5CB-4919-A098-37296F9BD392}" type="slidenum">
              <a:rPr lang="en-US"/>
              <a:pPr>
                <a:defRPr/>
              </a:pPr>
              <a:t>‹#›</a:t>
            </a:fld>
            <a:endParaRPr lang="en-US"/>
          </a:p>
        </p:txBody>
      </p:sp>
      <p:sp>
        <p:nvSpPr>
          <p:cNvPr id="6" name="Rectangle 8"/>
          <p:cNvSpPr>
            <a:spLocks noGrp="1" noChangeArrowheads="1"/>
          </p:cNvSpPr>
          <p:nvPr>
            <p:ph type="ftr" sz="quarter" idx="12"/>
          </p:nvPr>
        </p:nvSpPr>
        <p:spPr>
          <a:ln/>
        </p:spPr>
        <p:txBody>
          <a:bodyPr/>
          <a:lstStyle>
            <a:lvl1pPr>
              <a:defRPr b="0">
                <a:latin typeface="Tahoma" pitchFamily="34" charset="0"/>
              </a:defRPr>
            </a:lvl1pPr>
          </a:lstStyle>
          <a:p>
            <a:pPr>
              <a:defRPr/>
            </a:pPr>
            <a:endParaRPr lang="en-US" b="1">
              <a:latin typeface="+mn-lt"/>
            </a:endParaRPr>
          </a:p>
          <a:p>
            <a:pPr>
              <a:defRPr/>
            </a:pPr>
            <a:endParaRPr lang="en-US"/>
          </a:p>
          <a:p>
            <a:pPr>
              <a:defRPr/>
            </a:pPr>
            <a:endParaRPr lang="en-US" b="1"/>
          </a:p>
          <a:p>
            <a:pPr>
              <a:defRPr/>
            </a:pPr>
            <a:r>
              <a:rPr lang="en-US" b="1"/>
              <a:t>© A+ Computer Science  -  www.apluscompsci.com</a:t>
            </a:r>
          </a:p>
        </p:txBody>
      </p:sp>
    </p:spTree>
    <p:extLst>
      <p:ext uri="{BB962C8B-B14F-4D97-AF65-F5344CB8AC3E}">
        <p14:creationId xmlns:p14="http://schemas.microsoft.com/office/powerpoint/2010/main" val="331977467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85800" y="19812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9812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4"/>
          <p:cNvSpPr>
            <a:spLocks noGrp="1" noChangeArrowheads="1"/>
          </p:cNvSpPr>
          <p:nvPr>
            <p:ph type="dt" sz="half" idx="10"/>
          </p:nvPr>
        </p:nvSpPr>
        <p:spPr>
          <a:ln/>
        </p:spPr>
        <p:txBody>
          <a:bodyPr/>
          <a:lstStyle>
            <a:lvl1pPr>
              <a:defRPr/>
            </a:lvl1pPr>
          </a:lstStyle>
          <a:p>
            <a:pPr>
              <a:defRPr/>
            </a:pPr>
            <a:endParaRPr lang="en-US"/>
          </a:p>
        </p:txBody>
      </p:sp>
      <p:sp>
        <p:nvSpPr>
          <p:cNvPr id="6" name="Rectangle 6"/>
          <p:cNvSpPr>
            <a:spLocks noGrp="1" noChangeArrowheads="1"/>
          </p:cNvSpPr>
          <p:nvPr>
            <p:ph type="sldNum" sz="quarter" idx="11"/>
          </p:nvPr>
        </p:nvSpPr>
        <p:spPr>
          <a:ln/>
        </p:spPr>
        <p:txBody>
          <a:bodyPr/>
          <a:lstStyle>
            <a:lvl1pPr>
              <a:defRPr/>
            </a:lvl1pPr>
          </a:lstStyle>
          <a:p>
            <a:pPr>
              <a:defRPr/>
            </a:pPr>
            <a:fld id="{57471938-B544-487E-930F-272EA0E4117E}" type="slidenum">
              <a:rPr lang="en-US"/>
              <a:pPr>
                <a:defRPr/>
              </a:pPr>
              <a:t>‹#›</a:t>
            </a:fld>
            <a:endParaRPr lang="en-US"/>
          </a:p>
        </p:txBody>
      </p:sp>
      <p:sp>
        <p:nvSpPr>
          <p:cNvPr id="7" name="Rectangle 8"/>
          <p:cNvSpPr>
            <a:spLocks noGrp="1" noChangeArrowheads="1"/>
          </p:cNvSpPr>
          <p:nvPr>
            <p:ph type="ftr" sz="quarter" idx="12"/>
          </p:nvPr>
        </p:nvSpPr>
        <p:spPr>
          <a:ln/>
        </p:spPr>
        <p:txBody>
          <a:bodyPr/>
          <a:lstStyle>
            <a:lvl1pPr>
              <a:defRPr b="0">
                <a:latin typeface="Tahoma" pitchFamily="34" charset="0"/>
              </a:defRPr>
            </a:lvl1pPr>
          </a:lstStyle>
          <a:p>
            <a:pPr>
              <a:defRPr/>
            </a:pPr>
            <a:endParaRPr lang="en-US" b="1">
              <a:latin typeface="+mn-lt"/>
            </a:endParaRPr>
          </a:p>
          <a:p>
            <a:pPr>
              <a:defRPr/>
            </a:pPr>
            <a:endParaRPr lang="en-US"/>
          </a:p>
          <a:p>
            <a:pPr>
              <a:defRPr/>
            </a:pPr>
            <a:endParaRPr lang="en-US" b="1"/>
          </a:p>
          <a:p>
            <a:pPr>
              <a:defRPr/>
            </a:pPr>
            <a:r>
              <a:rPr lang="en-US" b="1"/>
              <a:t>© A+ Computer Science  -  www.apluscompsci.com</a:t>
            </a:r>
          </a:p>
        </p:txBody>
      </p:sp>
    </p:spTree>
    <p:extLst>
      <p:ext uri="{BB962C8B-B14F-4D97-AF65-F5344CB8AC3E}">
        <p14:creationId xmlns:p14="http://schemas.microsoft.com/office/powerpoint/2010/main" val="268988308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4"/>
          <p:cNvSpPr>
            <a:spLocks noGrp="1" noChangeArrowheads="1"/>
          </p:cNvSpPr>
          <p:nvPr>
            <p:ph type="dt" sz="half" idx="10"/>
          </p:nvPr>
        </p:nvSpPr>
        <p:spPr>
          <a:ln/>
        </p:spPr>
        <p:txBody>
          <a:bodyPr/>
          <a:lstStyle>
            <a:lvl1pPr>
              <a:defRPr/>
            </a:lvl1pPr>
          </a:lstStyle>
          <a:p>
            <a:pPr>
              <a:defRPr/>
            </a:pPr>
            <a:endParaRPr lang="en-US"/>
          </a:p>
        </p:txBody>
      </p:sp>
      <p:sp>
        <p:nvSpPr>
          <p:cNvPr id="8" name="Rectangle 6"/>
          <p:cNvSpPr>
            <a:spLocks noGrp="1" noChangeArrowheads="1"/>
          </p:cNvSpPr>
          <p:nvPr>
            <p:ph type="sldNum" sz="quarter" idx="11"/>
          </p:nvPr>
        </p:nvSpPr>
        <p:spPr>
          <a:ln/>
        </p:spPr>
        <p:txBody>
          <a:bodyPr/>
          <a:lstStyle>
            <a:lvl1pPr>
              <a:defRPr/>
            </a:lvl1pPr>
          </a:lstStyle>
          <a:p>
            <a:pPr>
              <a:defRPr/>
            </a:pPr>
            <a:fld id="{96AB4639-C0DE-4FA4-91C8-CB484847FB20}" type="slidenum">
              <a:rPr lang="en-US"/>
              <a:pPr>
                <a:defRPr/>
              </a:pPr>
              <a:t>‹#›</a:t>
            </a:fld>
            <a:endParaRPr lang="en-US"/>
          </a:p>
        </p:txBody>
      </p:sp>
      <p:sp>
        <p:nvSpPr>
          <p:cNvPr id="9" name="Rectangle 8"/>
          <p:cNvSpPr>
            <a:spLocks noGrp="1" noChangeArrowheads="1"/>
          </p:cNvSpPr>
          <p:nvPr>
            <p:ph type="ftr" sz="quarter" idx="12"/>
          </p:nvPr>
        </p:nvSpPr>
        <p:spPr>
          <a:ln/>
        </p:spPr>
        <p:txBody>
          <a:bodyPr/>
          <a:lstStyle>
            <a:lvl1pPr>
              <a:defRPr b="0">
                <a:latin typeface="Tahoma" pitchFamily="34" charset="0"/>
              </a:defRPr>
            </a:lvl1pPr>
          </a:lstStyle>
          <a:p>
            <a:pPr>
              <a:defRPr/>
            </a:pPr>
            <a:endParaRPr lang="en-US" b="1">
              <a:latin typeface="+mn-lt"/>
            </a:endParaRPr>
          </a:p>
          <a:p>
            <a:pPr>
              <a:defRPr/>
            </a:pPr>
            <a:endParaRPr lang="en-US"/>
          </a:p>
          <a:p>
            <a:pPr>
              <a:defRPr/>
            </a:pPr>
            <a:endParaRPr lang="en-US" b="1"/>
          </a:p>
          <a:p>
            <a:pPr>
              <a:defRPr/>
            </a:pPr>
            <a:r>
              <a:rPr lang="en-US" b="1"/>
              <a:t>© A+ Computer Science  -  www.apluscompsci.com</a:t>
            </a:r>
          </a:p>
        </p:txBody>
      </p:sp>
    </p:spTree>
    <p:extLst>
      <p:ext uri="{BB962C8B-B14F-4D97-AF65-F5344CB8AC3E}">
        <p14:creationId xmlns:p14="http://schemas.microsoft.com/office/powerpoint/2010/main" val="359842212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4"/>
          <p:cNvSpPr>
            <a:spLocks noGrp="1" noChangeArrowheads="1"/>
          </p:cNvSpPr>
          <p:nvPr>
            <p:ph type="dt" sz="half" idx="10"/>
          </p:nvPr>
        </p:nvSpPr>
        <p:spPr>
          <a:ln/>
        </p:spPr>
        <p:txBody>
          <a:bodyPr/>
          <a:lstStyle>
            <a:lvl1pPr>
              <a:defRPr/>
            </a:lvl1pPr>
          </a:lstStyle>
          <a:p>
            <a:pPr>
              <a:defRPr/>
            </a:pPr>
            <a:endParaRPr lang="en-US"/>
          </a:p>
        </p:txBody>
      </p:sp>
      <p:sp>
        <p:nvSpPr>
          <p:cNvPr id="4" name="Rectangle 6"/>
          <p:cNvSpPr>
            <a:spLocks noGrp="1" noChangeArrowheads="1"/>
          </p:cNvSpPr>
          <p:nvPr>
            <p:ph type="sldNum" sz="quarter" idx="11"/>
          </p:nvPr>
        </p:nvSpPr>
        <p:spPr>
          <a:ln/>
        </p:spPr>
        <p:txBody>
          <a:bodyPr/>
          <a:lstStyle>
            <a:lvl1pPr>
              <a:defRPr/>
            </a:lvl1pPr>
          </a:lstStyle>
          <a:p>
            <a:pPr>
              <a:defRPr/>
            </a:pPr>
            <a:fld id="{0D713244-FEF9-4DD2-9774-EB2ADD432F6A}" type="slidenum">
              <a:rPr lang="en-US"/>
              <a:pPr>
                <a:defRPr/>
              </a:pPr>
              <a:t>‹#›</a:t>
            </a:fld>
            <a:endParaRPr lang="en-US"/>
          </a:p>
        </p:txBody>
      </p:sp>
      <p:sp>
        <p:nvSpPr>
          <p:cNvPr id="5" name="Rectangle 8"/>
          <p:cNvSpPr>
            <a:spLocks noGrp="1" noChangeArrowheads="1"/>
          </p:cNvSpPr>
          <p:nvPr>
            <p:ph type="ftr" sz="quarter" idx="12"/>
          </p:nvPr>
        </p:nvSpPr>
        <p:spPr>
          <a:ln/>
        </p:spPr>
        <p:txBody>
          <a:bodyPr/>
          <a:lstStyle>
            <a:lvl1pPr>
              <a:defRPr b="0">
                <a:latin typeface="Tahoma" pitchFamily="34" charset="0"/>
              </a:defRPr>
            </a:lvl1pPr>
          </a:lstStyle>
          <a:p>
            <a:pPr>
              <a:defRPr/>
            </a:pPr>
            <a:endParaRPr lang="en-US" b="1">
              <a:latin typeface="+mn-lt"/>
            </a:endParaRPr>
          </a:p>
          <a:p>
            <a:pPr>
              <a:defRPr/>
            </a:pPr>
            <a:endParaRPr lang="en-US"/>
          </a:p>
          <a:p>
            <a:pPr>
              <a:defRPr/>
            </a:pPr>
            <a:endParaRPr lang="en-US" b="1"/>
          </a:p>
          <a:p>
            <a:pPr>
              <a:defRPr/>
            </a:pPr>
            <a:r>
              <a:rPr lang="en-US" b="1"/>
              <a:t>© A+ Computer Science  -  www.apluscompsci.com</a:t>
            </a:r>
          </a:p>
        </p:txBody>
      </p:sp>
    </p:spTree>
    <p:extLst>
      <p:ext uri="{BB962C8B-B14F-4D97-AF65-F5344CB8AC3E}">
        <p14:creationId xmlns:p14="http://schemas.microsoft.com/office/powerpoint/2010/main" val="277478746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ln/>
        </p:spPr>
        <p:txBody>
          <a:bodyPr/>
          <a:lstStyle>
            <a:lvl1pPr>
              <a:defRPr/>
            </a:lvl1pPr>
          </a:lstStyle>
          <a:p>
            <a:pPr>
              <a:defRPr/>
            </a:pPr>
            <a:endParaRPr lang="en-US"/>
          </a:p>
        </p:txBody>
      </p:sp>
      <p:sp>
        <p:nvSpPr>
          <p:cNvPr id="3" name="Rectangle 6"/>
          <p:cNvSpPr>
            <a:spLocks noGrp="1" noChangeArrowheads="1"/>
          </p:cNvSpPr>
          <p:nvPr>
            <p:ph type="sldNum" sz="quarter" idx="11"/>
          </p:nvPr>
        </p:nvSpPr>
        <p:spPr>
          <a:ln/>
        </p:spPr>
        <p:txBody>
          <a:bodyPr/>
          <a:lstStyle>
            <a:lvl1pPr>
              <a:defRPr/>
            </a:lvl1pPr>
          </a:lstStyle>
          <a:p>
            <a:pPr>
              <a:defRPr/>
            </a:pPr>
            <a:fld id="{5820E319-8829-4CDA-B5FC-22F831E6A1AD}" type="slidenum">
              <a:rPr lang="en-US"/>
              <a:pPr>
                <a:defRPr/>
              </a:pPr>
              <a:t>‹#›</a:t>
            </a:fld>
            <a:endParaRPr lang="en-US"/>
          </a:p>
        </p:txBody>
      </p:sp>
      <p:sp>
        <p:nvSpPr>
          <p:cNvPr id="4" name="Rectangle 8"/>
          <p:cNvSpPr>
            <a:spLocks noGrp="1" noChangeArrowheads="1"/>
          </p:cNvSpPr>
          <p:nvPr>
            <p:ph type="ftr" sz="quarter" idx="12"/>
          </p:nvPr>
        </p:nvSpPr>
        <p:spPr>
          <a:ln/>
        </p:spPr>
        <p:txBody>
          <a:bodyPr/>
          <a:lstStyle>
            <a:lvl1pPr>
              <a:defRPr b="0">
                <a:latin typeface="Tahoma" pitchFamily="34" charset="0"/>
              </a:defRPr>
            </a:lvl1pPr>
          </a:lstStyle>
          <a:p>
            <a:pPr>
              <a:defRPr/>
            </a:pPr>
            <a:endParaRPr lang="en-US" b="1">
              <a:latin typeface="+mn-lt"/>
            </a:endParaRPr>
          </a:p>
          <a:p>
            <a:pPr>
              <a:defRPr/>
            </a:pPr>
            <a:endParaRPr lang="en-US"/>
          </a:p>
          <a:p>
            <a:pPr>
              <a:defRPr/>
            </a:pPr>
            <a:endParaRPr lang="en-US" b="1"/>
          </a:p>
          <a:p>
            <a:pPr>
              <a:defRPr/>
            </a:pPr>
            <a:r>
              <a:rPr lang="en-US" b="1"/>
              <a:t>© A+ Computer Science  -  www.apluscompsci.com</a:t>
            </a:r>
          </a:p>
        </p:txBody>
      </p:sp>
    </p:spTree>
    <p:extLst>
      <p:ext uri="{BB962C8B-B14F-4D97-AF65-F5344CB8AC3E}">
        <p14:creationId xmlns:p14="http://schemas.microsoft.com/office/powerpoint/2010/main" val="237439495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
          <p:cNvSpPr>
            <a:spLocks noGrp="1" noChangeArrowheads="1"/>
          </p:cNvSpPr>
          <p:nvPr>
            <p:ph type="dt" sz="half" idx="10"/>
          </p:nvPr>
        </p:nvSpPr>
        <p:spPr>
          <a:ln/>
        </p:spPr>
        <p:txBody>
          <a:bodyPr/>
          <a:lstStyle>
            <a:lvl1pPr>
              <a:defRPr/>
            </a:lvl1pPr>
          </a:lstStyle>
          <a:p>
            <a:pPr>
              <a:defRPr/>
            </a:pPr>
            <a:endParaRPr lang="en-US"/>
          </a:p>
        </p:txBody>
      </p:sp>
      <p:sp>
        <p:nvSpPr>
          <p:cNvPr id="6" name="Rectangle 6"/>
          <p:cNvSpPr>
            <a:spLocks noGrp="1" noChangeArrowheads="1"/>
          </p:cNvSpPr>
          <p:nvPr>
            <p:ph type="sldNum" sz="quarter" idx="11"/>
          </p:nvPr>
        </p:nvSpPr>
        <p:spPr>
          <a:ln/>
        </p:spPr>
        <p:txBody>
          <a:bodyPr/>
          <a:lstStyle>
            <a:lvl1pPr>
              <a:defRPr/>
            </a:lvl1pPr>
          </a:lstStyle>
          <a:p>
            <a:pPr>
              <a:defRPr/>
            </a:pPr>
            <a:fld id="{C1078AF7-FA9C-4AE9-8830-C9C18BAA92CE}" type="slidenum">
              <a:rPr lang="en-US"/>
              <a:pPr>
                <a:defRPr/>
              </a:pPr>
              <a:t>‹#›</a:t>
            </a:fld>
            <a:endParaRPr lang="en-US"/>
          </a:p>
        </p:txBody>
      </p:sp>
      <p:sp>
        <p:nvSpPr>
          <p:cNvPr id="7" name="Rectangle 8"/>
          <p:cNvSpPr>
            <a:spLocks noGrp="1" noChangeArrowheads="1"/>
          </p:cNvSpPr>
          <p:nvPr>
            <p:ph type="ftr" sz="quarter" idx="12"/>
          </p:nvPr>
        </p:nvSpPr>
        <p:spPr>
          <a:ln/>
        </p:spPr>
        <p:txBody>
          <a:bodyPr/>
          <a:lstStyle>
            <a:lvl1pPr>
              <a:defRPr b="0">
                <a:latin typeface="Tahoma" pitchFamily="34" charset="0"/>
              </a:defRPr>
            </a:lvl1pPr>
          </a:lstStyle>
          <a:p>
            <a:pPr>
              <a:defRPr/>
            </a:pPr>
            <a:endParaRPr lang="en-US" b="1">
              <a:latin typeface="+mn-lt"/>
            </a:endParaRPr>
          </a:p>
          <a:p>
            <a:pPr>
              <a:defRPr/>
            </a:pPr>
            <a:endParaRPr lang="en-US"/>
          </a:p>
          <a:p>
            <a:pPr>
              <a:defRPr/>
            </a:pPr>
            <a:endParaRPr lang="en-US" b="1"/>
          </a:p>
          <a:p>
            <a:pPr>
              <a:defRPr/>
            </a:pPr>
            <a:r>
              <a:rPr lang="en-US" b="1"/>
              <a:t>© A+ Computer Science  -  www.apluscompsci.com</a:t>
            </a:r>
          </a:p>
        </p:txBody>
      </p:sp>
    </p:spTree>
    <p:extLst>
      <p:ext uri="{BB962C8B-B14F-4D97-AF65-F5344CB8AC3E}">
        <p14:creationId xmlns:p14="http://schemas.microsoft.com/office/powerpoint/2010/main" val="220141801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
          <p:cNvSpPr>
            <a:spLocks noGrp="1" noChangeArrowheads="1"/>
          </p:cNvSpPr>
          <p:nvPr>
            <p:ph type="dt" sz="half" idx="10"/>
          </p:nvPr>
        </p:nvSpPr>
        <p:spPr>
          <a:ln/>
        </p:spPr>
        <p:txBody>
          <a:bodyPr/>
          <a:lstStyle>
            <a:lvl1pPr>
              <a:defRPr/>
            </a:lvl1pPr>
          </a:lstStyle>
          <a:p>
            <a:pPr>
              <a:defRPr/>
            </a:pPr>
            <a:endParaRPr lang="en-US"/>
          </a:p>
        </p:txBody>
      </p:sp>
      <p:sp>
        <p:nvSpPr>
          <p:cNvPr id="6" name="Rectangle 6"/>
          <p:cNvSpPr>
            <a:spLocks noGrp="1" noChangeArrowheads="1"/>
          </p:cNvSpPr>
          <p:nvPr>
            <p:ph type="sldNum" sz="quarter" idx="11"/>
          </p:nvPr>
        </p:nvSpPr>
        <p:spPr>
          <a:ln/>
        </p:spPr>
        <p:txBody>
          <a:bodyPr/>
          <a:lstStyle>
            <a:lvl1pPr>
              <a:defRPr/>
            </a:lvl1pPr>
          </a:lstStyle>
          <a:p>
            <a:pPr>
              <a:defRPr/>
            </a:pPr>
            <a:fld id="{7BD72B21-4C4C-498D-8BEA-C250BB907B4D}" type="slidenum">
              <a:rPr lang="en-US"/>
              <a:pPr>
                <a:defRPr/>
              </a:pPr>
              <a:t>‹#›</a:t>
            </a:fld>
            <a:endParaRPr lang="en-US"/>
          </a:p>
        </p:txBody>
      </p:sp>
      <p:sp>
        <p:nvSpPr>
          <p:cNvPr id="7" name="Rectangle 8"/>
          <p:cNvSpPr>
            <a:spLocks noGrp="1" noChangeArrowheads="1"/>
          </p:cNvSpPr>
          <p:nvPr>
            <p:ph type="ftr" sz="quarter" idx="12"/>
          </p:nvPr>
        </p:nvSpPr>
        <p:spPr>
          <a:ln/>
        </p:spPr>
        <p:txBody>
          <a:bodyPr/>
          <a:lstStyle>
            <a:lvl1pPr>
              <a:defRPr b="0">
                <a:latin typeface="Tahoma" pitchFamily="34" charset="0"/>
              </a:defRPr>
            </a:lvl1pPr>
          </a:lstStyle>
          <a:p>
            <a:pPr>
              <a:defRPr/>
            </a:pPr>
            <a:endParaRPr lang="en-US" b="1">
              <a:latin typeface="+mn-lt"/>
            </a:endParaRPr>
          </a:p>
          <a:p>
            <a:pPr>
              <a:defRPr/>
            </a:pPr>
            <a:endParaRPr lang="en-US"/>
          </a:p>
          <a:p>
            <a:pPr>
              <a:defRPr/>
            </a:pPr>
            <a:endParaRPr lang="en-US" b="1"/>
          </a:p>
          <a:p>
            <a:pPr>
              <a:defRPr/>
            </a:pPr>
            <a:r>
              <a:rPr lang="en-US" b="1"/>
              <a:t>© A+ Computer Science  -  www.apluscompsci.com</a:t>
            </a:r>
          </a:p>
        </p:txBody>
      </p:sp>
    </p:spTree>
    <p:extLst>
      <p:ext uri="{BB962C8B-B14F-4D97-AF65-F5344CB8AC3E}">
        <p14:creationId xmlns:p14="http://schemas.microsoft.com/office/powerpoint/2010/main" val="232142674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6"/>
          <p:cNvSpPr>
            <a:spLocks noGrp="1" noChangeArrowheads="1"/>
          </p:cNvSpPr>
          <p:nvPr>
            <p:ph type="sldNum" sz="quarter" idx="11"/>
          </p:nvPr>
        </p:nvSpPr>
        <p:spPr>
          <a:ln/>
        </p:spPr>
        <p:txBody>
          <a:bodyPr/>
          <a:lstStyle>
            <a:lvl1pPr>
              <a:defRPr/>
            </a:lvl1pPr>
          </a:lstStyle>
          <a:p>
            <a:pPr>
              <a:defRPr/>
            </a:pPr>
            <a:fld id="{C8F13E7D-FBEA-4997-A3AC-8541F5D50424}" type="slidenum">
              <a:rPr lang="en-US"/>
              <a:pPr>
                <a:defRPr/>
              </a:pPr>
              <a:t>‹#›</a:t>
            </a:fld>
            <a:endParaRPr lang="en-US"/>
          </a:p>
        </p:txBody>
      </p:sp>
      <p:sp>
        <p:nvSpPr>
          <p:cNvPr id="6" name="Rectangle 8"/>
          <p:cNvSpPr>
            <a:spLocks noGrp="1" noChangeArrowheads="1"/>
          </p:cNvSpPr>
          <p:nvPr>
            <p:ph type="ftr" sz="quarter" idx="12"/>
          </p:nvPr>
        </p:nvSpPr>
        <p:spPr>
          <a:ln/>
        </p:spPr>
        <p:txBody>
          <a:bodyPr/>
          <a:lstStyle>
            <a:lvl1pPr>
              <a:defRPr b="0">
                <a:latin typeface="Tahoma" pitchFamily="34" charset="0"/>
              </a:defRPr>
            </a:lvl1pPr>
          </a:lstStyle>
          <a:p>
            <a:pPr>
              <a:defRPr/>
            </a:pPr>
            <a:endParaRPr lang="en-US" b="1">
              <a:latin typeface="+mn-lt"/>
            </a:endParaRPr>
          </a:p>
          <a:p>
            <a:pPr>
              <a:defRPr/>
            </a:pPr>
            <a:endParaRPr lang="en-US"/>
          </a:p>
          <a:p>
            <a:pPr>
              <a:defRPr/>
            </a:pPr>
            <a:endParaRPr lang="en-US" b="1"/>
          </a:p>
          <a:p>
            <a:pPr>
              <a:defRPr/>
            </a:pPr>
            <a:r>
              <a:rPr lang="en-US" b="1"/>
              <a:t>© A+ Computer Science  -  www.apluscompsci.com</a:t>
            </a:r>
          </a:p>
        </p:txBody>
      </p:sp>
    </p:spTree>
    <p:extLst>
      <p:ext uri="{BB962C8B-B14F-4D97-AF65-F5344CB8AC3E}">
        <p14:creationId xmlns:p14="http://schemas.microsoft.com/office/powerpoint/2010/main" val="149747109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15100" y="609600"/>
            <a:ext cx="1943100" cy="548640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85800" y="609600"/>
            <a:ext cx="5676900" cy="54864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6"/>
          <p:cNvSpPr>
            <a:spLocks noGrp="1" noChangeArrowheads="1"/>
          </p:cNvSpPr>
          <p:nvPr>
            <p:ph type="sldNum" sz="quarter" idx="11"/>
          </p:nvPr>
        </p:nvSpPr>
        <p:spPr>
          <a:ln/>
        </p:spPr>
        <p:txBody>
          <a:bodyPr/>
          <a:lstStyle>
            <a:lvl1pPr>
              <a:defRPr/>
            </a:lvl1pPr>
          </a:lstStyle>
          <a:p>
            <a:pPr>
              <a:defRPr/>
            </a:pPr>
            <a:fld id="{C9A8F924-4935-45CD-9CDC-E23DC92690DF}" type="slidenum">
              <a:rPr lang="en-US"/>
              <a:pPr>
                <a:defRPr/>
              </a:pPr>
              <a:t>‹#›</a:t>
            </a:fld>
            <a:endParaRPr lang="en-US"/>
          </a:p>
        </p:txBody>
      </p:sp>
      <p:sp>
        <p:nvSpPr>
          <p:cNvPr id="6" name="Rectangle 8"/>
          <p:cNvSpPr>
            <a:spLocks noGrp="1" noChangeArrowheads="1"/>
          </p:cNvSpPr>
          <p:nvPr>
            <p:ph type="ftr" sz="quarter" idx="12"/>
          </p:nvPr>
        </p:nvSpPr>
        <p:spPr>
          <a:ln/>
        </p:spPr>
        <p:txBody>
          <a:bodyPr/>
          <a:lstStyle>
            <a:lvl1pPr>
              <a:defRPr b="0">
                <a:latin typeface="Tahoma" pitchFamily="34" charset="0"/>
              </a:defRPr>
            </a:lvl1pPr>
          </a:lstStyle>
          <a:p>
            <a:pPr>
              <a:defRPr/>
            </a:pPr>
            <a:endParaRPr lang="en-US" b="1">
              <a:latin typeface="+mn-lt"/>
            </a:endParaRPr>
          </a:p>
          <a:p>
            <a:pPr>
              <a:defRPr/>
            </a:pPr>
            <a:endParaRPr lang="en-US"/>
          </a:p>
          <a:p>
            <a:pPr>
              <a:defRPr/>
            </a:pPr>
            <a:endParaRPr lang="en-US" b="1"/>
          </a:p>
          <a:p>
            <a:pPr>
              <a:defRPr/>
            </a:pPr>
            <a:r>
              <a:rPr lang="en-US" b="1"/>
              <a:t>© A+ Computer Science  -  www.apluscompsci.com</a:t>
            </a:r>
          </a:p>
        </p:txBody>
      </p:sp>
    </p:spTree>
    <p:extLst>
      <p:ext uri="{BB962C8B-B14F-4D97-AF65-F5344CB8AC3E}">
        <p14:creationId xmlns:p14="http://schemas.microsoft.com/office/powerpoint/2010/main" val="297004449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685800" y="609600"/>
            <a:ext cx="7772400" cy="114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2075" tIns="46038" rIns="92075" bIns="46038" numCol="1" anchor="ctr" anchorCtr="0" compatLnSpc="1">
            <a:prstTxWarp prst="textNoShape">
              <a:avLst/>
            </a:prstTxWarp>
          </a:bodyPr>
          <a:lstStyle/>
          <a:p>
            <a:pPr lvl="0"/>
            <a:r>
              <a:rPr lang="en-US"/>
              <a:t>Click to edit Master title style</a:t>
            </a:r>
          </a:p>
        </p:txBody>
      </p:sp>
      <p:sp>
        <p:nvSpPr>
          <p:cNvPr id="1027" name="Rectangle 3"/>
          <p:cNvSpPr>
            <a:spLocks noGrp="1" noChangeArrowheads="1"/>
          </p:cNvSpPr>
          <p:nvPr>
            <p:ph type="body" idx="1"/>
          </p:nvPr>
        </p:nvSpPr>
        <p:spPr bwMode="auto">
          <a:xfrm>
            <a:off x="685800" y="1981200"/>
            <a:ext cx="7772400" cy="411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2075" tIns="46038" rIns="92075" bIns="46038"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28" name="Rectangle 4"/>
          <p:cNvSpPr>
            <a:spLocks noGrp="1" noChangeArrowheads="1"/>
          </p:cNvSpPr>
          <p:nvPr>
            <p:ph type="dt" sz="half" idx="2"/>
          </p:nvPr>
        </p:nvSpPr>
        <p:spPr bwMode="auto">
          <a:xfrm>
            <a:off x="685800" y="624840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2075" tIns="46038" rIns="92075" bIns="46038" numCol="1" anchor="ctr" anchorCtr="0" compatLnSpc="1">
            <a:prstTxWarp prst="textNoShape">
              <a:avLst/>
            </a:prstTxWarp>
          </a:bodyPr>
          <a:lstStyle>
            <a:lvl1pPr>
              <a:defRPr sz="1400">
                <a:latin typeface="+mn-lt"/>
              </a:defRPr>
            </a:lvl1pPr>
          </a:lstStyle>
          <a:p>
            <a:pPr>
              <a:defRPr/>
            </a:pPr>
            <a:endParaRPr lang="en-US"/>
          </a:p>
        </p:txBody>
      </p:sp>
      <p:sp>
        <p:nvSpPr>
          <p:cNvPr id="1030" name="Rectangle 6"/>
          <p:cNvSpPr>
            <a:spLocks noGrp="1" noChangeArrowheads="1"/>
          </p:cNvSpPr>
          <p:nvPr>
            <p:ph type="sldNum" sz="quarter" idx="4"/>
          </p:nvPr>
        </p:nvSpPr>
        <p:spPr bwMode="auto">
          <a:xfrm>
            <a:off x="6553200" y="624840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2075" tIns="46038" rIns="92075" bIns="46038" numCol="1" anchor="ctr" anchorCtr="0" compatLnSpc="1">
            <a:prstTxWarp prst="textNoShape">
              <a:avLst/>
            </a:prstTxWarp>
          </a:bodyPr>
          <a:lstStyle>
            <a:lvl1pPr algn="r">
              <a:defRPr sz="1400">
                <a:latin typeface="+mn-lt"/>
              </a:defRPr>
            </a:lvl1pPr>
          </a:lstStyle>
          <a:p>
            <a:pPr>
              <a:defRPr/>
            </a:pPr>
            <a:fld id="{D8886AA1-88A9-4F85-B9C4-C81CC8BB0412}" type="slidenum">
              <a:rPr lang="en-US"/>
              <a:pPr>
                <a:defRPr/>
              </a:pPr>
              <a:t>‹#›</a:t>
            </a:fld>
            <a:endParaRPr lang="en-US"/>
          </a:p>
        </p:txBody>
      </p:sp>
      <p:sp>
        <p:nvSpPr>
          <p:cNvPr id="1032" name="Rectangle 8"/>
          <p:cNvSpPr>
            <a:spLocks noGrp="1" noChangeArrowheads="1"/>
          </p:cNvSpPr>
          <p:nvPr>
            <p:ph type="ftr" sz="quarter" idx="3"/>
          </p:nvPr>
        </p:nvSpPr>
        <p:spPr bwMode="auto">
          <a:xfrm>
            <a:off x="3124200" y="6248400"/>
            <a:ext cx="2895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2075" tIns="46038" rIns="92075" bIns="46038" numCol="1" anchor="ctr" anchorCtr="0" compatLnSpc="1">
            <a:prstTxWarp prst="textNoShape">
              <a:avLst/>
            </a:prstTxWarp>
          </a:bodyPr>
          <a:lstStyle>
            <a:lvl1pPr algn="ctr">
              <a:defRPr sz="800" b="1">
                <a:latin typeface="+mn-lt"/>
              </a:defRPr>
            </a:lvl1pPr>
          </a:lstStyle>
          <a:p>
            <a:pPr>
              <a:defRPr/>
            </a:pPr>
            <a:endParaRPr lang="en-US"/>
          </a:p>
          <a:p>
            <a:pPr>
              <a:defRPr/>
            </a:pPr>
            <a:endParaRPr lang="en-US" b="0">
              <a:latin typeface="Tahoma" pitchFamily="34" charset="0"/>
            </a:endParaRPr>
          </a:p>
          <a:p>
            <a:pPr>
              <a:defRPr/>
            </a:pPr>
            <a:endParaRPr lang="en-US">
              <a:latin typeface="Tahoma" pitchFamily="34" charset="0"/>
            </a:endParaRPr>
          </a:p>
          <a:p>
            <a:pPr>
              <a:defRPr/>
            </a:pPr>
            <a:r>
              <a:rPr lang="en-US">
                <a:latin typeface="Tahoma" pitchFamily="34" charset="0"/>
              </a:rPr>
              <a:t>© A+ Computer Science  -  www.apluscompsci.com</a:t>
            </a: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dt="0"/>
  <p:txStyles>
    <p:titleStyle>
      <a:lvl1pPr algn="ctr" rtl="0" eaLnBrk="0" fontAlgn="base" hangingPunct="0">
        <a:spcBef>
          <a:spcPct val="0"/>
        </a:spcBef>
        <a:spcAft>
          <a:spcPct val="0"/>
        </a:spcAft>
        <a:defRPr sz="4400" b="0" i="0" u="none">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Times New Roman" pitchFamily="18" charset="0"/>
        </a:defRPr>
      </a:lvl2pPr>
      <a:lvl3pPr algn="ctr" rtl="0" eaLnBrk="0" fontAlgn="base" hangingPunct="0">
        <a:spcBef>
          <a:spcPct val="0"/>
        </a:spcBef>
        <a:spcAft>
          <a:spcPct val="0"/>
        </a:spcAft>
        <a:defRPr sz="4400">
          <a:solidFill>
            <a:schemeClr val="tx2"/>
          </a:solidFill>
          <a:latin typeface="Times New Roman" pitchFamily="18" charset="0"/>
        </a:defRPr>
      </a:lvl3pPr>
      <a:lvl4pPr algn="ctr" rtl="0" eaLnBrk="0" fontAlgn="base" hangingPunct="0">
        <a:spcBef>
          <a:spcPct val="0"/>
        </a:spcBef>
        <a:spcAft>
          <a:spcPct val="0"/>
        </a:spcAft>
        <a:defRPr sz="4400">
          <a:solidFill>
            <a:schemeClr val="tx2"/>
          </a:solidFill>
          <a:latin typeface="Times New Roman" pitchFamily="18" charset="0"/>
        </a:defRPr>
      </a:lvl4pPr>
      <a:lvl5pPr algn="ctr" rtl="0" eaLnBrk="0" fontAlgn="base" hangingPunct="0">
        <a:spcBef>
          <a:spcPct val="0"/>
        </a:spcBef>
        <a:spcAft>
          <a:spcPct val="0"/>
        </a:spcAft>
        <a:defRPr sz="4400">
          <a:solidFill>
            <a:schemeClr val="tx2"/>
          </a:solidFill>
          <a:latin typeface="Times New Roman" pitchFamily="18" charset="0"/>
        </a:defRPr>
      </a:lvl5pPr>
      <a:lvl6pPr marL="457200" algn="ctr" rtl="0" eaLnBrk="0" fontAlgn="base" hangingPunct="0">
        <a:spcBef>
          <a:spcPct val="0"/>
        </a:spcBef>
        <a:spcAft>
          <a:spcPct val="0"/>
        </a:spcAft>
        <a:defRPr sz="4400">
          <a:solidFill>
            <a:schemeClr val="tx2"/>
          </a:solidFill>
          <a:latin typeface="Times New Roman" pitchFamily="18" charset="0"/>
        </a:defRPr>
      </a:lvl6pPr>
      <a:lvl7pPr marL="914400" algn="ctr" rtl="0" eaLnBrk="0" fontAlgn="base" hangingPunct="0">
        <a:spcBef>
          <a:spcPct val="0"/>
        </a:spcBef>
        <a:spcAft>
          <a:spcPct val="0"/>
        </a:spcAft>
        <a:defRPr sz="4400">
          <a:solidFill>
            <a:schemeClr val="tx2"/>
          </a:solidFill>
          <a:latin typeface="Times New Roman" pitchFamily="18" charset="0"/>
        </a:defRPr>
      </a:lvl7pPr>
      <a:lvl8pPr marL="1371600" algn="ctr" rtl="0" eaLnBrk="0" fontAlgn="base" hangingPunct="0">
        <a:spcBef>
          <a:spcPct val="0"/>
        </a:spcBef>
        <a:spcAft>
          <a:spcPct val="0"/>
        </a:spcAft>
        <a:defRPr sz="4400">
          <a:solidFill>
            <a:schemeClr val="tx2"/>
          </a:solidFill>
          <a:latin typeface="Times New Roman" pitchFamily="18" charset="0"/>
        </a:defRPr>
      </a:lvl8pPr>
      <a:lvl9pPr marL="1828800" algn="ctr" rtl="0" eaLnBrk="0" fontAlgn="base" hangingPunct="0">
        <a:spcBef>
          <a:spcPct val="0"/>
        </a:spcBef>
        <a:spcAft>
          <a:spcPct val="0"/>
        </a:spcAft>
        <a:defRPr sz="4400">
          <a:solidFill>
            <a:schemeClr val="tx2"/>
          </a:solidFill>
          <a:latin typeface="Times New Roman" pitchFamily="18" charset="0"/>
        </a:defRPr>
      </a:lvl9pPr>
    </p:titleStyle>
    <p:body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b="0" i="0" u="none">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eaLnBrk="0" fontAlgn="base" hangingPunct="0">
        <a:spcBef>
          <a:spcPct val="20000"/>
        </a:spcBef>
        <a:spcAft>
          <a:spcPct val="0"/>
        </a:spcAft>
        <a:buChar char="•"/>
        <a:defRPr sz="2000">
          <a:solidFill>
            <a:schemeClr val="tx1"/>
          </a:solidFill>
          <a:latin typeface="+mn-lt"/>
        </a:defRPr>
      </a:lvl6pPr>
      <a:lvl7pPr marL="2971800" indent="-228600" algn="l" rtl="0" eaLnBrk="0" fontAlgn="base" hangingPunct="0">
        <a:spcBef>
          <a:spcPct val="20000"/>
        </a:spcBef>
        <a:spcAft>
          <a:spcPct val="0"/>
        </a:spcAft>
        <a:buChar char="•"/>
        <a:defRPr sz="2000">
          <a:solidFill>
            <a:schemeClr val="tx1"/>
          </a:solidFill>
          <a:latin typeface="+mn-lt"/>
        </a:defRPr>
      </a:lvl7pPr>
      <a:lvl8pPr marL="3429000" indent="-228600" algn="l" rtl="0" eaLnBrk="0" fontAlgn="base" hangingPunct="0">
        <a:spcBef>
          <a:spcPct val="20000"/>
        </a:spcBef>
        <a:spcAft>
          <a:spcPct val="0"/>
        </a:spcAft>
        <a:buChar char="•"/>
        <a:defRPr sz="2000">
          <a:solidFill>
            <a:schemeClr val="tx1"/>
          </a:solidFill>
          <a:latin typeface="+mn-lt"/>
        </a:defRPr>
      </a:lvl8pPr>
      <a:lvl9pPr marL="3886200" indent="-228600" algn="l" rtl="0" eaLnBrk="0" fontAlgn="base" hangingPunct="0">
        <a:spcBef>
          <a:spcPct val="20000"/>
        </a:spcBef>
        <a:spcAft>
          <a:spcPct val="0"/>
        </a:spcAft>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wmf"/><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Footer Placeholder 3"/>
          <p:cNvSpPr>
            <a:spLocks noGrp="1"/>
          </p:cNvSpPr>
          <p:nvPr>
            <p:ph type="ftr" sz="quarter" idx="12"/>
          </p:nvPr>
        </p:nvSpPr>
        <p:spPr>
          <a:noFill/>
        </p:spPr>
        <p:txBody>
          <a:bodyPr/>
          <a:lstStyle>
            <a:lvl1pPr>
              <a:defRPr sz="2400">
                <a:solidFill>
                  <a:schemeClr val="tx1"/>
                </a:solidFill>
                <a:latin typeface="Tahoma" pitchFamily="34" charset="0"/>
              </a:defRPr>
            </a:lvl1pPr>
            <a:lvl2pPr marL="742950" indent="-285750">
              <a:defRPr sz="2400">
                <a:solidFill>
                  <a:schemeClr val="tx1"/>
                </a:solidFill>
                <a:latin typeface="Tahoma" pitchFamily="34" charset="0"/>
              </a:defRPr>
            </a:lvl2pPr>
            <a:lvl3pPr marL="1143000" indent="-228600">
              <a:defRPr sz="2400">
                <a:solidFill>
                  <a:schemeClr val="tx1"/>
                </a:solidFill>
                <a:latin typeface="Tahoma" pitchFamily="34" charset="0"/>
              </a:defRPr>
            </a:lvl3pPr>
            <a:lvl4pPr marL="1600200" indent="-228600">
              <a:defRPr sz="2400">
                <a:solidFill>
                  <a:schemeClr val="tx1"/>
                </a:solidFill>
                <a:latin typeface="Tahoma" pitchFamily="34" charset="0"/>
              </a:defRPr>
            </a:lvl4pPr>
            <a:lvl5pPr marL="2057400" indent="-228600">
              <a:defRPr sz="2400">
                <a:solidFill>
                  <a:schemeClr val="tx1"/>
                </a:solidFill>
                <a:latin typeface="Tahoma" pitchFamily="34" charset="0"/>
              </a:defRPr>
            </a:lvl5pPr>
            <a:lvl6pPr marL="2514600" indent="-228600" eaLnBrk="0" fontAlgn="base" hangingPunct="0">
              <a:spcBef>
                <a:spcPct val="0"/>
              </a:spcBef>
              <a:spcAft>
                <a:spcPct val="0"/>
              </a:spcAft>
              <a:defRPr sz="2400">
                <a:solidFill>
                  <a:schemeClr val="tx1"/>
                </a:solidFill>
                <a:latin typeface="Tahoma" pitchFamily="34" charset="0"/>
              </a:defRPr>
            </a:lvl6pPr>
            <a:lvl7pPr marL="2971800" indent="-228600" eaLnBrk="0" fontAlgn="base" hangingPunct="0">
              <a:spcBef>
                <a:spcPct val="0"/>
              </a:spcBef>
              <a:spcAft>
                <a:spcPct val="0"/>
              </a:spcAft>
              <a:defRPr sz="2400">
                <a:solidFill>
                  <a:schemeClr val="tx1"/>
                </a:solidFill>
                <a:latin typeface="Tahoma" pitchFamily="34" charset="0"/>
              </a:defRPr>
            </a:lvl7pPr>
            <a:lvl8pPr marL="3429000" indent="-228600" eaLnBrk="0" fontAlgn="base" hangingPunct="0">
              <a:spcBef>
                <a:spcPct val="0"/>
              </a:spcBef>
              <a:spcAft>
                <a:spcPct val="0"/>
              </a:spcAft>
              <a:defRPr sz="2400">
                <a:solidFill>
                  <a:schemeClr val="tx1"/>
                </a:solidFill>
                <a:latin typeface="Tahoma" pitchFamily="34" charset="0"/>
              </a:defRPr>
            </a:lvl8pPr>
            <a:lvl9pPr marL="3886200" indent="-228600" eaLnBrk="0" fontAlgn="base" hangingPunct="0">
              <a:spcBef>
                <a:spcPct val="0"/>
              </a:spcBef>
              <a:spcAft>
                <a:spcPct val="0"/>
              </a:spcAft>
              <a:defRPr sz="2400">
                <a:solidFill>
                  <a:schemeClr val="tx1"/>
                </a:solidFill>
                <a:latin typeface="Tahoma" pitchFamily="34" charset="0"/>
              </a:defRPr>
            </a:lvl9pPr>
          </a:lstStyle>
          <a:p>
            <a:endParaRPr lang="en-US" sz="800" b="1">
              <a:latin typeface="Times New Roman" pitchFamily="18" charset="0"/>
            </a:endParaRPr>
          </a:p>
          <a:p>
            <a:endParaRPr lang="en-US" sz="800"/>
          </a:p>
          <a:p>
            <a:endParaRPr lang="en-US" sz="800" b="1"/>
          </a:p>
          <a:p>
            <a:r>
              <a:rPr lang="en-US" sz="800" b="1"/>
              <a:t>© A+ Computer Science  -  www.apluscompsci.com</a:t>
            </a:r>
          </a:p>
        </p:txBody>
      </p:sp>
      <p:sp>
        <p:nvSpPr>
          <p:cNvPr id="5123" name="WordArt 2"/>
          <p:cNvSpPr>
            <a:spLocks noChangeArrowheads="1" noChangeShapeType="1" noTextEdit="1"/>
          </p:cNvSpPr>
          <p:nvPr/>
        </p:nvSpPr>
        <p:spPr bwMode="auto">
          <a:xfrm>
            <a:off x="609600" y="609600"/>
            <a:ext cx="7848600" cy="2209800"/>
          </a:xfrm>
          <a:prstGeom prst="rect">
            <a:avLst/>
          </a:prstGeom>
        </p:spPr>
        <p:txBody>
          <a:bodyPr wrap="none" fromWordArt="1">
            <a:prstTxWarp prst="textPlain">
              <a:avLst>
                <a:gd name="adj" fmla="val 50000"/>
              </a:avLst>
            </a:prstTxWarp>
          </a:bodyPr>
          <a:lstStyle/>
          <a:p>
            <a:pPr algn="ctr"/>
            <a:r>
              <a:rPr lang="en-US" sz="3600" kern="10">
                <a:ln w="9525">
                  <a:solidFill>
                    <a:srgbClr val="FFCC99"/>
                  </a:solidFill>
                  <a:round/>
                  <a:headEnd type="none" w="sm" len="sm"/>
                  <a:tailEnd type="none" w="sm" len="sm"/>
                </a:ln>
                <a:solidFill>
                  <a:srgbClr val="0000FF"/>
                </a:solidFill>
                <a:effectLst>
                  <a:outerShdw dist="35921" dir="2700000" algn="ctr" rotWithShape="0">
                    <a:srgbClr val="C0C0C0"/>
                  </a:outerShdw>
                </a:effectLst>
                <a:latin typeface="Impact"/>
              </a:rPr>
              <a:t>What is a tree?</a:t>
            </a:r>
          </a:p>
        </p:txBody>
      </p:sp>
      <p:pic>
        <p:nvPicPr>
          <p:cNvPr id="5124" name="Picture 4" descr="j0331821[1]"/>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048000" y="3276600"/>
            <a:ext cx="2754313" cy="2895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Footer Placeholder 3"/>
          <p:cNvSpPr>
            <a:spLocks noGrp="1"/>
          </p:cNvSpPr>
          <p:nvPr>
            <p:ph type="ftr" sz="quarter" idx="12"/>
          </p:nvPr>
        </p:nvSpPr>
        <p:spPr>
          <a:noFill/>
        </p:spPr>
        <p:txBody>
          <a:bodyPr/>
          <a:lstStyle>
            <a:lvl1pPr>
              <a:defRPr sz="2400">
                <a:solidFill>
                  <a:schemeClr val="tx1"/>
                </a:solidFill>
                <a:latin typeface="Tahoma" pitchFamily="34" charset="0"/>
              </a:defRPr>
            </a:lvl1pPr>
            <a:lvl2pPr marL="742950" indent="-285750">
              <a:defRPr sz="2400">
                <a:solidFill>
                  <a:schemeClr val="tx1"/>
                </a:solidFill>
                <a:latin typeface="Tahoma" pitchFamily="34" charset="0"/>
              </a:defRPr>
            </a:lvl2pPr>
            <a:lvl3pPr marL="1143000" indent="-228600">
              <a:defRPr sz="2400">
                <a:solidFill>
                  <a:schemeClr val="tx1"/>
                </a:solidFill>
                <a:latin typeface="Tahoma" pitchFamily="34" charset="0"/>
              </a:defRPr>
            </a:lvl3pPr>
            <a:lvl4pPr marL="1600200" indent="-228600">
              <a:defRPr sz="2400">
                <a:solidFill>
                  <a:schemeClr val="tx1"/>
                </a:solidFill>
                <a:latin typeface="Tahoma" pitchFamily="34" charset="0"/>
              </a:defRPr>
            </a:lvl4pPr>
            <a:lvl5pPr marL="2057400" indent="-228600">
              <a:defRPr sz="2400">
                <a:solidFill>
                  <a:schemeClr val="tx1"/>
                </a:solidFill>
                <a:latin typeface="Tahoma" pitchFamily="34" charset="0"/>
              </a:defRPr>
            </a:lvl5pPr>
            <a:lvl6pPr marL="2514600" indent="-228600" eaLnBrk="0" fontAlgn="base" hangingPunct="0">
              <a:spcBef>
                <a:spcPct val="0"/>
              </a:spcBef>
              <a:spcAft>
                <a:spcPct val="0"/>
              </a:spcAft>
              <a:defRPr sz="2400">
                <a:solidFill>
                  <a:schemeClr val="tx1"/>
                </a:solidFill>
                <a:latin typeface="Tahoma" pitchFamily="34" charset="0"/>
              </a:defRPr>
            </a:lvl6pPr>
            <a:lvl7pPr marL="2971800" indent="-228600" eaLnBrk="0" fontAlgn="base" hangingPunct="0">
              <a:spcBef>
                <a:spcPct val="0"/>
              </a:spcBef>
              <a:spcAft>
                <a:spcPct val="0"/>
              </a:spcAft>
              <a:defRPr sz="2400">
                <a:solidFill>
                  <a:schemeClr val="tx1"/>
                </a:solidFill>
                <a:latin typeface="Tahoma" pitchFamily="34" charset="0"/>
              </a:defRPr>
            </a:lvl7pPr>
            <a:lvl8pPr marL="3429000" indent="-228600" eaLnBrk="0" fontAlgn="base" hangingPunct="0">
              <a:spcBef>
                <a:spcPct val="0"/>
              </a:spcBef>
              <a:spcAft>
                <a:spcPct val="0"/>
              </a:spcAft>
              <a:defRPr sz="2400">
                <a:solidFill>
                  <a:schemeClr val="tx1"/>
                </a:solidFill>
                <a:latin typeface="Tahoma" pitchFamily="34" charset="0"/>
              </a:defRPr>
            </a:lvl8pPr>
            <a:lvl9pPr marL="3886200" indent="-228600" eaLnBrk="0" fontAlgn="base" hangingPunct="0">
              <a:spcBef>
                <a:spcPct val="0"/>
              </a:spcBef>
              <a:spcAft>
                <a:spcPct val="0"/>
              </a:spcAft>
              <a:defRPr sz="2400">
                <a:solidFill>
                  <a:schemeClr val="tx1"/>
                </a:solidFill>
                <a:latin typeface="Tahoma" pitchFamily="34" charset="0"/>
              </a:defRPr>
            </a:lvl9pPr>
          </a:lstStyle>
          <a:p>
            <a:endParaRPr lang="en-US" sz="800" b="1">
              <a:latin typeface="Times New Roman" pitchFamily="18" charset="0"/>
            </a:endParaRPr>
          </a:p>
          <a:p>
            <a:endParaRPr lang="en-US" sz="800"/>
          </a:p>
          <a:p>
            <a:endParaRPr lang="en-US" sz="800" b="1"/>
          </a:p>
          <a:p>
            <a:r>
              <a:rPr lang="en-US" sz="800" b="1"/>
              <a:t>© A+ Computer Science  -  www.apluscompsci.com</a:t>
            </a:r>
          </a:p>
        </p:txBody>
      </p:sp>
      <p:grpSp>
        <p:nvGrpSpPr>
          <p:cNvPr id="2" name="Group 1" descr="Binary tree with six nodes in three levels. All three parts of each node is displayed, the value as well as links to its two children:&#10;&#10;- The root node is at the top and stores 50. The root is never a child. It's always either a parent/internal node or it's a leaf.&#10;- The 2nd level has two child nodes connected to the 50 node: the 35 node on the left and 70 node on the right. Non-root nodes are children. Also, every non-leaf node is a parent.&#10;- The 3rd level has three nodes:&#10;  - The 35 node connects to the 22 node (left) and 41 node (right), which are both leaves.&#10;  - The 70 node connects only has a right child, the 81 node, which is a leaf.&#10;">
            <a:extLst>
              <a:ext uri="{FF2B5EF4-FFF2-40B4-BE49-F238E27FC236}">
                <a16:creationId xmlns:a16="http://schemas.microsoft.com/office/drawing/2014/main" id="{3088D4A4-482E-D6D5-D7A8-52C9CEDAE175}"/>
              </a:ext>
            </a:extLst>
          </p:cNvPr>
          <p:cNvGrpSpPr/>
          <p:nvPr/>
        </p:nvGrpSpPr>
        <p:grpSpPr>
          <a:xfrm>
            <a:off x="76200" y="228600"/>
            <a:ext cx="9042723" cy="6029325"/>
            <a:chOff x="76200" y="228600"/>
            <a:chExt cx="9042723" cy="6029325"/>
          </a:xfrm>
        </p:grpSpPr>
        <p:sp>
          <p:nvSpPr>
            <p:cNvPr id="6147" name="Rectangle 2"/>
            <p:cNvSpPr>
              <a:spLocks noChangeArrowheads="1"/>
            </p:cNvSpPr>
            <p:nvPr/>
          </p:nvSpPr>
          <p:spPr bwMode="auto">
            <a:xfrm>
              <a:off x="3581400" y="228600"/>
              <a:ext cx="2044700" cy="749300"/>
            </a:xfrm>
            <a:prstGeom prst="rect">
              <a:avLst/>
            </a:prstGeom>
            <a:solidFill>
              <a:srgbClr val="FFFFCC"/>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148" name="Rectangle 3"/>
            <p:cNvSpPr>
              <a:spLocks noChangeArrowheads="1"/>
            </p:cNvSpPr>
            <p:nvPr/>
          </p:nvSpPr>
          <p:spPr bwMode="auto">
            <a:xfrm>
              <a:off x="3581400" y="990600"/>
              <a:ext cx="977900" cy="673100"/>
            </a:xfrm>
            <a:prstGeom prst="rect">
              <a:avLst/>
            </a:prstGeom>
            <a:solidFill>
              <a:srgbClr val="339966">
                <a:alpha val="47058"/>
              </a:srgbClr>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149" name="Rectangle 4"/>
            <p:cNvSpPr>
              <a:spLocks noChangeArrowheads="1"/>
            </p:cNvSpPr>
            <p:nvPr/>
          </p:nvSpPr>
          <p:spPr bwMode="auto">
            <a:xfrm>
              <a:off x="4648200" y="990600"/>
              <a:ext cx="977900" cy="673100"/>
            </a:xfrm>
            <a:prstGeom prst="rect">
              <a:avLst/>
            </a:prstGeom>
            <a:solidFill>
              <a:srgbClr val="3366FF">
                <a:alpha val="50195"/>
              </a:srgbClr>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150" name="Rectangle 7"/>
            <p:cNvSpPr>
              <a:spLocks noChangeArrowheads="1"/>
            </p:cNvSpPr>
            <p:nvPr/>
          </p:nvSpPr>
          <p:spPr bwMode="auto">
            <a:xfrm>
              <a:off x="1981200" y="2286000"/>
              <a:ext cx="2044700" cy="749300"/>
            </a:xfrm>
            <a:prstGeom prst="rect">
              <a:avLst/>
            </a:prstGeom>
            <a:solidFill>
              <a:srgbClr val="FFFFCC"/>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151" name="Rectangle 12"/>
            <p:cNvSpPr>
              <a:spLocks noChangeArrowheads="1"/>
            </p:cNvSpPr>
            <p:nvPr/>
          </p:nvSpPr>
          <p:spPr bwMode="auto">
            <a:xfrm>
              <a:off x="5410200" y="2286000"/>
              <a:ext cx="2044700" cy="749300"/>
            </a:xfrm>
            <a:prstGeom prst="rect">
              <a:avLst/>
            </a:prstGeom>
            <a:solidFill>
              <a:srgbClr val="FFFFCC"/>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152" name="Rectangle 16"/>
            <p:cNvSpPr>
              <a:spLocks noChangeArrowheads="1"/>
            </p:cNvSpPr>
            <p:nvPr/>
          </p:nvSpPr>
          <p:spPr bwMode="auto">
            <a:xfrm>
              <a:off x="4343400" y="304800"/>
              <a:ext cx="5715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r>
                <a:rPr lang="en-US" b="1">
                  <a:solidFill>
                    <a:srgbClr val="0000CC"/>
                  </a:solidFill>
                </a:rPr>
                <a:t>50</a:t>
              </a:r>
            </a:p>
          </p:txBody>
        </p:sp>
        <p:sp>
          <p:nvSpPr>
            <p:cNvPr id="6153" name="Rectangle 19"/>
            <p:cNvSpPr>
              <a:spLocks noChangeArrowheads="1"/>
            </p:cNvSpPr>
            <p:nvPr/>
          </p:nvSpPr>
          <p:spPr bwMode="auto">
            <a:xfrm>
              <a:off x="685800" y="4265613"/>
              <a:ext cx="2044700" cy="749300"/>
            </a:xfrm>
            <a:prstGeom prst="rect">
              <a:avLst/>
            </a:prstGeom>
            <a:solidFill>
              <a:srgbClr val="FFFFCC"/>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154" name="Rectangle 23"/>
            <p:cNvSpPr>
              <a:spLocks noChangeArrowheads="1"/>
            </p:cNvSpPr>
            <p:nvPr/>
          </p:nvSpPr>
          <p:spPr bwMode="auto">
            <a:xfrm>
              <a:off x="6781800" y="4267200"/>
              <a:ext cx="2044700" cy="749300"/>
            </a:xfrm>
            <a:prstGeom prst="rect">
              <a:avLst/>
            </a:prstGeom>
            <a:solidFill>
              <a:srgbClr val="FFFFCC"/>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155" name="Rectangle 27"/>
            <p:cNvSpPr>
              <a:spLocks noChangeArrowheads="1"/>
            </p:cNvSpPr>
            <p:nvPr/>
          </p:nvSpPr>
          <p:spPr bwMode="auto">
            <a:xfrm>
              <a:off x="3276600" y="4265613"/>
              <a:ext cx="2044700" cy="749300"/>
            </a:xfrm>
            <a:prstGeom prst="rect">
              <a:avLst/>
            </a:prstGeom>
            <a:solidFill>
              <a:srgbClr val="FFFFCC"/>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156" name="Rectangle 31"/>
            <p:cNvSpPr>
              <a:spLocks noChangeArrowheads="1"/>
            </p:cNvSpPr>
            <p:nvPr/>
          </p:nvSpPr>
          <p:spPr bwMode="auto">
            <a:xfrm>
              <a:off x="2133600" y="381000"/>
              <a:ext cx="1306513" cy="466725"/>
            </a:xfrm>
            <a:prstGeom prst="rect">
              <a:avLst/>
            </a:prstGeom>
            <a:noFill/>
            <a:ln w="9525">
              <a:solidFill>
                <a:srgbClr val="0000FF"/>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r>
                <a:rPr lang="en-US" b="1">
                  <a:solidFill>
                    <a:schemeClr val="accent2"/>
                  </a:solidFill>
                </a:rPr>
                <a:t>Root </a:t>
              </a:r>
              <a:r>
                <a:rPr lang="en-US" b="1">
                  <a:solidFill>
                    <a:schemeClr val="accent2"/>
                  </a:solidFill>
                  <a:sym typeface="Wingdings" pitchFamily="2" charset="2"/>
                </a:rPr>
                <a:t></a:t>
              </a:r>
              <a:endParaRPr lang="en-US" b="1">
                <a:solidFill>
                  <a:schemeClr val="accent2"/>
                </a:solidFill>
              </a:endParaRPr>
            </a:p>
          </p:txBody>
        </p:sp>
        <p:sp>
          <p:nvSpPr>
            <p:cNvPr id="6157" name="Rectangle 37"/>
            <p:cNvSpPr>
              <a:spLocks noChangeArrowheads="1"/>
            </p:cNvSpPr>
            <p:nvPr/>
          </p:nvSpPr>
          <p:spPr bwMode="auto">
            <a:xfrm>
              <a:off x="1981200" y="3048000"/>
              <a:ext cx="977900" cy="673100"/>
            </a:xfrm>
            <a:prstGeom prst="rect">
              <a:avLst/>
            </a:prstGeom>
            <a:solidFill>
              <a:srgbClr val="339966">
                <a:alpha val="47058"/>
              </a:srgbClr>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158" name="Rectangle 38"/>
            <p:cNvSpPr>
              <a:spLocks noChangeArrowheads="1"/>
            </p:cNvSpPr>
            <p:nvPr/>
          </p:nvSpPr>
          <p:spPr bwMode="auto">
            <a:xfrm>
              <a:off x="3048000" y="3048000"/>
              <a:ext cx="977900" cy="673100"/>
            </a:xfrm>
            <a:prstGeom prst="rect">
              <a:avLst/>
            </a:prstGeom>
            <a:solidFill>
              <a:srgbClr val="3366FF">
                <a:alpha val="50195"/>
              </a:srgbClr>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159" name="Rectangle 39"/>
            <p:cNvSpPr>
              <a:spLocks noChangeArrowheads="1"/>
            </p:cNvSpPr>
            <p:nvPr/>
          </p:nvSpPr>
          <p:spPr bwMode="auto">
            <a:xfrm>
              <a:off x="5410200" y="3048000"/>
              <a:ext cx="977900" cy="673100"/>
            </a:xfrm>
            <a:prstGeom prst="rect">
              <a:avLst/>
            </a:prstGeom>
            <a:solidFill>
              <a:srgbClr val="339966">
                <a:alpha val="47058"/>
              </a:srgbClr>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160" name="Rectangle 40"/>
            <p:cNvSpPr>
              <a:spLocks noChangeArrowheads="1"/>
            </p:cNvSpPr>
            <p:nvPr/>
          </p:nvSpPr>
          <p:spPr bwMode="auto">
            <a:xfrm>
              <a:off x="6477000" y="3048000"/>
              <a:ext cx="977900" cy="673100"/>
            </a:xfrm>
            <a:prstGeom prst="rect">
              <a:avLst/>
            </a:prstGeom>
            <a:solidFill>
              <a:srgbClr val="3366FF">
                <a:alpha val="50195"/>
              </a:srgbClr>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161" name="Rectangle 41"/>
            <p:cNvSpPr>
              <a:spLocks noChangeArrowheads="1"/>
            </p:cNvSpPr>
            <p:nvPr/>
          </p:nvSpPr>
          <p:spPr bwMode="auto">
            <a:xfrm>
              <a:off x="685800" y="5029200"/>
              <a:ext cx="977900" cy="673100"/>
            </a:xfrm>
            <a:prstGeom prst="rect">
              <a:avLst/>
            </a:prstGeom>
            <a:solidFill>
              <a:srgbClr val="339966">
                <a:alpha val="47058"/>
              </a:srgbClr>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162" name="Rectangle 42"/>
            <p:cNvSpPr>
              <a:spLocks noChangeArrowheads="1"/>
            </p:cNvSpPr>
            <p:nvPr/>
          </p:nvSpPr>
          <p:spPr bwMode="auto">
            <a:xfrm>
              <a:off x="1752600" y="5029200"/>
              <a:ext cx="977900" cy="673100"/>
            </a:xfrm>
            <a:prstGeom prst="rect">
              <a:avLst/>
            </a:prstGeom>
            <a:solidFill>
              <a:srgbClr val="3366FF">
                <a:alpha val="50195"/>
              </a:srgbClr>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163" name="Rectangle 43"/>
            <p:cNvSpPr>
              <a:spLocks noChangeArrowheads="1"/>
            </p:cNvSpPr>
            <p:nvPr/>
          </p:nvSpPr>
          <p:spPr bwMode="auto">
            <a:xfrm>
              <a:off x="3276600" y="5029200"/>
              <a:ext cx="977900" cy="673100"/>
            </a:xfrm>
            <a:prstGeom prst="rect">
              <a:avLst/>
            </a:prstGeom>
            <a:solidFill>
              <a:srgbClr val="339966">
                <a:alpha val="47058"/>
              </a:srgbClr>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164" name="Rectangle 44"/>
            <p:cNvSpPr>
              <a:spLocks noChangeArrowheads="1"/>
            </p:cNvSpPr>
            <p:nvPr/>
          </p:nvSpPr>
          <p:spPr bwMode="auto">
            <a:xfrm>
              <a:off x="4343400" y="5029200"/>
              <a:ext cx="977900" cy="673100"/>
            </a:xfrm>
            <a:prstGeom prst="rect">
              <a:avLst/>
            </a:prstGeom>
            <a:solidFill>
              <a:srgbClr val="3366FF">
                <a:alpha val="50195"/>
              </a:srgbClr>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165" name="Rectangle 45"/>
            <p:cNvSpPr>
              <a:spLocks noChangeArrowheads="1"/>
            </p:cNvSpPr>
            <p:nvPr/>
          </p:nvSpPr>
          <p:spPr bwMode="auto">
            <a:xfrm>
              <a:off x="6781800" y="5030788"/>
              <a:ext cx="977900" cy="673100"/>
            </a:xfrm>
            <a:prstGeom prst="rect">
              <a:avLst/>
            </a:prstGeom>
            <a:solidFill>
              <a:srgbClr val="339966">
                <a:alpha val="47058"/>
              </a:srgbClr>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166" name="Rectangle 46"/>
            <p:cNvSpPr>
              <a:spLocks noChangeArrowheads="1"/>
            </p:cNvSpPr>
            <p:nvPr/>
          </p:nvSpPr>
          <p:spPr bwMode="auto">
            <a:xfrm>
              <a:off x="7848600" y="5030788"/>
              <a:ext cx="977900" cy="673100"/>
            </a:xfrm>
            <a:prstGeom prst="rect">
              <a:avLst/>
            </a:prstGeom>
            <a:solidFill>
              <a:srgbClr val="3366FF">
                <a:alpha val="50195"/>
              </a:srgbClr>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167" name="Rectangle 47"/>
            <p:cNvSpPr>
              <a:spLocks noChangeArrowheads="1"/>
            </p:cNvSpPr>
            <p:nvPr/>
          </p:nvSpPr>
          <p:spPr bwMode="auto">
            <a:xfrm>
              <a:off x="2667000" y="2438400"/>
              <a:ext cx="5715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r>
                <a:rPr lang="en-US" b="1">
                  <a:solidFill>
                    <a:srgbClr val="0000CC"/>
                  </a:solidFill>
                </a:rPr>
                <a:t>35</a:t>
              </a:r>
            </a:p>
          </p:txBody>
        </p:sp>
        <p:sp>
          <p:nvSpPr>
            <p:cNvPr id="6168" name="Rectangle 48"/>
            <p:cNvSpPr>
              <a:spLocks noChangeArrowheads="1"/>
            </p:cNvSpPr>
            <p:nvPr/>
          </p:nvSpPr>
          <p:spPr bwMode="auto">
            <a:xfrm>
              <a:off x="6096000" y="2438400"/>
              <a:ext cx="5715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r>
                <a:rPr lang="en-US" b="1">
                  <a:solidFill>
                    <a:srgbClr val="0000CC"/>
                  </a:solidFill>
                </a:rPr>
                <a:t>70</a:t>
              </a:r>
            </a:p>
          </p:txBody>
        </p:sp>
        <p:sp>
          <p:nvSpPr>
            <p:cNvPr id="6169" name="Rectangle 49"/>
            <p:cNvSpPr>
              <a:spLocks noChangeArrowheads="1"/>
            </p:cNvSpPr>
            <p:nvPr/>
          </p:nvSpPr>
          <p:spPr bwMode="auto">
            <a:xfrm>
              <a:off x="1371600" y="4343400"/>
              <a:ext cx="5715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r>
                <a:rPr lang="en-US" b="1">
                  <a:solidFill>
                    <a:srgbClr val="0000CC"/>
                  </a:solidFill>
                </a:rPr>
                <a:t>22</a:t>
              </a:r>
            </a:p>
          </p:txBody>
        </p:sp>
        <p:sp>
          <p:nvSpPr>
            <p:cNvPr id="6170" name="Rectangle 50"/>
            <p:cNvSpPr>
              <a:spLocks noChangeArrowheads="1"/>
            </p:cNvSpPr>
            <p:nvPr/>
          </p:nvSpPr>
          <p:spPr bwMode="auto">
            <a:xfrm>
              <a:off x="4038600" y="4343400"/>
              <a:ext cx="5715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r>
                <a:rPr lang="en-US" b="1">
                  <a:solidFill>
                    <a:srgbClr val="0000CC"/>
                  </a:solidFill>
                </a:rPr>
                <a:t>41</a:t>
              </a:r>
            </a:p>
          </p:txBody>
        </p:sp>
        <p:sp>
          <p:nvSpPr>
            <p:cNvPr id="6171" name="Rectangle 51"/>
            <p:cNvSpPr>
              <a:spLocks noChangeArrowheads="1"/>
            </p:cNvSpPr>
            <p:nvPr/>
          </p:nvSpPr>
          <p:spPr bwMode="auto">
            <a:xfrm>
              <a:off x="7543800" y="4343400"/>
              <a:ext cx="5715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r>
                <a:rPr lang="en-US" b="1">
                  <a:solidFill>
                    <a:srgbClr val="0000CC"/>
                  </a:solidFill>
                </a:rPr>
                <a:t>81</a:t>
              </a:r>
            </a:p>
          </p:txBody>
        </p:sp>
        <p:sp>
          <p:nvSpPr>
            <p:cNvPr id="6172" name="Line 52"/>
            <p:cNvSpPr>
              <a:spLocks noChangeShapeType="1"/>
            </p:cNvSpPr>
            <p:nvPr/>
          </p:nvSpPr>
          <p:spPr bwMode="auto">
            <a:xfrm>
              <a:off x="3505200" y="3352800"/>
              <a:ext cx="844550" cy="768350"/>
            </a:xfrm>
            <a:prstGeom prst="line">
              <a:avLst/>
            </a:prstGeom>
            <a:noFill/>
            <a:ln w="50800">
              <a:solidFill>
                <a:srgbClr val="FF3300"/>
              </a:solidFill>
              <a:round/>
              <a:headEnd type="none" w="sm" len="sm"/>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173" name="Line 53"/>
            <p:cNvSpPr>
              <a:spLocks noChangeShapeType="1"/>
            </p:cNvSpPr>
            <p:nvPr/>
          </p:nvSpPr>
          <p:spPr bwMode="auto">
            <a:xfrm flipH="1">
              <a:off x="1828800" y="3352800"/>
              <a:ext cx="603250" cy="768350"/>
            </a:xfrm>
            <a:prstGeom prst="line">
              <a:avLst/>
            </a:prstGeom>
            <a:noFill/>
            <a:ln w="50800">
              <a:solidFill>
                <a:srgbClr val="FF3300"/>
              </a:solidFill>
              <a:round/>
              <a:headEnd type="none" w="sm" len="sm"/>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174" name="Line 54"/>
            <p:cNvSpPr>
              <a:spLocks noChangeShapeType="1"/>
            </p:cNvSpPr>
            <p:nvPr/>
          </p:nvSpPr>
          <p:spPr bwMode="auto">
            <a:xfrm flipH="1">
              <a:off x="3429000" y="1219200"/>
              <a:ext cx="685800" cy="914400"/>
            </a:xfrm>
            <a:prstGeom prst="line">
              <a:avLst/>
            </a:prstGeom>
            <a:noFill/>
            <a:ln w="50800">
              <a:solidFill>
                <a:srgbClr val="FF3300"/>
              </a:solidFill>
              <a:round/>
              <a:headEnd type="none" w="sm" len="sm"/>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175" name="Line 55"/>
            <p:cNvSpPr>
              <a:spLocks noChangeShapeType="1"/>
            </p:cNvSpPr>
            <p:nvPr/>
          </p:nvSpPr>
          <p:spPr bwMode="auto">
            <a:xfrm>
              <a:off x="5105400" y="1219200"/>
              <a:ext cx="914400" cy="838200"/>
            </a:xfrm>
            <a:prstGeom prst="line">
              <a:avLst/>
            </a:prstGeom>
            <a:noFill/>
            <a:ln w="50800">
              <a:solidFill>
                <a:srgbClr val="FF3300"/>
              </a:solidFill>
              <a:round/>
              <a:headEnd type="none" w="sm" len="sm"/>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176" name="Line 56"/>
            <p:cNvSpPr>
              <a:spLocks noChangeShapeType="1"/>
            </p:cNvSpPr>
            <p:nvPr/>
          </p:nvSpPr>
          <p:spPr bwMode="auto">
            <a:xfrm>
              <a:off x="7010400" y="3429000"/>
              <a:ext cx="768350" cy="692150"/>
            </a:xfrm>
            <a:prstGeom prst="line">
              <a:avLst/>
            </a:prstGeom>
            <a:noFill/>
            <a:ln w="50800">
              <a:solidFill>
                <a:srgbClr val="FF3300"/>
              </a:solidFill>
              <a:round/>
              <a:headEnd type="none" w="sm" len="sm"/>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177" name="Rectangle 57"/>
            <p:cNvSpPr>
              <a:spLocks noChangeArrowheads="1"/>
            </p:cNvSpPr>
            <p:nvPr/>
          </p:nvSpPr>
          <p:spPr bwMode="auto">
            <a:xfrm>
              <a:off x="76200" y="2362200"/>
              <a:ext cx="1859806" cy="1200971"/>
            </a:xfrm>
            <a:prstGeom prst="rect">
              <a:avLst/>
            </a:prstGeom>
            <a:noFill/>
            <a:ln w="9525">
              <a:solidFill>
                <a:srgbClr val="0000FF"/>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2075" tIns="46038" rIns="92075" bIns="46038">
              <a:spAutoFit/>
            </a:bodyPr>
            <a:lstStyle/>
            <a:p>
              <a:r>
                <a:rPr lang="en-US" b="1" dirty="0">
                  <a:solidFill>
                    <a:schemeClr val="accent2"/>
                  </a:solidFill>
                </a:rPr>
                <a:t>Parent </a:t>
              </a:r>
              <a:r>
                <a:rPr lang="en-US" b="1" dirty="0">
                  <a:solidFill>
                    <a:schemeClr val="accent2"/>
                  </a:solidFill>
                  <a:sym typeface="Wingdings" pitchFamily="2" charset="2"/>
                </a:rPr>
                <a:t></a:t>
              </a:r>
            </a:p>
            <a:p>
              <a:r>
                <a:rPr lang="en-US" b="1" dirty="0">
                  <a:solidFill>
                    <a:schemeClr val="accent2"/>
                  </a:solidFill>
                  <a:sym typeface="Wingdings" pitchFamily="2" charset="2"/>
                </a:rPr>
                <a:t>( Internal</a:t>
              </a:r>
            </a:p>
            <a:p>
              <a:pPr algn="r"/>
              <a:r>
                <a:rPr lang="en-US" b="1" dirty="0">
                  <a:solidFill>
                    <a:schemeClr val="accent2"/>
                  </a:solidFill>
                  <a:sym typeface="Wingdings" pitchFamily="2" charset="2"/>
                </a:rPr>
                <a:t>Node   )</a:t>
              </a:r>
              <a:endParaRPr lang="en-US" b="1" dirty="0">
                <a:solidFill>
                  <a:schemeClr val="accent2"/>
                </a:solidFill>
              </a:endParaRPr>
            </a:p>
          </p:txBody>
        </p:sp>
        <p:sp>
          <p:nvSpPr>
            <p:cNvPr id="6178" name="Rectangle 58"/>
            <p:cNvSpPr>
              <a:spLocks noChangeArrowheads="1"/>
            </p:cNvSpPr>
            <p:nvPr/>
          </p:nvSpPr>
          <p:spPr bwMode="auto">
            <a:xfrm>
              <a:off x="762000" y="5791200"/>
              <a:ext cx="1798638" cy="466725"/>
            </a:xfrm>
            <a:prstGeom prst="rect">
              <a:avLst/>
            </a:prstGeom>
            <a:noFill/>
            <a:ln w="9525">
              <a:solidFill>
                <a:srgbClr val="0000FF"/>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r>
                <a:rPr lang="en-US" b="1">
                  <a:solidFill>
                    <a:schemeClr val="accent2"/>
                  </a:solidFill>
                </a:rPr>
                <a:t>Child/Leaf</a:t>
              </a:r>
              <a:endParaRPr lang="ar-SA" b="1">
                <a:solidFill>
                  <a:schemeClr val="accent2"/>
                </a:solidFill>
                <a:cs typeface="Tahoma" pitchFamily="34" charset="0"/>
              </a:endParaRPr>
            </a:p>
          </p:txBody>
        </p:sp>
        <p:sp>
          <p:nvSpPr>
            <p:cNvPr id="6179" name="Rectangle 60"/>
            <p:cNvSpPr>
              <a:spLocks noChangeArrowheads="1"/>
            </p:cNvSpPr>
            <p:nvPr/>
          </p:nvSpPr>
          <p:spPr bwMode="auto">
            <a:xfrm>
              <a:off x="3505200" y="5791200"/>
              <a:ext cx="1798638" cy="466725"/>
            </a:xfrm>
            <a:prstGeom prst="rect">
              <a:avLst/>
            </a:prstGeom>
            <a:noFill/>
            <a:ln w="9525">
              <a:solidFill>
                <a:srgbClr val="0000FF"/>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r>
                <a:rPr lang="en-US" b="1">
                  <a:solidFill>
                    <a:schemeClr val="accent2"/>
                  </a:solidFill>
                </a:rPr>
                <a:t>Child/Leaf</a:t>
              </a:r>
              <a:endParaRPr lang="ar-SA" b="1">
                <a:solidFill>
                  <a:schemeClr val="accent2"/>
                </a:solidFill>
                <a:cs typeface="Tahoma" pitchFamily="34" charset="0"/>
              </a:endParaRPr>
            </a:p>
          </p:txBody>
        </p:sp>
        <p:sp>
          <p:nvSpPr>
            <p:cNvPr id="6180" name="Rectangle 61"/>
            <p:cNvSpPr>
              <a:spLocks noChangeArrowheads="1"/>
            </p:cNvSpPr>
            <p:nvPr/>
          </p:nvSpPr>
          <p:spPr bwMode="auto">
            <a:xfrm>
              <a:off x="6858000" y="5791200"/>
              <a:ext cx="1798638" cy="466725"/>
            </a:xfrm>
            <a:prstGeom prst="rect">
              <a:avLst/>
            </a:prstGeom>
            <a:noFill/>
            <a:ln w="9525">
              <a:solidFill>
                <a:srgbClr val="0000FF"/>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r>
                <a:rPr lang="en-US" b="1">
                  <a:solidFill>
                    <a:schemeClr val="accent2"/>
                  </a:solidFill>
                </a:rPr>
                <a:t>Child/Leaf</a:t>
              </a:r>
              <a:endParaRPr lang="ar-SA" b="1">
                <a:solidFill>
                  <a:schemeClr val="accent2"/>
                </a:solidFill>
                <a:cs typeface="Tahoma" pitchFamily="34" charset="0"/>
              </a:endParaRPr>
            </a:p>
          </p:txBody>
        </p:sp>
        <p:sp>
          <p:nvSpPr>
            <p:cNvPr id="6181" name="Rectangle 62"/>
            <p:cNvSpPr>
              <a:spLocks noChangeArrowheads="1"/>
            </p:cNvSpPr>
            <p:nvPr/>
          </p:nvSpPr>
          <p:spPr bwMode="auto">
            <a:xfrm>
              <a:off x="7552208" y="2236787"/>
              <a:ext cx="1359346" cy="462307"/>
            </a:xfrm>
            <a:prstGeom prst="rect">
              <a:avLst/>
            </a:prstGeom>
            <a:noFill/>
            <a:ln w="9525">
              <a:solidFill>
                <a:srgbClr val="0000FF"/>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r>
                <a:rPr lang="en-US" b="1" dirty="0">
                  <a:solidFill>
                    <a:schemeClr val="accent2"/>
                  </a:solidFill>
                  <a:sym typeface="Wingdings" panose="05000000000000000000" pitchFamily="2" charset="2"/>
                </a:rPr>
                <a:t> </a:t>
              </a:r>
              <a:r>
                <a:rPr lang="en-US" b="1" dirty="0">
                  <a:solidFill>
                    <a:schemeClr val="accent2"/>
                  </a:solidFill>
                </a:rPr>
                <a:t>Child</a:t>
              </a:r>
              <a:endParaRPr lang="ar-SA" b="1" dirty="0">
                <a:solidFill>
                  <a:schemeClr val="accent2"/>
                </a:solidFill>
                <a:cs typeface="Tahoma" pitchFamily="34" charset="0"/>
              </a:endParaRPr>
            </a:p>
          </p:txBody>
        </p:sp>
        <p:sp>
          <p:nvSpPr>
            <p:cNvPr id="6182" name="Rectangle 63"/>
            <p:cNvSpPr>
              <a:spLocks noChangeArrowheads="1"/>
            </p:cNvSpPr>
            <p:nvPr/>
          </p:nvSpPr>
          <p:spPr bwMode="auto">
            <a:xfrm>
              <a:off x="5897562" y="355295"/>
              <a:ext cx="2865438" cy="1016305"/>
            </a:xfrm>
            <a:prstGeom prst="rect">
              <a:avLst/>
            </a:prstGeom>
            <a:noFill/>
            <a:ln w="9525">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2075" tIns="46038" rIns="92075" bIns="46038">
              <a:spAutoFit/>
            </a:bodyPr>
            <a:lstStyle/>
            <a:p>
              <a:r>
                <a:rPr lang="en-US" sz="2000" b="1" dirty="0">
                  <a:solidFill>
                    <a:srgbClr val="FF3300"/>
                  </a:solidFill>
                </a:rPr>
                <a:t>Root is never a child.</a:t>
              </a:r>
            </a:p>
            <a:p>
              <a:r>
                <a:rPr lang="en-US" sz="2000" dirty="0">
                  <a:solidFill>
                    <a:srgbClr val="FF3300"/>
                  </a:solidFill>
                  <a:cs typeface="Tahoma" pitchFamily="34" charset="0"/>
                </a:rPr>
                <a:t>It’s a parent / internal node or a leaf.</a:t>
              </a:r>
              <a:endParaRPr lang="ar-SA" sz="2000" dirty="0">
                <a:solidFill>
                  <a:srgbClr val="FF3300"/>
                </a:solidFill>
                <a:cs typeface="Tahoma" pitchFamily="34" charset="0"/>
              </a:endParaRPr>
            </a:p>
          </p:txBody>
        </p:sp>
        <p:sp>
          <p:nvSpPr>
            <p:cNvPr id="6183" name="Rectangle 64"/>
            <p:cNvSpPr>
              <a:spLocks noChangeArrowheads="1"/>
            </p:cNvSpPr>
            <p:nvPr/>
          </p:nvSpPr>
          <p:spPr bwMode="auto">
            <a:xfrm>
              <a:off x="7527131" y="2786406"/>
              <a:ext cx="1591792" cy="1016305"/>
            </a:xfrm>
            <a:prstGeom prst="rect">
              <a:avLst/>
            </a:prstGeom>
            <a:noFill/>
            <a:ln w="9525">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2075" tIns="46038" rIns="92075" bIns="46038">
              <a:spAutoFit/>
            </a:bodyPr>
            <a:lstStyle/>
            <a:p>
              <a:pPr algn="ctr"/>
              <a:r>
                <a:rPr lang="en-US" sz="2000" b="1" dirty="0">
                  <a:solidFill>
                    <a:srgbClr val="FF3300"/>
                  </a:solidFill>
                </a:rPr>
                <a:t>Non-root nodes are children.</a:t>
              </a:r>
              <a:endParaRPr lang="ar-SA" sz="2000" b="1" dirty="0">
                <a:solidFill>
                  <a:srgbClr val="FF3300"/>
                </a:solidFill>
                <a:cs typeface="Tahoma" pitchFamily="34" charset="0"/>
              </a:endParaRPr>
            </a:p>
          </p:txBody>
        </p:sp>
        <p:sp>
          <p:nvSpPr>
            <p:cNvPr id="6184" name="Rectangle 65"/>
            <p:cNvSpPr>
              <a:spLocks noChangeArrowheads="1"/>
            </p:cNvSpPr>
            <p:nvPr/>
          </p:nvSpPr>
          <p:spPr bwMode="auto">
            <a:xfrm>
              <a:off x="487362" y="1425072"/>
              <a:ext cx="2332038" cy="708528"/>
            </a:xfrm>
            <a:prstGeom prst="rect">
              <a:avLst/>
            </a:prstGeom>
            <a:noFill/>
            <a:ln w="9525">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2075" tIns="46038" rIns="92075" bIns="46038">
              <a:spAutoFit/>
            </a:bodyPr>
            <a:lstStyle/>
            <a:p>
              <a:r>
                <a:rPr lang="en-US" sz="2000" b="1" dirty="0">
                  <a:solidFill>
                    <a:srgbClr val="FF3300"/>
                  </a:solidFill>
                </a:rPr>
                <a:t>Every non-leaf node is a parent.</a:t>
              </a:r>
              <a:endParaRPr lang="ar-SA" sz="2000" b="1" dirty="0">
                <a:solidFill>
                  <a:srgbClr val="FF3300"/>
                </a:solidFill>
                <a:cs typeface="Tahoma" pitchFamily="34" charset="0"/>
              </a:endParaRPr>
            </a:p>
          </p:txBody>
        </p:sp>
      </p:gr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Footer Placeholder 3"/>
          <p:cNvSpPr>
            <a:spLocks noGrp="1"/>
          </p:cNvSpPr>
          <p:nvPr>
            <p:ph type="ftr" sz="quarter" idx="12"/>
          </p:nvPr>
        </p:nvSpPr>
        <p:spPr>
          <a:noFill/>
        </p:spPr>
        <p:txBody>
          <a:bodyPr/>
          <a:lstStyle>
            <a:lvl1pPr>
              <a:defRPr sz="2400">
                <a:solidFill>
                  <a:schemeClr val="tx1"/>
                </a:solidFill>
                <a:latin typeface="Tahoma" pitchFamily="34" charset="0"/>
              </a:defRPr>
            </a:lvl1pPr>
            <a:lvl2pPr marL="742950" indent="-285750">
              <a:defRPr sz="2400">
                <a:solidFill>
                  <a:schemeClr val="tx1"/>
                </a:solidFill>
                <a:latin typeface="Tahoma" pitchFamily="34" charset="0"/>
              </a:defRPr>
            </a:lvl2pPr>
            <a:lvl3pPr marL="1143000" indent="-228600">
              <a:defRPr sz="2400">
                <a:solidFill>
                  <a:schemeClr val="tx1"/>
                </a:solidFill>
                <a:latin typeface="Tahoma" pitchFamily="34" charset="0"/>
              </a:defRPr>
            </a:lvl3pPr>
            <a:lvl4pPr marL="1600200" indent="-228600">
              <a:defRPr sz="2400">
                <a:solidFill>
                  <a:schemeClr val="tx1"/>
                </a:solidFill>
                <a:latin typeface="Tahoma" pitchFamily="34" charset="0"/>
              </a:defRPr>
            </a:lvl4pPr>
            <a:lvl5pPr marL="2057400" indent="-228600">
              <a:defRPr sz="2400">
                <a:solidFill>
                  <a:schemeClr val="tx1"/>
                </a:solidFill>
                <a:latin typeface="Tahoma" pitchFamily="34" charset="0"/>
              </a:defRPr>
            </a:lvl5pPr>
            <a:lvl6pPr marL="2514600" indent="-228600" eaLnBrk="0" fontAlgn="base" hangingPunct="0">
              <a:spcBef>
                <a:spcPct val="0"/>
              </a:spcBef>
              <a:spcAft>
                <a:spcPct val="0"/>
              </a:spcAft>
              <a:defRPr sz="2400">
                <a:solidFill>
                  <a:schemeClr val="tx1"/>
                </a:solidFill>
                <a:latin typeface="Tahoma" pitchFamily="34" charset="0"/>
              </a:defRPr>
            </a:lvl6pPr>
            <a:lvl7pPr marL="2971800" indent="-228600" eaLnBrk="0" fontAlgn="base" hangingPunct="0">
              <a:spcBef>
                <a:spcPct val="0"/>
              </a:spcBef>
              <a:spcAft>
                <a:spcPct val="0"/>
              </a:spcAft>
              <a:defRPr sz="2400">
                <a:solidFill>
                  <a:schemeClr val="tx1"/>
                </a:solidFill>
                <a:latin typeface="Tahoma" pitchFamily="34" charset="0"/>
              </a:defRPr>
            </a:lvl7pPr>
            <a:lvl8pPr marL="3429000" indent="-228600" eaLnBrk="0" fontAlgn="base" hangingPunct="0">
              <a:spcBef>
                <a:spcPct val="0"/>
              </a:spcBef>
              <a:spcAft>
                <a:spcPct val="0"/>
              </a:spcAft>
              <a:defRPr sz="2400">
                <a:solidFill>
                  <a:schemeClr val="tx1"/>
                </a:solidFill>
                <a:latin typeface="Tahoma" pitchFamily="34" charset="0"/>
              </a:defRPr>
            </a:lvl8pPr>
            <a:lvl9pPr marL="3886200" indent="-228600" eaLnBrk="0" fontAlgn="base" hangingPunct="0">
              <a:spcBef>
                <a:spcPct val="0"/>
              </a:spcBef>
              <a:spcAft>
                <a:spcPct val="0"/>
              </a:spcAft>
              <a:defRPr sz="2400">
                <a:solidFill>
                  <a:schemeClr val="tx1"/>
                </a:solidFill>
                <a:latin typeface="Tahoma" pitchFamily="34" charset="0"/>
              </a:defRPr>
            </a:lvl9pPr>
          </a:lstStyle>
          <a:p>
            <a:endParaRPr lang="en-US" sz="800" b="1">
              <a:latin typeface="Times New Roman" pitchFamily="18" charset="0"/>
            </a:endParaRPr>
          </a:p>
          <a:p>
            <a:endParaRPr lang="en-US" sz="800"/>
          </a:p>
          <a:p>
            <a:endParaRPr lang="en-US" sz="800" b="1"/>
          </a:p>
          <a:p>
            <a:r>
              <a:rPr lang="en-US" sz="800" b="1"/>
              <a:t>© A+ Computer Science  -  www.apluscompsci.com</a:t>
            </a:r>
          </a:p>
        </p:txBody>
      </p:sp>
      <p:sp>
        <p:nvSpPr>
          <p:cNvPr id="8195" name="WordArt 2"/>
          <p:cNvSpPr>
            <a:spLocks noChangeArrowheads="1" noChangeShapeType="1" noTextEdit="1"/>
          </p:cNvSpPr>
          <p:nvPr/>
        </p:nvSpPr>
        <p:spPr bwMode="auto">
          <a:xfrm>
            <a:off x="1676400" y="609600"/>
            <a:ext cx="4953000" cy="685800"/>
          </a:xfrm>
          <a:prstGeom prst="rect">
            <a:avLst/>
          </a:prstGeom>
        </p:spPr>
        <p:txBody>
          <a:bodyPr wrap="none" fromWordArt="1">
            <a:prstTxWarp prst="textPlain">
              <a:avLst>
                <a:gd name="adj" fmla="val 50000"/>
              </a:avLst>
            </a:prstTxWarp>
          </a:bodyPr>
          <a:lstStyle/>
          <a:p>
            <a:pPr algn="ctr"/>
            <a:r>
              <a:rPr lang="en-US" sz="3600" kern="10">
                <a:ln w="9525">
                  <a:solidFill>
                    <a:srgbClr val="FFCC99"/>
                  </a:solidFill>
                  <a:round/>
                  <a:headEnd type="none" w="sm" len="sm"/>
                  <a:tailEnd type="none" w="sm" len="sm"/>
                </a:ln>
                <a:solidFill>
                  <a:srgbClr val="0000FF"/>
                </a:solidFill>
                <a:effectLst>
                  <a:outerShdw dist="35921" dir="2700000" algn="ctr" rotWithShape="0">
                    <a:srgbClr val="C0C0C0"/>
                  </a:outerShdw>
                </a:effectLst>
                <a:latin typeface="Impact"/>
              </a:rPr>
              <a:t>Binary Tree</a:t>
            </a:r>
          </a:p>
        </p:txBody>
      </p:sp>
      <p:sp>
        <p:nvSpPr>
          <p:cNvPr id="8196" name="Text Box 3"/>
          <p:cNvSpPr txBox="1">
            <a:spLocks noChangeArrowheads="1"/>
          </p:cNvSpPr>
          <p:nvPr/>
        </p:nvSpPr>
        <p:spPr bwMode="auto">
          <a:xfrm>
            <a:off x="990600" y="1752600"/>
            <a:ext cx="6772275" cy="30813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Tahoma" pitchFamily="34" charset="0"/>
              </a:defRPr>
            </a:lvl1pPr>
            <a:lvl2pPr marL="742950" indent="-285750">
              <a:defRPr sz="2400">
                <a:solidFill>
                  <a:schemeClr val="tx1"/>
                </a:solidFill>
                <a:latin typeface="Tahoma" pitchFamily="34" charset="0"/>
              </a:defRPr>
            </a:lvl2pPr>
            <a:lvl3pPr marL="1143000" indent="-228600">
              <a:defRPr sz="2400">
                <a:solidFill>
                  <a:schemeClr val="tx1"/>
                </a:solidFill>
                <a:latin typeface="Tahoma" pitchFamily="34" charset="0"/>
              </a:defRPr>
            </a:lvl3pPr>
            <a:lvl4pPr marL="1600200" indent="-228600">
              <a:defRPr sz="2400">
                <a:solidFill>
                  <a:schemeClr val="tx1"/>
                </a:solidFill>
                <a:latin typeface="Tahoma" pitchFamily="34" charset="0"/>
              </a:defRPr>
            </a:lvl4pPr>
            <a:lvl5pPr marL="2057400" indent="-228600">
              <a:defRPr sz="2400">
                <a:solidFill>
                  <a:schemeClr val="tx1"/>
                </a:solidFill>
                <a:latin typeface="Tahoma" pitchFamily="34" charset="0"/>
              </a:defRPr>
            </a:lvl5pPr>
            <a:lvl6pPr marL="2514600" indent="-228600" eaLnBrk="0" fontAlgn="base" hangingPunct="0">
              <a:spcBef>
                <a:spcPct val="0"/>
              </a:spcBef>
              <a:spcAft>
                <a:spcPct val="0"/>
              </a:spcAft>
              <a:defRPr sz="2400">
                <a:solidFill>
                  <a:schemeClr val="tx1"/>
                </a:solidFill>
                <a:latin typeface="Tahoma" pitchFamily="34" charset="0"/>
              </a:defRPr>
            </a:lvl6pPr>
            <a:lvl7pPr marL="2971800" indent="-228600" eaLnBrk="0" fontAlgn="base" hangingPunct="0">
              <a:spcBef>
                <a:spcPct val="0"/>
              </a:spcBef>
              <a:spcAft>
                <a:spcPct val="0"/>
              </a:spcAft>
              <a:defRPr sz="2400">
                <a:solidFill>
                  <a:schemeClr val="tx1"/>
                </a:solidFill>
                <a:latin typeface="Tahoma" pitchFamily="34" charset="0"/>
              </a:defRPr>
            </a:lvl7pPr>
            <a:lvl8pPr marL="3429000" indent="-228600" eaLnBrk="0" fontAlgn="base" hangingPunct="0">
              <a:spcBef>
                <a:spcPct val="0"/>
              </a:spcBef>
              <a:spcAft>
                <a:spcPct val="0"/>
              </a:spcAft>
              <a:defRPr sz="2400">
                <a:solidFill>
                  <a:schemeClr val="tx1"/>
                </a:solidFill>
                <a:latin typeface="Tahoma" pitchFamily="34" charset="0"/>
              </a:defRPr>
            </a:lvl8pPr>
            <a:lvl9pPr marL="3886200" indent="-228600" eaLnBrk="0" fontAlgn="base" hangingPunct="0">
              <a:spcBef>
                <a:spcPct val="0"/>
              </a:spcBef>
              <a:spcAft>
                <a:spcPct val="0"/>
              </a:spcAft>
              <a:defRPr sz="2400">
                <a:solidFill>
                  <a:schemeClr val="tx1"/>
                </a:solidFill>
                <a:latin typeface="Tahoma" pitchFamily="34" charset="0"/>
              </a:defRPr>
            </a:lvl9pPr>
          </a:lstStyle>
          <a:p>
            <a:r>
              <a:rPr lang="en-US" sz="2800" b="1"/>
              <a:t>A binary tree is a collection of nodes.</a:t>
            </a:r>
          </a:p>
          <a:p>
            <a:r>
              <a:rPr lang="en-US" sz="2800" b="1"/>
              <a:t>Each node has a data value and </a:t>
            </a:r>
          </a:p>
          <a:p>
            <a:r>
              <a:rPr lang="en-US" sz="2800" b="1"/>
              <a:t>references to two other nodes.</a:t>
            </a:r>
          </a:p>
          <a:p>
            <a:r>
              <a:rPr lang="en-US" sz="2800" b="1"/>
              <a:t>Each node could have a left child </a:t>
            </a:r>
          </a:p>
          <a:p>
            <a:r>
              <a:rPr lang="en-US" sz="2800" b="1"/>
              <a:t>and/or a right child.</a:t>
            </a:r>
          </a:p>
          <a:p>
            <a:endParaRPr lang="en-US" sz="2800" b="1"/>
          </a:p>
          <a:p>
            <a:r>
              <a:rPr lang="en-US" sz="2800" b="1"/>
              <a:t>			</a:t>
            </a:r>
          </a:p>
        </p:txBody>
      </p:sp>
      <p:grpSp>
        <p:nvGrpSpPr>
          <p:cNvPr id="2" name="Group 1" descr="Binary tree with seven nodes in three levels:&#10;&#10;- The root node at the top is labeled 1, which we'll call the 1 node.&#10;- The 2nd level has two child nodes connected to the 1 node: the 2 node on the left and 3 node on the right.&#10;- The 3rd level has four nodes:&#10;  - The 2 node connects to the 4 node (left) and 5 node (right).&#10;  - The 3 node connects to the 6 node (left) and 7 node (right).&#10;">
            <a:extLst>
              <a:ext uri="{FF2B5EF4-FFF2-40B4-BE49-F238E27FC236}">
                <a16:creationId xmlns:a16="http://schemas.microsoft.com/office/drawing/2014/main" id="{292DF3A8-F391-4ED5-1588-B7CC0518DE23}"/>
              </a:ext>
            </a:extLst>
          </p:cNvPr>
          <p:cNvGrpSpPr/>
          <p:nvPr/>
        </p:nvGrpSpPr>
        <p:grpSpPr>
          <a:xfrm>
            <a:off x="4191000" y="4038600"/>
            <a:ext cx="3200400" cy="1524000"/>
            <a:chOff x="4191000" y="4038600"/>
            <a:chExt cx="3200400" cy="1524000"/>
          </a:xfrm>
        </p:grpSpPr>
        <p:sp>
          <p:nvSpPr>
            <p:cNvPr id="8197" name="Oval 4"/>
            <p:cNvSpPr>
              <a:spLocks noChangeArrowheads="1"/>
            </p:cNvSpPr>
            <p:nvPr/>
          </p:nvSpPr>
          <p:spPr bwMode="auto">
            <a:xfrm>
              <a:off x="5562600" y="4038600"/>
              <a:ext cx="533400" cy="457200"/>
            </a:xfrm>
            <a:prstGeom prst="ellipse">
              <a:avLst/>
            </a:prstGeom>
            <a:solidFill>
              <a:srgbClr val="CCFFCC"/>
            </a:solidFill>
            <a:ln w="1270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t>1</a:t>
              </a:r>
            </a:p>
          </p:txBody>
        </p:sp>
        <p:sp>
          <p:nvSpPr>
            <p:cNvPr id="8198" name="Oval 5"/>
            <p:cNvSpPr>
              <a:spLocks noChangeArrowheads="1"/>
            </p:cNvSpPr>
            <p:nvPr/>
          </p:nvSpPr>
          <p:spPr bwMode="auto">
            <a:xfrm>
              <a:off x="4800600" y="4572000"/>
              <a:ext cx="533400" cy="457200"/>
            </a:xfrm>
            <a:prstGeom prst="ellipse">
              <a:avLst/>
            </a:prstGeom>
            <a:solidFill>
              <a:srgbClr val="CCFFCC"/>
            </a:solidFill>
            <a:ln w="1270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t>2</a:t>
              </a:r>
            </a:p>
          </p:txBody>
        </p:sp>
        <p:sp>
          <p:nvSpPr>
            <p:cNvPr id="8199" name="Oval 6"/>
            <p:cNvSpPr>
              <a:spLocks noChangeArrowheads="1"/>
            </p:cNvSpPr>
            <p:nvPr/>
          </p:nvSpPr>
          <p:spPr bwMode="auto">
            <a:xfrm>
              <a:off x="4191000" y="5105400"/>
              <a:ext cx="533400" cy="457200"/>
            </a:xfrm>
            <a:prstGeom prst="ellipse">
              <a:avLst/>
            </a:prstGeom>
            <a:solidFill>
              <a:srgbClr val="CCFFCC"/>
            </a:solidFill>
            <a:ln w="1270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t>4</a:t>
              </a:r>
            </a:p>
          </p:txBody>
        </p:sp>
        <p:sp>
          <p:nvSpPr>
            <p:cNvPr id="8200" name="Oval 7"/>
            <p:cNvSpPr>
              <a:spLocks noChangeArrowheads="1"/>
            </p:cNvSpPr>
            <p:nvPr/>
          </p:nvSpPr>
          <p:spPr bwMode="auto">
            <a:xfrm>
              <a:off x="5257800" y="5105400"/>
              <a:ext cx="533400" cy="457200"/>
            </a:xfrm>
            <a:prstGeom prst="ellipse">
              <a:avLst/>
            </a:prstGeom>
            <a:solidFill>
              <a:srgbClr val="CCFFCC"/>
            </a:solidFill>
            <a:ln w="1270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t>5</a:t>
              </a:r>
            </a:p>
          </p:txBody>
        </p:sp>
        <p:sp>
          <p:nvSpPr>
            <p:cNvPr id="8201" name="Oval 8"/>
            <p:cNvSpPr>
              <a:spLocks noChangeArrowheads="1"/>
            </p:cNvSpPr>
            <p:nvPr/>
          </p:nvSpPr>
          <p:spPr bwMode="auto">
            <a:xfrm>
              <a:off x="6324600" y="4495800"/>
              <a:ext cx="533400" cy="457200"/>
            </a:xfrm>
            <a:prstGeom prst="ellipse">
              <a:avLst/>
            </a:prstGeom>
            <a:solidFill>
              <a:srgbClr val="CCFFCC"/>
            </a:solidFill>
            <a:ln w="1270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t>3</a:t>
              </a:r>
            </a:p>
          </p:txBody>
        </p:sp>
        <p:sp>
          <p:nvSpPr>
            <p:cNvPr id="8202" name="Oval 9"/>
            <p:cNvSpPr>
              <a:spLocks noChangeArrowheads="1"/>
            </p:cNvSpPr>
            <p:nvPr/>
          </p:nvSpPr>
          <p:spPr bwMode="auto">
            <a:xfrm>
              <a:off x="6019800" y="5105400"/>
              <a:ext cx="533400" cy="457200"/>
            </a:xfrm>
            <a:prstGeom prst="ellipse">
              <a:avLst/>
            </a:prstGeom>
            <a:solidFill>
              <a:srgbClr val="CCFFCC"/>
            </a:solidFill>
            <a:ln w="1270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t>6</a:t>
              </a:r>
            </a:p>
          </p:txBody>
        </p:sp>
        <p:sp>
          <p:nvSpPr>
            <p:cNvPr id="8203" name="Oval 10"/>
            <p:cNvSpPr>
              <a:spLocks noChangeArrowheads="1"/>
            </p:cNvSpPr>
            <p:nvPr/>
          </p:nvSpPr>
          <p:spPr bwMode="auto">
            <a:xfrm>
              <a:off x="6858000" y="5105400"/>
              <a:ext cx="533400" cy="457200"/>
            </a:xfrm>
            <a:prstGeom prst="ellipse">
              <a:avLst/>
            </a:prstGeom>
            <a:solidFill>
              <a:srgbClr val="CCFFCC"/>
            </a:solidFill>
            <a:ln w="1270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t>7</a:t>
              </a:r>
            </a:p>
          </p:txBody>
        </p:sp>
      </p:gr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Footer Placeholder 3"/>
          <p:cNvSpPr>
            <a:spLocks noGrp="1"/>
          </p:cNvSpPr>
          <p:nvPr>
            <p:ph type="ftr" sz="quarter" idx="12"/>
          </p:nvPr>
        </p:nvSpPr>
        <p:spPr>
          <a:noFill/>
        </p:spPr>
        <p:txBody>
          <a:bodyPr/>
          <a:lstStyle>
            <a:lvl1pPr>
              <a:defRPr sz="2400">
                <a:solidFill>
                  <a:schemeClr val="tx1"/>
                </a:solidFill>
                <a:latin typeface="Tahoma" pitchFamily="34" charset="0"/>
              </a:defRPr>
            </a:lvl1pPr>
            <a:lvl2pPr marL="742950" indent="-285750">
              <a:defRPr sz="2400">
                <a:solidFill>
                  <a:schemeClr val="tx1"/>
                </a:solidFill>
                <a:latin typeface="Tahoma" pitchFamily="34" charset="0"/>
              </a:defRPr>
            </a:lvl2pPr>
            <a:lvl3pPr marL="1143000" indent="-228600">
              <a:defRPr sz="2400">
                <a:solidFill>
                  <a:schemeClr val="tx1"/>
                </a:solidFill>
                <a:latin typeface="Tahoma" pitchFamily="34" charset="0"/>
              </a:defRPr>
            </a:lvl3pPr>
            <a:lvl4pPr marL="1600200" indent="-228600">
              <a:defRPr sz="2400">
                <a:solidFill>
                  <a:schemeClr val="tx1"/>
                </a:solidFill>
                <a:latin typeface="Tahoma" pitchFamily="34" charset="0"/>
              </a:defRPr>
            </a:lvl4pPr>
            <a:lvl5pPr marL="2057400" indent="-228600">
              <a:defRPr sz="2400">
                <a:solidFill>
                  <a:schemeClr val="tx1"/>
                </a:solidFill>
                <a:latin typeface="Tahoma" pitchFamily="34" charset="0"/>
              </a:defRPr>
            </a:lvl5pPr>
            <a:lvl6pPr marL="2514600" indent="-228600" eaLnBrk="0" fontAlgn="base" hangingPunct="0">
              <a:spcBef>
                <a:spcPct val="0"/>
              </a:spcBef>
              <a:spcAft>
                <a:spcPct val="0"/>
              </a:spcAft>
              <a:defRPr sz="2400">
                <a:solidFill>
                  <a:schemeClr val="tx1"/>
                </a:solidFill>
                <a:latin typeface="Tahoma" pitchFamily="34" charset="0"/>
              </a:defRPr>
            </a:lvl6pPr>
            <a:lvl7pPr marL="2971800" indent="-228600" eaLnBrk="0" fontAlgn="base" hangingPunct="0">
              <a:spcBef>
                <a:spcPct val="0"/>
              </a:spcBef>
              <a:spcAft>
                <a:spcPct val="0"/>
              </a:spcAft>
              <a:defRPr sz="2400">
                <a:solidFill>
                  <a:schemeClr val="tx1"/>
                </a:solidFill>
                <a:latin typeface="Tahoma" pitchFamily="34" charset="0"/>
              </a:defRPr>
            </a:lvl7pPr>
            <a:lvl8pPr marL="3429000" indent="-228600" eaLnBrk="0" fontAlgn="base" hangingPunct="0">
              <a:spcBef>
                <a:spcPct val="0"/>
              </a:spcBef>
              <a:spcAft>
                <a:spcPct val="0"/>
              </a:spcAft>
              <a:defRPr sz="2400">
                <a:solidFill>
                  <a:schemeClr val="tx1"/>
                </a:solidFill>
                <a:latin typeface="Tahoma" pitchFamily="34" charset="0"/>
              </a:defRPr>
            </a:lvl8pPr>
            <a:lvl9pPr marL="3886200" indent="-228600" eaLnBrk="0" fontAlgn="base" hangingPunct="0">
              <a:spcBef>
                <a:spcPct val="0"/>
              </a:spcBef>
              <a:spcAft>
                <a:spcPct val="0"/>
              </a:spcAft>
              <a:defRPr sz="2400">
                <a:solidFill>
                  <a:schemeClr val="tx1"/>
                </a:solidFill>
                <a:latin typeface="Tahoma" pitchFamily="34" charset="0"/>
              </a:defRPr>
            </a:lvl9pPr>
          </a:lstStyle>
          <a:p>
            <a:endParaRPr lang="en-US" sz="800" b="1">
              <a:latin typeface="Times New Roman" pitchFamily="18" charset="0"/>
            </a:endParaRPr>
          </a:p>
          <a:p>
            <a:endParaRPr lang="en-US" sz="800"/>
          </a:p>
          <a:p>
            <a:endParaRPr lang="en-US" sz="800" b="1"/>
          </a:p>
          <a:p>
            <a:r>
              <a:rPr lang="en-US" sz="800" b="1"/>
              <a:t>© A+ Computer Science  -  www.apluscompsci.com</a:t>
            </a:r>
          </a:p>
        </p:txBody>
      </p:sp>
      <p:sp>
        <p:nvSpPr>
          <p:cNvPr id="41987" name="WordArt 2"/>
          <p:cNvSpPr>
            <a:spLocks noChangeArrowheads="1" noChangeShapeType="1" noTextEdit="1"/>
          </p:cNvSpPr>
          <p:nvPr/>
        </p:nvSpPr>
        <p:spPr bwMode="auto">
          <a:xfrm>
            <a:off x="1219200" y="1371600"/>
            <a:ext cx="6705600" cy="3352800"/>
          </a:xfrm>
          <a:prstGeom prst="rect">
            <a:avLst/>
          </a:prstGeom>
        </p:spPr>
        <p:txBody>
          <a:bodyPr wrap="none" fromWordArt="1">
            <a:prstTxWarp prst="textPlain">
              <a:avLst>
                <a:gd name="adj" fmla="val 50000"/>
              </a:avLst>
            </a:prstTxWarp>
          </a:bodyPr>
          <a:lstStyle/>
          <a:p>
            <a:pPr algn="ctr"/>
            <a:r>
              <a:rPr lang="en-US" sz="3600" kern="10" dirty="0">
                <a:ln w="9525">
                  <a:solidFill>
                    <a:srgbClr val="FFFF99"/>
                  </a:solidFill>
                  <a:round/>
                  <a:headEnd type="none" w="sm" len="sm"/>
                  <a:tailEnd type="none" w="sm" len="sm"/>
                </a:ln>
                <a:solidFill>
                  <a:srgbClr val="0000FF"/>
                </a:solidFill>
                <a:effectLst>
                  <a:outerShdw dist="35921" dir="2700000" algn="ctr" rotWithShape="0">
                    <a:srgbClr val="C0C0C0"/>
                  </a:outerShdw>
                </a:effectLst>
                <a:latin typeface="Impact"/>
              </a:rPr>
              <a:t>Java Classes that</a:t>
            </a:r>
          </a:p>
          <a:p>
            <a:pPr algn="ctr"/>
            <a:r>
              <a:rPr lang="en-US" sz="3600" kern="10" dirty="0">
                <a:ln w="9525">
                  <a:solidFill>
                    <a:srgbClr val="FFFF99"/>
                  </a:solidFill>
                  <a:round/>
                  <a:headEnd type="none" w="sm" len="sm"/>
                  <a:tailEnd type="none" w="sm" len="sm"/>
                </a:ln>
                <a:solidFill>
                  <a:srgbClr val="0000FF"/>
                </a:solidFill>
                <a:effectLst>
                  <a:outerShdw dist="35921" dir="2700000" algn="ctr" rotWithShape="0">
                    <a:srgbClr val="C0C0C0"/>
                  </a:outerShdw>
                </a:effectLst>
                <a:latin typeface="Impact"/>
              </a:rPr>
              <a:t>Use Binary Trees</a:t>
            </a:r>
          </a:p>
        </p:txBody>
      </p:sp>
    </p:spTree>
    <p:extLst>
      <p:ext uri="{BB962C8B-B14F-4D97-AF65-F5344CB8AC3E}">
        <p14:creationId xmlns:p14="http://schemas.microsoft.com/office/powerpoint/2010/main" val="19038188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Footer Placeholder 3"/>
          <p:cNvSpPr>
            <a:spLocks noGrp="1"/>
          </p:cNvSpPr>
          <p:nvPr>
            <p:ph type="ftr" sz="quarter" idx="12"/>
          </p:nvPr>
        </p:nvSpPr>
        <p:spPr>
          <a:noFill/>
        </p:spPr>
        <p:txBody>
          <a:bodyPr/>
          <a:lstStyle>
            <a:lvl1pPr>
              <a:defRPr sz="2400">
                <a:solidFill>
                  <a:schemeClr val="tx1"/>
                </a:solidFill>
                <a:latin typeface="Tahoma" pitchFamily="34" charset="0"/>
              </a:defRPr>
            </a:lvl1pPr>
            <a:lvl2pPr marL="742950" indent="-285750">
              <a:defRPr sz="2400">
                <a:solidFill>
                  <a:schemeClr val="tx1"/>
                </a:solidFill>
                <a:latin typeface="Tahoma" pitchFamily="34" charset="0"/>
              </a:defRPr>
            </a:lvl2pPr>
            <a:lvl3pPr marL="1143000" indent="-228600">
              <a:defRPr sz="2400">
                <a:solidFill>
                  <a:schemeClr val="tx1"/>
                </a:solidFill>
                <a:latin typeface="Tahoma" pitchFamily="34" charset="0"/>
              </a:defRPr>
            </a:lvl3pPr>
            <a:lvl4pPr marL="1600200" indent="-228600">
              <a:defRPr sz="2400">
                <a:solidFill>
                  <a:schemeClr val="tx1"/>
                </a:solidFill>
                <a:latin typeface="Tahoma" pitchFamily="34" charset="0"/>
              </a:defRPr>
            </a:lvl4pPr>
            <a:lvl5pPr marL="2057400" indent="-228600">
              <a:defRPr sz="2400">
                <a:solidFill>
                  <a:schemeClr val="tx1"/>
                </a:solidFill>
                <a:latin typeface="Tahoma" pitchFamily="34" charset="0"/>
              </a:defRPr>
            </a:lvl5pPr>
            <a:lvl6pPr marL="2514600" indent="-228600" eaLnBrk="0" fontAlgn="base" hangingPunct="0">
              <a:spcBef>
                <a:spcPct val="0"/>
              </a:spcBef>
              <a:spcAft>
                <a:spcPct val="0"/>
              </a:spcAft>
              <a:defRPr sz="2400">
                <a:solidFill>
                  <a:schemeClr val="tx1"/>
                </a:solidFill>
                <a:latin typeface="Tahoma" pitchFamily="34" charset="0"/>
              </a:defRPr>
            </a:lvl6pPr>
            <a:lvl7pPr marL="2971800" indent="-228600" eaLnBrk="0" fontAlgn="base" hangingPunct="0">
              <a:spcBef>
                <a:spcPct val="0"/>
              </a:spcBef>
              <a:spcAft>
                <a:spcPct val="0"/>
              </a:spcAft>
              <a:defRPr sz="2400">
                <a:solidFill>
                  <a:schemeClr val="tx1"/>
                </a:solidFill>
                <a:latin typeface="Tahoma" pitchFamily="34" charset="0"/>
              </a:defRPr>
            </a:lvl7pPr>
            <a:lvl8pPr marL="3429000" indent="-228600" eaLnBrk="0" fontAlgn="base" hangingPunct="0">
              <a:spcBef>
                <a:spcPct val="0"/>
              </a:spcBef>
              <a:spcAft>
                <a:spcPct val="0"/>
              </a:spcAft>
              <a:defRPr sz="2400">
                <a:solidFill>
                  <a:schemeClr val="tx1"/>
                </a:solidFill>
                <a:latin typeface="Tahoma" pitchFamily="34" charset="0"/>
              </a:defRPr>
            </a:lvl8pPr>
            <a:lvl9pPr marL="3886200" indent="-228600" eaLnBrk="0" fontAlgn="base" hangingPunct="0">
              <a:spcBef>
                <a:spcPct val="0"/>
              </a:spcBef>
              <a:spcAft>
                <a:spcPct val="0"/>
              </a:spcAft>
              <a:defRPr sz="2400">
                <a:solidFill>
                  <a:schemeClr val="tx1"/>
                </a:solidFill>
                <a:latin typeface="Tahoma" pitchFamily="34" charset="0"/>
              </a:defRPr>
            </a:lvl9pPr>
          </a:lstStyle>
          <a:p>
            <a:endParaRPr lang="en-US" sz="800" b="1">
              <a:latin typeface="Times New Roman" pitchFamily="18" charset="0"/>
            </a:endParaRPr>
          </a:p>
          <a:p>
            <a:endParaRPr lang="en-US" sz="800"/>
          </a:p>
          <a:p>
            <a:endParaRPr lang="en-US" sz="800" b="1"/>
          </a:p>
          <a:p>
            <a:r>
              <a:rPr lang="en-US" sz="800" b="1"/>
              <a:t>© A+ Computer Science  -  www.apluscompsci.com</a:t>
            </a:r>
          </a:p>
        </p:txBody>
      </p:sp>
      <p:sp>
        <p:nvSpPr>
          <p:cNvPr id="3075" name="Text Box 3"/>
          <p:cNvSpPr txBox="1">
            <a:spLocks noChangeArrowheads="1"/>
          </p:cNvSpPr>
          <p:nvPr/>
        </p:nvSpPr>
        <p:spPr bwMode="auto">
          <a:xfrm>
            <a:off x="1447800" y="1905000"/>
            <a:ext cx="5900738" cy="13731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Tahoma" pitchFamily="34" charset="0"/>
              </a:defRPr>
            </a:lvl1pPr>
            <a:lvl2pPr marL="742950" indent="-285750">
              <a:defRPr sz="2400">
                <a:solidFill>
                  <a:schemeClr val="tx1"/>
                </a:solidFill>
                <a:latin typeface="Tahoma" pitchFamily="34" charset="0"/>
              </a:defRPr>
            </a:lvl2pPr>
            <a:lvl3pPr marL="1143000" indent="-228600">
              <a:defRPr sz="2400">
                <a:solidFill>
                  <a:schemeClr val="tx1"/>
                </a:solidFill>
                <a:latin typeface="Tahoma" pitchFamily="34" charset="0"/>
              </a:defRPr>
            </a:lvl3pPr>
            <a:lvl4pPr marL="1600200" indent="-228600">
              <a:defRPr sz="2400">
                <a:solidFill>
                  <a:schemeClr val="tx1"/>
                </a:solidFill>
                <a:latin typeface="Tahoma" pitchFamily="34" charset="0"/>
              </a:defRPr>
            </a:lvl4pPr>
            <a:lvl5pPr marL="2057400" indent="-228600">
              <a:defRPr sz="2400">
                <a:solidFill>
                  <a:schemeClr val="tx1"/>
                </a:solidFill>
                <a:latin typeface="Tahoma" pitchFamily="34" charset="0"/>
              </a:defRPr>
            </a:lvl5pPr>
            <a:lvl6pPr marL="2514600" indent="-228600" eaLnBrk="0" fontAlgn="base" hangingPunct="0">
              <a:spcBef>
                <a:spcPct val="0"/>
              </a:spcBef>
              <a:spcAft>
                <a:spcPct val="0"/>
              </a:spcAft>
              <a:defRPr sz="2400">
                <a:solidFill>
                  <a:schemeClr val="tx1"/>
                </a:solidFill>
                <a:latin typeface="Tahoma" pitchFamily="34" charset="0"/>
              </a:defRPr>
            </a:lvl6pPr>
            <a:lvl7pPr marL="2971800" indent="-228600" eaLnBrk="0" fontAlgn="base" hangingPunct="0">
              <a:spcBef>
                <a:spcPct val="0"/>
              </a:spcBef>
              <a:spcAft>
                <a:spcPct val="0"/>
              </a:spcAft>
              <a:defRPr sz="2400">
                <a:solidFill>
                  <a:schemeClr val="tx1"/>
                </a:solidFill>
                <a:latin typeface="Tahoma" pitchFamily="34" charset="0"/>
              </a:defRPr>
            </a:lvl7pPr>
            <a:lvl8pPr marL="3429000" indent="-228600" eaLnBrk="0" fontAlgn="base" hangingPunct="0">
              <a:spcBef>
                <a:spcPct val="0"/>
              </a:spcBef>
              <a:spcAft>
                <a:spcPct val="0"/>
              </a:spcAft>
              <a:defRPr sz="2400">
                <a:solidFill>
                  <a:schemeClr val="tx1"/>
                </a:solidFill>
                <a:latin typeface="Tahoma" pitchFamily="34" charset="0"/>
              </a:defRPr>
            </a:lvl8pPr>
            <a:lvl9pPr marL="3886200" indent="-228600" eaLnBrk="0" fontAlgn="base" hangingPunct="0">
              <a:spcBef>
                <a:spcPct val="0"/>
              </a:spcBef>
              <a:spcAft>
                <a:spcPct val="0"/>
              </a:spcAft>
              <a:defRPr sz="2400">
                <a:solidFill>
                  <a:schemeClr val="tx1"/>
                </a:solidFill>
                <a:latin typeface="Tahoma" pitchFamily="34" charset="0"/>
              </a:defRPr>
            </a:lvl9pPr>
          </a:lstStyle>
          <a:p>
            <a:pPr eaLnBrk="1" hangingPunct="1"/>
            <a:r>
              <a:rPr lang="en-US" sz="2800" b="1" dirty="0" err="1"/>
              <a:t>TreeSet</a:t>
            </a:r>
            <a:r>
              <a:rPr lang="en-US" sz="2800" b="1" dirty="0"/>
              <a:t> and </a:t>
            </a:r>
            <a:r>
              <a:rPr lang="en-US" sz="2800" b="1" dirty="0" err="1"/>
              <a:t>TreeMap</a:t>
            </a:r>
            <a:r>
              <a:rPr lang="en-US" sz="2800" b="1" dirty="0"/>
              <a:t> were built</a:t>
            </a:r>
          </a:p>
          <a:p>
            <a:pPr eaLnBrk="1" hangingPunct="1"/>
            <a:r>
              <a:rPr lang="en-US" sz="2800" b="1" dirty="0"/>
              <a:t>using binary trees.</a:t>
            </a:r>
          </a:p>
          <a:p>
            <a:pPr eaLnBrk="1" hangingPunct="1"/>
            <a:endParaRPr lang="en-US" sz="2800" b="1" dirty="0"/>
          </a:p>
        </p:txBody>
      </p:sp>
      <p:sp>
        <p:nvSpPr>
          <p:cNvPr id="3076" name="WordArt 9"/>
          <p:cNvSpPr>
            <a:spLocks noChangeArrowheads="1" noChangeShapeType="1" noTextEdit="1"/>
          </p:cNvSpPr>
          <p:nvPr/>
        </p:nvSpPr>
        <p:spPr bwMode="auto">
          <a:xfrm>
            <a:off x="1676400" y="609600"/>
            <a:ext cx="4953000" cy="685800"/>
          </a:xfrm>
          <a:prstGeom prst="rect">
            <a:avLst/>
          </a:prstGeom>
        </p:spPr>
        <p:txBody>
          <a:bodyPr wrap="none" fromWordArt="1">
            <a:prstTxWarp prst="textPlain">
              <a:avLst>
                <a:gd name="adj" fmla="val 50000"/>
              </a:avLst>
            </a:prstTxWarp>
          </a:bodyPr>
          <a:lstStyle/>
          <a:p>
            <a:pPr algn="ctr"/>
            <a:r>
              <a:rPr lang="en-US" sz="3600" kern="10" dirty="0" err="1">
                <a:ln w="9525">
                  <a:solidFill>
                    <a:srgbClr val="FFCC99"/>
                  </a:solidFill>
                  <a:round/>
                  <a:headEnd type="none" w="sm" len="sm"/>
                  <a:tailEnd type="none" w="sm" len="sm"/>
                </a:ln>
                <a:solidFill>
                  <a:srgbClr val="0000FF"/>
                </a:solidFill>
                <a:effectLst>
                  <a:outerShdw dist="35921" dir="2700000" algn="ctr" rotWithShape="0">
                    <a:srgbClr val="C0C0C0"/>
                  </a:outerShdw>
                </a:effectLst>
                <a:latin typeface="Impact"/>
              </a:rPr>
              <a:t>TreeSet</a:t>
            </a:r>
            <a:r>
              <a:rPr lang="en-US" sz="3600" kern="10" dirty="0">
                <a:ln w="9525">
                  <a:solidFill>
                    <a:srgbClr val="FFCC99"/>
                  </a:solidFill>
                  <a:round/>
                  <a:headEnd type="none" w="sm" len="sm"/>
                  <a:tailEnd type="none" w="sm" len="sm"/>
                </a:ln>
                <a:solidFill>
                  <a:srgbClr val="0000FF"/>
                </a:solidFill>
                <a:effectLst>
                  <a:outerShdw dist="35921" dir="2700000" algn="ctr" rotWithShape="0">
                    <a:srgbClr val="C0C0C0"/>
                  </a:outerShdw>
                </a:effectLst>
                <a:latin typeface="Impact"/>
              </a:rPr>
              <a:t> and </a:t>
            </a:r>
            <a:r>
              <a:rPr lang="en-US" sz="3600" kern="10" dirty="0" err="1">
                <a:ln w="9525">
                  <a:solidFill>
                    <a:srgbClr val="FFCC99"/>
                  </a:solidFill>
                  <a:round/>
                  <a:headEnd type="none" w="sm" len="sm"/>
                  <a:tailEnd type="none" w="sm" len="sm"/>
                </a:ln>
                <a:solidFill>
                  <a:srgbClr val="0000FF"/>
                </a:solidFill>
                <a:effectLst>
                  <a:outerShdw dist="35921" dir="2700000" algn="ctr" rotWithShape="0">
                    <a:srgbClr val="C0C0C0"/>
                  </a:outerShdw>
                </a:effectLst>
                <a:latin typeface="Impact"/>
              </a:rPr>
              <a:t>TreeMap</a:t>
            </a:r>
            <a:endParaRPr lang="en-US" sz="3600" kern="10" dirty="0">
              <a:ln w="9525">
                <a:solidFill>
                  <a:srgbClr val="FFCC99"/>
                </a:solidFill>
                <a:round/>
                <a:headEnd type="none" w="sm" len="sm"/>
                <a:tailEnd type="none" w="sm" len="sm"/>
              </a:ln>
              <a:solidFill>
                <a:srgbClr val="0000FF"/>
              </a:solidFill>
              <a:effectLst>
                <a:outerShdw dist="35921" dir="2700000" algn="ctr" rotWithShape="0">
                  <a:srgbClr val="C0C0C0"/>
                </a:outerShdw>
              </a:effectLst>
              <a:latin typeface="Impact"/>
            </a:endParaRPr>
          </a:p>
        </p:txBody>
      </p:sp>
      <p:grpSp>
        <p:nvGrpSpPr>
          <p:cNvPr id="2" name="Group 1" descr="Binary tree with seven nodes in three levels:&#10;&#10;- The root node at the top is labeled 1, which we'll call the 1 node.&#10;- The 2nd level has two child nodes connected to the 1 node: the 2 node on the left and 3 node on the right.&#10;- The 3rd level has four nodes:&#10;  - The 2 node connects to the 4 node (left) and 5 node (right).&#10;  - The 3 node connects to the 6 node (left) and 7 node (right).&#10;">
            <a:extLst>
              <a:ext uri="{FF2B5EF4-FFF2-40B4-BE49-F238E27FC236}">
                <a16:creationId xmlns:a16="http://schemas.microsoft.com/office/drawing/2014/main" id="{683479AB-239A-094A-0352-7519FCA2A5E0}"/>
              </a:ext>
            </a:extLst>
          </p:cNvPr>
          <p:cNvGrpSpPr/>
          <p:nvPr/>
        </p:nvGrpSpPr>
        <p:grpSpPr>
          <a:xfrm>
            <a:off x="2743200" y="3810000"/>
            <a:ext cx="3200400" cy="1524000"/>
            <a:chOff x="2743200" y="3810000"/>
            <a:chExt cx="3200400" cy="1524000"/>
          </a:xfrm>
        </p:grpSpPr>
        <p:sp>
          <p:nvSpPr>
            <p:cNvPr id="3077" name="Oval 15"/>
            <p:cNvSpPr>
              <a:spLocks noChangeArrowheads="1"/>
            </p:cNvSpPr>
            <p:nvPr/>
          </p:nvSpPr>
          <p:spPr bwMode="auto">
            <a:xfrm>
              <a:off x="4114800" y="3810000"/>
              <a:ext cx="533400" cy="457200"/>
            </a:xfrm>
            <a:prstGeom prst="ellipse">
              <a:avLst/>
            </a:prstGeom>
            <a:solidFill>
              <a:srgbClr val="CCFFCC"/>
            </a:solidFill>
            <a:ln w="1270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t>1</a:t>
              </a:r>
            </a:p>
          </p:txBody>
        </p:sp>
        <p:sp>
          <p:nvSpPr>
            <p:cNvPr id="3078" name="Oval 16"/>
            <p:cNvSpPr>
              <a:spLocks noChangeArrowheads="1"/>
            </p:cNvSpPr>
            <p:nvPr/>
          </p:nvSpPr>
          <p:spPr bwMode="auto">
            <a:xfrm>
              <a:off x="3352800" y="4343400"/>
              <a:ext cx="533400" cy="457200"/>
            </a:xfrm>
            <a:prstGeom prst="ellipse">
              <a:avLst/>
            </a:prstGeom>
            <a:solidFill>
              <a:srgbClr val="CCFFCC"/>
            </a:solidFill>
            <a:ln w="1270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t>2</a:t>
              </a:r>
            </a:p>
          </p:txBody>
        </p:sp>
        <p:sp>
          <p:nvSpPr>
            <p:cNvPr id="3079" name="Oval 17"/>
            <p:cNvSpPr>
              <a:spLocks noChangeArrowheads="1"/>
            </p:cNvSpPr>
            <p:nvPr/>
          </p:nvSpPr>
          <p:spPr bwMode="auto">
            <a:xfrm>
              <a:off x="2743200" y="4876800"/>
              <a:ext cx="533400" cy="457200"/>
            </a:xfrm>
            <a:prstGeom prst="ellipse">
              <a:avLst/>
            </a:prstGeom>
            <a:solidFill>
              <a:srgbClr val="CCFFCC"/>
            </a:solidFill>
            <a:ln w="1270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t>4</a:t>
              </a:r>
            </a:p>
          </p:txBody>
        </p:sp>
        <p:sp>
          <p:nvSpPr>
            <p:cNvPr id="3080" name="Oval 18"/>
            <p:cNvSpPr>
              <a:spLocks noChangeArrowheads="1"/>
            </p:cNvSpPr>
            <p:nvPr/>
          </p:nvSpPr>
          <p:spPr bwMode="auto">
            <a:xfrm>
              <a:off x="3810000" y="4876800"/>
              <a:ext cx="533400" cy="457200"/>
            </a:xfrm>
            <a:prstGeom prst="ellipse">
              <a:avLst/>
            </a:prstGeom>
            <a:solidFill>
              <a:srgbClr val="CCFFCC"/>
            </a:solidFill>
            <a:ln w="1270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t>5</a:t>
              </a:r>
            </a:p>
          </p:txBody>
        </p:sp>
        <p:sp>
          <p:nvSpPr>
            <p:cNvPr id="3081" name="Oval 19"/>
            <p:cNvSpPr>
              <a:spLocks noChangeArrowheads="1"/>
            </p:cNvSpPr>
            <p:nvPr/>
          </p:nvSpPr>
          <p:spPr bwMode="auto">
            <a:xfrm>
              <a:off x="4876800" y="4267200"/>
              <a:ext cx="533400" cy="457200"/>
            </a:xfrm>
            <a:prstGeom prst="ellipse">
              <a:avLst/>
            </a:prstGeom>
            <a:solidFill>
              <a:srgbClr val="CCFFCC"/>
            </a:solidFill>
            <a:ln w="1270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t>3</a:t>
              </a:r>
            </a:p>
          </p:txBody>
        </p:sp>
        <p:sp>
          <p:nvSpPr>
            <p:cNvPr id="3082" name="Oval 20"/>
            <p:cNvSpPr>
              <a:spLocks noChangeArrowheads="1"/>
            </p:cNvSpPr>
            <p:nvPr/>
          </p:nvSpPr>
          <p:spPr bwMode="auto">
            <a:xfrm>
              <a:off x="4572000" y="4876800"/>
              <a:ext cx="533400" cy="457200"/>
            </a:xfrm>
            <a:prstGeom prst="ellipse">
              <a:avLst/>
            </a:prstGeom>
            <a:solidFill>
              <a:srgbClr val="CCFFCC"/>
            </a:solidFill>
            <a:ln w="1270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t>6</a:t>
              </a:r>
            </a:p>
          </p:txBody>
        </p:sp>
        <p:sp>
          <p:nvSpPr>
            <p:cNvPr id="3083" name="Oval 21"/>
            <p:cNvSpPr>
              <a:spLocks noChangeArrowheads="1"/>
            </p:cNvSpPr>
            <p:nvPr/>
          </p:nvSpPr>
          <p:spPr bwMode="auto">
            <a:xfrm>
              <a:off x="5410200" y="4876800"/>
              <a:ext cx="533400" cy="457200"/>
            </a:xfrm>
            <a:prstGeom prst="ellipse">
              <a:avLst/>
            </a:prstGeom>
            <a:solidFill>
              <a:srgbClr val="CCFFCC"/>
            </a:solidFill>
            <a:ln w="1270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t>7</a:t>
              </a:r>
            </a:p>
          </p:txBody>
        </p:sp>
      </p:gr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Footer Placeholder 3"/>
          <p:cNvSpPr>
            <a:spLocks noGrp="1"/>
          </p:cNvSpPr>
          <p:nvPr>
            <p:ph type="ftr" sz="quarter" idx="12"/>
          </p:nvPr>
        </p:nvSpPr>
        <p:spPr>
          <a:noFill/>
        </p:spPr>
        <p:txBody>
          <a:bodyPr/>
          <a:lstStyle>
            <a:lvl1pPr>
              <a:defRPr sz="2400">
                <a:solidFill>
                  <a:schemeClr val="tx1"/>
                </a:solidFill>
                <a:latin typeface="Tahoma" pitchFamily="34" charset="0"/>
              </a:defRPr>
            </a:lvl1pPr>
            <a:lvl2pPr marL="742950" indent="-285750">
              <a:defRPr sz="2400">
                <a:solidFill>
                  <a:schemeClr val="tx1"/>
                </a:solidFill>
                <a:latin typeface="Tahoma" pitchFamily="34" charset="0"/>
              </a:defRPr>
            </a:lvl2pPr>
            <a:lvl3pPr marL="1143000" indent="-228600">
              <a:defRPr sz="2400">
                <a:solidFill>
                  <a:schemeClr val="tx1"/>
                </a:solidFill>
                <a:latin typeface="Tahoma" pitchFamily="34" charset="0"/>
              </a:defRPr>
            </a:lvl3pPr>
            <a:lvl4pPr marL="1600200" indent="-228600">
              <a:defRPr sz="2400">
                <a:solidFill>
                  <a:schemeClr val="tx1"/>
                </a:solidFill>
                <a:latin typeface="Tahoma" pitchFamily="34" charset="0"/>
              </a:defRPr>
            </a:lvl4pPr>
            <a:lvl5pPr marL="2057400" indent="-228600">
              <a:defRPr sz="2400">
                <a:solidFill>
                  <a:schemeClr val="tx1"/>
                </a:solidFill>
                <a:latin typeface="Tahoma" pitchFamily="34" charset="0"/>
              </a:defRPr>
            </a:lvl5pPr>
            <a:lvl6pPr marL="2514600" indent="-228600" eaLnBrk="0" fontAlgn="base" hangingPunct="0">
              <a:spcBef>
                <a:spcPct val="0"/>
              </a:spcBef>
              <a:spcAft>
                <a:spcPct val="0"/>
              </a:spcAft>
              <a:defRPr sz="2400">
                <a:solidFill>
                  <a:schemeClr val="tx1"/>
                </a:solidFill>
                <a:latin typeface="Tahoma" pitchFamily="34" charset="0"/>
              </a:defRPr>
            </a:lvl6pPr>
            <a:lvl7pPr marL="2971800" indent="-228600" eaLnBrk="0" fontAlgn="base" hangingPunct="0">
              <a:spcBef>
                <a:spcPct val="0"/>
              </a:spcBef>
              <a:spcAft>
                <a:spcPct val="0"/>
              </a:spcAft>
              <a:defRPr sz="2400">
                <a:solidFill>
                  <a:schemeClr val="tx1"/>
                </a:solidFill>
                <a:latin typeface="Tahoma" pitchFamily="34" charset="0"/>
              </a:defRPr>
            </a:lvl7pPr>
            <a:lvl8pPr marL="3429000" indent="-228600" eaLnBrk="0" fontAlgn="base" hangingPunct="0">
              <a:spcBef>
                <a:spcPct val="0"/>
              </a:spcBef>
              <a:spcAft>
                <a:spcPct val="0"/>
              </a:spcAft>
              <a:defRPr sz="2400">
                <a:solidFill>
                  <a:schemeClr val="tx1"/>
                </a:solidFill>
                <a:latin typeface="Tahoma" pitchFamily="34" charset="0"/>
              </a:defRPr>
            </a:lvl8pPr>
            <a:lvl9pPr marL="3886200" indent="-228600" eaLnBrk="0" fontAlgn="base" hangingPunct="0">
              <a:spcBef>
                <a:spcPct val="0"/>
              </a:spcBef>
              <a:spcAft>
                <a:spcPct val="0"/>
              </a:spcAft>
              <a:defRPr sz="2400">
                <a:solidFill>
                  <a:schemeClr val="tx1"/>
                </a:solidFill>
                <a:latin typeface="Tahoma" pitchFamily="34" charset="0"/>
              </a:defRPr>
            </a:lvl9pPr>
          </a:lstStyle>
          <a:p>
            <a:endParaRPr lang="en-US" sz="800" b="1">
              <a:latin typeface="Times New Roman" pitchFamily="18" charset="0"/>
            </a:endParaRPr>
          </a:p>
          <a:p>
            <a:endParaRPr lang="en-US" sz="800"/>
          </a:p>
          <a:p>
            <a:endParaRPr lang="en-US" sz="800" b="1"/>
          </a:p>
          <a:p>
            <a:r>
              <a:rPr lang="en-US" sz="800" b="1"/>
              <a:t>© A+ Computer Science  -  www.apluscompsci.com</a:t>
            </a:r>
          </a:p>
        </p:txBody>
      </p:sp>
      <p:sp>
        <p:nvSpPr>
          <p:cNvPr id="4099" name="Text Box 2"/>
          <p:cNvSpPr txBox="1">
            <a:spLocks noChangeArrowheads="1"/>
          </p:cNvSpPr>
          <p:nvPr/>
        </p:nvSpPr>
        <p:spPr bwMode="auto">
          <a:xfrm>
            <a:off x="457200" y="1143000"/>
            <a:ext cx="8101013" cy="4838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Tahoma" pitchFamily="34" charset="0"/>
              </a:defRPr>
            </a:lvl1pPr>
            <a:lvl2pPr marL="742950" indent="-285750">
              <a:defRPr sz="2400">
                <a:solidFill>
                  <a:schemeClr val="tx1"/>
                </a:solidFill>
                <a:latin typeface="Tahoma" pitchFamily="34" charset="0"/>
              </a:defRPr>
            </a:lvl2pPr>
            <a:lvl3pPr marL="1143000" indent="-228600">
              <a:defRPr sz="2400">
                <a:solidFill>
                  <a:schemeClr val="tx1"/>
                </a:solidFill>
                <a:latin typeface="Tahoma" pitchFamily="34" charset="0"/>
              </a:defRPr>
            </a:lvl3pPr>
            <a:lvl4pPr marL="1600200" indent="-228600">
              <a:defRPr sz="2400">
                <a:solidFill>
                  <a:schemeClr val="tx1"/>
                </a:solidFill>
                <a:latin typeface="Tahoma" pitchFamily="34" charset="0"/>
              </a:defRPr>
            </a:lvl4pPr>
            <a:lvl5pPr marL="2057400" indent="-228600">
              <a:defRPr sz="2400">
                <a:solidFill>
                  <a:schemeClr val="tx1"/>
                </a:solidFill>
                <a:latin typeface="Tahoma" pitchFamily="34" charset="0"/>
              </a:defRPr>
            </a:lvl5pPr>
            <a:lvl6pPr marL="2514600" indent="-228600" eaLnBrk="0" fontAlgn="base" hangingPunct="0">
              <a:spcBef>
                <a:spcPct val="0"/>
              </a:spcBef>
              <a:spcAft>
                <a:spcPct val="0"/>
              </a:spcAft>
              <a:defRPr sz="2400">
                <a:solidFill>
                  <a:schemeClr val="tx1"/>
                </a:solidFill>
                <a:latin typeface="Tahoma" pitchFamily="34" charset="0"/>
              </a:defRPr>
            </a:lvl6pPr>
            <a:lvl7pPr marL="2971800" indent="-228600" eaLnBrk="0" fontAlgn="base" hangingPunct="0">
              <a:spcBef>
                <a:spcPct val="0"/>
              </a:spcBef>
              <a:spcAft>
                <a:spcPct val="0"/>
              </a:spcAft>
              <a:defRPr sz="2400">
                <a:solidFill>
                  <a:schemeClr val="tx1"/>
                </a:solidFill>
                <a:latin typeface="Tahoma" pitchFamily="34" charset="0"/>
              </a:defRPr>
            </a:lvl7pPr>
            <a:lvl8pPr marL="3429000" indent="-228600" eaLnBrk="0" fontAlgn="base" hangingPunct="0">
              <a:spcBef>
                <a:spcPct val="0"/>
              </a:spcBef>
              <a:spcAft>
                <a:spcPct val="0"/>
              </a:spcAft>
              <a:defRPr sz="2400">
                <a:solidFill>
                  <a:schemeClr val="tx1"/>
                </a:solidFill>
                <a:latin typeface="Tahoma" pitchFamily="34" charset="0"/>
              </a:defRPr>
            </a:lvl8pPr>
            <a:lvl9pPr marL="3886200" indent="-228600" eaLnBrk="0" fontAlgn="base" hangingPunct="0">
              <a:spcBef>
                <a:spcPct val="0"/>
              </a:spcBef>
              <a:spcAft>
                <a:spcPct val="0"/>
              </a:spcAft>
              <a:defRPr sz="2400">
                <a:solidFill>
                  <a:schemeClr val="tx1"/>
                </a:solidFill>
                <a:latin typeface="Tahoma" pitchFamily="34" charset="0"/>
              </a:defRPr>
            </a:lvl9pPr>
          </a:lstStyle>
          <a:p>
            <a:pPr eaLnBrk="1" hangingPunct="1"/>
            <a:r>
              <a:rPr lang="en-US" b="1"/>
              <a:t>Map&lt;Integer,String&gt; map;</a:t>
            </a:r>
          </a:p>
          <a:p>
            <a:pPr eaLnBrk="1" hangingPunct="1"/>
            <a:r>
              <a:rPr lang="en-US" b="1"/>
              <a:t>map = new TreeMap&lt;Integer,String&gt;();</a:t>
            </a:r>
          </a:p>
          <a:p>
            <a:pPr eaLnBrk="1" hangingPunct="1"/>
            <a:r>
              <a:rPr lang="en-US" b="1"/>
              <a:t>map.put(1,"one");</a:t>
            </a:r>
          </a:p>
          <a:p>
            <a:pPr eaLnBrk="1" hangingPunct="1"/>
            <a:r>
              <a:rPr lang="en-US" b="1"/>
              <a:t>map.put(2,"two");</a:t>
            </a:r>
          </a:p>
          <a:p>
            <a:pPr eaLnBrk="1" hangingPunct="1"/>
            <a:r>
              <a:rPr lang="en-US" b="1"/>
              <a:t>map.put(3,"three");</a:t>
            </a:r>
          </a:p>
          <a:p>
            <a:pPr eaLnBrk="1" hangingPunct="1"/>
            <a:r>
              <a:rPr lang="en-US" b="1"/>
              <a:t>map.put(4,"four");</a:t>
            </a:r>
          </a:p>
          <a:p>
            <a:pPr eaLnBrk="1" hangingPunct="1"/>
            <a:r>
              <a:rPr lang="en-US" b="1"/>
              <a:t>map.put(5,"five");</a:t>
            </a:r>
          </a:p>
          <a:p>
            <a:pPr eaLnBrk="1" hangingPunct="1"/>
            <a:r>
              <a:rPr lang="en-US" b="1"/>
              <a:t>map.put(6,"six");</a:t>
            </a:r>
          </a:p>
          <a:p>
            <a:pPr eaLnBrk="1" hangingPunct="1"/>
            <a:r>
              <a:rPr lang="en-US" b="1"/>
              <a:t>map.put(7,"seven");</a:t>
            </a:r>
          </a:p>
          <a:p>
            <a:pPr eaLnBrk="1" hangingPunct="1"/>
            <a:endParaRPr lang="en-US" b="1"/>
          </a:p>
          <a:p>
            <a:pPr eaLnBrk="1" hangingPunct="1"/>
            <a:r>
              <a:rPr lang="en-US" b="1"/>
              <a:t>System.out.println(map.get(1));</a:t>
            </a:r>
          </a:p>
          <a:p>
            <a:pPr eaLnBrk="1" hangingPunct="1"/>
            <a:r>
              <a:rPr lang="en-US" b="1"/>
              <a:t>System.out.println(map.get(13));</a:t>
            </a:r>
          </a:p>
          <a:p>
            <a:pPr eaLnBrk="1" hangingPunct="1"/>
            <a:r>
              <a:rPr lang="en-US" b="1"/>
              <a:t>System.out.println(map.get(7));	</a:t>
            </a:r>
          </a:p>
        </p:txBody>
      </p:sp>
      <p:sp>
        <p:nvSpPr>
          <p:cNvPr id="4100" name="WordArt 3"/>
          <p:cNvSpPr>
            <a:spLocks noChangeArrowheads="1" noChangeShapeType="1" noTextEdit="1"/>
          </p:cNvSpPr>
          <p:nvPr/>
        </p:nvSpPr>
        <p:spPr bwMode="auto">
          <a:xfrm>
            <a:off x="1981200" y="304800"/>
            <a:ext cx="5105400" cy="533400"/>
          </a:xfrm>
          <a:prstGeom prst="rect">
            <a:avLst/>
          </a:prstGeom>
        </p:spPr>
        <p:txBody>
          <a:bodyPr wrap="none" fromWordArt="1">
            <a:prstTxWarp prst="textPlain">
              <a:avLst>
                <a:gd name="adj" fmla="val 50000"/>
              </a:avLst>
            </a:prstTxWarp>
          </a:bodyPr>
          <a:lstStyle/>
          <a:p>
            <a:pPr algn="ctr"/>
            <a:r>
              <a:rPr lang="en-US" sz="3600" kern="10">
                <a:ln w="9525">
                  <a:solidFill>
                    <a:srgbClr val="FFFF00"/>
                  </a:solidFill>
                  <a:round/>
                  <a:headEnd type="none" w="sm" len="sm"/>
                  <a:tailEnd type="none" w="sm" len="sm"/>
                </a:ln>
                <a:solidFill>
                  <a:srgbClr val="0000FF"/>
                </a:solidFill>
                <a:effectLst>
                  <a:outerShdw dist="35921" dir="2700000" algn="ctr" rotWithShape="0">
                    <a:srgbClr val="C0C0C0"/>
                  </a:outerShdw>
                </a:effectLst>
                <a:latin typeface="Impact"/>
              </a:rPr>
              <a:t>TreeMap</a:t>
            </a:r>
          </a:p>
        </p:txBody>
      </p:sp>
      <p:sp>
        <p:nvSpPr>
          <p:cNvPr id="4101" name="Text Box 4"/>
          <p:cNvSpPr txBox="1">
            <a:spLocks noChangeArrowheads="1"/>
          </p:cNvSpPr>
          <p:nvPr/>
        </p:nvSpPr>
        <p:spPr bwMode="auto">
          <a:xfrm>
            <a:off x="7086600" y="2819400"/>
            <a:ext cx="1905000" cy="1873250"/>
          </a:xfrm>
          <a:prstGeom prst="rect">
            <a:avLst/>
          </a:prstGeom>
          <a:noFill/>
          <a:ln w="12700">
            <a:solidFill>
              <a:srgbClr val="993300"/>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Tahoma" pitchFamily="34" charset="0"/>
              </a:defRPr>
            </a:lvl1pPr>
            <a:lvl2pPr marL="742950" indent="-285750">
              <a:defRPr sz="2400">
                <a:solidFill>
                  <a:schemeClr val="tx1"/>
                </a:solidFill>
                <a:latin typeface="Tahoma" pitchFamily="34" charset="0"/>
              </a:defRPr>
            </a:lvl2pPr>
            <a:lvl3pPr marL="1143000" indent="-228600">
              <a:defRPr sz="2400">
                <a:solidFill>
                  <a:schemeClr val="tx1"/>
                </a:solidFill>
                <a:latin typeface="Tahoma" pitchFamily="34" charset="0"/>
              </a:defRPr>
            </a:lvl3pPr>
            <a:lvl4pPr marL="1600200" indent="-228600">
              <a:defRPr sz="2400">
                <a:solidFill>
                  <a:schemeClr val="tx1"/>
                </a:solidFill>
                <a:latin typeface="Tahoma" pitchFamily="34" charset="0"/>
              </a:defRPr>
            </a:lvl4pPr>
            <a:lvl5pPr marL="2057400" indent="-228600">
              <a:defRPr sz="2400">
                <a:solidFill>
                  <a:schemeClr val="tx1"/>
                </a:solidFill>
                <a:latin typeface="Tahoma" pitchFamily="34" charset="0"/>
              </a:defRPr>
            </a:lvl5pPr>
            <a:lvl6pPr marL="2514600" indent="-228600" eaLnBrk="0" fontAlgn="base" hangingPunct="0">
              <a:spcBef>
                <a:spcPct val="0"/>
              </a:spcBef>
              <a:spcAft>
                <a:spcPct val="0"/>
              </a:spcAft>
              <a:defRPr sz="2400">
                <a:solidFill>
                  <a:schemeClr val="tx1"/>
                </a:solidFill>
                <a:latin typeface="Tahoma" pitchFamily="34" charset="0"/>
              </a:defRPr>
            </a:lvl6pPr>
            <a:lvl7pPr marL="2971800" indent="-228600" eaLnBrk="0" fontAlgn="base" hangingPunct="0">
              <a:spcBef>
                <a:spcPct val="0"/>
              </a:spcBef>
              <a:spcAft>
                <a:spcPct val="0"/>
              </a:spcAft>
              <a:defRPr sz="2400">
                <a:solidFill>
                  <a:schemeClr val="tx1"/>
                </a:solidFill>
                <a:latin typeface="Tahoma" pitchFamily="34" charset="0"/>
              </a:defRPr>
            </a:lvl7pPr>
            <a:lvl8pPr marL="3429000" indent="-228600" eaLnBrk="0" fontAlgn="base" hangingPunct="0">
              <a:spcBef>
                <a:spcPct val="0"/>
              </a:spcBef>
              <a:spcAft>
                <a:spcPct val="0"/>
              </a:spcAft>
              <a:defRPr sz="2400">
                <a:solidFill>
                  <a:schemeClr val="tx1"/>
                </a:solidFill>
                <a:latin typeface="Tahoma" pitchFamily="34" charset="0"/>
              </a:defRPr>
            </a:lvl8pPr>
            <a:lvl9pPr marL="3886200" indent="-228600" eaLnBrk="0" fontAlgn="base" hangingPunct="0">
              <a:spcBef>
                <a:spcPct val="0"/>
              </a:spcBef>
              <a:spcAft>
                <a:spcPct val="0"/>
              </a:spcAft>
              <a:defRPr sz="2400">
                <a:solidFill>
                  <a:schemeClr val="tx1"/>
                </a:solidFill>
                <a:latin typeface="Tahoma" pitchFamily="34" charset="0"/>
              </a:defRPr>
            </a:lvl9pPr>
          </a:lstStyle>
          <a:p>
            <a:pPr>
              <a:spcBef>
                <a:spcPct val="50000"/>
              </a:spcBef>
            </a:pPr>
            <a:r>
              <a:rPr lang="en-US" sz="3200" b="1" u="sng" dirty="0">
                <a:solidFill>
                  <a:srgbClr val="FF0000"/>
                </a:solidFill>
              </a:rPr>
              <a:t>OUTPUT</a:t>
            </a:r>
            <a:br>
              <a:rPr lang="en-US" sz="3200" b="1" u="sng" dirty="0">
                <a:solidFill>
                  <a:srgbClr val="FF0000"/>
                </a:solidFill>
              </a:rPr>
            </a:br>
            <a:r>
              <a:rPr lang="en-US" sz="2800" b="1" dirty="0"/>
              <a:t>one</a:t>
            </a:r>
            <a:br>
              <a:rPr lang="en-US" sz="2800" b="1" dirty="0"/>
            </a:br>
            <a:r>
              <a:rPr lang="en-US" sz="2800" b="1" dirty="0"/>
              <a:t>null</a:t>
            </a:r>
            <a:br>
              <a:rPr lang="en-US" sz="2800" b="1" dirty="0"/>
            </a:br>
            <a:r>
              <a:rPr lang="en-US" sz="2800" b="1" dirty="0"/>
              <a:t>seven</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Binary tree with nine nodes in four levels and the levels labeled 0 thru 3:&#10;&#10;- Level 0 contains the root node, which stores 8.&#10;- Level 1 (the 2nd level) has two child nodes connected to the 8 node: the 3 node on the left and 10 node on the right.&#10;- Level 2 (i.e. the 3rd level) has three nodes:&#10;  - The 3 node connects to the 1 node (left) and 6 node (right). The 1 node is a leaf.&#10;  - The 10 node only has a right child, the 14 node.&#10;- Level 3 (i.e. the fourth level) has three nodes:&#10;   - The 6 node has two children: the 4 node on the left and the 7 node on the right. Both are leaves.&#10;   - The 14 node only has a left child, the 13 node, which is a leaf.">
            <a:extLst>
              <a:ext uri="{FF2B5EF4-FFF2-40B4-BE49-F238E27FC236}">
                <a16:creationId xmlns:a16="http://schemas.microsoft.com/office/drawing/2014/main" id="{1C49EFBF-0CEE-090C-23A0-C561061DE199}"/>
              </a:ext>
            </a:extLst>
          </p:cNvPr>
          <p:cNvPicPr>
            <a:picLocks noChangeAspect="1"/>
          </p:cNvPicPr>
          <p:nvPr/>
        </p:nvPicPr>
        <p:blipFill>
          <a:blip r:embed="rId3"/>
          <a:stretch>
            <a:fillRect/>
          </a:stretch>
        </p:blipFill>
        <p:spPr>
          <a:xfrm>
            <a:off x="457200" y="860048"/>
            <a:ext cx="6663847" cy="5219537"/>
          </a:xfrm>
          <a:prstGeom prst="rect">
            <a:avLst/>
          </a:prstGeom>
        </p:spPr>
      </p:pic>
      <p:sp>
        <p:nvSpPr>
          <p:cNvPr id="43010" name="Footer Placeholder 3"/>
          <p:cNvSpPr>
            <a:spLocks noGrp="1"/>
          </p:cNvSpPr>
          <p:nvPr>
            <p:ph type="ftr" sz="quarter" idx="12"/>
          </p:nvPr>
        </p:nvSpPr>
        <p:spPr>
          <a:xfrm>
            <a:off x="6248400" y="6324600"/>
            <a:ext cx="2895600" cy="457200"/>
          </a:xfrm>
          <a:noFill/>
        </p:spPr>
        <p:txBody>
          <a:bodyPr/>
          <a:lstStyle>
            <a:lvl1pPr>
              <a:defRPr sz="2400">
                <a:solidFill>
                  <a:schemeClr val="tx1"/>
                </a:solidFill>
                <a:latin typeface="Tahoma" pitchFamily="34" charset="0"/>
              </a:defRPr>
            </a:lvl1pPr>
            <a:lvl2pPr marL="742950" indent="-285750">
              <a:defRPr sz="2400">
                <a:solidFill>
                  <a:schemeClr val="tx1"/>
                </a:solidFill>
                <a:latin typeface="Tahoma" pitchFamily="34" charset="0"/>
              </a:defRPr>
            </a:lvl2pPr>
            <a:lvl3pPr marL="1143000" indent="-228600">
              <a:defRPr sz="2400">
                <a:solidFill>
                  <a:schemeClr val="tx1"/>
                </a:solidFill>
                <a:latin typeface="Tahoma" pitchFamily="34" charset="0"/>
              </a:defRPr>
            </a:lvl3pPr>
            <a:lvl4pPr marL="1600200" indent="-228600">
              <a:defRPr sz="2400">
                <a:solidFill>
                  <a:schemeClr val="tx1"/>
                </a:solidFill>
                <a:latin typeface="Tahoma" pitchFamily="34" charset="0"/>
              </a:defRPr>
            </a:lvl4pPr>
            <a:lvl5pPr marL="2057400" indent="-228600">
              <a:defRPr sz="2400">
                <a:solidFill>
                  <a:schemeClr val="tx1"/>
                </a:solidFill>
                <a:latin typeface="Tahoma" pitchFamily="34" charset="0"/>
              </a:defRPr>
            </a:lvl5pPr>
            <a:lvl6pPr marL="2514600" indent="-228600" eaLnBrk="0" fontAlgn="base" hangingPunct="0">
              <a:spcBef>
                <a:spcPct val="0"/>
              </a:spcBef>
              <a:spcAft>
                <a:spcPct val="0"/>
              </a:spcAft>
              <a:defRPr sz="2400">
                <a:solidFill>
                  <a:schemeClr val="tx1"/>
                </a:solidFill>
                <a:latin typeface="Tahoma" pitchFamily="34" charset="0"/>
              </a:defRPr>
            </a:lvl6pPr>
            <a:lvl7pPr marL="2971800" indent="-228600" eaLnBrk="0" fontAlgn="base" hangingPunct="0">
              <a:spcBef>
                <a:spcPct val="0"/>
              </a:spcBef>
              <a:spcAft>
                <a:spcPct val="0"/>
              </a:spcAft>
              <a:defRPr sz="2400">
                <a:solidFill>
                  <a:schemeClr val="tx1"/>
                </a:solidFill>
                <a:latin typeface="Tahoma" pitchFamily="34" charset="0"/>
              </a:defRPr>
            </a:lvl7pPr>
            <a:lvl8pPr marL="3429000" indent="-228600" eaLnBrk="0" fontAlgn="base" hangingPunct="0">
              <a:spcBef>
                <a:spcPct val="0"/>
              </a:spcBef>
              <a:spcAft>
                <a:spcPct val="0"/>
              </a:spcAft>
              <a:defRPr sz="2400">
                <a:solidFill>
                  <a:schemeClr val="tx1"/>
                </a:solidFill>
                <a:latin typeface="Tahoma" pitchFamily="34" charset="0"/>
              </a:defRPr>
            </a:lvl8pPr>
            <a:lvl9pPr marL="3886200" indent="-228600" eaLnBrk="0" fontAlgn="base" hangingPunct="0">
              <a:spcBef>
                <a:spcPct val="0"/>
              </a:spcBef>
              <a:spcAft>
                <a:spcPct val="0"/>
              </a:spcAft>
              <a:defRPr sz="2400">
                <a:solidFill>
                  <a:schemeClr val="tx1"/>
                </a:solidFill>
                <a:latin typeface="Tahoma" pitchFamily="34" charset="0"/>
              </a:defRPr>
            </a:lvl9pPr>
          </a:lstStyle>
          <a:p>
            <a:pPr algn="r"/>
            <a:endParaRPr lang="en-US" sz="800" b="1">
              <a:latin typeface="Times New Roman" pitchFamily="18" charset="0"/>
            </a:endParaRPr>
          </a:p>
          <a:p>
            <a:pPr algn="r"/>
            <a:endParaRPr lang="en-US" sz="800"/>
          </a:p>
          <a:p>
            <a:pPr algn="r"/>
            <a:endParaRPr lang="en-US" sz="800" b="1"/>
          </a:p>
          <a:p>
            <a:pPr algn="r"/>
            <a:r>
              <a:rPr lang="en-US" sz="800" b="1"/>
              <a:t>© A+ Computer Science  -  www.apluscompsci.com</a:t>
            </a:r>
          </a:p>
        </p:txBody>
      </p:sp>
      <p:sp>
        <p:nvSpPr>
          <p:cNvPr id="43011" name="Text Box 2"/>
          <p:cNvSpPr txBox="1">
            <a:spLocks noChangeArrowheads="1"/>
          </p:cNvSpPr>
          <p:nvPr/>
        </p:nvSpPr>
        <p:spPr bwMode="auto">
          <a:xfrm>
            <a:off x="5772150" y="5715000"/>
            <a:ext cx="3352800"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sz="2400">
                <a:solidFill>
                  <a:schemeClr val="tx1"/>
                </a:solidFill>
                <a:latin typeface="Tahoma" pitchFamily="34" charset="0"/>
              </a:defRPr>
            </a:lvl1pPr>
            <a:lvl2pPr marL="742950" indent="-285750">
              <a:defRPr sz="2400">
                <a:solidFill>
                  <a:schemeClr val="tx1"/>
                </a:solidFill>
                <a:latin typeface="Tahoma" pitchFamily="34" charset="0"/>
              </a:defRPr>
            </a:lvl2pPr>
            <a:lvl3pPr marL="1143000" indent="-228600">
              <a:defRPr sz="2400">
                <a:solidFill>
                  <a:schemeClr val="tx1"/>
                </a:solidFill>
                <a:latin typeface="Tahoma" pitchFamily="34" charset="0"/>
              </a:defRPr>
            </a:lvl3pPr>
            <a:lvl4pPr marL="1600200" indent="-228600">
              <a:defRPr sz="2400">
                <a:solidFill>
                  <a:schemeClr val="tx1"/>
                </a:solidFill>
                <a:latin typeface="Tahoma" pitchFamily="34" charset="0"/>
              </a:defRPr>
            </a:lvl4pPr>
            <a:lvl5pPr marL="2057400" indent="-228600">
              <a:defRPr sz="2400">
                <a:solidFill>
                  <a:schemeClr val="tx1"/>
                </a:solidFill>
                <a:latin typeface="Tahoma" pitchFamily="34" charset="0"/>
              </a:defRPr>
            </a:lvl5pPr>
            <a:lvl6pPr marL="2514600" indent="-228600" eaLnBrk="0" fontAlgn="base" hangingPunct="0">
              <a:spcBef>
                <a:spcPct val="0"/>
              </a:spcBef>
              <a:spcAft>
                <a:spcPct val="0"/>
              </a:spcAft>
              <a:defRPr sz="2400">
                <a:solidFill>
                  <a:schemeClr val="tx1"/>
                </a:solidFill>
                <a:latin typeface="Tahoma" pitchFamily="34" charset="0"/>
              </a:defRPr>
            </a:lvl6pPr>
            <a:lvl7pPr marL="2971800" indent="-228600" eaLnBrk="0" fontAlgn="base" hangingPunct="0">
              <a:spcBef>
                <a:spcPct val="0"/>
              </a:spcBef>
              <a:spcAft>
                <a:spcPct val="0"/>
              </a:spcAft>
              <a:defRPr sz="2400">
                <a:solidFill>
                  <a:schemeClr val="tx1"/>
                </a:solidFill>
                <a:latin typeface="Tahoma" pitchFamily="34" charset="0"/>
              </a:defRPr>
            </a:lvl7pPr>
            <a:lvl8pPr marL="3429000" indent="-228600" eaLnBrk="0" fontAlgn="base" hangingPunct="0">
              <a:spcBef>
                <a:spcPct val="0"/>
              </a:spcBef>
              <a:spcAft>
                <a:spcPct val="0"/>
              </a:spcAft>
              <a:defRPr sz="2400">
                <a:solidFill>
                  <a:schemeClr val="tx1"/>
                </a:solidFill>
                <a:latin typeface="Tahoma" pitchFamily="34" charset="0"/>
              </a:defRPr>
            </a:lvl8pPr>
            <a:lvl9pPr marL="3886200" indent="-228600" eaLnBrk="0" fontAlgn="base" hangingPunct="0">
              <a:spcBef>
                <a:spcPct val="0"/>
              </a:spcBef>
              <a:spcAft>
                <a:spcPct val="0"/>
              </a:spcAft>
              <a:defRPr sz="2400">
                <a:solidFill>
                  <a:schemeClr val="tx1"/>
                </a:solidFill>
                <a:latin typeface="Tahoma" pitchFamily="34" charset="0"/>
              </a:defRPr>
            </a:lvl9pPr>
          </a:lstStyle>
          <a:p>
            <a:pPr>
              <a:tabLst>
                <a:tab pos="4114800" algn="l"/>
              </a:tabLst>
            </a:pPr>
            <a:r>
              <a:rPr lang="en-US" sz="2800" b="1" dirty="0" err="1">
                <a:solidFill>
                  <a:schemeClr val="accent2"/>
                </a:solidFill>
              </a:rPr>
              <a:t>NumLevels</a:t>
            </a:r>
            <a:r>
              <a:rPr lang="en-US" sz="2800" b="1" dirty="0">
                <a:solidFill>
                  <a:schemeClr val="accent2"/>
                </a:solidFill>
              </a:rPr>
              <a:t>  =</a:t>
            </a:r>
          </a:p>
        </p:txBody>
      </p:sp>
      <p:sp>
        <p:nvSpPr>
          <p:cNvPr id="3" name="TextBox 2">
            <a:extLst>
              <a:ext uri="{FF2B5EF4-FFF2-40B4-BE49-F238E27FC236}">
                <a16:creationId xmlns:a16="http://schemas.microsoft.com/office/drawing/2014/main" id="{2C6DBC21-0E0F-0EAB-9E24-E21ADE712964}"/>
              </a:ext>
            </a:extLst>
          </p:cNvPr>
          <p:cNvSpPr txBox="1"/>
          <p:nvPr/>
        </p:nvSpPr>
        <p:spPr>
          <a:xfrm>
            <a:off x="560784" y="76200"/>
            <a:ext cx="8022431" cy="630942"/>
          </a:xfrm>
          <a:prstGeom prst="rect">
            <a:avLst/>
          </a:prstGeom>
          <a:noFill/>
        </p:spPr>
        <p:txBody>
          <a:bodyPr wrap="square">
            <a:spAutoFit/>
          </a:bodyPr>
          <a:lstStyle/>
          <a:p>
            <a:pPr algn="ctr"/>
            <a:r>
              <a:rPr lang="en-US" sz="2800" b="1" dirty="0"/>
              <a:t>LEVEL = ROW = nodes with same height</a:t>
            </a:r>
          </a:p>
          <a:p>
            <a:pPr algn="ctr"/>
            <a:endParaRPr lang="en-US" sz="700" b="1" dirty="0"/>
          </a:p>
        </p:txBody>
      </p:sp>
      <p:sp>
        <p:nvSpPr>
          <p:cNvPr id="4" name="Text Box 2">
            <a:extLst>
              <a:ext uri="{FF2B5EF4-FFF2-40B4-BE49-F238E27FC236}">
                <a16:creationId xmlns:a16="http://schemas.microsoft.com/office/drawing/2014/main" id="{57B2C892-193C-E6EF-A669-2394E312CBCA}"/>
              </a:ext>
            </a:extLst>
          </p:cNvPr>
          <p:cNvSpPr txBox="1">
            <a:spLocks noChangeArrowheads="1"/>
          </p:cNvSpPr>
          <p:nvPr/>
        </p:nvSpPr>
        <p:spPr bwMode="auto">
          <a:xfrm>
            <a:off x="5772150" y="5715000"/>
            <a:ext cx="3352800"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sz="2400">
                <a:solidFill>
                  <a:schemeClr val="tx1"/>
                </a:solidFill>
                <a:latin typeface="Tahoma" pitchFamily="34" charset="0"/>
              </a:defRPr>
            </a:lvl1pPr>
            <a:lvl2pPr marL="742950" indent="-285750">
              <a:defRPr sz="2400">
                <a:solidFill>
                  <a:schemeClr val="tx1"/>
                </a:solidFill>
                <a:latin typeface="Tahoma" pitchFamily="34" charset="0"/>
              </a:defRPr>
            </a:lvl2pPr>
            <a:lvl3pPr marL="1143000" indent="-228600">
              <a:defRPr sz="2400">
                <a:solidFill>
                  <a:schemeClr val="tx1"/>
                </a:solidFill>
                <a:latin typeface="Tahoma" pitchFamily="34" charset="0"/>
              </a:defRPr>
            </a:lvl3pPr>
            <a:lvl4pPr marL="1600200" indent="-228600">
              <a:defRPr sz="2400">
                <a:solidFill>
                  <a:schemeClr val="tx1"/>
                </a:solidFill>
                <a:latin typeface="Tahoma" pitchFamily="34" charset="0"/>
              </a:defRPr>
            </a:lvl4pPr>
            <a:lvl5pPr marL="2057400" indent="-228600">
              <a:defRPr sz="2400">
                <a:solidFill>
                  <a:schemeClr val="tx1"/>
                </a:solidFill>
                <a:latin typeface="Tahoma" pitchFamily="34" charset="0"/>
              </a:defRPr>
            </a:lvl5pPr>
            <a:lvl6pPr marL="2514600" indent="-228600" eaLnBrk="0" fontAlgn="base" hangingPunct="0">
              <a:spcBef>
                <a:spcPct val="0"/>
              </a:spcBef>
              <a:spcAft>
                <a:spcPct val="0"/>
              </a:spcAft>
              <a:defRPr sz="2400">
                <a:solidFill>
                  <a:schemeClr val="tx1"/>
                </a:solidFill>
                <a:latin typeface="Tahoma" pitchFamily="34" charset="0"/>
              </a:defRPr>
            </a:lvl6pPr>
            <a:lvl7pPr marL="2971800" indent="-228600" eaLnBrk="0" fontAlgn="base" hangingPunct="0">
              <a:spcBef>
                <a:spcPct val="0"/>
              </a:spcBef>
              <a:spcAft>
                <a:spcPct val="0"/>
              </a:spcAft>
              <a:defRPr sz="2400">
                <a:solidFill>
                  <a:schemeClr val="tx1"/>
                </a:solidFill>
                <a:latin typeface="Tahoma" pitchFamily="34" charset="0"/>
              </a:defRPr>
            </a:lvl7pPr>
            <a:lvl8pPr marL="3429000" indent="-228600" eaLnBrk="0" fontAlgn="base" hangingPunct="0">
              <a:spcBef>
                <a:spcPct val="0"/>
              </a:spcBef>
              <a:spcAft>
                <a:spcPct val="0"/>
              </a:spcAft>
              <a:defRPr sz="2400">
                <a:solidFill>
                  <a:schemeClr val="tx1"/>
                </a:solidFill>
                <a:latin typeface="Tahoma" pitchFamily="34" charset="0"/>
              </a:defRPr>
            </a:lvl8pPr>
            <a:lvl9pPr marL="3886200" indent="-228600" eaLnBrk="0" fontAlgn="base" hangingPunct="0">
              <a:spcBef>
                <a:spcPct val="0"/>
              </a:spcBef>
              <a:spcAft>
                <a:spcPct val="0"/>
              </a:spcAft>
              <a:defRPr sz="2400">
                <a:solidFill>
                  <a:schemeClr val="tx1"/>
                </a:solidFill>
                <a:latin typeface="Tahoma" pitchFamily="34" charset="0"/>
              </a:defRPr>
            </a:lvl9pPr>
          </a:lstStyle>
          <a:p>
            <a:pPr>
              <a:tabLst>
                <a:tab pos="4114800" algn="l"/>
              </a:tabLst>
            </a:pPr>
            <a:r>
              <a:rPr lang="en-US" sz="2800" b="1" dirty="0" err="1">
                <a:solidFill>
                  <a:schemeClr val="accent2"/>
                </a:solidFill>
              </a:rPr>
              <a:t>NumLevels</a:t>
            </a:r>
            <a:r>
              <a:rPr lang="en-US" sz="2800" b="1" dirty="0">
                <a:solidFill>
                  <a:schemeClr val="accent2"/>
                </a:solidFill>
              </a:rPr>
              <a:t>  =  4</a:t>
            </a:r>
          </a:p>
        </p:txBody>
      </p:sp>
    </p:spTree>
    <p:extLst>
      <p:ext uri="{BB962C8B-B14F-4D97-AF65-F5344CB8AC3E}">
        <p14:creationId xmlns:p14="http://schemas.microsoft.com/office/powerpoint/2010/main" val="11094439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Binary tree with nine nodes in four levels and the levels labeled 0 thru 3:&#10;&#10;- Level 0 contains the root node, which stores 8.&#10;- Level 1 (the 2nd level) has two child nodes connected to the 8 node: the 3 node on the left and 10 node on the right.&#10;- Level 2 (i.e. the 3rd level) has three nodes:&#10;  - The 3 node connects to the 1 node (left) and 6 node (right). The 1 node is a leaf.&#10;  - The 10 node only has a right child, the 14 node.&#10;- Level 3 (i.e. the fourth level) has three nodes:&#10;   - The 6 node has two children: the 4 node on the left and the 7 node on the right. Both are leaves.&#10;   - The 14 node only has a left child, the 13 node, which is a leaf.">
            <a:extLst>
              <a:ext uri="{FF2B5EF4-FFF2-40B4-BE49-F238E27FC236}">
                <a16:creationId xmlns:a16="http://schemas.microsoft.com/office/drawing/2014/main" id="{1C49EFBF-0CEE-090C-23A0-C561061DE199}"/>
              </a:ext>
            </a:extLst>
          </p:cNvPr>
          <p:cNvPicPr>
            <a:picLocks noChangeAspect="1"/>
          </p:cNvPicPr>
          <p:nvPr/>
        </p:nvPicPr>
        <p:blipFill>
          <a:blip r:embed="rId3"/>
          <a:srcRect l="26300"/>
          <a:stretch/>
        </p:blipFill>
        <p:spPr>
          <a:xfrm>
            <a:off x="381000" y="457200"/>
            <a:ext cx="4911247" cy="5219537"/>
          </a:xfrm>
          <a:prstGeom prst="rect">
            <a:avLst/>
          </a:prstGeom>
        </p:spPr>
      </p:pic>
      <p:sp>
        <p:nvSpPr>
          <p:cNvPr id="43010" name="Footer Placeholder 3"/>
          <p:cNvSpPr>
            <a:spLocks noGrp="1"/>
          </p:cNvSpPr>
          <p:nvPr>
            <p:ph type="ftr" sz="quarter" idx="12"/>
          </p:nvPr>
        </p:nvSpPr>
        <p:spPr>
          <a:xfrm>
            <a:off x="6248400" y="6324600"/>
            <a:ext cx="2895600" cy="457200"/>
          </a:xfrm>
          <a:noFill/>
        </p:spPr>
        <p:txBody>
          <a:bodyPr/>
          <a:lstStyle>
            <a:lvl1pPr>
              <a:defRPr sz="2400">
                <a:solidFill>
                  <a:schemeClr val="tx1"/>
                </a:solidFill>
                <a:latin typeface="Tahoma" pitchFamily="34" charset="0"/>
              </a:defRPr>
            </a:lvl1pPr>
            <a:lvl2pPr marL="742950" indent="-285750">
              <a:defRPr sz="2400">
                <a:solidFill>
                  <a:schemeClr val="tx1"/>
                </a:solidFill>
                <a:latin typeface="Tahoma" pitchFamily="34" charset="0"/>
              </a:defRPr>
            </a:lvl2pPr>
            <a:lvl3pPr marL="1143000" indent="-228600">
              <a:defRPr sz="2400">
                <a:solidFill>
                  <a:schemeClr val="tx1"/>
                </a:solidFill>
                <a:latin typeface="Tahoma" pitchFamily="34" charset="0"/>
              </a:defRPr>
            </a:lvl3pPr>
            <a:lvl4pPr marL="1600200" indent="-228600">
              <a:defRPr sz="2400">
                <a:solidFill>
                  <a:schemeClr val="tx1"/>
                </a:solidFill>
                <a:latin typeface="Tahoma" pitchFamily="34" charset="0"/>
              </a:defRPr>
            </a:lvl4pPr>
            <a:lvl5pPr marL="2057400" indent="-228600">
              <a:defRPr sz="2400">
                <a:solidFill>
                  <a:schemeClr val="tx1"/>
                </a:solidFill>
                <a:latin typeface="Tahoma" pitchFamily="34" charset="0"/>
              </a:defRPr>
            </a:lvl5pPr>
            <a:lvl6pPr marL="2514600" indent="-228600" eaLnBrk="0" fontAlgn="base" hangingPunct="0">
              <a:spcBef>
                <a:spcPct val="0"/>
              </a:spcBef>
              <a:spcAft>
                <a:spcPct val="0"/>
              </a:spcAft>
              <a:defRPr sz="2400">
                <a:solidFill>
                  <a:schemeClr val="tx1"/>
                </a:solidFill>
                <a:latin typeface="Tahoma" pitchFamily="34" charset="0"/>
              </a:defRPr>
            </a:lvl6pPr>
            <a:lvl7pPr marL="2971800" indent="-228600" eaLnBrk="0" fontAlgn="base" hangingPunct="0">
              <a:spcBef>
                <a:spcPct val="0"/>
              </a:spcBef>
              <a:spcAft>
                <a:spcPct val="0"/>
              </a:spcAft>
              <a:defRPr sz="2400">
                <a:solidFill>
                  <a:schemeClr val="tx1"/>
                </a:solidFill>
                <a:latin typeface="Tahoma" pitchFamily="34" charset="0"/>
              </a:defRPr>
            </a:lvl7pPr>
            <a:lvl8pPr marL="3429000" indent="-228600" eaLnBrk="0" fontAlgn="base" hangingPunct="0">
              <a:spcBef>
                <a:spcPct val="0"/>
              </a:spcBef>
              <a:spcAft>
                <a:spcPct val="0"/>
              </a:spcAft>
              <a:defRPr sz="2400">
                <a:solidFill>
                  <a:schemeClr val="tx1"/>
                </a:solidFill>
                <a:latin typeface="Tahoma" pitchFamily="34" charset="0"/>
              </a:defRPr>
            </a:lvl8pPr>
            <a:lvl9pPr marL="3886200" indent="-228600" eaLnBrk="0" fontAlgn="base" hangingPunct="0">
              <a:spcBef>
                <a:spcPct val="0"/>
              </a:spcBef>
              <a:spcAft>
                <a:spcPct val="0"/>
              </a:spcAft>
              <a:defRPr sz="2400">
                <a:solidFill>
                  <a:schemeClr val="tx1"/>
                </a:solidFill>
                <a:latin typeface="Tahoma" pitchFamily="34" charset="0"/>
              </a:defRPr>
            </a:lvl9pPr>
          </a:lstStyle>
          <a:p>
            <a:pPr algn="r"/>
            <a:endParaRPr lang="en-US" sz="800" b="1">
              <a:latin typeface="Times New Roman" pitchFamily="18" charset="0"/>
            </a:endParaRPr>
          </a:p>
          <a:p>
            <a:pPr algn="r"/>
            <a:endParaRPr lang="en-US" sz="800"/>
          </a:p>
          <a:p>
            <a:pPr algn="r"/>
            <a:endParaRPr lang="en-US" sz="800" b="1"/>
          </a:p>
          <a:p>
            <a:pPr algn="r"/>
            <a:r>
              <a:rPr lang="en-US" sz="800" b="1"/>
              <a:t>© A+ Computer Science  -  www.apluscompsci.com</a:t>
            </a:r>
          </a:p>
        </p:txBody>
      </p:sp>
      <p:sp>
        <p:nvSpPr>
          <p:cNvPr id="43011" name="Text Box 2"/>
          <p:cNvSpPr txBox="1">
            <a:spLocks noChangeArrowheads="1"/>
          </p:cNvSpPr>
          <p:nvPr/>
        </p:nvSpPr>
        <p:spPr bwMode="auto">
          <a:xfrm>
            <a:off x="5410200" y="1828800"/>
            <a:ext cx="2772746" cy="25898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sz="2400">
                <a:solidFill>
                  <a:schemeClr val="tx1"/>
                </a:solidFill>
                <a:latin typeface="Tahoma" pitchFamily="34" charset="0"/>
              </a:defRPr>
            </a:lvl1pPr>
            <a:lvl2pPr marL="742950" indent="-285750">
              <a:defRPr sz="2400">
                <a:solidFill>
                  <a:schemeClr val="tx1"/>
                </a:solidFill>
                <a:latin typeface="Tahoma" pitchFamily="34" charset="0"/>
              </a:defRPr>
            </a:lvl2pPr>
            <a:lvl3pPr marL="1143000" indent="-228600">
              <a:defRPr sz="2400">
                <a:solidFill>
                  <a:schemeClr val="tx1"/>
                </a:solidFill>
                <a:latin typeface="Tahoma" pitchFamily="34" charset="0"/>
              </a:defRPr>
            </a:lvl3pPr>
            <a:lvl4pPr marL="1600200" indent="-228600">
              <a:defRPr sz="2400">
                <a:solidFill>
                  <a:schemeClr val="tx1"/>
                </a:solidFill>
                <a:latin typeface="Tahoma" pitchFamily="34" charset="0"/>
              </a:defRPr>
            </a:lvl4pPr>
            <a:lvl5pPr marL="2057400" indent="-228600">
              <a:defRPr sz="2400">
                <a:solidFill>
                  <a:schemeClr val="tx1"/>
                </a:solidFill>
                <a:latin typeface="Tahoma" pitchFamily="34" charset="0"/>
              </a:defRPr>
            </a:lvl5pPr>
            <a:lvl6pPr marL="2514600" indent="-228600" eaLnBrk="0" fontAlgn="base" hangingPunct="0">
              <a:spcBef>
                <a:spcPct val="0"/>
              </a:spcBef>
              <a:spcAft>
                <a:spcPct val="0"/>
              </a:spcAft>
              <a:defRPr sz="2400">
                <a:solidFill>
                  <a:schemeClr val="tx1"/>
                </a:solidFill>
                <a:latin typeface="Tahoma" pitchFamily="34" charset="0"/>
              </a:defRPr>
            </a:lvl6pPr>
            <a:lvl7pPr marL="2971800" indent="-228600" eaLnBrk="0" fontAlgn="base" hangingPunct="0">
              <a:spcBef>
                <a:spcPct val="0"/>
              </a:spcBef>
              <a:spcAft>
                <a:spcPct val="0"/>
              </a:spcAft>
              <a:defRPr sz="2400">
                <a:solidFill>
                  <a:schemeClr val="tx1"/>
                </a:solidFill>
                <a:latin typeface="Tahoma" pitchFamily="34" charset="0"/>
              </a:defRPr>
            </a:lvl7pPr>
            <a:lvl8pPr marL="3429000" indent="-228600" eaLnBrk="0" fontAlgn="base" hangingPunct="0">
              <a:spcBef>
                <a:spcPct val="0"/>
              </a:spcBef>
              <a:spcAft>
                <a:spcPct val="0"/>
              </a:spcAft>
              <a:defRPr sz="2400">
                <a:solidFill>
                  <a:schemeClr val="tx1"/>
                </a:solidFill>
                <a:latin typeface="Tahoma" pitchFamily="34" charset="0"/>
              </a:defRPr>
            </a:lvl8pPr>
            <a:lvl9pPr marL="3886200" indent="-228600" eaLnBrk="0" fontAlgn="base" hangingPunct="0">
              <a:spcBef>
                <a:spcPct val="0"/>
              </a:spcBef>
              <a:spcAft>
                <a:spcPct val="0"/>
              </a:spcAft>
              <a:defRPr sz="2400">
                <a:solidFill>
                  <a:schemeClr val="tx1"/>
                </a:solidFill>
                <a:latin typeface="Tahoma" pitchFamily="34" charset="0"/>
              </a:defRPr>
            </a:lvl9pPr>
          </a:lstStyle>
          <a:p>
            <a:pPr>
              <a:lnSpc>
                <a:spcPct val="150000"/>
              </a:lnSpc>
              <a:tabLst>
                <a:tab pos="4114800" algn="l"/>
              </a:tabLst>
            </a:pPr>
            <a:r>
              <a:rPr lang="en-US" sz="2800" b="1" dirty="0">
                <a:solidFill>
                  <a:schemeClr val="accent2"/>
                </a:solidFill>
              </a:rPr>
              <a:t>Num leaves:</a:t>
            </a:r>
          </a:p>
          <a:p>
            <a:pPr>
              <a:lnSpc>
                <a:spcPct val="150000"/>
              </a:lnSpc>
              <a:tabLst>
                <a:tab pos="4114800" algn="l"/>
              </a:tabLst>
            </a:pPr>
            <a:r>
              <a:rPr lang="en-US" sz="2800" b="1" dirty="0">
                <a:solidFill>
                  <a:schemeClr val="accent2"/>
                </a:solidFill>
              </a:rPr>
              <a:t>Num parents:</a:t>
            </a:r>
          </a:p>
          <a:p>
            <a:pPr>
              <a:lnSpc>
                <a:spcPct val="150000"/>
              </a:lnSpc>
              <a:tabLst>
                <a:tab pos="4114800" algn="l"/>
              </a:tabLst>
            </a:pPr>
            <a:r>
              <a:rPr lang="en-US" sz="2800" b="1" dirty="0">
                <a:solidFill>
                  <a:schemeClr val="accent2"/>
                </a:solidFill>
              </a:rPr>
              <a:t>Num children:</a:t>
            </a:r>
          </a:p>
          <a:p>
            <a:pPr>
              <a:lnSpc>
                <a:spcPct val="150000"/>
              </a:lnSpc>
              <a:tabLst>
                <a:tab pos="4114800" algn="l"/>
              </a:tabLst>
            </a:pPr>
            <a:r>
              <a:rPr lang="en-US" sz="2800" b="1" dirty="0">
                <a:solidFill>
                  <a:schemeClr val="accent2"/>
                </a:solidFill>
              </a:rPr>
              <a:t>Num nodes: </a:t>
            </a:r>
          </a:p>
        </p:txBody>
      </p:sp>
      <p:sp>
        <p:nvSpPr>
          <p:cNvPr id="3" name="Text Box 2">
            <a:extLst>
              <a:ext uri="{FF2B5EF4-FFF2-40B4-BE49-F238E27FC236}">
                <a16:creationId xmlns:a16="http://schemas.microsoft.com/office/drawing/2014/main" id="{DBE0A095-BF3D-4ADE-65B6-6DE97DF902F2}"/>
              </a:ext>
            </a:extLst>
          </p:cNvPr>
          <p:cNvSpPr txBox="1">
            <a:spLocks noChangeArrowheads="1"/>
          </p:cNvSpPr>
          <p:nvPr/>
        </p:nvSpPr>
        <p:spPr bwMode="auto">
          <a:xfrm>
            <a:off x="8182946" y="1981200"/>
            <a:ext cx="572278"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sz="2400">
                <a:solidFill>
                  <a:schemeClr val="tx1"/>
                </a:solidFill>
                <a:latin typeface="Tahoma" pitchFamily="34" charset="0"/>
              </a:defRPr>
            </a:lvl1pPr>
            <a:lvl2pPr marL="742950" indent="-285750">
              <a:defRPr sz="2400">
                <a:solidFill>
                  <a:schemeClr val="tx1"/>
                </a:solidFill>
                <a:latin typeface="Tahoma" pitchFamily="34" charset="0"/>
              </a:defRPr>
            </a:lvl2pPr>
            <a:lvl3pPr marL="1143000" indent="-228600">
              <a:defRPr sz="2400">
                <a:solidFill>
                  <a:schemeClr val="tx1"/>
                </a:solidFill>
                <a:latin typeface="Tahoma" pitchFamily="34" charset="0"/>
              </a:defRPr>
            </a:lvl3pPr>
            <a:lvl4pPr marL="1600200" indent="-228600">
              <a:defRPr sz="2400">
                <a:solidFill>
                  <a:schemeClr val="tx1"/>
                </a:solidFill>
                <a:latin typeface="Tahoma" pitchFamily="34" charset="0"/>
              </a:defRPr>
            </a:lvl4pPr>
            <a:lvl5pPr marL="2057400" indent="-228600">
              <a:defRPr sz="2400">
                <a:solidFill>
                  <a:schemeClr val="tx1"/>
                </a:solidFill>
                <a:latin typeface="Tahoma" pitchFamily="34" charset="0"/>
              </a:defRPr>
            </a:lvl5pPr>
            <a:lvl6pPr marL="2514600" indent="-228600" eaLnBrk="0" fontAlgn="base" hangingPunct="0">
              <a:spcBef>
                <a:spcPct val="0"/>
              </a:spcBef>
              <a:spcAft>
                <a:spcPct val="0"/>
              </a:spcAft>
              <a:defRPr sz="2400">
                <a:solidFill>
                  <a:schemeClr val="tx1"/>
                </a:solidFill>
                <a:latin typeface="Tahoma" pitchFamily="34" charset="0"/>
              </a:defRPr>
            </a:lvl6pPr>
            <a:lvl7pPr marL="2971800" indent="-228600" eaLnBrk="0" fontAlgn="base" hangingPunct="0">
              <a:spcBef>
                <a:spcPct val="0"/>
              </a:spcBef>
              <a:spcAft>
                <a:spcPct val="0"/>
              </a:spcAft>
              <a:defRPr sz="2400">
                <a:solidFill>
                  <a:schemeClr val="tx1"/>
                </a:solidFill>
                <a:latin typeface="Tahoma" pitchFamily="34" charset="0"/>
              </a:defRPr>
            </a:lvl7pPr>
            <a:lvl8pPr marL="3429000" indent="-228600" eaLnBrk="0" fontAlgn="base" hangingPunct="0">
              <a:spcBef>
                <a:spcPct val="0"/>
              </a:spcBef>
              <a:spcAft>
                <a:spcPct val="0"/>
              </a:spcAft>
              <a:defRPr sz="2400">
                <a:solidFill>
                  <a:schemeClr val="tx1"/>
                </a:solidFill>
                <a:latin typeface="Tahoma" pitchFamily="34" charset="0"/>
              </a:defRPr>
            </a:lvl8pPr>
            <a:lvl9pPr marL="3886200" indent="-228600" eaLnBrk="0" fontAlgn="base" hangingPunct="0">
              <a:spcBef>
                <a:spcPct val="0"/>
              </a:spcBef>
              <a:spcAft>
                <a:spcPct val="0"/>
              </a:spcAft>
              <a:defRPr sz="2400">
                <a:solidFill>
                  <a:schemeClr val="tx1"/>
                </a:solidFill>
                <a:latin typeface="Tahoma" pitchFamily="34" charset="0"/>
              </a:defRPr>
            </a:lvl9pPr>
          </a:lstStyle>
          <a:p>
            <a:pPr>
              <a:tabLst>
                <a:tab pos="4114800" algn="l"/>
              </a:tabLst>
            </a:pPr>
            <a:r>
              <a:rPr lang="en-US" sz="2800" b="1" dirty="0">
                <a:solidFill>
                  <a:schemeClr val="accent2"/>
                </a:solidFill>
              </a:rPr>
              <a:t>4</a:t>
            </a:r>
          </a:p>
        </p:txBody>
      </p:sp>
      <p:sp>
        <p:nvSpPr>
          <p:cNvPr id="4" name="Text Box 2">
            <a:extLst>
              <a:ext uri="{FF2B5EF4-FFF2-40B4-BE49-F238E27FC236}">
                <a16:creationId xmlns:a16="http://schemas.microsoft.com/office/drawing/2014/main" id="{80AE8D4E-1366-14A9-59AA-040F16A9171D}"/>
              </a:ext>
            </a:extLst>
          </p:cNvPr>
          <p:cNvSpPr txBox="1">
            <a:spLocks noChangeArrowheads="1"/>
          </p:cNvSpPr>
          <p:nvPr/>
        </p:nvSpPr>
        <p:spPr bwMode="auto">
          <a:xfrm>
            <a:off x="8182946" y="2619264"/>
            <a:ext cx="572278"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sz="2400">
                <a:solidFill>
                  <a:schemeClr val="tx1"/>
                </a:solidFill>
                <a:latin typeface="Tahoma" pitchFamily="34" charset="0"/>
              </a:defRPr>
            </a:lvl1pPr>
            <a:lvl2pPr marL="742950" indent="-285750">
              <a:defRPr sz="2400">
                <a:solidFill>
                  <a:schemeClr val="tx1"/>
                </a:solidFill>
                <a:latin typeface="Tahoma" pitchFamily="34" charset="0"/>
              </a:defRPr>
            </a:lvl2pPr>
            <a:lvl3pPr marL="1143000" indent="-228600">
              <a:defRPr sz="2400">
                <a:solidFill>
                  <a:schemeClr val="tx1"/>
                </a:solidFill>
                <a:latin typeface="Tahoma" pitchFamily="34" charset="0"/>
              </a:defRPr>
            </a:lvl3pPr>
            <a:lvl4pPr marL="1600200" indent="-228600">
              <a:defRPr sz="2400">
                <a:solidFill>
                  <a:schemeClr val="tx1"/>
                </a:solidFill>
                <a:latin typeface="Tahoma" pitchFamily="34" charset="0"/>
              </a:defRPr>
            </a:lvl4pPr>
            <a:lvl5pPr marL="2057400" indent="-228600">
              <a:defRPr sz="2400">
                <a:solidFill>
                  <a:schemeClr val="tx1"/>
                </a:solidFill>
                <a:latin typeface="Tahoma" pitchFamily="34" charset="0"/>
              </a:defRPr>
            </a:lvl5pPr>
            <a:lvl6pPr marL="2514600" indent="-228600" eaLnBrk="0" fontAlgn="base" hangingPunct="0">
              <a:spcBef>
                <a:spcPct val="0"/>
              </a:spcBef>
              <a:spcAft>
                <a:spcPct val="0"/>
              </a:spcAft>
              <a:defRPr sz="2400">
                <a:solidFill>
                  <a:schemeClr val="tx1"/>
                </a:solidFill>
                <a:latin typeface="Tahoma" pitchFamily="34" charset="0"/>
              </a:defRPr>
            </a:lvl6pPr>
            <a:lvl7pPr marL="2971800" indent="-228600" eaLnBrk="0" fontAlgn="base" hangingPunct="0">
              <a:spcBef>
                <a:spcPct val="0"/>
              </a:spcBef>
              <a:spcAft>
                <a:spcPct val="0"/>
              </a:spcAft>
              <a:defRPr sz="2400">
                <a:solidFill>
                  <a:schemeClr val="tx1"/>
                </a:solidFill>
                <a:latin typeface="Tahoma" pitchFamily="34" charset="0"/>
              </a:defRPr>
            </a:lvl7pPr>
            <a:lvl8pPr marL="3429000" indent="-228600" eaLnBrk="0" fontAlgn="base" hangingPunct="0">
              <a:spcBef>
                <a:spcPct val="0"/>
              </a:spcBef>
              <a:spcAft>
                <a:spcPct val="0"/>
              </a:spcAft>
              <a:defRPr sz="2400">
                <a:solidFill>
                  <a:schemeClr val="tx1"/>
                </a:solidFill>
                <a:latin typeface="Tahoma" pitchFamily="34" charset="0"/>
              </a:defRPr>
            </a:lvl8pPr>
            <a:lvl9pPr marL="3886200" indent="-228600" eaLnBrk="0" fontAlgn="base" hangingPunct="0">
              <a:spcBef>
                <a:spcPct val="0"/>
              </a:spcBef>
              <a:spcAft>
                <a:spcPct val="0"/>
              </a:spcAft>
              <a:defRPr sz="2400">
                <a:solidFill>
                  <a:schemeClr val="tx1"/>
                </a:solidFill>
                <a:latin typeface="Tahoma" pitchFamily="34" charset="0"/>
              </a:defRPr>
            </a:lvl9pPr>
          </a:lstStyle>
          <a:p>
            <a:pPr>
              <a:tabLst>
                <a:tab pos="4114800" algn="l"/>
              </a:tabLst>
            </a:pPr>
            <a:r>
              <a:rPr lang="en-US" sz="2800" b="1" dirty="0">
                <a:solidFill>
                  <a:schemeClr val="accent2"/>
                </a:solidFill>
              </a:rPr>
              <a:t>5</a:t>
            </a:r>
          </a:p>
        </p:txBody>
      </p:sp>
      <p:sp>
        <p:nvSpPr>
          <p:cNvPr id="5" name="Text Box 2">
            <a:extLst>
              <a:ext uri="{FF2B5EF4-FFF2-40B4-BE49-F238E27FC236}">
                <a16:creationId xmlns:a16="http://schemas.microsoft.com/office/drawing/2014/main" id="{170302F7-1BF1-A72A-E175-9280335CD5D4}"/>
              </a:ext>
            </a:extLst>
          </p:cNvPr>
          <p:cNvSpPr txBox="1">
            <a:spLocks noChangeArrowheads="1"/>
          </p:cNvSpPr>
          <p:nvPr/>
        </p:nvSpPr>
        <p:spPr bwMode="auto">
          <a:xfrm>
            <a:off x="8182946" y="3257328"/>
            <a:ext cx="572278"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sz="2400">
                <a:solidFill>
                  <a:schemeClr val="tx1"/>
                </a:solidFill>
                <a:latin typeface="Tahoma" pitchFamily="34" charset="0"/>
              </a:defRPr>
            </a:lvl1pPr>
            <a:lvl2pPr marL="742950" indent="-285750">
              <a:defRPr sz="2400">
                <a:solidFill>
                  <a:schemeClr val="tx1"/>
                </a:solidFill>
                <a:latin typeface="Tahoma" pitchFamily="34" charset="0"/>
              </a:defRPr>
            </a:lvl2pPr>
            <a:lvl3pPr marL="1143000" indent="-228600">
              <a:defRPr sz="2400">
                <a:solidFill>
                  <a:schemeClr val="tx1"/>
                </a:solidFill>
                <a:latin typeface="Tahoma" pitchFamily="34" charset="0"/>
              </a:defRPr>
            </a:lvl3pPr>
            <a:lvl4pPr marL="1600200" indent="-228600">
              <a:defRPr sz="2400">
                <a:solidFill>
                  <a:schemeClr val="tx1"/>
                </a:solidFill>
                <a:latin typeface="Tahoma" pitchFamily="34" charset="0"/>
              </a:defRPr>
            </a:lvl4pPr>
            <a:lvl5pPr marL="2057400" indent="-228600">
              <a:defRPr sz="2400">
                <a:solidFill>
                  <a:schemeClr val="tx1"/>
                </a:solidFill>
                <a:latin typeface="Tahoma" pitchFamily="34" charset="0"/>
              </a:defRPr>
            </a:lvl5pPr>
            <a:lvl6pPr marL="2514600" indent="-228600" eaLnBrk="0" fontAlgn="base" hangingPunct="0">
              <a:spcBef>
                <a:spcPct val="0"/>
              </a:spcBef>
              <a:spcAft>
                <a:spcPct val="0"/>
              </a:spcAft>
              <a:defRPr sz="2400">
                <a:solidFill>
                  <a:schemeClr val="tx1"/>
                </a:solidFill>
                <a:latin typeface="Tahoma" pitchFamily="34" charset="0"/>
              </a:defRPr>
            </a:lvl6pPr>
            <a:lvl7pPr marL="2971800" indent="-228600" eaLnBrk="0" fontAlgn="base" hangingPunct="0">
              <a:spcBef>
                <a:spcPct val="0"/>
              </a:spcBef>
              <a:spcAft>
                <a:spcPct val="0"/>
              </a:spcAft>
              <a:defRPr sz="2400">
                <a:solidFill>
                  <a:schemeClr val="tx1"/>
                </a:solidFill>
                <a:latin typeface="Tahoma" pitchFamily="34" charset="0"/>
              </a:defRPr>
            </a:lvl7pPr>
            <a:lvl8pPr marL="3429000" indent="-228600" eaLnBrk="0" fontAlgn="base" hangingPunct="0">
              <a:spcBef>
                <a:spcPct val="0"/>
              </a:spcBef>
              <a:spcAft>
                <a:spcPct val="0"/>
              </a:spcAft>
              <a:defRPr sz="2400">
                <a:solidFill>
                  <a:schemeClr val="tx1"/>
                </a:solidFill>
                <a:latin typeface="Tahoma" pitchFamily="34" charset="0"/>
              </a:defRPr>
            </a:lvl8pPr>
            <a:lvl9pPr marL="3886200" indent="-228600" eaLnBrk="0" fontAlgn="base" hangingPunct="0">
              <a:spcBef>
                <a:spcPct val="0"/>
              </a:spcBef>
              <a:spcAft>
                <a:spcPct val="0"/>
              </a:spcAft>
              <a:defRPr sz="2400">
                <a:solidFill>
                  <a:schemeClr val="tx1"/>
                </a:solidFill>
                <a:latin typeface="Tahoma" pitchFamily="34" charset="0"/>
              </a:defRPr>
            </a:lvl9pPr>
          </a:lstStyle>
          <a:p>
            <a:pPr>
              <a:tabLst>
                <a:tab pos="4114800" algn="l"/>
              </a:tabLst>
            </a:pPr>
            <a:r>
              <a:rPr lang="en-US" sz="2800" b="1" dirty="0">
                <a:solidFill>
                  <a:schemeClr val="accent2"/>
                </a:solidFill>
              </a:rPr>
              <a:t>8</a:t>
            </a:r>
          </a:p>
        </p:txBody>
      </p:sp>
      <p:sp>
        <p:nvSpPr>
          <p:cNvPr id="6" name="Text Box 2">
            <a:extLst>
              <a:ext uri="{FF2B5EF4-FFF2-40B4-BE49-F238E27FC236}">
                <a16:creationId xmlns:a16="http://schemas.microsoft.com/office/drawing/2014/main" id="{A643120E-C2DA-15CD-69CD-7C21EB12C1DD}"/>
              </a:ext>
            </a:extLst>
          </p:cNvPr>
          <p:cNvSpPr txBox="1">
            <a:spLocks noChangeArrowheads="1"/>
          </p:cNvSpPr>
          <p:nvPr/>
        </p:nvSpPr>
        <p:spPr bwMode="auto">
          <a:xfrm>
            <a:off x="8182946" y="3895392"/>
            <a:ext cx="572278"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sz="2400">
                <a:solidFill>
                  <a:schemeClr val="tx1"/>
                </a:solidFill>
                <a:latin typeface="Tahoma" pitchFamily="34" charset="0"/>
              </a:defRPr>
            </a:lvl1pPr>
            <a:lvl2pPr marL="742950" indent="-285750">
              <a:defRPr sz="2400">
                <a:solidFill>
                  <a:schemeClr val="tx1"/>
                </a:solidFill>
                <a:latin typeface="Tahoma" pitchFamily="34" charset="0"/>
              </a:defRPr>
            </a:lvl2pPr>
            <a:lvl3pPr marL="1143000" indent="-228600">
              <a:defRPr sz="2400">
                <a:solidFill>
                  <a:schemeClr val="tx1"/>
                </a:solidFill>
                <a:latin typeface="Tahoma" pitchFamily="34" charset="0"/>
              </a:defRPr>
            </a:lvl3pPr>
            <a:lvl4pPr marL="1600200" indent="-228600">
              <a:defRPr sz="2400">
                <a:solidFill>
                  <a:schemeClr val="tx1"/>
                </a:solidFill>
                <a:latin typeface="Tahoma" pitchFamily="34" charset="0"/>
              </a:defRPr>
            </a:lvl4pPr>
            <a:lvl5pPr marL="2057400" indent="-228600">
              <a:defRPr sz="2400">
                <a:solidFill>
                  <a:schemeClr val="tx1"/>
                </a:solidFill>
                <a:latin typeface="Tahoma" pitchFamily="34" charset="0"/>
              </a:defRPr>
            </a:lvl5pPr>
            <a:lvl6pPr marL="2514600" indent="-228600" eaLnBrk="0" fontAlgn="base" hangingPunct="0">
              <a:spcBef>
                <a:spcPct val="0"/>
              </a:spcBef>
              <a:spcAft>
                <a:spcPct val="0"/>
              </a:spcAft>
              <a:defRPr sz="2400">
                <a:solidFill>
                  <a:schemeClr val="tx1"/>
                </a:solidFill>
                <a:latin typeface="Tahoma" pitchFamily="34" charset="0"/>
              </a:defRPr>
            </a:lvl6pPr>
            <a:lvl7pPr marL="2971800" indent="-228600" eaLnBrk="0" fontAlgn="base" hangingPunct="0">
              <a:spcBef>
                <a:spcPct val="0"/>
              </a:spcBef>
              <a:spcAft>
                <a:spcPct val="0"/>
              </a:spcAft>
              <a:defRPr sz="2400">
                <a:solidFill>
                  <a:schemeClr val="tx1"/>
                </a:solidFill>
                <a:latin typeface="Tahoma" pitchFamily="34" charset="0"/>
              </a:defRPr>
            </a:lvl7pPr>
            <a:lvl8pPr marL="3429000" indent="-228600" eaLnBrk="0" fontAlgn="base" hangingPunct="0">
              <a:spcBef>
                <a:spcPct val="0"/>
              </a:spcBef>
              <a:spcAft>
                <a:spcPct val="0"/>
              </a:spcAft>
              <a:defRPr sz="2400">
                <a:solidFill>
                  <a:schemeClr val="tx1"/>
                </a:solidFill>
                <a:latin typeface="Tahoma" pitchFamily="34" charset="0"/>
              </a:defRPr>
            </a:lvl8pPr>
            <a:lvl9pPr marL="3886200" indent="-228600" eaLnBrk="0" fontAlgn="base" hangingPunct="0">
              <a:spcBef>
                <a:spcPct val="0"/>
              </a:spcBef>
              <a:spcAft>
                <a:spcPct val="0"/>
              </a:spcAft>
              <a:defRPr sz="2400">
                <a:solidFill>
                  <a:schemeClr val="tx1"/>
                </a:solidFill>
                <a:latin typeface="Tahoma" pitchFamily="34" charset="0"/>
              </a:defRPr>
            </a:lvl9pPr>
          </a:lstStyle>
          <a:p>
            <a:pPr>
              <a:tabLst>
                <a:tab pos="4114800" algn="l"/>
              </a:tabLst>
            </a:pPr>
            <a:r>
              <a:rPr lang="en-US" sz="2800" b="1" dirty="0">
                <a:solidFill>
                  <a:schemeClr val="accent2"/>
                </a:solidFill>
              </a:rPr>
              <a:t>9</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P spid="5" grpId="0"/>
      <p:bldP spid="6"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Footer Placeholder 3"/>
          <p:cNvSpPr>
            <a:spLocks noGrp="1"/>
          </p:cNvSpPr>
          <p:nvPr>
            <p:ph type="ftr" sz="quarter" idx="12"/>
          </p:nvPr>
        </p:nvSpPr>
        <p:spPr>
          <a:noFill/>
        </p:spPr>
        <p:txBody>
          <a:bodyPr/>
          <a:lstStyle>
            <a:lvl1pPr>
              <a:defRPr sz="2400">
                <a:solidFill>
                  <a:schemeClr val="tx1"/>
                </a:solidFill>
                <a:latin typeface="Tahoma" pitchFamily="34" charset="0"/>
              </a:defRPr>
            </a:lvl1pPr>
            <a:lvl2pPr marL="742950" indent="-285750">
              <a:defRPr sz="2400">
                <a:solidFill>
                  <a:schemeClr val="tx1"/>
                </a:solidFill>
                <a:latin typeface="Tahoma" pitchFamily="34" charset="0"/>
              </a:defRPr>
            </a:lvl2pPr>
            <a:lvl3pPr marL="1143000" indent="-228600">
              <a:defRPr sz="2400">
                <a:solidFill>
                  <a:schemeClr val="tx1"/>
                </a:solidFill>
                <a:latin typeface="Tahoma" pitchFamily="34" charset="0"/>
              </a:defRPr>
            </a:lvl3pPr>
            <a:lvl4pPr marL="1600200" indent="-228600">
              <a:defRPr sz="2400">
                <a:solidFill>
                  <a:schemeClr val="tx1"/>
                </a:solidFill>
                <a:latin typeface="Tahoma" pitchFamily="34" charset="0"/>
              </a:defRPr>
            </a:lvl4pPr>
            <a:lvl5pPr marL="2057400" indent="-228600">
              <a:defRPr sz="2400">
                <a:solidFill>
                  <a:schemeClr val="tx1"/>
                </a:solidFill>
                <a:latin typeface="Tahoma" pitchFamily="34" charset="0"/>
              </a:defRPr>
            </a:lvl5pPr>
            <a:lvl6pPr marL="2514600" indent="-228600" eaLnBrk="0" fontAlgn="base" hangingPunct="0">
              <a:spcBef>
                <a:spcPct val="0"/>
              </a:spcBef>
              <a:spcAft>
                <a:spcPct val="0"/>
              </a:spcAft>
              <a:defRPr sz="2400">
                <a:solidFill>
                  <a:schemeClr val="tx1"/>
                </a:solidFill>
                <a:latin typeface="Tahoma" pitchFamily="34" charset="0"/>
              </a:defRPr>
            </a:lvl6pPr>
            <a:lvl7pPr marL="2971800" indent="-228600" eaLnBrk="0" fontAlgn="base" hangingPunct="0">
              <a:spcBef>
                <a:spcPct val="0"/>
              </a:spcBef>
              <a:spcAft>
                <a:spcPct val="0"/>
              </a:spcAft>
              <a:defRPr sz="2400">
                <a:solidFill>
                  <a:schemeClr val="tx1"/>
                </a:solidFill>
                <a:latin typeface="Tahoma" pitchFamily="34" charset="0"/>
              </a:defRPr>
            </a:lvl7pPr>
            <a:lvl8pPr marL="3429000" indent="-228600" eaLnBrk="0" fontAlgn="base" hangingPunct="0">
              <a:spcBef>
                <a:spcPct val="0"/>
              </a:spcBef>
              <a:spcAft>
                <a:spcPct val="0"/>
              </a:spcAft>
              <a:defRPr sz="2400">
                <a:solidFill>
                  <a:schemeClr val="tx1"/>
                </a:solidFill>
                <a:latin typeface="Tahoma" pitchFamily="34" charset="0"/>
              </a:defRPr>
            </a:lvl8pPr>
            <a:lvl9pPr marL="3886200" indent="-228600" eaLnBrk="0" fontAlgn="base" hangingPunct="0">
              <a:spcBef>
                <a:spcPct val="0"/>
              </a:spcBef>
              <a:spcAft>
                <a:spcPct val="0"/>
              </a:spcAft>
              <a:defRPr sz="2400">
                <a:solidFill>
                  <a:schemeClr val="tx1"/>
                </a:solidFill>
                <a:latin typeface="Tahoma" pitchFamily="34" charset="0"/>
              </a:defRPr>
            </a:lvl9pPr>
          </a:lstStyle>
          <a:p>
            <a:endParaRPr lang="en-US" sz="800" b="1">
              <a:latin typeface="Times New Roman" pitchFamily="18" charset="0"/>
            </a:endParaRPr>
          </a:p>
          <a:p>
            <a:endParaRPr lang="en-US" sz="800"/>
          </a:p>
          <a:p>
            <a:endParaRPr lang="en-US" sz="800" b="1"/>
          </a:p>
          <a:p>
            <a:r>
              <a:rPr lang="en-US" sz="800" b="1"/>
              <a:t>© A+ Computer Science  -  www.apluscompsci.com</a:t>
            </a:r>
          </a:p>
        </p:txBody>
      </p:sp>
      <p:sp>
        <p:nvSpPr>
          <p:cNvPr id="41987" name="WordArt 2"/>
          <p:cNvSpPr>
            <a:spLocks noChangeArrowheads="1" noChangeShapeType="1" noTextEdit="1"/>
          </p:cNvSpPr>
          <p:nvPr/>
        </p:nvSpPr>
        <p:spPr bwMode="auto">
          <a:xfrm>
            <a:off x="1752600" y="1371600"/>
            <a:ext cx="5715000" cy="3352800"/>
          </a:xfrm>
          <a:prstGeom prst="rect">
            <a:avLst/>
          </a:prstGeom>
        </p:spPr>
        <p:txBody>
          <a:bodyPr wrap="none" fromWordArt="1">
            <a:prstTxWarp prst="textPlain">
              <a:avLst>
                <a:gd name="adj" fmla="val 50000"/>
              </a:avLst>
            </a:prstTxWarp>
          </a:bodyPr>
          <a:lstStyle/>
          <a:p>
            <a:pPr algn="ctr"/>
            <a:r>
              <a:rPr lang="en-US" sz="3600" kern="10" dirty="0">
                <a:ln w="9525">
                  <a:solidFill>
                    <a:srgbClr val="FFFF99"/>
                  </a:solidFill>
                  <a:round/>
                  <a:headEnd type="none" w="sm" len="sm"/>
                  <a:tailEnd type="none" w="sm" len="sm"/>
                </a:ln>
                <a:solidFill>
                  <a:srgbClr val="0000FF"/>
                </a:solidFill>
                <a:effectLst>
                  <a:outerShdw dist="35921" dir="2700000" algn="ctr" rotWithShape="0">
                    <a:srgbClr val="C0C0C0"/>
                  </a:outerShdw>
                </a:effectLst>
                <a:latin typeface="Impact"/>
              </a:rPr>
              <a:t>Types of</a:t>
            </a:r>
          </a:p>
          <a:p>
            <a:pPr algn="ctr"/>
            <a:r>
              <a:rPr lang="en-US" sz="3600" kern="10" dirty="0">
                <a:ln w="9525">
                  <a:solidFill>
                    <a:srgbClr val="FFFF99"/>
                  </a:solidFill>
                  <a:round/>
                  <a:headEnd type="none" w="sm" len="sm"/>
                  <a:tailEnd type="none" w="sm" len="sm"/>
                </a:ln>
                <a:solidFill>
                  <a:srgbClr val="0000FF"/>
                </a:solidFill>
                <a:effectLst>
                  <a:outerShdw dist="35921" dir="2700000" algn="ctr" rotWithShape="0">
                    <a:srgbClr val="C0C0C0"/>
                  </a:outerShdw>
                </a:effectLst>
                <a:latin typeface="Impact"/>
              </a:rPr>
              <a:t>Binary Trees</a:t>
            </a:r>
          </a:p>
        </p:txBody>
      </p:sp>
    </p:spTree>
    <p:extLst>
      <p:ext uri="{BB962C8B-B14F-4D97-AF65-F5344CB8AC3E}">
        <p14:creationId xmlns:p14="http://schemas.microsoft.com/office/powerpoint/2010/main" val="302890103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Footer Placeholder 3"/>
          <p:cNvSpPr>
            <a:spLocks noGrp="1"/>
          </p:cNvSpPr>
          <p:nvPr>
            <p:ph type="ftr" sz="quarter" idx="12"/>
          </p:nvPr>
        </p:nvSpPr>
        <p:spPr>
          <a:noFill/>
        </p:spPr>
        <p:txBody>
          <a:bodyPr/>
          <a:lstStyle>
            <a:lvl1pPr>
              <a:defRPr sz="2400">
                <a:solidFill>
                  <a:schemeClr val="tx1"/>
                </a:solidFill>
                <a:latin typeface="Tahoma" pitchFamily="34" charset="0"/>
              </a:defRPr>
            </a:lvl1pPr>
            <a:lvl2pPr marL="742950" indent="-285750">
              <a:defRPr sz="2400">
                <a:solidFill>
                  <a:schemeClr val="tx1"/>
                </a:solidFill>
                <a:latin typeface="Tahoma" pitchFamily="34" charset="0"/>
              </a:defRPr>
            </a:lvl2pPr>
            <a:lvl3pPr marL="1143000" indent="-228600">
              <a:defRPr sz="2400">
                <a:solidFill>
                  <a:schemeClr val="tx1"/>
                </a:solidFill>
                <a:latin typeface="Tahoma" pitchFamily="34" charset="0"/>
              </a:defRPr>
            </a:lvl3pPr>
            <a:lvl4pPr marL="1600200" indent="-228600">
              <a:defRPr sz="2400">
                <a:solidFill>
                  <a:schemeClr val="tx1"/>
                </a:solidFill>
                <a:latin typeface="Tahoma" pitchFamily="34" charset="0"/>
              </a:defRPr>
            </a:lvl4pPr>
            <a:lvl5pPr marL="2057400" indent="-228600">
              <a:defRPr sz="2400">
                <a:solidFill>
                  <a:schemeClr val="tx1"/>
                </a:solidFill>
                <a:latin typeface="Tahoma" pitchFamily="34" charset="0"/>
              </a:defRPr>
            </a:lvl5pPr>
            <a:lvl6pPr marL="2514600" indent="-228600" eaLnBrk="0" fontAlgn="base" hangingPunct="0">
              <a:spcBef>
                <a:spcPct val="0"/>
              </a:spcBef>
              <a:spcAft>
                <a:spcPct val="0"/>
              </a:spcAft>
              <a:defRPr sz="2400">
                <a:solidFill>
                  <a:schemeClr val="tx1"/>
                </a:solidFill>
                <a:latin typeface="Tahoma" pitchFamily="34" charset="0"/>
              </a:defRPr>
            </a:lvl6pPr>
            <a:lvl7pPr marL="2971800" indent="-228600" eaLnBrk="0" fontAlgn="base" hangingPunct="0">
              <a:spcBef>
                <a:spcPct val="0"/>
              </a:spcBef>
              <a:spcAft>
                <a:spcPct val="0"/>
              </a:spcAft>
              <a:defRPr sz="2400">
                <a:solidFill>
                  <a:schemeClr val="tx1"/>
                </a:solidFill>
                <a:latin typeface="Tahoma" pitchFamily="34" charset="0"/>
              </a:defRPr>
            </a:lvl7pPr>
            <a:lvl8pPr marL="3429000" indent="-228600" eaLnBrk="0" fontAlgn="base" hangingPunct="0">
              <a:spcBef>
                <a:spcPct val="0"/>
              </a:spcBef>
              <a:spcAft>
                <a:spcPct val="0"/>
              </a:spcAft>
              <a:defRPr sz="2400">
                <a:solidFill>
                  <a:schemeClr val="tx1"/>
                </a:solidFill>
                <a:latin typeface="Tahoma" pitchFamily="34" charset="0"/>
              </a:defRPr>
            </a:lvl8pPr>
            <a:lvl9pPr marL="3886200" indent="-228600" eaLnBrk="0" fontAlgn="base" hangingPunct="0">
              <a:spcBef>
                <a:spcPct val="0"/>
              </a:spcBef>
              <a:spcAft>
                <a:spcPct val="0"/>
              </a:spcAft>
              <a:defRPr sz="2400">
                <a:solidFill>
                  <a:schemeClr val="tx1"/>
                </a:solidFill>
                <a:latin typeface="Tahoma" pitchFamily="34" charset="0"/>
              </a:defRPr>
            </a:lvl9pPr>
          </a:lstStyle>
          <a:p>
            <a:endParaRPr lang="en-US" sz="800" b="1">
              <a:latin typeface="Times New Roman" pitchFamily="18" charset="0"/>
            </a:endParaRPr>
          </a:p>
          <a:p>
            <a:endParaRPr lang="en-US" sz="800"/>
          </a:p>
          <a:p>
            <a:endParaRPr lang="en-US" sz="800" b="1"/>
          </a:p>
          <a:p>
            <a:r>
              <a:rPr lang="en-US" sz="800" b="1"/>
              <a:t>© A+ Computer Science  -  www.apluscompsci.com</a:t>
            </a:r>
          </a:p>
        </p:txBody>
      </p:sp>
      <p:sp>
        <p:nvSpPr>
          <p:cNvPr id="47108" name="Text Box 3"/>
          <p:cNvSpPr txBox="1">
            <a:spLocks noChangeArrowheads="1"/>
          </p:cNvSpPr>
          <p:nvPr/>
        </p:nvSpPr>
        <p:spPr bwMode="auto">
          <a:xfrm>
            <a:off x="564502" y="1694769"/>
            <a:ext cx="8001000" cy="440120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sz="2400">
                <a:solidFill>
                  <a:schemeClr val="tx1"/>
                </a:solidFill>
                <a:latin typeface="Tahoma" pitchFamily="34" charset="0"/>
              </a:defRPr>
            </a:lvl1pPr>
            <a:lvl2pPr marL="742950" indent="-285750">
              <a:defRPr sz="2400">
                <a:solidFill>
                  <a:schemeClr val="tx1"/>
                </a:solidFill>
                <a:latin typeface="Tahoma" pitchFamily="34" charset="0"/>
              </a:defRPr>
            </a:lvl2pPr>
            <a:lvl3pPr marL="1143000" indent="-228600">
              <a:defRPr sz="2400">
                <a:solidFill>
                  <a:schemeClr val="tx1"/>
                </a:solidFill>
                <a:latin typeface="Tahoma" pitchFamily="34" charset="0"/>
              </a:defRPr>
            </a:lvl3pPr>
            <a:lvl4pPr marL="1600200" indent="-228600">
              <a:defRPr sz="2400">
                <a:solidFill>
                  <a:schemeClr val="tx1"/>
                </a:solidFill>
                <a:latin typeface="Tahoma" pitchFamily="34" charset="0"/>
              </a:defRPr>
            </a:lvl4pPr>
            <a:lvl5pPr marL="2057400" indent="-228600">
              <a:defRPr sz="2400">
                <a:solidFill>
                  <a:schemeClr val="tx1"/>
                </a:solidFill>
                <a:latin typeface="Tahoma" pitchFamily="34" charset="0"/>
              </a:defRPr>
            </a:lvl5pPr>
            <a:lvl6pPr marL="2514600" indent="-228600" eaLnBrk="0" fontAlgn="base" hangingPunct="0">
              <a:spcBef>
                <a:spcPct val="0"/>
              </a:spcBef>
              <a:spcAft>
                <a:spcPct val="0"/>
              </a:spcAft>
              <a:defRPr sz="2400">
                <a:solidFill>
                  <a:schemeClr val="tx1"/>
                </a:solidFill>
                <a:latin typeface="Tahoma" pitchFamily="34" charset="0"/>
              </a:defRPr>
            </a:lvl6pPr>
            <a:lvl7pPr marL="2971800" indent="-228600" eaLnBrk="0" fontAlgn="base" hangingPunct="0">
              <a:spcBef>
                <a:spcPct val="0"/>
              </a:spcBef>
              <a:spcAft>
                <a:spcPct val="0"/>
              </a:spcAft>
              <a:defRPr sz="2400">
                <a:solidFill>
                  <a:schemeClr val="tx1"/>
                </a:solidFill>
                <a:latin typeface="Tahoma" pitchFamily="34" charset="0"/>
              </a:defRPr>
            </a:lvl7pPr>
            <a:lvl8pPr marL="3429000" indent="-228600" eaLnBrk="0" fontAlgn="base" hangingPunct="0">
              <a:spcBef>
                <a:spcPct val="0"/>
              </a:spcBef>
              <a:spcAft>
                <a:spcPct val="0"/>
              </a:spcAft>
              <a:defRPr sz="2400">
                <a:solidFill>
                  <a:schemeClr val="tx1"/>
                </a:solidFill>
                <a:latin typeface="Tahoma" pitchFamily="34" charset="0"/>
              </a:defRPr>
            </a:lvl8pPr>
            <a:lvl9pPr marL="3886200" indent="-228600" eaLnBrk="0" fontAlgn="base" hangingPunct="0">
              <a:spcBef>
                <a:spcPct val="0"/>
              </a:spcBef>
              <a:spcAft>
                <a:spcPct val="0"/>
              </a:spcAft>
              <a:defRPr sz="2400">
                <a:solidFill>
                  <a:schemeClr val="tx1"/>
                </a:solidFill>
                <a:latin typeface="Tahoma" pitchFamily="34" charset="0"/>
              </a:defRPr>
            </a:lvl9pPr>
          </a:lstStyle>
          <a:p>
            <a:r>
              <a:rPr lang="en-US" sz="2800" b="1" dirty="0"/>
              <a:t>A </a:t>
            </a:r>
            <a:r>
              <a:rPr lang="en-US" sz="2800" b="1" u="sng" dirty="0"/>
              <a:t>node</a:t>
            </a:r>
            <a:r>
              <a:rPr lang="en-US" sz="2800" b="1" dirty="0"/>
              <a:t> is full if it has two children.</a:t>
            </a:r>
          </a:p>
          <a:p>
            <a:endParaRPr lang="en-US" sz="2800" b="1" dirty="0"/>
          </a:p>
          <a:p>
            <a:r>
              <a:rPr lang="en-US" sz="2800" b="1" dirty="0"/>
              <a:t>A </a:t>
            </a:r>
            <a:r>
              <a:rPr lang="en-US" sz="2800" b="1" u="sng" dirty="0"/>
              <a:t>level</a:t>
            </a:r>
            <a:r>
              <a:rPr lang="en-US" sz="2800" b="1" dirty="0"/>
              <a:t> is full if it contains its full capacity of nodes. </a:t>
            </a:r>
          </a:p>
          <a:p>
            <a:endParaRPr lang="en-US" sz="2800" b="1" dirty="0"/>
          </a:p>
          <a:p>
            <a:endParaRPr lang="en-US" sz="2800" b="1" dirty="0"/>
          </a:p>
          <a:p>
            <a:endParaRPr lang="en-US" sz="2800" b="1" dirty="0"/>
          </a:p>
          <a:p>
            <a:endParaRPr lang="en-US" sz="2800" b="1" dirty="0"/>
          </a:p>
          <a:p>
            <a:pPr algn="ctr"/>
            <a:r>
              <a:rPr lang="en-US" sz="2800" b="1" dirty="0"/>
              <a:t>The first two </a:t>
            </a:r>
            <a:r>
              <a:rPr lang="en-US" sz="2800" b="1" u="sng" dirty="0"/>
              <a:t>rows</a:t>
            </a:r>
            <a:r>
              <a:rPr lang="en-US" sz="2800" b="1" dirty="0"/>
              <a:t> of this tree are full.</a:t>
            </a:r>
          </a:p>
          <a:p>
            <a:pPr algn="ctr"/>
            <a:r>
              <a:rPr lang="en-US" sz="2800" b="1" dirty="0"/>
              <a:t>The only </a:t>
            </a:r>
            <a:r>
              <a:rPr lang="en-US" sz="2800" b="1" u="sng" dirty="0"/>
              <a:t>node</a:t>
            </a:r>
            <a:r>
              <a:rPr lang="en-US" sz="2800" b="1" dirty="0"/>
              <a:t> considered full is the root.</a:t>
            </a:r>
          </a:p>
        </p:txBody>
      </p:sp>
      <p:grpSp>
        <p:nvGrpSpPr>
          <p:cNvPr id="2" name="Group 1" descr="Binary tree with four unlabeled nodes in three levels:&#10;&#10;- The first two levels are full, meaning they have as many nodes as they could, namely one and then two. The sole node in the third level is the left child of the right child of the root.&#10;Note that the third level has room for four node.&#10;"/>
          <p:cNvGrpSpPr/>
          <p:nvPr/>
        </p:nvGrpSpPr>
        <p:grpSpPr>
          <a:xfrm>
            <a:off x="2895600" y="3352800"/>
            <a:ext cx="2743200" cy="1676400"/>
            <a:chOff x="2895600" y="3352800"/>
            <a:chExt cx="2743200" cy="1676400"/>
          </a:xfrm>
        </p:grpSpPr>
        <p:sp>
          <p:nvSpPr>
            <p:cNvPr id="15" name="Oval 5"/>
            <p:cNvSpPr>
              <a:spLocks noChangeArrowheads="1"/>
            </p:cNvSpPr>
            <p:nvPr/>
          </p:nvSpPr>
          <p:spPr bwMode="auto">
            <a:xfrm>
              <a:off x="3962400" y="3352800"/>
              <a:ext cx="533400" cy="457200"/>
            </a:xfrm>
            <a:prstGeom prst="ellipse">
              <a:avLst/>
            </a:prstGeom>
            <a:solidFill>
              <a:schemeClr val="accent1"/>
            </a:solidFill>
            <a:ln w="1270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6" name="Oval 8"/>
            <p:cNvSpPr>
              <a:spLocks noChangeArrowheads="1"/>
            </p:cNvSpPr>
            <p:nvPr/>
          </p:nvSpPr>
          <p:spPr bwMode="auto">
            <a:xfrm>
              <a:off x="2895600" y="3962400"/>
              <a:ext cx="533400" cy="457200"/>
            </a:xfrm>
            <a:prstGeom prst="ellipse">
              <a:avLst/>
            </a:prstGeom>
            <a:solidFill>
              <a:schemeClr val="accent1"/>
            </a:solidFill>
            <a:ln w="1270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9" name="Oval 11"/>
            <p:cNvSpPr>
              <a:spLocks noChangeArrowheads="1"/>
            </p:cNvSpPr>
            <p:nvPr/>
          </p:nvSpPr>
          <p:spPr bwMode="auto">
            <a:xfrm>
              <a:off x="5105400" y="3962400"/>
              <a:ext cx="533400" cy="457200"/>
            </a:xfrm>
            <a:prstGeom prst="ellipse">
              <a:avLst/>
            </a:prstGeom>
            <a:solidFill>
              <a:schemeClr val="accent1"/>
            </a:solidFill>
            <a:ln w="1270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0" name="Oval 12"/>
            <p:cNvSpPr>
              <a:spLocks noChangeArrowheads="1"/>
            </p:cNvSpPr>
            <p:nvPr/>
          </p:nvSpPr>
          <p:spPr bwMode="auto">
            <a:xfrm>
              <a:off x="4495800" y="4572000"/>
              <a:ext cx="533400" cy="457200"/>
            </a:xfrm>
            <a:prstGeom prst="ellipse">
              <a:avLst/>
            </a:prstGeom>
            <a:solidFill>
              <a:schemeClr val="accent1"/>
            </a:solidFill>
            <a:ln w="1270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cxnSp>
          <p:nvCxnSpPr>
            <p:cNvPr id="21" name="Straight Connector 20"/>
            <p:cNvCxnSpPr>
              <a:stCxn id="15" idx="3"/>
              <a:endCxn id="16" idx="7"/>
            </p:cNvCxnSpPr>
            <p:nvPr/>
          </p:nvCxnSpPr>
          <p:spPr bwMode="auto">
            <a:xfrm flipH="1">
              <a:off x="3350885" y="3743045"/>
              <a:ext cx="689630" cy="286310"/>
            </a:xfrm>
            <a:prstGeom prst="line">
              <a:avLst/>
            </a:prstGeom>
            <a:solidFill>
              <a:schemeClr val="accent1"/>
            </a:solidFill>
            <a:ln w="12700" cap="flat" cmpd="sng" algn="ctr">
              <a:solidFill>
                <a:schemeClr val="tx1"/>
              </a:solidFill>
              <a:prstDash val="solid"/>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2" name="Straight Connector 21"/>
            <p:cNvCxnSpPr>
              <a:stCxn id="15" idx="5"/>
              <a:endCxn id="19" idx="1"/>
            </p:cNvCxnSpPr>
            <p:nvPr/>
          </p:nvCxnSpPr>
          <p:spPr bwMode="auto">
            <a:xfrm>
              <a:off x="4417685" y="3743045"/>
              <a:ext cx="765830" cy="286310"/>
            </a:xfrm>
            <a:prstGeom prst="line">
              <a:avLst/>
            </a:prstGeom>
            <a:solidFill>
              <a:schemeClr val="accent1"/>
            </a:solidFill>
            <a:ln w="12700" cap="flat" cmpd="sng" algn="ctr">
              <a:solidFill>
                <a:schemeClr val="tx1"/>
              </a:solidFill>
              <a:prstDash val="solid"/>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3" name="Straight Connector 22"/>
            <p:cNvCxnSpPr>
              <a:stCxn id="20" idx="7"/>
              <a:endCxn id="19" idx="3"/>
            </p:cNvCxnSpPr>
            <p:nvPr/>
          </p:nvCxnSpPr>
          <p:spPr bwMode="auto">
            <a:xfrm flipV="1">
              <a:off x="4951085" y="4352645"/>
              <a:ext cx="232430" cy="286310"/>
            </a:xfrm>
            <a:prstGeom prst="line">
              <a:avLst/>
            </a:prstGeom>
            <a:solidFill>
              <a:schemeClr val="accent1"/>
            </a:solidFill>
            <a:ln w="12700" cap="flat" cmpd="sng" algn="ctr">
              <a:solidFill>
                <a:schemeClr val="tx1"/>
              </a:solidFill>
              <a:prstDash val="solid"/>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grpSp>
      <p:sp>
        <p:nvSpPr>
          <p:cNvPr id="3" name="TextBox 2">
            <a:extLst>
              <a:ext uri="{FF2B5EF4-FFF2-40B4-BE49-F238E27FC236}">
                <a16:creationId xmlns:a16="http://schemas.microsoft.com/office/drawing/2014/main" id="{34D13DDE-52FB-49C6-61DF-B2DA174F58A2}"/>
              </a:ext>
            </a:extLst>
          </p:cNvPr>
          <p:cNvSpPr txBox="1"/>
          <p:nvPr/>
        </p:nvSpPr>
        <p:spPr>
          <a:xfrm>
            <a:off x="1369456" y="295870"/>
            <a:ext cx="6098144" cy="923330"/>
          </a:xfrm>
          <a:prstGeom prst="rect">
            <a:avLst/>
          </a:prstGeom>
          <a:noFill/>
        </p:spPr>
        <p:txBody>
          <a:bodyPr wrap="none" rtlCol="0">
            <a:spAutoFit/>
          </a:bodyPr>
          <a:lstStyle/>
          <a:p>
            <a:r>
              <a:rPr lang="en-US" sz="5400" b="1" dirty="0">
                <a:solidFill>
                  <a:srgbClr val="0000CC"/>
                </a:solidFill>
                <a:latin typeface="Sitka Small" panose="02000505000000020004" pitchFamily="2" charset="0"/>
              </a:rPr>
              <a:t>Senses of “Full”</a:t>
            </a:r>
          </a:p>
        </p:txBody>
      </p:sp>
    </p:spTree>
    <p:extLst>
      <p:ext uri="{BB962C8B-B14F-4D97-AF65-F5344CB8AC3E}">
        <p14:creationId xmlns:p14="http://schemas.microsoft.com/office/powerpoint/2010/main" val="159161673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Footer Placeholder 3"/>
          <p:cNvSpPr>
            <a:spLocks noGrp="1"/>
          </p:cNvSpPr>
          <p:nvPr>
            <p:ph type="ftr" sz="quarter" idx="12"/>
          </p:nvPr>
        </p:nvSpPr>
        <p:spPr>
          <a:noFill/>
        </p:spPr>
        <p:txBody>
          <a:bodyPr/>
          <a:lstStyle>
            <a:lvl1pPr>
              <a:defRPr sz="2400">
                <a:solidFill>
                  <a:schemeClr val="tx1"/>
                </a:solidFill>
                <a:latin typeface="Tahoma" pitchFamily="34" charset="0"/>
              </a:defRPr>
            </a:lvl1pPr>
            <a:lvl2pPr marL="742950" indent="-285750">
              <a:defRPr sz="2400">
                <a:solidFill>
                  <a:schemeClr val="tx1"/>
                </a:solidFill>
                <a:latin typeface="Tahoma" pitchFamily="34" charset="0"/>
              </a:defRPr>
            </a:lvl2pPr>
            <a:lvl3pPr marL="1143000" indent="-228600">
              <a:defRPr sz="2400">
                <a:solidFill>
                  <a:schemeClr val="tx1"/>
                </a:solidFill>
                <a:latin typeface="Tahoma" pitchFamily="34" charset="0"/>
              </a:defRPr>
            </a:lvl3pPr>
            <a:lvl4pPr marL="1600200" indent="-228600">
              <a:defRPr sz="2400">
                <a:solidFill>
                  <a:schemeClr val="tx1"/>
                </a:solidFill>
                <a:latin typeface="Tahoma" pitchFamily="34" charset="0"/>
              </a:defRPr>
            </a:lvl4pPr>
            <a:lvl5pPr marL="2057400" indent="-228600">
              <a:defRPr sz="2400">
                <a:solidFill>
                  <a:schemeClr val="tx1"/>
                </a:solidFill>
                <a:latin typeface="Tahoma" pitchFamily="34" charset="0"/>
              </a:defRPr>
            </a:lvl5pPr>
            <a:lvl6pPr marL="2514600" indent="-228600" eaLnBrk="0" fontAlgn="base" hangingPunct="0">
              <a:spcBef>
                <a:spcPct val="0"/>
              </a:spcBef>
              <a:spcAft>
                <a:spcPct val="0"/>
              </a:spcAft>
              <a:defRPr sz="2400">
                <a:solidFill>
                  <a:schemeClr val="tx1"/>
                </a:solidFill>
                <a:latin typeface="Tahoma" pitchFamily="34" charset="0"/>
              </a:defRPr>
            </a:lvl6pPr>
            <a:lvl7pPr marL="2971800" indent="-228600" eaLnBrk="0" fontAlgn="base" hangingPunct="0">
              <a:spcBef>
                <a:spcPct val="0"/>
              </a:spcBef>
              <a:spcAft>
                <a:spcPct val="0"/>
              </a:spcAft>
              <a:defRPr sz="2400">
                <a:solidFill>
                  <a:schemeClr val="tx1"/>
                </a:solidFill>
                <a:latin typeface="Tahoma" pitchFamily="34" charset="0"/>
              </a:defRPr>
            </a:lvl7pPr>
            <a:lvl8pPr marL="3429000" indent="-228600" eaLnBrk="0" fontAlgn="base" hangingPunct="0">
              <a:spcBef>
                <a:spcPct val="0"/>
              </a:spcBef>
              <a:spcAft>
                <a:spcPct val="0"/>
              </a:spcAft>
              <a:defRPr sz="2400">
                <a:solidFill>
                  <a:schemeClr val="tx1"/>
                </a:solidFill>
                <a:latin typeface="Tahoma" pitchFamily="34" charset="0"/>
              </a:defRPr>
            </a:lvl8pPr>
            <a:lvl9pPr marL="3886200" indent="-228600" eaLnBrk="0" fontAlgn="base" hangingPunct="0">
              <a:spcBef>
                <a:spcPct val="0"/>
              </a:spcBef>
              <a:spcAft>
                <a:spcPct val="0"/>
              </a:spcAft>
              <a:defRPr sz="2400">
                <a:solidFill>
                  <a:schemeClr val="tx1"/>
                </a:solidFill>
                <a:latin typeface="Tahoma" pitchFamily="34" charset="0"/>
              </a:defRPr>
            </a:lvl9pPr>
          </a:lstStyle>
          <a:p>
            <a:endParaRPr lang="en-US" sz="800" b="1">
              <a:latin typeface="Times New Roman" pitchFamily="18" charset="0"/>
            </a:endParaRPr>
          </a:p>
          <a:p>
            <a:endParaRPr lang="en-US" sz="800"/>
          </a:p>
          <a:p>
            <a:endParaRPr lang="en-US" sz="800" b="1"/>
          </a:p>
          <a:p>
            <a:r>
              <a:rPr lang="en-US" sz="800" b="1"/>
              <a:t>© A+ Computer Science  -  www.apluscompsci.com</a:t>
            </a:r>
          </a:p>
        </p:txBody>
      </p:sp>
      <p:sp>
        <p:nvSpPr>
          <p:cNvPr id="48131" name="Text Box 3"/>
          <p:cNvSpPr txBox="1">
            <a:spLocks noChangeArrowheads="1"/>
          </p:cNvSpPr>
          <p:nvPr/>
        </p:nvSpPr>
        <p:spPr bwMode="auto">
          <a:xfrm>
            <a:off x="685801" y="1905000"/>
            <a:ext cx="7924800" cy="138499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sz="2400">
                <a:solidFill>
                  <a:schemeClr val="tx1"/>
                </a:solidFill>
                <a:latin typeface="Tahoma" pitchFamily="34" charset="0"/>
              </a:defRPr>
            </a:lvl1pPr>
            <a:lvl2pPr marL="742950" indent="-285750">
              <a:defRPr sz="2400">
                <a:solidFill>
                  <a:schemeClr val="tx1"/>
                </a:solidFill>
                <a:latin typeface="Tahoma" pitchFamily="34" charset="0"/>
              </a:defRPr>
            </a:lvl2pPr>
            <a:lvl3pPr marL="1143000" indent="-228600">
              <a:defRPr sz="2400">
                <a:solidFill>
                  <a:schemeClr val="tx1"/>
                </a:solidFill>
                <a:latin typeface="Tahoma" pitchFamily="34" charset="0"/>
              </a:defRPr>
            </a:lvl3pPr>
            <a:lvl4pPr marL="1600200" indent="-228600">
              <a:defRPr sz="2400">
                <a:solidFill>
                  <a:schemeClr val="tx1"/>
                </a:solidFill>
                <a:latin typeface="Tahoma" pitchFamily="34" charset="0"/>
              </a:defRPr>
            </a:lvl4pPr>
            <a:lvl5pPr marL="2057400" indent="-228600">
              <a:defRPr sz="2400">
                <a:solidFill>
                  <a:schemeClr val="tx1"/>
                </a:solidFill>
                <a:latin typeface="Tahoma" pitchFamily="34" charset="0"/>
              </a:defRPr>
            </a:lvl5pPr>
            <a:lvl6pPr marL="2514600" indent="-228600" eaLnBrk="0" fontAlgn="base" hangingPunct="0">
              <a:spcBef>
                <a:spcPct val="0"/>
              </a:spcBef>
              <a:spcAft>
                <a:spcPct val="0"/>
              </a:spcAft>
              <a:defRPr sz="2400">
                <a:solidFill>
                  <a:schemeClr val="tx1"/>
                </a:solidFill>
                <a:latin typeface="Tahoma" pitchFamily="34" charset="0"/>
              </a:defRPr>
            </a:lvl6pPr>
            <a:lvl7pPr marL="2971800" indent="-228600" eaLnBrk="0" fontAlgn="base" hangingPunct="0">
              <a:spcBef>
                <a:spcPct val="0"/>
              </a:spcBef>
              <a:spcAft>
                <a:spcPct val="0"/>
              </a:spcAft>
              <a:defRPr sz="2400">
                <a:solidFill>
                  <a:schemeClr val="tx1"/>
                </a:solidFill>
                <a:latin typeface="Tahoma" pitchFamily="34" charset="0"/>
              </a:defRPr>
            </a:lvl7pPr>
            <a:lvl8pPr marL="3429000" indent="-228600" eaLnBrk="0" fontAlgn="base" hangingPunct="0">
              <a:spcBef>
                <a:spcPct val="0"/>
              </a:spcBef>
              <a:spcAft>
                <a:spcPct val="0"/>
              </a:spcAft>
              <a:defRPr sz="2400">
                <a:solidFill>
                  <a:schemeClr val="tx1"/>
                </a:solidFill>
                <a:latin typeface="Tahoma" pitchFamily="34" charset="0"/>
              </a:defRPr>
            </a:lvl8pPr>
            <a:lvl9pPr marL="3886200" indent="-228600" eaLnBrk="0" fontAlgn="base" hangingPunct="0">
              <a:spcBef>
                <a:spcPct val="0"/>
              </a:spcBef>
              <a:spcAft>
                <a:spcPct val="0"/>
              </a:spcAft>
              <a:defRPr sz="2400">
                <a:solidFill>
                  <a:schemeClr val="tx1"/>
                </a:solidFill>
                <a:latin typeface="Tahoma" pitchFamily="34" charset="0"/>
              </a:defRPr>
            </a:lvl9pPr>
          </a:lstStyle>
          <a:p>
            <a:r>
              <a:rPr lang="en-US" sz="2800" b="1" dirty="0"/>
              <a:t>In a complete tree, every level above the bottom level is filled.   The bottom level has all nodes shifted as far left as possible.</a:t>
            </a:r>
          </a:p>
        </p:txBody>
      </p:sp>
      <p:sp>
        <p:nvSpPr>
          <p:cNvPr id="48132" name="WordArt 4"/>
          <p:cNvSpPr>
            <a:spLocks noChangeArrowheads="1" noChangeShapeType="1" noTextEdit="1"/>
          </p:cNvSpPr>
          <p:nvPr/>
        </p:nvSpPr>
        <p:spPr bwMode="auto">
          <a:xfrm>
            <a:off x="1219200" y="685800"/>
            <a:ext cx="6172200" cy="914400"/>
          </a:xfrm>
          <a:prstGeom prst="rect">
            <a:avLst/>
          </a:prstGeom>
        </p:spPr>
        <p:txBody>
          <a:bodyPr wrap="none" fromWordArt="1">
            <a:prstTxWarp prst="textPlain">
              <a:avLst>
                <a:gd name="adj" fmla="val 50000"/>
              </a:avLst>
            </a:prstTxWarp>
          </a:bodyPr>
          <a:lstStyle/>
          <a:p>
            <a:pPr algn="ctr"/>
            <a:r>
              <a:rPr lang="en-US" sz="3600" kern="10">
                <a:ln w="12700">
                  <a:solidFill>
                    <a:srgbClr val="EAEAEA"/>
                  </a:solidFill>
                  <a:round/>
                  <a:headEnd type="none" w="sm" len="sm"/>
                  <a:tailEnd type="none" w="sm" len="sm"/>
                </a:ln>
                <a:gradFill rotWithShape="1">
                  <a:gsLst>
                    <a:gs pos="0">
                      <a:srgbClr val="A603AB"/>
                    </a:gs>
                    <a:gs pos="12000">
                      <a:srgbClr val="E81766"/>
                    </a:gs>
                    <a:gs pos="27000">
                      <a:srgbClr val="EE3F17"/>
                    </a:gs>
                    <a:gs pos="48000">
                      <a:srgbClr val="FFFF00"/>
                    </a:gs>
                    <a:gs pos="64999">
                      <a:srgbClr val="1A8D48"/>
                    </a:gs>
                    <a:gs pos="78999">
                      <a:srgbClr val="0819FB"/>
                    </a:gs>
                    <a:gs pos="100000">
                      <a:srgbClr val="A603AB"/>
                    </a:gs>
                  </a:gsLst>
                  <a:lin ang="0" scaled="1"/>
                </a:gradFill>
                <a:effectLst>
                  <a:outerShdw dist="35921" dir="2700000" sy="50000" kx="2115830" algn="bl" rotWithShape="0">
                    <a:srgbClr val="C0C0C0">
                      <a:alpha val="79999"/>
                    </a:srgbClr>
                  </a:outerShdw>
                </a:effectLst>
                <a:latin typeface="Arial Black"/>
              </a:rPr>
              <a:t>A Complete Tree</a:t>
            </a:r>
          </a:p>
        </p:txBody>
      </p:sp>
      <p:grpSp>
        <p:nvGrpSpPr>
          <p:cNvPr id="2" name="Group 1" descr="This is the same tree as before, except the left child of the root has two children now instead of being a leaf.&#10;So the first two levels are full as before, but now the third level has a node in the first three spots and only the fourth spot is empty.&#10;">
            <a:extLst>
              <a:ext uri="{FF2B5EF4-FFF2-40B4-BE49-F238E27FC236}">
                <a16:creationId xmlns:a16="http://schemas.microsoft.com/office/drawing/2014/main" id="{2679FB2A-C584-4C9A-8152-25B7A8BFBB2A}"/>
              </a:ext>
            </a:extLst>
          </p:cNvPr>
          <p:cNvGrpSpPr/>
          <p:nvPr/>
        </p:nvGrpSpPr>
        <p:grpSpPr>
          <a:xfrm>
            <a:off x="2209800" y="3657600"/>
            <a:ext cx="3429000" cy="1676400"/>
            <a:chOff x="2209800" y="3657600"/>
            <a:chExt cx="3429000" cy="1676400"/>
          </a:xfrm>
        </p:grpSpPr>
        <p:sp>
          <p:nvSpPr>
            <p:cNvPr id="48133" name="Oval 5"/>
            <p:cNvSpPr>
              <a:spLocks noChangeArrowheads="1"/>
            </p:cNvSpPr>
            <p:nvPr/>
          </p:nvSpPr>
          <p:spPr bwMode="auto">
            <a:xfrm>
              <a:off x="3962400" y="3657600"/>
              <a:ext cx="533400" cy="457200"/>
            </a:xfrm>
            <a:prstGeom prst="ellipse">
              <a:avLst/>
            </a:prstGeom>
            <a:solidFill>
              <a:schemeClr val="accent1"/>
            </a:solidFill>
            <a:ln w="1270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8134" name="Oval 8"/>
            <p:cNvSpPr>
              <a:spLocks noChangeArrowheads="1"/>
            </p:cNvSpPr>
            <p:nvPr/>
          </p:nvSpPr>
          <p:spPr bwMode="auto">
            <a:xfrm>
              <a:off x="2895600" y="4267200"/>
              <a:ext cx="533400" cy="457200"/>
            </a:xfrm>
            <a:prstGeom prst="ellipse">
              <a:avLst/>
            </a:prstGeom>
            <a:solidFill>
              <a:schemeClr val="accent1"/>
            </a:solidFill>
            <a:ln w="1270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8135" name="Oval 9"/>
            <p:cNvSpPr>
              <a:spLocks noChangeArrowheads="1"/>
            </p:cNvSpPr>
            <p:nvPr/>
          </p:nvSpPr>
          <p:spPr bwMode="auto">
            <a:xfrm>
              <a:off x="2209800" y="4876800"/>
              <a:ext cx="533400" cy="457200"/>
            </a:xfrm>
            <a:prstGeom prst="ellipse">
              <a:avLst/>
            </a:prstGeom>
            <a:solidFill>
              <a:schemeClr val="accent1"/>
            </a:solidFill>
            <a:ln w="1270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8136" name="Oval 10"/>
            <p:cNvSpPr>
              <a:spLocks noChangeArrowheads="1"/>
            </p:cNvSpPr>
            <p:nvPr/>
          </p:nvSpPr>
          <p:spPr bwMode="auto">
            <a:xfrm>
              <a:off x="3581400" y="4876800"/>
              <a:ext cx="533400" cy="457200"/>
            </a:xfrm>
            <a:prstGeom prst="ellipse">
              <a:avLst/>
            </a:prstGeom>
            <a:solidFill>
              <a:schemeClr val="accent1"/>
            </a:solidFill>
            <a:ln w="1270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8137" name="Oval 11"/>
            <p:cNvSpPr>
              <a:spLocks noChangeArrowheads="1"/>
            </p:cNvSpPr>
            <p:nvPr/>
          </p:nvSpPr>
          <p:spPr bwMode="auto">
            <a:xfrm>
              <a:off x="5105400" y="4267200"/>
              <a:ext cx="533400" cy="457200"/>
            </a:xfrm>
            <a:prstGeom prst="ellipse">
              <a:avLst/>
            </a:prstGeom>
            <a:solidFill>
              <a:schemeClr val="accent1"/>
            </a:solidFill>
            <a:ln w="1270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8138" name="Oval 12"/>
            <p:cNvSpPr>
              <a:spLocks noChangeArrowheads="1"/>
            </p:cNvSpPr>
            <p:nvPr/>
          </p:nvSpPr>
          <p:spPr bwMode="auto">
            <a:xfrm>
              <a:off x="4419600" y="4876800"/>
              <a:ext cx="533400" cy="457200"/>
            </a:xfrm>
            <a:prstGeom prst="ellipse">
              <a:avLst/>
            </a:prstGeom>
            <a:solidFill>
              <a:schemeClr val="accent1"/>
            </a:solidFill>
            <a:ln w="1270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cxnSp>
          <p:nvCxnSpPr>
            <p:cNvPr id="3" name="Straight Connector 2"/>
            <p:cNvCxnSpPr>
              <a:stCxn id="48133" idx="3"/>
              <a:endCxn id="48134" idx="7"/>
            </p:cNvCxnSpPr>
            <p:nvPr/>
          </p:nvCxnSpPr>
          <p:spPr bwMode="auto">
            <a:xfrm flipH="1">
              <a:off x="3350885" y="4047845"/>
              <a:ext cx="689630" cy="286310"/>
            </a:xfrm>
            <a:prstGeom prst="line">
              <a:avLst/>
            </a:prstGeom>
            <a:solidFill>
              <a:schemeClr val="accent1"/>
            </a:solidFill>
            <a:ln w="12700" cap="flat" cmpd="sng" algn="ctr">
              <a:solidFill>
                <a:schemeClr val="tx1"/>
              </a:solidFill>
              <a:prstDash val="solid"/>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4" name="Straight Connector 13"/>
            <p:cNvCxnSpPr>
              <a:stCxn id="48133" idx="5"/>
              <a:endCxn id="48137" idx="1"/>
            </p:cNvCxnSpPr>
            <p:nvPr/>
          </p:nvCxnSpPr>
          <p:spPr bwMode="auto">
            <a:xfrm>
              <a:off x="4417685" y="4047845"/>
              <a:ext cx="765830" cy="286310"/>
            </a:xfrm>
            <a:prstGeom prst="line">
              <a:avLst/>
            </a:prstGeom>
            <a:solidFill>
              <a:schemeClr val="accent1"/>
            </a:solidFill>
            <a:ln w="12700" cap="flat" cmpd="sng" algn="ctr">
              <a:solidFill>
                <a:schemeClr val="tx1"/>
              </a:solidFill>
              <a:prstDash val="solid"/>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7" name="Straight Connector 16"/>
            <p:cNvCxnSpPr>
              <a:stCxn id="48138" idx="7"/>
              <a:endCxn id="48137" idx="3"/>
            </p:cNvCxnSpPr>
            <p:nvPr/>
          </p:nvCxnSpPr>
          <p:spPr bwMode="auto">
            <a:xfrm flipV="1">
              <a:off x="4874885" y="4657445"/>
              <a:ext cx="308630" cy="286310"/>
            </a:xfrm>
            <a:prstGeom prst="line">
              <a:avLst/>
            </a:prstGeom>
            <a:solidFill>
              <a:schemeClr val="accent1"/>
            </a:solidFill>
            <a:ln w="12700" cap="flat" cmpd="sng" algn="ctr">
              <a:solidFill>
                <a:schemeClr val="tx1"/>
              </a:solidFill>
              <a:prstDash val="solid"/>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4" name="Straight Connector 23"/>
            <p:cNvCxnSpPr>
              <a:stCxn id="48136" idx="1"/>
              <a:endCxn id="48134" idx="5"/>
            </p:cNvCxnSpPr>
            <p:nvPr/>
          </p:nvCxnSpPr>
          <p:spPr bwMode="auto">
            <a:xfrm flipH="1" flipV="1">
              <a:off x="3350885" y="4657445"/>
              <a:ext cx="308630" cy="286310"/>
            </a:xfrm>
            <a:prstGeom prst="line">
              <a:avLst/>
            </a:prstGeom>
            <a:solidFill>
              <a:schemeClr val="accent1"/>
            </a:solidFill>
            <a:ln w="12700" cap="flat" cmpd="sng" algn="ctr">
              <a:solidFill>
                <a:schemeClr val="tx1"/>
              </a:solidFill>
              <a:prstDash val="solid"/>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7" name="Straight Connector 26"/>
            <p:cNvCxnSpPr>
              <a:stCxn id="48135" idx="7"/>
              <a:endCxn id="48134" idx="3"/>
            </p:cNvCxnSpPr>
            <p:nvPr/>
          </p:nvCxnSpPr>
          <p:spPr bwMode="auto">
            <a:xfrm flipV="1">
              <a:off x="2665085" y="4657445"/>
              <a:ext cx="308630" cy="286310"/>
            </a:xfrm>
            <a:prstGeom prst="line">
              <a:avLst/>
            </a:prstGeom>
            <a:solidFill>
              <a:schemeClr val="accent1"/>
            </a:solidFill>
            <a:ln w="12700" cap="flat" cmpd="sng" algn="ctr">
              <a:solidFill>
                <a:schemeClr val="tx1"/>
              </a:solidFill>
              <a:prstDash val="solid"/>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gr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7" name="WordArt 2" descr="Narrow vertical"/>
          <p:cNvSpPr>
            <a:spLocks noChangeArrowheads="1" noChangeShapeType="1" noTextEdit="1"/>
          </p:cNvSpPr>
          <p:nvPr/>
        </p:nvSpPr>
        <p:spPr bwMode="auto">
          <a:xfrm>
            <a:off x="685800" y="0"/>
            <a:ext cx="7581001" cy="1828800"/>
          </a:xfrm>
          <a:prstGeom prst="rect">
            <a:avLst/>
          </a:prstGeom>
        </p:spPr>
        <p:txBody>
          <a:bodyPr wrap="none" fromWordArt="1">
            <a:prstTxWarp prst="textCurveUp">
              <a:avLst>
                <a:gd name="adj" fmla="val 40356"/>
              </a:avLst>
            </a:prstTxWarp>
          </a:bodyPr>
          <a:lstStyle/>
          <a:p>
            <a:pPr algn="ctr"/>
            <a:r>
              <a:rPr lang="en-US" sz="3600" kern="10" dirty="0">
                <a:ln w="12700">
                  <a:solidFill>
                    <a:srgbClr val="000000"/>
                  </a:solidFill>
                  <a:round/>
                  <a:headEnd type="none" w="sm" len="sm"/>
                  <a:tailEnd type="none" w="sm" len="sm"/>
                </a:ln>
                <a:pattFill prst="dashHorz">
                  <a:fgClr>
                    <a:srgbClr val="808080"/>
                  </a:fgClr>
                  <a:bgClr>
                    <a:srgbClr val="FFFF00"/>
                  </a:bgClr>
                </a:pattFill>
                <a:effectLst>
                  <a:outerShdw dist="45791" dir="2021404" algn="ctr" rotWithShape="0">
                    <a:srgbClr val="808080"/>
                  </a:outerShdw>
                </a:effectLst>
                <a:latin typeface="Arial Black"/>
              </a:rPr>
              <a:t>A Perfect</a:t>
            </a:r>
          </a:p>
          <a:p>
            <a:pPr algn="ctr"/>
            <a:r>
              <a:rPr lang="en-US" sz="3600" kern="10" dirty="0">
                <a:ln w="12700">
                  <a:solidFill>
                    <a:srgbClr val="000000"/>
                  </a:solidFill>
                  <a:round/>
                  <a:headEnd type="none" w="sm" len="sm"/>
                  <a:tailEnd type="none" w="sm" len="sm"/>
                </a:ln>
                <a:pattFill prst="dashHorz">
                  <a:fgClr>
                    <a:srgbClr val="808080"/>
                  </a:fgClr>
                  <a:bgClr>
                    <a:srgbClr val="FFFF00"/>
                  </a:bgClr>
                </a:pattFill>
                <a:effectLst>
                  <a:outerShdw dist="45791" dir="2021404" algn="ctr" rotWithShape="0">
                    <a:srgbClr val="808080"/>
                  </a:outerShdw>
                </a:effectLst>
                <a:latin typeface="Arial Black"/>
              </a:rPr>
              <a:t>BINARY TREE</a:t>
            </a:r>
          </a:p>
        </p:txBody>
      </p:sp>
      <p:sp>
        <p:nvSpPr>
          <p:cNvPr id="47108" name="Text Box 3"/>
          <p:cNvSpPr txBox="1">
            <a:spLocks noChangeArrowheads="1"/>
          </p:cNvSpPr>
          <p:nvPr/>
        </p:nvSpPr>
        <p:spPr bwMode="auto">
          <a:xfrm>
            <a:off x="608584" y="2551093"/>
            <a:ext cx="8305800" cy="9541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sz="2400">
                <a:solidFill>
                  <a:schemeClr val="tx1"/>
                </a:solidFill>
                <a:latin typeface="Tahoma" pitchFamily="34" charset="0"/>
              </a:defRPr>
            </a:lvl1pPr>
            <a:lvl2pPr marL="742950" indent="-285750">
              <a:defRPr sz="2400">
                <a:solidFill>
                  <a:schemeClr val="tx1"/>
                </a:solidFill>
                <a:latin typeface="Tahoma" pitchFamily="34" charset="0"/>
              </a:defRPr>
            </a:lvl2pPr>
            <a:lvl3pPr marL="1143000" indent="-228600">
              <a:defRPr sz="2400">
                <a:solidFill>
                  <a:schemeClr val="tx1"/>
                </a:solidFill>
                <a:latin typeface="Tahoma" pitchFamily="34" charset="0"/>
              </a:defRPr>
            </a:lvl3pPr>
            <a:lvl4pPr marL="1600200" indent="-228600">
              <a:defRPr sz="2400">
                <a:solidFill>
                  <a:schemeClr val="tx1"/>
                </a:solidFill>
                <a:latin typeface="Tahoma" pitchFamily="34" charset="0"/>
              </a:defRPr>
            </a:lvl4pPr>
            <a:lvl5pPr marL="2057400" indent="-228600">
              <a:defRPr sz="2400">
                <a:solidFill>
                  <a:schemeClr val="tx1"/>
                </a:solidFill>
                <a:latin typeface="Tahoma" pitchFamily="34" charset="0"/>
              </a:defRPr>
            </a:lvl5pPr>
            <a:lvl6pPr marL="2514600" indent="-228600" eaLnBrk="0" fontAlgn="base" hangingPunct="0">
              <a:spcBef>
                <a:spcPct val="0"/>
              </a:spcBef>
              <a:spcAft>
                <a:spcPct val="0"/>
              </a:spcAft>
              <a:defRPr sz="2400">
                <a:solidFill>
                  <a:schemeClr val="tx1"/>
                </a:solidFill>
                <a:latin typeface="Tahoma" pitchFamily="34" charset="0"/>
              </a:defRPr>
            </a:lvl6pPr>
            <a:lvl7pPr marL="2971800" indent="-228600" eaLnBrk="0" fontAlgn="base" hangingPunct="0">
              <a:spcBef>
                <a:spcPct val="0"/>
              </a:spcBef>
              <a:spcAft>
                <a:spcPct val="0"/>
              </a:spcAft>
              <a:defRPr sz="2400">
                <a:solidFill>
                  <a:schemeClr val="tx1"/>
                </a:solidFill>
                <a:latin typeface="Tahoma" pitchFamily="34" charset="0"/>
              </a:defRPr>
            </a:lvl7pPr>
            <a:lvl8pPr marL="3429000" indent="-228600" eaLnBrk="0" fontAlgn="base" hangingPunct="0">
              <a:spcBef>
                <a:spcPct val="0"/>
              </a:spcBef>
              <a:spcAft>
                <a:spcPct val="0"/>
              </a:spcAft>
              <a:defRPr sz="2400">
                <a:solidFill>
                  <a:schemeClr val="tx1"/>
                </a:solidFill>
                <a:latin typeface="Tahoma" pitchFamily="34" charset="0"/>
              </a:defRPr>
            </a:lvl8pPr>
            <a:lvl9pPr marL="3886200" indent="-228600" eaLnBrk="0" fontAlgn="base" hangingPunct="0">
              <a:spcBef>
                <a:spcPct val="0"/>
              </a:spcBef>
              <a:spcAft>
                <a:spcPct val="0"/>
              </a:spcAft>
              <a:defRPr sz="2400">
                <a:solidFill>
                  <a:schemeClr val="tx1"/>
                </a:solidFill>
                <a:latin typeface="Tahoma" pitchFamily="34" charset="0"/>
              </a:defRPr>
            </a:lvl9pPr>
          </a:lstStyle>
          <a:p>
            <a:r>
              <a:rPr lang="en-US" sz="2800" b="1" dirty="0"/>
              <a:t>A </a:t>
            </a:r>
            <a:r>
              <a:rPr lang="en-US" sz="2800" b="1" dirty="0">
                <a:solidFill>
                  <a:srgbClr val="0000CC"/>
                </a:solidFill>
              </a:rPr>
              <a:t>perfect</a:t>
            </a:r>
            <a:r>
              <a:rPr lang="en-US" sz="2800" b="1" dirty="0"/>
              <a:t> binary tree is a complete binary tree with the last level also filled completely.   </a:t>
            </a:r>
          </a:p>
        </p:txBody>
      </p:sp>
      <p:grpSp>
        <p:nvGrpSpPr>
          <p:cNvPr id="2" name="Group 1" descr="This is the same tree as the previous two slides, except now all three levels are full, meaning the rows stores as many as they possibly could:&#10;1 node in the first row, 2 nodes in the second row, and 4 nodes in the 3rd row.&#10;">
            <a:extLst>
              <a:ext uri="{FF2B5EF4-FFF2-40B4-BE49-F238E27FC236}">
                <a16:creationId xmlns:a16="http://schemas.microsoft.com/office/drawing/2014/main" id="{25761353-90C2-1B36-DBB3-95C4AD846CFC}"/>
              </a:ext>
            </a:extLst>
          </p:cNvPr>
          <p:cNvGrpSpPr/>
          <p:nvPr/>
        </p:nvGrpSpPr>
        <p:grpSpPr>
          <a:xfrm>
            <a:off x="2551684" y="4267200"/>
            <a:ext cx="4062047" cy="1676400"/>
            <a:chOff x="2551684" y="4267200"/>
            <a:chExt cx="4062047" cy="1676400"/>
          </a:xfrm>
        </p:grpSpPr>
        <p:sp>
          <p:nvSpPr>
            <p:cNvPr id="19" name="Oval 5"/>
            <p:cNvSpPr>
              <a:spLocks noChangeArrowheads="1"/>
            </p:cNvSpPr>
            <p:nvPr/>
          </p:nvSpPr>
          <p:spPr bwMode="auto">
            <a:xfrm>
              <a:off x="4267200" y="4267200"/>
              <a:ext cx="533400" cy="457200"/>
            </a:xfrm>
            <a:prstGeom prst="ellipse">
              <a:avLst/>
            </a:prstGeom>
            <a:solidFill>
              <a:schemeClr val="accent1"/>
            </a:solidFill>
            <a:ln w="1270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0" name="Oval 8"/>
            <p:cNvSpPr>
              <a:spLocks noChangeArrowheads="1"/>
            </p:cNvSpPr>
            <p:nvPr/>
          </p:nvSpPr>
          <p:spPr bwMode="auto">
            <a:xfrm>
              <a:off x="3237484" y="4876800"/>
              <a:ext cx="533400" cy="457200"/>
            </a:xfrm>
            <a:prstGeom prst="ellipse">
              <a:avLst/>
            </a:prstGeom>
            <a:solidFill>
              <a:schemeClr val="accent1"/>
            </a:solidFill>
            <a:ln w="1270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1" name="Oval 9"/>
            <p:cNvSpPr>
              <a:spLocks noChangeArrowheads="1"/>
            </p:cNvSpPr>
            <p:nvPr/>
          </p:nvSpPr>
          <p:spPr bwMode="auto">
            <a:xfrm>
              <a:off x="2551684" y="5486400"/>
              <a:ext cx="533400" cy="457200"/>
            </a:xfrm>
            <a:prstGeom prst="ellipse">
              <a:avLst/>
            </a:prstGeom>
            <a:solidFill>
              <a:schemeClr val="accent1"/>
            </a:solidFill>
            <a:ln w="1270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2" name="Oval 10"/>
            <p:cNvSpPr>
              <a:spLocks noChangeArrowheads="1"/>
            </p:cNvSpPr>
            <p:nvPr/>
          </p:nvSpPr>
          <p:spPr bwMode="auto">
            <a:xfrm>
              <a:off x="3923284" y="5486400"/>
              <a:ext cx="533400" cy="457200"/>
            </a:xfrm>
            <a:prstGeom prst="ellipse">
              <a:avLst/>
            </a:prstGeom>
            <a:solidFill>
              <a:schemeClr val="accent1"/>
            </a:solidFill>
            <a:ln w="1270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3" name="Oval 11"/>
            <p:cNvSpPr>
              <a:spLocks noChangeArrowheads="1"/>
            </p:cNvSpPr>
            <p:nvPr/>
          </p:nvSpPr>
          <p:spPr bwMode="auto">
            <a:xfrm>
              <a:off x="5410200" y="4876800"/>
              <a:ext cx="533400" cy="457200"/>
            </a:xfrm>
            <a:prstGeom prst="ellipse">
              <a:avLst/>
            </a:prstGeom>
            <a:solidFill>
              <a:schemeClr val="accent1"/>
            </a:solidFill>
            <a:ln w="1270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4" name="Oval 12"/>
            <p:cNvSpPr>
              <a:spLocks noChangeArrowheads="1"/>
            </p:cNvSpPr>
            <p:nvPr/>
          </p:nvSpPr>
          <p:spPr bwMode="auto">
            <a:xfrm>
              <a:off x="4761484" y="5486400"/>
              <a:ext cx="533400" cy="457200"/>
            </a:xfrm>
            <a:prstGeom prst="ellipse">
              <a:avLst/>
            </a:prstGeom>
            <a:solidFill>
              <a:schemeClr val="accent1"/>
            </a:solidFill>
            <a:ln w="1270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cxnSp>
          <p:nvCxnSpPr>
            <p:cNvPr id="25" name="Straight Connector 24"/>
            <p:cNvCxnSpPr>
              <a:stCxn id="19" idx="3"/>
              <a:endCxn id="20" idx="7"/>
            </p:cNvCxnSpPr>
            <p:nvPr/>
          </p:nvCxnSpPr>
          <p:spPr bwMode="auto">
            <a:xfrm flipH="1">
              <a:off x="3692769" y="4657445"/>
              <a:ext cx="652546" cy="286310"/>
            </a:xfrm>
            <a:prstGeom prst="line">
              <a:avLst/>
            </a:prstGeom>
            <a:solidFill>
              <a:schemeClr val="accent1"/>
            </a:solidFill>
            <a:ln w="12700" cap="flat" cmpd="sng" algn="ctr">
              <a:solidFill>
                <a:schemeClr val="tx1"/>
              </a:solidFill>
              <a:prstDash val="solid"/>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6" name="Straight Connector 25"/>
            <p:cNvCxnSpPr>
              <a:stCxn id="19" idx="5"/>
              <a:endCxn id="23" idx="1"/>
            </p:cNvCxnSpPr>
            <p:nvPr/>
          </p:nvCxnSpPr>
          <p:spPr bwMode="auto">
            <a:xfrm>
              <a:off x="4722485" y="4657445"/>
              <a:ext cx="765830" cy="286310"/>
            </a:xfrm>
            <a:prstGeom prst="line">
              <a:avLst/>
            </a:prstGeom>
            <a:solidFill>
              <a:schemeClr val="accent1"/>
            </a:solidFill>
            <a:ln w="12700" cap="flat" cmpd="sng" algn="ctr">
              <a:solidFill>
                <a:schemeClr val="tx1"/>
              </a:solidFill>
              <a:prstDash val="solid"/>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7" name="Straight Connector 26"/>
            <p:cNvCxnSpPr>
              <a:stCxn id="24" idx="7"/>
              <a:endCxn id="23" idx="3"/>
            </p:cNvCxnSpPr>
            <p:nvPr/>
          </p:nvCxnSpPr>
          <p:spPr bwMode="auto">
            <a:xfrm flipV="1">
              <a:off x="5216769" y="5267045"/>
              <a:ext cx="271546" cy="286310"/>
            </a:xfrm>
            <a:prstGeom prst="line">
              <a:avLst/>
            </a:prstGeom>
            <a:solidFill>
              <a:schemeClr val="accent1"/>
            </a:solidFill>
            <a:ln w="12700" cap="flat" cmpd="sng" algn="ctr">
              <a:solidFill>
                <a:schemeClr val="tx1"/>
              </a:solidFill>
              <a:prstDash val="solid"/>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8" name="Straight Connector 27"/>
            <p:cNvCxnSpPr>
              <a:stCxn id="22" idx="1"/>
              <a:endCxn id="20" idx="5"/>
            </p:cNvCxnSpPr>
            <p:nvPr/>
          </p:nvCxnSpPr>
          <p:spPr bwMode="auto">
            <a:xfrm flipH="1" flipV="1">
              <a:off x="3692769" y="5267045"/>
              <a:ext cx="308630" cy="286310"/>
            </a:xfrm>
            <a:prstGeom prst="line">
              <a:avLst/>
            </a:prstGeom>
            <a:solidFill>
              <a:schemeClr val="accent1"/>
            </a:solidFill>
            <a:ln w="12700" cap="flat" cmpd="sng" algn="ctr">
              <a:solidFill>
                <a:schemeClr val="tx1"/>
              </a:solidFill>
              <a:prstDash val="solid"/>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9" name="Straight Connector 28"/>
            <p:cNvCxnSpPr>
              <a:stCxn id="21" idx="7"/>
              <a:endCxn id="20" idx="3"/>
            </p:cNvCxnSpPr>
            <p:nvPr/>
          </p:nvCxnSpPr>
          <p:spPr bwMode="auto">
            <a:xfrm flipV="1">
              <a:off x="3006969" y="5267045"/>
              <a:ext cx="308630" cy="286310"/>
            </a:xfrm>
            <a:prstGeom prst="line">
              <a:avLst/>
            </a:prstGeom>
            <a:solidFill>
              <a:schemeClr val="accent1"/>
            </a:solidFill>
            <a:ln w="12700" cap="flat" cmpd="sng" algn="ctr">
              <a:solidFill>
                <a:schemeClr val="tx1"/>
              </a:solidFill>
              <a:prstDash val="solid"/>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30" name="Oval 12"/>
            <p:cNvSpPr>
              <a:spLocks noChangeArrowheads="1"/>
            </p:cNvSpPr>
            <p:nvPr/>
          </p:nvSpPr>
          <p:spPr bwMode="auto">
            <a:xfrm>
              <a:off x="6080331" y="5486400"/>
              <a:ext cx="533400" cy="457200"/>
            </a:xfrm>
            <a:prstGeom prst="ellipse">
              <a:avLst/>
            </a:prstGeom>
            <a:solidFill>
              <a:schemeClr val="accent1"/>
            </a:solidFill>
            <a:ln w="1270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cxnSp>
          <p:nvCxnSpPr>
            <p:cNvPr id="31" name="Straight Connector 30"/>
            <p:cNvCxnSpPr>
              <a:stCxn id="30" idx="1"/>
              <a:endCxn id="23" idx="5"/>
            </p:cNvCxnSpPr>
            <p:nvPr/>
          </p:nvCxnSpPr>
          <p:spPr bwMode="auto">
            <a:xfrm flipH="1" flipV="1">
              <a:off x="5865485" y="5267045"/>
              <a:ext cx="292961" cy="286310"/>
            </a:xfrm>
            <a:prstGeom prst="line">
              <a:avLst/>
            </a:prstGeom>
            <a:solidFill>
              <a:schemeClr val="accent1"/>
            </a:solidFill>
            <a:ln w="12700" cap="flat" cmpd="sng" algn="ctr">
              <a:solidFill>
                <a:schemeClr val="tx1"/>
              </a:solidFill>
              <a:prstDash val="solid"/>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grpSp>
    </p:spTree>
    <p:extLst>
      <p:ext uri="{BB962C8B-B14F-4D97-AF65-F5344CB8AC3E}">
        <p14:creationId xmlns:p14="http://schemas.microsoft.com/office/powerpoint/2010/main" val="311769074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Footer Placeholder 3"/>
          <p:cNvSpPr>
            <a:spLocks noGrp="1"/>
          </p:cNvSpPr>
          <p:nvPr>
            <p:ph type="ftr" sz="quarter" idx="12"/>
          </p:nvPr>
        </p:nvSpPr>
        <p:spPr>
          <a:noFill/>
        </p:spPr>
        <p:txBody>
          <a:bodyPr/>
          <a:lstStyle>
            <a:lvl1pPr>
              <a:defRPr sz="2400">
                <a:solidFill>
                  <a:schemeClr val="tx1"/>
                </a:solidFill>
                <a:latin typeface="Tahoma" pitchFamily="34" charset="0"/>
              </a:defRPr>
            </a:lvl1pPr>
            <a:lvl2pPr marL="742950" indent="-285750">
              <a:defRPr sz="2400">
                <a:solidFill>
                  <a:schemeClr val="tx1"/>
                </a:solidFill>
                <a:latin typeface="Tahoma" pitchFamily="34" charset="0"/>
              </a:defRPr>
            </a:lvl2pPr>
            <a:lvl3pPr marL="1143000" indent="-228600">
              <a:defRPr sz="2400">
                <a:solidFill>
                  <a:schemeClr val="tx1"/>
                </a:solidFill>
                <a:latin typeface="Tahoma" pitchFamily="34" charset="0"/>
              </a:defRPr>
            </a:lvl3pPr>
            <a:lvl4pPr marL="1600200" indent="-228600">
              <a:defRPr sz="2400">
                <a:solidFill>
                  <a:schemeClr val="tx1"/>
                </a:solidFill>
                <a:latin typeface="Tahoma" pitchFamily="34" charset="0"/>
              </a:defRPr>
            </a:lvl4pPr>
            <a:lvl5pPr marL="2057400" indent="-228600">
              <a:defRPr sz="2400">
                <a:solidFill>
                  <a:schemeClr val="tx1"/>
                </a:solidFill>
                <a:latin typeface="Tahoma" pitchFamily="34" charset="0"/>
              </a:defRPr>
            </a:lvl5pPr>
            <a:lvl6pPr marL="2514600" indent="-228600" eaLnBrk="0" fontAlgn="base" hangingPunct="0">
              <a:spcBef>
                <a:spcPct val="0"/>
              </a:spcBef>
              <a:spcAft>
                <a:spcPct val="0"/>
              </a:spcAft>
              <a:defRPr sz="2400">
                <a:solidFill>
                  <a:schemeClr val="tx1"/>
                </a:solidFill>
                <a:latin typeface="Tahoma" pitchFamily="34" charset="0"/>
              </a:defRPr>
            </a:lvl6pPr>
            <a:lvl7pPr marL="2971800" indent="-228600" eaLnBrk="0" fontAlgn="base" hangingPunct="0">
              <a:spcBef>
                <a:spcPct val="0"/>
              </a:spcBef>
              <a:spcAft>
                <a:spcPct val="0"/>
              </a:spcAft>
              <a:defRPr sz="2400">
                <a:solidFill>
                  <a:schemeClr val="tx1"/>
                </a:solidFill>
                <a:latin typeface="Tahoma" pitchFamily="34" charset="0"/>
              </a:defRPr>
            </a:lvl7pPr>
            <a:lvl8pPr marL="3429000" indent="-228600" eaLnBrk="0" fontAlgn="base" hangingPunct="0">
              <a:spcBef>
                <a:spcPct val="0"/>
              </a:spcBef>
              <a:spcAft>
                <a:spcPct val="0"/>
              </a:spcAft>
              <a:defRPr sz="2400">
                <a:solidFill>
                  <a:schemeClr val="tx1"/>
                </a:solidFill>
                <a:latin typeface="Tahoma" pitchFamily="34" charset="0"/>
              </a:defRPr>
            </a:lvl8pPr>
            <a:lvl9pPr marL="3886200" indent="-228600" eaLnBrk="0" fontAlgn="base" hangingPunct="0">
              <a:spcBef>
                <a:spcPct val="0"/>
              </a:spcBef>
              <a:spcAft>
                <a:spcPct val="0"/>
              </a:spcAft>
              <a:defRPr sz="2400">
                <a:solidFill>
                  <a:schemeClr val="tx1"/>
                </a:solidFill>
                <a:latin typeface="Tahoma" pitchFamily="34" charset="0"/>
              </a:defRPr>
            </a:lvl9pPr>
          </a:lstStyle>
          <a:p>
            <a:endParaRPr lang="en-US" sz="800" b="1">
              <a:latin typeface="Times New Roman" pitchFamily="18" charset="0"/>
            </a:endParaRPr>
          </a:p>
          <a:p>
            <a:endParaRPr lang="en-US" sz="800"/>
          </a:p>
          <a:p>
            <a:endParaRPr lang="en-US" sz="800" b="1"/>
          </a:p>
          <a:p>
            <a:r>
              <a:rPr lang="en-US" sz="800" b="1"/>
              <a:t>© A+ Computer Science  -  www.apluscompsci.com</a:t>
            </a:r>
          </a:p>
        </p:txBody>
      </p:sp>
      <p:sp>
        <p:nvSpPr>
          <p:cNvPr id="47107" name="WordArt 2" descr="Narrow vertical"/>
          <p:cNvSpPr>
            <a:spLocks noChangeArrowheads="1" noChangeShapeType="1" noTextEdit="1"/>
          </p:cNvSpPr>
          <p:nvPr/>
        </p:nvSpPr>
        <p:spPr bwMode="auto">
          <a:xfrm>
            <a:off x="1295400" y="0"/>
            <a:ext cx="6324600" cy="1828800"/>
          </a:xfrm>
          <a:prstGeom prst="rect">
            <a:avLst/>
          </a:prstGeom>
          <a:ln>
            <a:noFill/>
          </a:ln>
        </p:spPr>
        <p:style>
          <a:lnRef idx="2">
            <a:schemeClr val="accent1"/>
          </a:lnRef>
          <a:fillRef idx="1">
            <a:schemeClr val="lt1"/>
          </a:fillRef>
          <a:effectRef idx="0">
            <a:schemeClr val="accent1"/>
          </a:effectRef>
          <a:fontRef idx="minor">
            <a:schemeClr val="dk1"/>
          </a:fontRef>
        </p:style>
        <p:txBody>
          <a:bodyPr wrap="none" fromWordArt="1">
            <a:prstTxWarp prst="textCurveUp">
              <a:avLst>
                <a:gd name="adj" fmla="val 35897"/>
              </a:avLst>
            </a:prstTxWarp>
          </a:bodyPr>
          <a:lstStyle/>
          <a:p>
            <a:pPr algn="ctr"/>
            <a:r>
              <a:rPr lang="en-US" sz="3600" kern="10" dirty="0">
                <a:ln w="12700">
                  <a:solidFill>
                    <a:srgbClr val="000000"/>
                  </a:solidFill>
                  <a:round/>
                  <a:headEnd type="none" w="sm" len="sm"/>
                  <a:tailEnd type="none" w="sm" len="sm"/>
                </a:ln>
                <a:gradFill flip="none" rotWithShape="1">
                  <a:gsLst>
                    <a:gs pos="0">
                      <a:schemeClr val="accent1">
                        <a:tint val="66000"/>
                        <a:satMod val="160000"/>
                      </a:schemeClr>
                    </a:gs>
                    <a:gs pos="50000">
                      <a:schemeClr val="accent1">
                        <a:tint val="44500"/>
                        <a:satMod val="160000"/>
                      </a:schemeClr>
                    </a:gs>
                    <a:gs pos="100000">
                      <a:schemeClr val="accent1">
                        <a:tint val="23500"/>
                        <a:satMod val="160000"/>
                      </a:schemeClr>
                    </a:gs>
                  </a:gsLst>
                  <a:lin ang="10800000" scaled="1"/>
                  <a:tileRect/>
                </a:gradFill>
                <a:effectLst>
                  <a:glow rad="63500">
                    <a:schemeClr val="accent6">
                      <a:satMod val="175000"/>
                      <a:alpha val="40000"/>
                    </a:schemeClr>
                  </a:glow>
                  <a:outerShdw dist="45791" dir="2021404" algn="ctr" rotWithShape="0">
                    <a:srgbClr val="808080"/>
                  </a:outerShdw>
                </a:effectLst>
                <a:latin typeface="Arial Black"/>
              </a:rPr>
              <a:t>A </a:t>
            </a:r>
            <a:r>
              <a:rPr lang="en-US" sz="3600" b="1" kern="10" dirty="0">
                <a:ln w="12700">
                  <a:solidFill>
                    <a:srgbClr val="000000"/>
                  </a:solidFill>
                  <a:round/>
                  <a:headEnd type="none" w="sm" len="sm"/>
                  <a:tailEnd type="none" w="sm" len="sm"/>
                </a:ln>
                <a:solidFill>
                  <a:srgbClr val="0099CC"/>
                </a:solidFill>
                <a:effectLst>
                  <a:glow rad="63500">
                    <a:schemeClr val="accent6">
                      <a:satMod val="175000"/>
                      <a:alpha val="40000"/>
                    </a:schemeClr>
                  </a:glow>
                  <a:outerShdw dist="45791" dir="2021404" algn="ctr" rotWithShape="0">
                    <a:srgbClr val="808080"/>
                  </a:outerShdw>
                </a:effectLst>
                <a:latin typeface="Arial Black"/>
              </a:rPr>
              <a:t>Full</a:t>
            </a:r>
            <a:endParaRPr lang="en-US" sz="3600" kern="10" dirty="0">
              <a:ln w="12700">
                <a:solidFill>
                  <a:srgbClr val="000000"/>
                </a:solidFill>
                <a:round/>
                <a:headEnd type="none" w="sm" len="sm"/>
                <a:tailEnd type="none" w="sm" len="sm"/>
              </a:ln>
              <a:gradFill flip="none" rotWithShape="1">
                <a:gsLst>
                  <a:gs pos="0">
                    <a:schemeClr val="accent1">
                      <a:tint val="66000"/>
                      <a:satMod val="160000"/>
                    </a:schemeClr>
                  </a:gs>
                  <a:gs pos="50000">
                    <a:schemeClr val="accent1">
                      <a:tint val="44500"/>
                      <a:satMod val="160000"/>
                    </a:schemeClr>
                  </a:gs>
                  <a:gs pos="100000">
                    <a:schemeClr val="accent1">
                      <a:tint val="23500"/>
                      <a:satMod val="160000"/>
                    </a:schemeClr>
                  </a:gs>
                </a:gsLst>
                <a:lin ang="10800000" scaled="1"/>
                <a:tileRect/>
              </a:gradFill>
              <a:effectLst>
                <a:glow rad="63500">
                  <a:schemeClr val="accent6">
                    <a:satMod val="175000"/>
                    <a:alpha val="40000"/>
                  </a:schemeClr>
                </a:glow>
                <a:outerShdw dist="45791" dir="2021404" algn="ctr" rotWithShape="0">
                  <a:srgbClr val="808080"/>
                </a:outerShdw>
              </a:effectLst>
              <a:latin typeface="Arial Black"/>
            </a:endParaRPr>
          </a:p>
          <a:p>
            <a:pPr algn="ctr"/>
            <a:r>
              <a:rPr lang="en-US" sz="3600" kern="10" dirty="0">
                <a:ln w="12700">
                  <a:solidFill>
                    <a:srgbClr val="000000"/>
                  </a:solidFill>
                  <a:round/>
                  <a:headEnd type="none" w="sm" len="sm"/>
                  <a:tailEnd type="none" w="sm" len="sm"/>
                </a:ln>
                <a:gradFill flip="none" rotWithShape="1">
                  <a:gsLst>
                    <a:gs pos="0">
                      <a:schemeClr val="accent1">
                        <a:tint val="66000"/>
                        <a:satMod val="160000"/>
                      </a:schemeClr>
                    </a:gs>
                    <a:gs pos="50000">
                      <a:schemeClr val="accent1">
                        <a:tint val="44500"/>
                        <a:satMod val="160000"/>
                      </a:schemeClr>
                    </a:gs>
                    <a:gs pos="100000">
                      <a:schemeClr val="accent1">
                        <a:tint val="23500"/>
                        <a:satMod val="160000"/>
                      </a:schemeClr>
                    </a:gs>
                  </a:gsLst>
                  <a:lin ang="10800000" scaled="1"/>
                  <a:tileRect/>
                </a:gradFill>
                <a:effectLst>
                  <a:glow rad="63500">
                    <a:schemeClr val="accent6">
                      <a:satMod val="175000"/>
                      <a:alpha val="40000"/>
                    </a:schemeClr>
                  </a:glow>
                  <a:outerShdw dist="45791" dir="2021404" algn="ctr" rotWithShape="0">
                    <a:srgbClr val="808080"/>
                  </a:outerShdw>
                </a:effectLst>
                <a:latin typeface="Arial Black"/>
              </a:rPr>
              <a:t>BINARY TREE</a:t>
            </a:r>
          </a:p>
        </p:txBody>
      </p:sp>
      <p:sp>
        <p:nvSpPr>
          <p:cNvPr id="47108" name="Text Box 3"/>
          <p:cNvSpPr txBox="1">
            <a:spLocks noChangeArrowheads="1"/>
          </p:cNvSpPr>
          <p:nvPr/>
        </p:nvSpPr>
        <p:spPr bwMode="auto">
          <a:xfrm>
            <a:off x="533400" y="2252584"/>
            <a:ext cx="8001000" cy="138499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sz="2400">
                <a:solidFill>
                  <a:schemeClr val="tx1"/>
                </a:solidFill>
                <a:latin typeface="Tahoma" pitchFamily="34" charset="0"/>
              </a:defRPr>
            </a:lvl1pPr>
            <a:lvl2pPr marL="742950" indent="-285750">
              <a:defRPr sz="2400">
                <a:solidFill>
                  <a:schemeClr val="tx1"/>
                </a:solidFill>
                <a:latin typeface="Tahoma" pitchFamily="34" charset="0"/>
              </a:defRPr>
            </a:lvl2pPr>
            <a:lvl3pPr marL="1143000" indent="-228600">
              <a:defRPr sz="2400">
                <a:solidFill>
                  <a:schemeClr val="tx1"/>
                </a:solidFill>
                <a:latin typeface="Tahoma" pitchFamily="34" charset="0"/>
              </a:defRPr>
            </a:lvl3pPr>
            <a:lvl4pPr marL="1600200" indent="-228600">
              <a:defRPr sz="2400">
                <a:solidFill>
                  <a:schemeClr val="tx1"/>
                </a:solidFill>
                <a:latin typeface="Tahoma" pitchFamily="34" charset="0"/>
              </a:defRPr>
            </a:lvl4pPr>
            <a:lvl5pPr marL="2057400" indent="-228600">
              <a:defRPr sz="2400">
                <a:solidFill>
                  <a:schemeClr val="tx1"/>
                </a:solidFill>
                <a:latin typeface="Tahoma" pitchFamily="34" charset="0"/>
              </a:defRPr>
            </a:lvl5pPr>
            <a:lvl6pPr marL="2514600" indent="-228600" eaLnBrk="0" fontAlgn="base" hangingPunct="0">
              <a:spcBef>
                <a:spcPct val="0"/>
              </a:spcBef>
              <a:spcAft>
                <a:spcPct val="0"/>
              </a:spcAft>
              <a:defRPr sz="2400">
                <a:solidFill>
                  <a:schemeClr val="tx1"/>
                </a:solidFill>
                <a:latin typeface="Tahoma" pitchFamily="34" charset="0"/>
              </a:defRPr>
            </a:lvl6pPr>
            <a:lvl7pPr marL="2971800" indent="-228600" eaLnBrk="0" fontAlgn="base" hangingPunct="0">
              <a:spcBef>
                <a:spcPct val="0"/>
              </a:spcBef>
              <a:spcAft>
                <a:spcPct val="0"/>
              </a:spcAft>
              <a:defRPr sz="2400">
                <a:solidFill>
                  <a:schemeClr val="tx1"/>
                </a:solidFill>
                <a:latin typeface="Tahoma" pitchFamily="34" charset="0"/>
              </a:defRPr>
            </a:lvl7pPr>
            <a:lvl8pPr marL="3429000" indent="-228600" eaLnBrk="0" fontAlgn="base" hangingPunct="0">
              <a:spcBef>
                <a:spcPct val="0"/>
              </a:spcBef>
              <a:spcAft>
                <a:spcPct val="0"/>
              </a:spcAft>
              <a:defRPr sz="2400">
                <a:solidFill>
                  <a:schemeClr val="tx1"/>
                </a:solidFill>
                <a:latin typeface="Tahoma" pitchFamily="34" charset="0"/>
              </a:defRPr>
            </a:lvl8pPr>
            <a:lvl9pPr marL="3886200" indent="-228600" eaLnBrk="0" fontAlgn="base" hangingPunct="0">
              <a:spcBef>
                <a:spcPct val="0"/>
              </a:spcBef>
              <a:spcAft>
                <a:spcPct val="0"/>
              </a:spcAft>
              <a:defRPr sz="2400">
                <a:solidFill>
                  <a:schemeClr val="tx1"/>
                </a:solidFill>
                <a:latin typeface="Tahoma" pitchFamily="34" charset="0"/>
              </a:defRPr>
            </a:lvl9pPr>
          </a:lstStyle>
          <a:p>
            <a:r>
              <a:rPr lang="en-US" sz="2800" b="1" dirty="0"/>
              <a:t>A full / proper binary tree is strictly binary, </a:t>
            </a:r>
            <a:br>
              <a:rPr lang="en-US" sz="2800" b="1" dirty="0"/>
            </a:br>
            <a:r>
              <a:rPr lang="en-US" sz="2800" b="1" dirty="0"/>
              <a:t>i.e. every </a:t>
            </a:r>
            <a:r>
              <a:rPr lang="en-US" sz="2800" b="1" u="sng" dirty="0"/>
              <a:t>node</a:t>
            </a:r>
            <a:r>
              <a:rPr lang="en-US" sz="2800" b="1" dirty="0"/>
              <a:t> has exactly two children or no children at all.   </a:t>
            </a:r>
          </a:p>
        </p:txBody>
      </p:sp>
      <p:grpSp>
        <p:nvGrpSpPr>
          <p:cNvPr id="2" name="Group 1" descr="This time our tree with three levels is missing the two nodes the would go on the left side of the third row, but has both children on the right side of the third row. &#10;So the root has two children and its right child has two children. The other three nodes are leaves. We call this a full binary tree."/>
          <p:cNvGrpSpPr/>
          <p:nvPr/>
        </p:nvGrpSpPr>
        <p:grpSpPr>
          <a:xfrm>
            <a:off x="3380702" y="3581400"/>
            <a:ext cx="3352800" cy="1676400"/>
            <a:chOff x="2895600" y="3352800"/>
            <a:chExt cx="3352800" cy="1676400"/>
          </a:xfrm>
        </p:grpSpPr>
        <p:sp>
          <p:nvSpPr>
            <p:cNvPr id="15" name="Oval 5"/>
            <p:cNvSpPr>
              <a:spLocks noChangeArrowheads="1"/>
            </p:cNvSpPr>
            <p:nvPr/>
          </p:nvSpPr>
          <p:spPr bwMode="auto">
            <a:xfrm>
              <a:off x="3962400" y="3352800"/>
              <a:ext cx="533400" cy="457200"/>
            </a:xfrm>
            <a:prstGeom prst="ellipse">
              <a:avLst/>
            </a:prstGeom>
            <a:solidFill>
              <a:schemeClr val="accent1"/>
            </a:solidFill>
            <a:ln w="1270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6" name="Oval 8"/>
            <p:cNvSpPr>
              <a:spLocks noChangeArrowheads="1"/>
            </p:cNvSpPr>
            <p:nvPr/>
          </p:nvSpPr>
          <p:spPr bwMode="auto">
            <a:xfrm>
              <a:off x="2895600" y="3962400"/>
              <a:ext cx="533400" cy="457200"/>
            </a:xfrm>
            <a:prstGeom prst="ellipse">
              <a:avLst/>
            </a:prstGeom>
            <a:solidFill>
              <a:schemeClr val="accent1"/>
            </a:solidFill>
            <a:ln w="1270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7" name="Oval 9"/>
            <p:cNvSpPr>
              <a:spLocks noChangeArrowheads="1"/>
            </p:cNvSpPr>
            <p:nvPr/>
          </p:nvSpPr>
          <p:spPr bwMode="auto">
            <a:xfrm>
              <a:off x="5715000" y="4572000"/>
              <a:ext cx="533400" cy="457200"/>
            </a:xfrm>
            <a:prstGeom prst="ellipse">
              <a:avLst/>
            </a:prstGeom>
            <a:solidFill>
              <a:schemeClr val="accent1"/>
            </a:solidFill>
            <a:ln w="1270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9" name="Oval 11"/>
            <p:cNvSpPr>
              <a:spLocks noChangeArrowheads="1"/>
            </p:cNvSpPr>
            <p:nvPr/>
          </p:nvSpPr>
          <p:spPr bwMode="auto">
            <a:xfrm>
              <a:off x="5105400" y="3962400"/>
              <a:ext cx="533400" cy="457200"/>
            </a:xfrm>
            <a:prstGeom prst="ellipse">
              <a:avLst/>
            </a:prstGeom>
            <a:solidFill>
              <a:schemeClr val="accent1"/>
            </a:solidFill>
            <a:ln w="1270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0" name="Oval 12"/>
            <p:cNvSpPr>
              <a:spLocks noChangeArrowheads="1"/>
            </p:cNvSpPr>
            <p:nvPr/>
          </p:nvSpPr>
          <p:spPr bwMode="auto">
            <a:xfrm>
              <a:off x="4495800" y="4572000"/>
              <a:ext cx="533400" cy="457200"/>
            </a:xfrm>
            <a:prstGeom prst="ellipse">
              <a:avLst/>
            </a:prstGeom>
            <a:solidFill>
              <a:schemeClr val="accent1"/>
            </a:solidFill>
            <a:ln w="1270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cxnSp>
          <p:nvCxnSpPr>
            <p:cNvPr id="21" name="Straight Connector 20"/>
            <p:cNvCxnSpPr>
              <a:stCxn id="15" idx="3"/>
              <a:endCxn id="16" idx="7"/>
            </p:cNvCxnSpPr>
            <p:nvPr/>
          </p:nvCxnSpPr>
          <p:spPr bwMode="auto">
            <a:xfrm flipH="1">
              <a:off x="3350885" y="3743045"/>
              <a:ext cx="689630" cy="286310"/>
            </a:xfrm>
            <a:prstGeom prst="line">
              <a:avLst/>
            </a:prstGeom>
            <a:solidFill>
              <a:schemeClr val="accent1"/>
            </a:solidFill>
            <a:ln w="12700" cap="flat" cmpd="sng" algn="ctr">
              <a:solidFill>
                <a:schemeClr val="tx1"/>
              </a:solidFill>
              <a:prstDash val="solid"/>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2" name="Straight Connector 21"/>
            <p:cNvCxnSpPr>
              <a:stCxn id="15" idx="5"/>
              <a:endCxn id="19" idx="1"/>
            </p:cNvCxnSpPr>
            <p:nvPr/>
          </p:nvCxnSpPr>
          <p:spPr bwMode="auto">
            <a:xfrm>
              <a:off x="4417685" y="3743045"/>
              <a:ext cx="765830" cy="286310"/>
            </a:xfrm>
            <a:prstGeom prst="line">
              <a:avLst/>
            </a:prstGeom>
            <a:solidFill>
              <a:schemeClr val="accent1"/>
            </a:solidFill>
            <a:ln w="12700" cap="flat" cmpd="sng" algn="ctr">
              <a:solidFill>
                <a:schemeClr val="tx1"/>
              </a:solidFill>
              <a:prstDash val="solid"/>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3" name="Straight Connector 22"/>
            <p:cNvCxnSpPr>
              <a:stCxn id="20" idx="7"/>
              <a:endCxn id="19" idx="3"/>
            </p:cNvCxnSpPr>
            <p:nvPr/>
          </p:nvCxnSpPr>
          <p:spPr bwMode="auto">
            <a:xfrm flipV="1">
              <a:off x="4951085" y="4352645"/>
              <a:ext cx="232430" cy="286310"/>
            </a:xfrm>
            <a:prstGeom prst="line">
              <a:avLst/>
            </a:prstGeom>
            <a:solidFill>
              <a:schemeClr val="accent1"/>
            </a:solidFill>
            <a:ln w="12700" cap="flat" cmpd="sng" algn="ctr">
              <a:solidFill>
                <a:schemeClr val="tx1"/>
              </a:solidFill>
              <a:prstDash val="solid"/>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5" name="Straight Connector 24"/>
            <p:cNvCxnSpPr>
              <a:stCxn id="17" idx="1"/>
              <a:endCxn id="19" idx="5"/>
            </p:cNvCxnSpPr>
            <p:nvPr/>
          </p:nvCxnSpPr>
          <p:spPr bwMode="auto">
            <a:xfrm flipH="1" flipV="1">
              <a:off x="5560685" y="4352645"/>
              <a:ext cx="232430" cy="286310"/>
            </a:xfrm>
            <a:prstGeom prst="line">
              <a:avLst/>
            </a:prstGeom>
            <a:solidFill>
              <a:schemeClr val="accent1"/>
            </a:solidFill>
            <a:ln w="12700" cap="flat" cmpd="sng" algn="ctr">
              <a:solidFill>
                <a:schemeClr val="tx1"/>
              </a:solidFill>
              <a:prstDash val="solid"/>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grpSp>
      <p:sp>
        <p:nvSpPr>
          <p:cNvPr id="14" name="Text Box 3"/>
          <p:cNvSpPr txBox="1">
            <a:spLocks noChangeArrowheads="1"/>
          </p:cNvSpPr>
          <p:nvPr/>
        </p:nvSpPr>
        <p:spPr bwMode="auto">
          <a:xfrm>
            <a:off x="1018502" y="5538763"/>
            <a:ext cx="7924800"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sz="2400">
                <a:solidFill>
                  <a:schemeClr val="tx1"/>
                </a:solidFill>
                <a:latin typeface="Tahoma" pitchFamily="34" charset="0"/>
              </a:defRPr>
            </a:lvl1pPr>
            <a:lvl2pPr marL="742950" indent="-285750">
              <a:defRPr sz="2400">
                <a:solidFill>
                  <a:schemeClr val="tx1"/>
                </a:solidFill>
                <a:latin typeface="Tahoma" pitchFamily="34" charset="0"/>
              </a:defRPr>
            </a:lvl2pPr>
            <a:lvl3pPr marL="1143000" indent="-228600">
              <a:defRPr sz="2400">
                <a:solidFill>
                  <a:schemeClr val="tx1"/>
                </a:solidFill>
                <a:latin typeface="Tahoma" pitchFamily="34" charset="0"/>
              </a:defRPr>
            </a:lvl3pPr>
            <a:lvl4pPr marL="1600200" indent="-228600">
              <a:defRPr sz="2400">
                <a:solidFill>
                  <a:schemeClr val="tx1"/>
                </a:solidFill>
                <a:latin typeface="Tahoma" pitchFamily="34" charset="0"/>
              </a:defRPr>
            </a:lvl4pPr>
            <a:lvl5pPr marL="2057400" indent="-228600">
              <a:defRPr sz="2400">
                <a:solidFill>
                  <a:schemeClr val="tx1"/>
                </a:solidFill>
                <a:latin typeface="Tahoma" pitchFamily="34" charset="0"/>
              </a:defRPr>
            </a:lvl5pPr>
            <a:lvl6pPr marL="2514600" indent="-228600" eaLnBrk="0" fontAlgn="base" hangingPunct="0">
              <a:spcBef>
                <a:spcPct val="0"/>
              </a:spcBef>
              <a:spcAft>
                <a:spcPct val="0"/>
              </a:spcAft>
              <a:defRPr sz="2400">
                <a:solidFill>
                  <a:schemeClr val="tx1"/>
                </a:solidFill>
                <a:latin typeface="Tahoma" pitchFamily="34" charset="0"/>
              </a:defRPr>
            </a:lvl6pPr>
            <a:lvl7pPr marL="2971800" indent="-228600" eaLnBrk="0" fontAlgn="base" hangingPunct="0">
              <a:spcBef>
                <a:spcPct val="0"/>
              </a:spcBef>
              <a:spcAft>
                <a:spcPct val="0"/>
              </a:spcAft>
              <a:defRPr sz="2400">
                <a:solidFill>
                  <a:schemeClr val="tx1"/>
                </a:solidFill>
                <a:latin typeface="Tahoma" pitchFamily="34" charset="0"/>
              </a:defRPr>
            </a:lvl7pPr>
            <a:lvl8pPr marL="3429000" indent="-228600" eaLnBrk="0" fontAlgn="base" hangingPunct="0">
              <a:spcBef>
                <a:spcPct val="0"/>
              </a:spcBef>
              <a:spcAft>
                <a:spcPct val="0"/>
              </a:spcAft>
              <a:defRPr sz="2400">
                <a:solidFill>
                  <a:schemeClr val="tx1"/>
                </a:solidFill>
                <a:latin typeface="Tahoma" pitchFamily="34" charset="0"/>
              </a:defRPr>
            </a:lvl8pPr>
            <a:lvl9pPr marL="3886200" indent="-228600" eaLnBrk="0" fontAlgn="base" hangingPunct="0">
              <a:spcBef>
                <a:spcPct val="0"/>
              </a:spcBef>
              <a:spcAft>
                <a:spcPct val="0"/>
              </a:spcAft>
              <a:defRPr sz="2400">
                <a:solidFill>
                  <a:schemeClr val="tx1"/>
                </a:solidFill>
                <a:latin typeface="Tahoma" pitchFamily="34" charset="0"/>
              </a:defRPr>
            </a:lvl9pPr>
          </a:lstStyle>
          <a:p>
            <a:r>
              <a:rPr lang="en-US" sz="2800" b="1" dirty="0"/>
              <a:t>Equivalently:  every </a:t>
            </a:r>
            <a:r>
              <a:rPr lang="en-US" sz="2800" b="1" u="sng" dirty="0"/>
              <a:t>parent</a:t>
            </a:r>
            <a:r>
              <a:rPr lang="en-US" sz="2800" b="1" dirty="0"/>
              <a:t> is full.   </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Footer Placeholder 3"/>
          <p:cNvSpPr>
            <a:spLocks noGrp="1"/>
          </p:cNvSpPr>
          <p:nvPr>
            <p:ph type="ftr" sz="quarter" idx="12"/>
          </p:nvPr>
        </p:nvSpPr>
        <p:spPr>
          <a:xfrm>
            <a:off x="6204677" y="6359806"/>
            <a:ext cx="2895600" cy="457200"/>
          </a:xfrm>
          <a:noFill/>
        </p:spPr>
        <p:txBody>
          <a:bodyPr/>
          <a:lstStyle>
            <a:lvl1pPr>
              <a:defRPr sz="2400">
                <a:solidFill>
                  <a:schemeClr val="tx1"/>
                </a:solidFill>
                <a:latin typeface="Tahoma" pitchFamily="34" charset="0"/>
              </a:defRPr>
            </a:lvl1pPr>
            <a:lvl2pPr marL="742950" indent="-285750">
              <a:defRPr sz="2400">
                <a:solidFill>
                  <a:schemeClr val="tx1"/>
                </a:solidFill>
                <a:latin typeface="Tahoma" pitchFamily="34" charset="0"/>
              </a:defRPr>
            </a:lvl2pPr>
            <a:lvl3pPr marL="1143000" indent="-228600">
              <a:defRPr sz="2400">
                <a:solidFill>
                  <a:schemeClr val="tx1"/>
                </a:solidFill>
                <a:latin typeface="Tahoma" pitchFamily="34" charset="0"/>
              </a:defRPr>
            </a:lvl3pPr>
            <a:lvl4pPr marL="1600200" indent="-228600">
              <a:defRPr sz="2400">
                <a:solidFill>
                  <a:schemeClr val="tx1"/>
                </a:solidFill>
                <a:latin typeface="Tahoma" pitchFamily="34" charset="0"/>
              </a:defRPr>
            </a:lvl4pPr>
            <a:lvl5pPr marL="2057400" indent="-228600">
              <a:defRPr sz="2400">
                <a:solidFill>
                  <a:schemeClr val="tx1"/>
                </a:solidFill>
                <a:latin typeface="Tahoma" pitchFamily="34" charset="0"/>
              </a:defRPr>
            </a:lvl5pPr>
            <a:lvl6pPr marL="2514600" indent="-228600" eaLnBrk="0" fontAlgn="base" hangingPunct="0">
              <a:spcBef>
                <a:spcPct val="0"/>
              </a:spcBef>
              <a:spcAft>
                <a:spcPct val="0"/>
              </a:spcAft>
              <a:defRPr sz="2400">
                <a:solidFill>
                  <a:schemeClr val="tx1"/>
                </a:solidFill>
                <a:latin typeface="Tahoma" pitchFamily="34" charset="0"/>
              </a:defRPr>
            </a:lvl6pPr>
            <a:lvl7pPr marL="2971800" indent="-228600" eaLnBrk="0" fontAlgn="base" hangingPunct="0">
              <a:spcBef>
                <a:spcPct val="0"/>
              </a:spcBef>
              <a:spcAft>
                <a:spcPct val="0"/>
              </a:spcAft>
              <a:defRPr sz="2400">
                <a:solidFill>
                  <a:schemeClr val="tx1"/>
                </a:solidFill>
                <a:latin typeface="Tahoma" pitchFamily="34" charset="0"/>
              </a:defRPr>
            </a:lvl7pPr>
            <a:lvl8pPr marL="3429000" indent="-228600" eaLnBrk="0" fontAlgn="base" hangingPunct="0">
              <a:spcBef>
                <a:spcPct val="0"/>
              </a:spcBef>
              <a:spcAft>
                <a:spcPct val="0"/>
              </a:spcAft>
              <a:defRPr sz="2400">
                <a:solidFill>
                  <a:schemeClr val="tx1"/>
                </a:solidFill>
                <a:latin typeface="Tahoma" pitchFamily="34" charset="0"/>
              </a:defRPr>
            </a:lvl8pPr>
            <a:lvl9pPr marL="3886200" indent="-228600" eaLnBrk="0" fontAlgn="base" hangingPunct="0">
              <a:spcBef>
                <a:spcPct val="0"/>
              </a:spcBef>
              <a:spcAft>
                <a:spcPct val="0"/>
              </a:spcAft>
              <a:defRPr sz="2400">
                <a:solidFill>
                  <a:schemeClr val="tx1"/>
                </a:solidFill>
                <a:latin typeface="Tahoma" pitchFamily="34" charset="0"/>
              </a:defRPr>
            </a:lvl9pPr>
          </a:lstStyle>
          <a:p>
            <a:endParaRPr lang="en-US" sz="800" b="1">
              <a:latin typeface="Times New Roman" pitchFamily="18" charset="0"/>
            </a:endParaRPr>
          </a:p>
          <a:p>
            <a:endParaRPr lang="en-US" sz="800"/>
          </a:p>
          <a:p>
            <a:endParaRPr lang="en-US" sz="800" b="1"/>
          </a:p>
          <a:p>
            <a:r>
              <a:rPr lang="en-US" sz="800" b="1"/>
              <a:t>© A+ Computer Science  -  www.apluscompsci.com</a:t>
            </a:r>
          </a:p>
        </p:txBody>
      </p:sp>
      <p:sp>
        <p:nvSpPr>
          <p:cNvPr id="47107" name="WordArt 2" descr="Narrow vertical"/>
          <p:cNvSpPr>
            <a:spLocks noChangeArrowheads="1" noChangeShapeType="1" noTextEdit="1"/>
          </p:cNvSpPr>
          <p:nvPr/>
        </p:nvSpPr>
        <p:spPr bwMode="auto">
          <a:xfrm>
            <a:off x="1295400" y="0"/>
            <a:ext cx="6324600" cy="1828800"/>
          </a:xfrm>
          <a:prstGeom prst="rect">
            <a:avLst/>
          </a:prstGeom>
          <a:ln>
            <a:noFill/>
          </a:ln>
        </p:spPr>
        <p:style>
          <a:lnRef idx="2">
            <a:schemeClr val="accent1"/>
          </a:lnRef>
          <a:fillRef idx="1">
            <a:schemeClr val="lt1"/>
          </a:fillRef>
          <a:effectRef idx="0">
            <a:schemeClr val="accent1"/>
          </a:effectRef>
          <a:fontRef idx="minor">
            <a:schemeClr val="dk1"/>
          </a:fontRef>
        </p:style>
        <p:txBody>
          <a:bodyPr wrap="none" fromWordArt="1">
            <a:prstTxWarp prst="textCurveUp">
              <a:avLst>
                <a:gd name="adj" fmla="val 35897"/>
              </a:avLst>
            </a:prstTxWarp>
          </a:bodyPr>
          <a:lstStyle/>
          <a:p>
            <a:pPr algn="ctr"/>
            <a:r>
              <a:rPr lang="en-US" sz="3600" kern="10" dirty="0">
                <a:ln w="12700">
                  <a:solidFill>
                    <a:srgbClr val="000000"/>
                  </a:solidFill>
                  <a:round/>
                  <a:headEnd type="none" w="sm" len="sm"/>
                  <a:tailEnd type="none" w="sm" len="sm"/>
                </a:ln>
                <a:gradFill flip="none" rotWithShape="1">
                  <a:gsLst>
                    <a:gs pos="0">
                      <a:schemeClr val="accent1">
                        <a:tint val="66000"/>
                        <a:satMod val="160000"/>
                      </a:schemeClr>
                    </a:gs>
                    <a:gs pos="50000">
                      <a:schemeClr val="accent1">
                        <a:tint val="44500"/>
                        <a:satMod val="160000"/>
                      </a:schemeClr>
                    </a:gs>
                    <a:gs pos="100000">
                      <a:schemeClr val="accent1">
                        <a:tint val="23500"/>
                        <a:satMod val="160000"/>
                      </a:schemeClr>
                    </a:gs>
                  </a:gsLst>
                  <a:lin ang="10800000" scaled="1"/>
                  <a:tileRect/>
                </a:gradFill>
                <a:effectLst>
                  <a:glow rad="63500">
                    <a:schemeClr val="accent6">
                      <a:satMod val="175000"/>
                      <a:alpha val="40000"/>
                    </a:schemeClr>
                  </a:glow>
                  <a:outerShdw dist="45791" dir="2021404" algn="ctr" rotWithShape="0">
                    <a:srgbClr val="808080"/>
                  </a:outerShdw>
                </a:effectLst>
                <a:latin typeface="Arial Black"/>
              </a:rPr>
              <a:t>A </a:t>
            </a:r>
            <a:r>
              <a:rPr lang="en-US" sz="3600" b="1" kern="10" dirty="0">
                <a:ln w="12700">
                  <a:solidFill>
                    <a:srgbClr val="000000"/>
                  </a:solidFill>
                  <a:round/>
                  <a:headEnd type="none" w="sm" len="sm"/>
                  <a:tailEnd type="none" w="sm" len="sm"/>
                </a:ln>
                <a:solidFill>
                  <a:srgbClr val="0099CC"/>
                </a:solidFill>
                <a:effectLst>
                  <a:glow rad="63500">
                    <a:schemeClr val="accent6">
                      <a:satMod val="175000"/>
                      <a:alpha val="40000"/>
                    </a:schemeClr>
                  </a:glow>
                  <a:outerShdw dist="45791" dir="2021404" algn="ctr" rotWithShape="0">
                    <a:srgbClr val="808080"/>
                  </a:outerShdw>
                </a:effectLst>
                <a:latin typeface="Arial Black"/>
              </a:rPr>
              <a:t>Full</a:t>
            </a:r>
            <a:endParaRPr lang="en-US" sz="3600" kern="10" dirty="0">
              <a:ln w="12700">
                <a:solidFill>
                  <a:srgbClr val="000000"/>
                </a:solidFill>
                <a:round/>
                <a:headEnd type="none" w="sm" len="sm"/>
                <a:tailEnd type="none" w="sm" len="sm"/>
              </a:ln>
              <a:gradFill flip="none" rotWithShape="1">
                <a:gsLst>
                  <a:gs pos="0">
                    <a:schemeClr val="accent1">
                      <a:tint val="66000"/>
                      <a:satMod val="160000"/>
                    </a:schemeClr>
                  </a:gs>
                  <a:gs pos="50000">
                    <a:schemeClr val="accent1">
                      <a:tint val="44500"/>
                      <a:satMod val="160000"/>
                    </a:schemeClr>
                  </a:gs>
                  <a:gs pos="100000">
                    <a:schemeClr val="accent1">
                      <a:tint val="23500"/>
                      <a:satMod val="160000"/>
                    </a:schemeClr>
                  </a:gs>
                </a:gsLst>
                <a:lin ang="10800000" scaled="1"/>
                <a:tileRect/>
              </a:gradFill>
              <a:effectLst>
                <a:glow rad="63500">
                  <a:schemeClr val="accent6">
                    <a:satMod val="175000"/>
                    <a:alpha val="40000"/>
                  </a:schemeClr>
                </a:glow>
                <a:outerShdw dist="45791" dir="2021404" algn="ctr" rotWithShape="0">
                  <a:srgbClr val="808080"/>
                </a:outerShdw>
              </a:effectLst>
              <a:latin typeface="Arial Black"/>
            </a:endParaRPr>
          </a:p>
          <a:p>
            <a:pPr algn="ctr"/>
            <a:r>
              <a:rPr lang="en-US" sz="3600" kern="10" dirty="0">
                <a:ln w="12700">
                  <a:solidFill>
                    <a:srgbClr val="000000"/>
                  </a:solidFill>
                  <a:round/>
                  <a:headEnd type="none" w="sm" len="sm"/>
                  <a:tailEnd type="none" w="sm" len="sm"/>
                </a:ln>
                <a:gradFill flip="none" rotWithShape="1">
                  <a:gsLst>
                    <a:gs pos="0">
                      <a:schemeClr val="accent1">
                        <a:tint val="66000"/>
                        <a:satMod val="160000"/>
                      </a:schemeClr>
                    </a:gs>
                    <a:gs pos="50000">
                      <a:schemeClr val="accent1">
                        <a:tint val="44500"/>
                        <a:satMod val="160000"/>
                      </a:schemeClr>
                    </a:gs>
                    <a:gs pos="100000">
                      <a:schemeClr val="accent1">
                        <a:tint val="23500"/>
                        <a:satMod val="160000"/>
                      </a:schemeClr>
                    </a:gs>
                  </a:gsLst>
                  <a:lin ang="10800000" scaled="1"/>
                  <a:tileRect/>
                </a:gradFill>
                <a:effectLst>
                  <a:glow rad="63500">
                    <a:schemeClr val="accent6">
                      <a:satMod val="175000"/>
                      <a:alpha val="40000"/>
                    </a:schemeClr>
                  </a:glow>
                  <a:outerShdw dist="45791" dir="2021404" algn="ctr" rotWithShape="0">
                    <a:srgbClr val="808080"/>
                  </a:outerShdw>
                </a:effectLst>
                <a:latin typeface="Arial Black"/>
              </a:rPr>
              <a:t>BINARY TREE</a:t>
            </a:r>
          </a:p>
        </p:txBody>
      </p:sp>
      <p:sp>
        <p:nvSpPr>
          <p:cNvPr id="47108" name="Text Box 3"/>
          <p:cNvSpPr txBox="1">
            <a:spLocks noChangeArrowheads="1"/>
          </p:cNvSpPr>
          <p:nvPr/>
        </p:nvSpPr>
        <p:spPr bwMode="auto">
          <a:xfrm>
            <a:off x="533400" y="2252584"/>
            <a:ext cx="8001000" cy="138499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sz="2400">
                <a:solidFill>
                  <a:schemeClr val="tx1"/>
                </a:solidFill>
                <a:latin typeface="Tahoma" pitchFamily="34" charset="0"/>
              </a:defRPr>
            </a:lvl1pPr>
            <a:lvl2pPr marL="742950" indent="-285750">
              <a:defRPr sz="2400">
                <a:solidFill>
                  <a:schemeClr val="tx1"/>
                </a:solidFill>
                <a:latin typeface="Tahoma" pitchFamily="34" charset="0"/>
              </a:defRPr>
            </a:lvl2pPr>
            <a:lvl3pPr marL="1143000" indent="-228600">
              <a:defRPr sz="2400">
                <a:solidFill>
                  <a:schemeClr val="tx1"/>
                </a:solidFill>
                <a:latin typeface="Tahoma" pitchFamily="34" charset="0"/>
              </a:defRPr>
            </a:lvl3pPr>
            <a:lvl4pPr marL="1600200" indent="-228600">
              <a:defRPr sz="2400">
                <a:solidFill>
                  <a:schemeClr val="tx1"/>
                </a:solidFill>
                <a:latin typeface="Tahoma" pitchFamily="34" charset="0"/>
              </a:defRPr>
            </a:lvl4pPr>
            <a:lvl5pPr marL="2057400" indent="-228600">
              <a:defRPr sz="2400">
                <a:solidFill>
                  <a:schemeClr val="tx1"/>
                </a:solidFill>
                <a:latin typeface="Tahoma" pitchFamily="34" charset="0"/>
              </a:defRPr>
            </a:lvl5pPr>
            <a:lvl6pPr marL="2514600" indent="-228600" eaLnBrk="0" fontAlgn="base" hangingPunct="0">
              <a:spcBef>
                <a:spcPct val="0"/>
              </a:spcBef>
              <a:spcAft>
                <a:spcPct val="0"/>
              </a:spcAft>
              <a:defRPr sz="2400">
                <a:solidFill>
                  <a:schemeClr val="tx1"/>
                </a:solidFill>
                <a:latin typeface="Tahoma" pitchFamily="34" charset="0"/>
              </a:defRPr>
            </a:lvl6pPr>
            <a:lvl7pPr marL="2971800" indent="-228600" eaLnBrk="0" fontAlgn="base" hangingPunct="0">
              <a:spcBef>
                <a:spcPct val="0"/>
              </a:spcBef>
              <a:spcAft>
                <a:spcPct val="0"/>
              </a:spcAft>
              <a:defRPr sz="2400">
                <a:solidFill>
                  <a:schemeClr val="tx1"/>
                </a:solidFill>
                <a:latin typeface="Tahoma" pitchFamily="34" charset="0"/>
              </a:defRPr>
            </a:lvl7pPr>
            <a:lvl8pPr marL="3429000" indent="-228600" eaLnBrk="0" fontAlgn="base" hangingPunct="0">
              <a:spcBef>
                <a:spcPct val="0"/>
              </a:spcBef>
              <a:spcAft>
                <a:spcPct val="0"/>
              </a:spcAft>
              <a:defRPr sz="2400">
                <a:solidFill>
                  <a:schemeClr val="tx1"/>
                </a:solidFill>
                <a:latin typeface="Tahoma" pitchFamily="34" charset="0"/>
              </a:defRPr>
            </a:lvl8pPr>
            <a:lvl9pPr marL="3886200" indent="-228600" eaLnBrk="0" fontAlgn="base" hangingPunct="0">
              <a:spcBef>
                <a:spcPct val="0"/>
              </a:spcBef>
              <a:spcAft>
                <a:spcPct val="0"/>
              </a:spcAft>
              <a:defRPr sz="2400">
                <a:solidFill>
                  <a:schemeClr val="tx1"/>
                </a:solidFill>
                <a:latin typeface="Tahoma" pitchFamily="34" charset="0"/>
              </a:defRPr>
            </a:lvl9pPr>
          </a:lstStyle>
          <a:p>
            <a:r>
              <a:rPr lang="en-US" sz="2800" b="1" dirty="0">
                <a:solidFill>
                  <a:schemeClr val="accent6">
                    <a:lumMod val="75000"/>
                  </a:schemeClr>
                </a:solidFill>
              </a:rPr>
              <a:t>Full binary tree theorem: The number of leaves is always one more than the number of parents (a.k.a. internal nodes).</a:t>
            </a:r>
          </a:p>
        </p:txBody>
      </p:sp>
      <p:grpSp>
        <p:nvGrpSpPr>
          <p:cNvPr id="2" name="Group 1" descr="This time our tree with three levels is missing the two nodes the would go on the left side of the third row, but has both children on the right side of the third row. &#10;So the root has two children and its right child has two children. The other three nodes are leaves. We call this a full binary tree."/>
          <p:cNvGrpSpPr/>
          <p:nvPr/>
        </p:nvGrpSpPr>
        <p:grpSpPr>
          <a:xfrm>
            <a:off x="1066800" y="4572000"/>
            <a:ext cx="3352800" cy="1676400"/>
            <a:chOff x="2895600" y="3352800"/>
            <a:chExt cx="3352800" cy="1676400"/>
          </a:xfrm>
        </p:grpSpPr>
        <p:sp>
          <p:nvSpPr>
            <p:cNvPr id="15" name="Oval 5"/>
            <p:cNvSpPr>
              <a:spLocks noChangeArrowheads="1"/>
            </p:cNvSpPr>
            <p:nvPr/>
          </p:nvSpPr>
          <p:spPr bwMode="auto">
            <a:xfrm>
              <a:off x="3962400" y="3352800"/>
              <a:ext cx="533400" cy="457200"/>
            </a:xfrm>
            <a:prstGeom prst="ellipse">
              <a:avLst/>
            </a:prstGeom>
            <a:solidFill>
              <a:schemeClr val="accent1"/>
            </a:solidFill>
            <a:ln w="1270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6" name="Oval 8"/>
            <p:cNvSpPr>
              <a:spLocks noChangeArrowheads="1"/>
            </p:cNvSpPr>
            <p:nvPr/>
          </p:nvSpPr>
          <p:spPr bwMode="auto">
            <a:xfrm>
              <a:off x="2895600" y="3962400"/>
              <a:ext cx="533400" cy="457200"/>
            </a:xfrm>
            <a:prstGeom prst="ellipse">
              <a:avLst/>
            </a:prstGeom>
            <a:solidFill>
              <a:schemeClr val="accent1"/>
            </a:solidFill>
            <a:ln w="1270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7" name="Oval 9"/>
            <p:cNvSpPr>
              <a:spLocks noChangeArrowheads="1"/>
            </p:cNvSpPr>
            <p:nvPr/>
          </p:nvSpPr>
          <p:spPr bwMode="auto">
            <a:xfrm>
              <a:off x="5715000" y="4572000"/>
              <a:ext cx="533400" cy="457200"/>
            </a:xfrm>
            <a:prstGeom prst="ellipse">
              <a:avLst/>
            </a:prstGeom>
            <a:solidFill>
              <a:schemeClr val="accent1"/>
            </a:solidFill>
            <a:ln w="1270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9" name="Oval 11"/>
            <p:cNvSpPr>
              <a:spLocks noChangeArrowheads="1"/>
            </p:cNvSpPr>
            <p:nvPr/>
          </p:nvSpPr>
          <p:spPr bwMode="auto">
            <a:xfrm>
              <a:off x="5105400" y="3962400"/>
              <a:ext cx="533400" cy="457200"/>
            </a:xfrm>
            <a:prstGeom prst="ellipse">
              <a:avLst/>
            </a:prstGeom>
            <a:solidFill>
              <a:schemeClr val="accent1"/>
            </a:solidFill>
            <a:ln w="1270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0" name="Oval 12"/>
            <p:cNvSpPr>
              <a:spLocks noChangeArrowheads="1"/>
            </p:cNvSpPr>
            <p:nvPr/>
          </p:nvSpPr>
          <p:spPr bwMode="auto">
            <a:xfrm>
              <a:off x="4495800" y="4572000"/>
              <a:ext cx="533400" cy="457200"/>
            </a:xfrm>
            <a:prstGeom prst="ellipse">
              <a:avLst/>
            </a:prstGeom>
            <a:solidFill>
              <a:schemeClr val="accent1"/>
            </a:solidFill>
            <a:ln w="1270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cxnSp>
          <p:nvCxnSpPr>
            <p:cNvPr id="21" name="Straight Connector 20"/>
            <p:cNvCxnSpPr>
              <a:stCxn id="15" idx="3"/>
              <a:endCxn id="16" idx="7"/>
            </p:cNvCxnSpPr>
            <p:nvPr/>
          </p:nvCxnSpPr>
          <p:spPr bwMode="auto">
            <a:xfrm flipH="1">
              <a:off x="3350885" y="3743045"/>
              <a:ext cx="689630" cy="286310"/>
            </a:xfrm>
            <a:prstGeom prst="line">
              <a:avLst/>
            </a:prstGeom>
            <a:solidFill>
              <a:schemeClr val="accent1"/>
            </a:solidFill>
            <a:ln w="12700" cap="flat" cmpd="sng" algn="ctr">
              <a:solidFill>
                <a:schemeClr val="tx1"/>
              </a:solidFill>
              <a:prstDash val="solid"/>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2" name="Straight Connector 21"/>
            <p:cNvCxnSpPr>
              <a:stCxn id="15" idx="5"/>
              <a:endCxn id="19" idx="1"/>
            </p:cNvCxnSpPr>
            <p:nvPr/>
          </p:nvCxnSpPr>
          <p:spPr bwMode="auto">
            <a:xfrm>
              <a:off x="4417685" y="3743045"/>
              <a:ext cx="765830" cy="286310"/>
            </a:xfrm>
            <a:prstGeom prst="line">
              <a:avLst/>
            </a:prstGeom>
            <a:solidFill>
              <a:schemeClr val="accent1"/>
            </a:solidFill>
            <a:ln w="12700" cap="flat" cmpd="sng" algn="ctr">
              <a:solidFill>
                <a:schemeClr val="tx1"/>
              </a:solidFill>
              <a:prstDash val="solid"/>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3" name="Straight Connector 22"/>
            <p:cNvCxnSpPr>
              <a:stCxn id="20" idx="7"/>
              <a:endCxn id="19" idx="3"/>
            </p:cNvCxnSpPr>
            <p:nvPr/>
          </p:nvCxnSpPr>
          <p:spPr bwMode="auto">
            <a:xfrm flipV="1">
              <a:off x="4951085" y="4352645"/>
              <a:ext cx="232430" cy="286310"/>
            </a:xfrm>
            <a:prstGeom prst="line">
              <a:avLst/>
            </a:prstGeom>
            <a:solidFill>
              <a:schemeClr val="accent1"/>
            </a:solidFill>
            <a:ln w="12700" cap="flat" cmpd="sng" algn="ctr">
              <a:solidFill>
                <a:schemeClr val="tx1"/>
              </a:solidFill>
              <a:prstDash val="solid"/>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5" name="Straight Connector 24"/>
            <p:cNvCxnSpPr>
              <a:stCxn id="17" idx="1"/>
              <a:endCxn id="19" idx="5"/>
            </p:cNvCxnSpPr>
            <p:nvPr/>
          </p:nvCxnSpPr>
          <p:spPr bwMode="auto">
            <a:xfrm flipH="1" flipV="1">
              <a:off x="5560685" y="4352645"/>
              <a:ext cx="232430" cy="286310"/>
            </a:xfrm>
            <a:prstGeom prst="line">
              <a:avLst/>
            </a:prstGeom>
            <a:solidFill>
              <a:schemeClr val="accent1"/>
            </a:solidFill>
            <a:ln w="12700" cap="flat" cmpd="sng" algn="ctr">
              <a:solidFill>
                <a:schemeClr val="tx1"/>
              </a:solidFill>
              <a:prstDash val="solid"/>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grpSp>
      <p:sp>
        <p:nvSpPr>
          <p:cNvPr id="14" name="Text Box 3"/>
          <p:cNvSpPr txBox="1">
            <a:spLocks noChangeArrowheads="1"/>
          </p:cNvSpPr>
          <p:nvPr/>
        </p:nvSpPr>
        <p:spPr bwMode="auto">
          <a:xfrm>
            <a:off x="1040736" y="3773377"/>
            <a:ext cx="5991898"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sz="2400">
                <a:solidFill>
                  <a:schemeClr val="tx1"/>
                </a:solidFill>
                <a:latin typeface="Tahoma" pitchFamily="34" charset="0"/>
              </a:defRPr>
            </a:lvl1pPr>
            <a:lvl2pPr marL="742950" indent="-285750">
              <a:defRPr sz="2400">
                <a:solidFill>
                  <a:schemeClr val="tx1"/>
                </a:solidFill>
                <a:latin typeface="Tahoma" pitchFamily="34" charset="0"/>
              </a:defRPr>
            </a:lvl2pPr>
            <a:lvl3pPr marL="1143000" indent="-228600">
              <a:defRPr sz="2400">
                <a:solidFill>
                  <a:schemeClr val="tx1"/>
                </a:solidFill>
                <a:latin typeface="Tahoma" pitchFamily="34" charset="0"/>
              </a:defRPr>
            </a:lvl3pPr>
            <a:lvl4pPr marL="1600200" indent="-228600">
              <a:defRPr sz="2400">
                <a:solidFill>
                  <a:schemeClr val="tx1"/>
                </a:solidFill>
                <a:latin typeface="Tahoma" pitchFamily="34" charset="0"/>
              </a:defRPr>
            </a:lvl4pPr>
            <a:lvl5pPr marL="2057400" indent="-228600">
              <a:defRPr sz="2400">
                <a:solidFill>
                  <a:schemeClr val="tx1"/>
                </a:solidFill>
                <a:latin typeface="Tahoma" pitchFamily="34" charset="0"/>
              </a:defRPr>
            </a:lvl5pPr>
            <a:lvl6pPr marL="2514600" indent="-228600" eaLnBrk="0" fontAlgn="base" hangingPunct="0">
              <a:spcBef>
                <a:spcPct val="0"/>
              </a:spcBef>
              <a:spcAft>
                <a:spcPct val="0"/>
              </a:spcAft>
              <a:defRPr sz="2400">
                <a:solidFill>
                  <a:schemeClr val="tx1"/>
                </a:solidFill>
                <a:latin typeface="Tahoma" pitchFamily="34" charset="0"/>
              </a:defRPr>
            </a:lvl6pPr>
            <a:lvl7pPr marL="2971800" indent="-228600" eaLnBrk="0" fontAlgn="base" hangingPunct="0">
              <a:spcBef>
                <a:spcPct val="0"/>
              </a:spcBef>
              <a:spcAft>
                <a:spcPct val="0"/>
              </a:spcAft>
              <a:defRPr sz="2400">
                <a:solidFill>
                  <a:schemeClr val="tx1"/>
                </a:solidFill>
                <a:latin typeface="Tahoma" pitchFamily="34" charset="0"/>
              </a:defRPr>
            </a:lvl7pPr>
            <a:lvl8pPr marL="3429000" indent="-228600" eaLnBrk="0" fontAlgn="base" hangingPunct="0">
              <a:spcBef>
                <a:spcPct val="0"/>
              </a:spcBef>
              <a:spcAft>
                <a:spcPct val="0"/>
              </a:spcAft>
              <a:defRPr sz="2400">
                <a:solidFill>
                  <a:schemeClr val="tx1"/>
                </a:solidFill>
                <a:latin typeface="Tahoma" pitchFamily="34" charset="0"/>
              </a:defRPr>
            </a:lvl8pPr>
            <a:lvl9pPr marL="3886200" indent="-228600" eaLnBrk="0" fontAlgn="base" hangingPunct="0">
              <a:spcBef>
                <a:spcPct val="0"/>
              </a:spcBef>
              <a:spcAft>
                <a:spcPct val="0"/>
              </a:spcAft>
              <a:defRPr sz="2400">
                <a:solidFill>
                  <a:schemeClr val="tx1"/>
                </a:solidFill>
                <a:latin typeface="Tahoma" pitchFamily="34" charset="0"/>
              </a:defRPr>
            </a:lvl9pPr>
          </a:lstStyle>
          <a:p>
            <a:pPr algn="ctr"/>
            <a:r>
              <a:rPr lang="en-US" sz="2800" b="1" dirty="0">
                <a:solidFill>
                  <a:schemeClr val="accent6">
                    <a:lumMod val="75000"/>
                  </a:schemeClr>
                </a:solidFill>
              </a:rPr>
              <a:t>Leaves = Parents + 1</a:t>
            </a:r>
          </a:p>
        </p:txBody>
      </p:sp>
      <p:sp>
        <p:nvSpPr>
          <p:cNvPr id="3" name="Text Box 3">
            <a:extLst>
              <a:ext uri="{FF2B5EF4-FFF2-40B4-BE49-F238E27FC236}">
                <a16:creationId xmlns:a16="http://schemas.microsoft.com/office/drawing/2014/main" id="{F4E92F90-E67F-1A87-8A88-ABB7556D9E3A}"/>
              </a:ext>
            </a:extLst>
          </p:cNvPr>
          <p:cNvSpPr txBox="1">
            <a:spLocks noChangeArrowheads="1"/>
          </p:cNvSpPr>
          <p:nvPr/>
        </p:nvSpPr>
        <p:spPr bwMode="auto">
          <a:xfrm>
            <a:off x="5257800" y="4807487"/>
            <a:ext cx="3124200" cy="138499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sz="2400">
                <a:solidFill>
                  <a:schemeClr val="tx1"/>
                </a:solidFill>
                <a:latin typeface="Tahoma" pitchFamily="34" charset="0"/>
              </a:defRPr>
            </a:lvl1pPr>
            <a:lvl2pPr marL="742950" indent="-285750">
              <a:defRPr sz="2400">
                <a:solidFill>
                  <a:schemeClr val="tx1"/>
                </a:solidFill>
                <a:latin typeface="Tahoma" pitchFamily="34" charset="0"/>
              </a:defRPr>
            </a:lvl2pPr>
            <a:lvl3pPr marL="1143000" indent="-228600">
              <a:defRPr sz="2400">
                <a:solidFill>
                  <a:schemeClr val="tx1"/>
                </a:solidFill>
                <a:latin typeface="Tahoma" pitchFamily="34" charset="0"/>
              </a:defRPr>
            </a:lvl3pPr>
            <a:lvl4pPr marL="1600200" indent="-228600">
              <a:defRPr sz="2400">
                <a:solidFill>
                  <a:schemeClr val="tx1"/>
                </a:solidFill>
                <a:latin typeface="Tahoma" pitchFamily="34" charset="0"/>
              </a:defRPr>
            </a:lvl4pPr>
            <a:lvl5pPr marL="2057400" indent="-228600">
              <a:defRPr sz="2400">
                <a:solidFill>
                  <a:schemeClr val="tx1"/>
                </a:solidFill>
                <a:latin typeface="Tahoma" pitchFamily="34" charset="0"/>
              </a:defRPr>
            </a:lvl5pPr>
            <a:lvl6pPr marL="2514600" indent="-228600" eaLnBrk="0" fontAlgn="base" hangingPunct="0">
              <a:spcBef>
                <a:spcPct val="0"/>
              </a:spcBef>
              <a:spcAft>
                <a:spcPct val="0"/>
              </a:spcAft>
              <a:defRPr sz="2400">
                <a:solidFill>
                  <a:schemeClr val="tx1"/>
                </a:solidFill>
                <a:latin typeface="Tahoma" pitchFamily="34" charset="0"/>
              </a:defRPr>
            </a:lvl6pPr>
            <a:lvl7pPr marL="2971800" indent="-228600" eaLnBrk="0" fontAlgn="base" hangingPunct="0">
              <a:spcBef>
                <a:spcPct val="0"/>
              </a:spcBef>
              <a:spcAft>
                <a:spcPct val="0"/>
              </a:spcAft>
              <a:defRPr sz="2400">
                <a:solidFill>
                  <a:schemeClr val="tx1"/>
                </a:solidFill>
                <a:latin typeface="Tahoma" pitchFamily="34" charset="0"/>
              </a:defRPr>
            </a:lvl7pPr>
            <a:lvl8pPr marL="3429000" indent="-228600" eaLnBrk="0" fontAlgn="base" hangingPunct="0">
              <a:spcBef>
                <a:spcPct val="0"/>
              </a:spcBef>
              <a:spcAft>
                <a:spcPct val="0"/>
              </a:spcAft>
              <a:defRPr sz="2400">
                <a:solidFill>
                  <a:schemeClr val="tx1"/>
                </a:solidFill>
                <a:latin typeface="Tahoma" pitchFamily="34" charset="0"/>
              </a:defRPr>
            </a:lvl8pPr>
            <a:lvl9pPr marL="3886200" indent="-228600" eaLnBrk="0" fontAlgn="base" hangingPunct="0">
              <a:spcBef>
                <a:spcPct val="0"/>
              </a:spcBef>
              <a:spcAft>
                <a:spcPct val="0"/>
              </a:spcAft>
              <a:defRPr sz="2400">
                <a:solidFill>
                  <a:schemeClr val="tx1"/>
                </a:solidFill>
                <a:latin typeface="Tahoma" pitchFamily="34" charset="0"/>
              </a:defRPr>
            </a:lvl9pPr>
          </a:lstStyle>
          <a:p>
            <a:r>
              <a:rPr lang="en-US" sz="2800" b="1" dirty="0"/>
              <a:t>Parents = 2</a:t>
            </a:r>
          </a:p>
          <a:p>
            <a:r>
              <a:rPr lang="en-US" sz="2800" b="1" dirty="0"/>
              <a:t>Leaves = 3</a:t>
            </a:r>
          </a:p>
          <a:p>
            <a:r>
              <a:rPr lang="en-US" sz="2800" b="1" dirty="0"/>
              <a:t>Total nodes = 5</a:t>
            </a:r>
          </a:p>
        </p:txBody>
      </p:sp>
    </p:spTree>
    <p:extLst>
      <p:ext uri="{BB962C8B-B14F-4D97-AF65-F5344CB8AC3E}">
        <p14:creationId xmlns:p14="http://schemas.microsoft.com/office/powerpoint/2010/main" val="13048878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Footer Placeholder 3"/>
          <p:cNvSpPr>
            <a:spLocks noGrp="1"/>
          </p:cNvSpPr>
          <p:nvPr>
            <p:ph type="ftr" sz="quarter" idx="12"/>
          </p:nvPr>
        </p:nvSpPr>
        <p:spPr>
          <a:xfrm>
            <a:off x="6204677" y="6359806"/>
            <a:ext cx="2895600" cy="457200"/>
          </a:xfrm>
          <a:noFill/>
        </p:spPr>
        <p:txBody>
          <a:bodyPr/>
          <a:lstStyle>
            <a:lvl1pPr>
              <a:defRPr sz="2400">
                <a:solidFill>
                  <a:schemeClr val="tx1"/>
                </a:solidFill>
                <a:latin typeface="Tahoma" pitchFamily="34" charset="0"/>
              </a:defRPr>
            </a:lvl1pPr>
            <a:lvl2pPr marL="742950" indent="-285750">
              <a:defRPr sz="2400">
                <a:solidFill>
                  <a:schemeClr val="tx1"/>
                </a:solidFill>
                <a:latin typeface="Tahoma" pitchFamily="34" charset="0"/>
              </a:defRPr>
            </a:lvl2pPr>
            <a:lvl3pPr marL="1143000" indent="-228600">
              <a:defRPr sz="2400">
                <a:solidFill>
                  <a:schemeClr val="tx1"/>
                </a:solidFill>
                <a:latin typeface="Tahoma" pitchFamily="34" charset="0"/>
              </a:defRPr>
            </a:lvl3pPr>
            <a:lvl4pPr marL="1600200" indent="-228600">
              <a:defRPr sz="2400">
                <a:solidFill>
                  <a:schemeClr val="tx1"/>
                </a:solidFill>
                <a:latin typeface="Tahoma" pitchFamily="34" charset="0"/>
              </a:defRPr>
            </a:lvl4pPr>
            <a:lvl5pPr marL="2057400" indent="-228600">
              <a:defRPr sz="2400">
                <a:solidFill>
                  <a:schemeClr val="tx1"/>
                </a:solidFill>
                <a:latin typeface="Tahoma" pitchFamily="34" charset="0"/>
              </a:defRPr>
            </a:lvl5pPr>
            <a:lvl6pPr marL="2514600" indent="-228600" eaLnBrk="0" fontAlgn="base" hangingPunct="0">
              <a:spcBef>
                <a:spcPct val="0"/>
              </a:spcBef>
              <a:spcAft>
                <a:spcPct val="0"/>
              </a:spcAft>
              <a:defRPr sz="2400">
                <a:solidFill>
                  <a:schemeClr val="tx1"/>
                </a:solidFill>
                <a:latin typeface="Tahoma" pitchFamily="34" charset="0"/>
              </a:defRPr>
            </a:lvl6pPr>
            <a:lvl7pPr marL="2971800" indent="-228600" eaLnBrk="0" fontAlgn="base" hangingPunct="0">
              <a:spcBef>
                <a:spcPct val="0"/>
              </a:spcBef>
              <a:spcAft>
                <a:spcPct val="0"/>
              </a:spcAft>
              <a:defRPr sz="2400">
                <a:solidFill>
                  <a:schemeClr val="tx1"/>
                </a:solidFill>
                <a:latin typeface="Tahoma" pitchFamily="34" charset="0"/>
              </a:defRPr>
            </a:lvl7pPr>
            <a:lvl8pPr marL="3429000" indent="-228600" eaLnBrk="0" fontAlgn="base" hangingPunct="0">
              <a:spcBef>
                <a:spcPct val="0"/>
              </a:spcBef>
              <a:spcAft>
                <a:spcPct val="0"/>
              </a:spcAft>
              <a:defRPr sz="2400">
                <a:solidFill>
                  <a:schemeClr val="tx1"/>
                </a:solidFill>
                <a:latin typeface="Tahoma" pitchFamily="34" charset="0"/>
              </a:defRPr>
            </a:lvl8pPr>
            <a:lvl9pPr marL="3886200" indent="-228600" eaLnBrk="0" fontAlgn="base" hangingPunct="0">
              <a:spcBef>
                <a:spcPct val="0"/>
              </a:spcBef>
              <a:spcAft>
                <a:spcPct val="0"/>
              </a:spcAft>
              <a:defRPr sz="2400">
                <a:solidFill>
                  <a:schemeClr val="tx1"/>
                </a:solidFill>
                <a:latin typeface="Tahoma" pitchFamily="34" charset="0"/>
              </a:defRPr>
            </a:lvl9pPr>
          </a:lstStyle>
          <a:p>
            <a:endParaRPr lang="en-US" sz="800" b="1">
              <a:latin typeface="Times New Roman" pitchFamily="18" charset="0"/>
            </a:endParaRPr>
          </a:p>
          <a:p>
            <a:endParaRPr lang="en-US" sz="800"/>
          </a:p>
          <a:p>
            <a:endParaRPr lang="en-US" sz="800" b="1"/>
          </a:p>
          <a:p>
            <a:r>
              <a:rPr lang="en-US" sz="800" b="1"/>
              <a:t>© A+ Computer Science  -  www.apluscompsci.com</a:t>
            </a:r>
          </a:p>
        </p:txBody>
      </p:sp>
      <p:sp>
        <p:nvSpPr>
          <p:cNvPr id="47107" name="WordArt 2" descr="Narrow vertical"/>
          <p:cNvSpPr>
            <a:spLocks noChangeArrowheads="1" noChangeShapeType="1" noTextEdit="1"/>
          </p:cNvSpPr>
          <p:nvPr/>
        </p:nvSpPr>
        <p:spPr bwMode="auto">
          <a:xfrm>
            <a:off x="1295400" y="0"/>
            <a:ext cx="6324600" cy="1828800"/>
          </a:xfrm>
          <a:prstGeom prst="rect">
            <a:avLst/>
          </a:prstGeom>
          <a:ln>
            <a:noFill/>
          </a:ln>
        </p:spPr>
        <p:style>
          <a:lnRef idx="2">
            <a:schemeClr val="accent1"/>
          </a:lnRef>
          <a:fillRef idx="1">
            <a:schemeClr val="lt1"/>
          </a:fillRef>
          <a:effectRef idx="0">
            <a:schemeClr val="accent1"/>
          </a:effectRef>
          <a:fontRef idx="minor">
            <a:schemeClr val="dk1"/>
          </a:fontRef>
        </p:style>
        <p:txBody>
          <a:bodyPr wrap="none" fromWordArt="1">
            <a:prstTxWarp prst="textCurveUp">
              <a:avLst>
                <a:gd name="adj" fmla="val 35897"/>
              </a:avLst>
            </a:prstTxWarp>
          </a:bodyPr>
          <a:lstStyle/>
          <a:p>
            <a:pPr algn="ctr"/>
            <a:r>
              <a:rPr lang="en-US" sz="3600" kern="10" dirty="0">
                <a:ln w="12700">
                  <a:solidFill>
                    <a:srgbClr val="000000"/>
                  </a:solidFill>
                  <a:round/>
                  <a:headEnd type="none" w="sm" len="sm"/>
                  <a:tailEnd type="none" w="sm" len="sm"/>
                </a:ln>
                <a:gradFill flip="none" rotWithShape="1">
                  <a:gsLst>
                    <a:gs pos="0">
                      <a:schemeClr val="accent1">
                        <a:tint val="66000"/>
                        <a:satMod val="160000"/>
                      </a:schemeClr>
                    </a:gs>
                    <a:gs pos="50000">
                      <a:schemeClr val="accent1">
                        <a:tint val="44500"/>
                        <a:satMod val="160000"/>
                      </a:schemeClr>
                    </a:gs>
                    <a:gs pos="100000">
                      <a:schemeClr val="accent1">
                        <a:tint val="23500"/>
                        <a:satMod val="160000"/>
                      </a:schemeClr>
                    </a:gs>
                  </a:gsLst>
                  <a:lin ang="10800000" scaled="1"/>
                  <a:tileRect/>
                </a:gradFill>
                <a:effectLst>
                  <a:glow rad="63500">
                    <a:schemeClr val="accent6">
                      <a:satMod val="175000"/>
                      <a:alpha val="40000"/>
                    </a:schemeClr>
                  </a:glow>
                  <a:outerShdw dist="45791" dir="2021404" algn="ctr" rotWithShape="0">
                    <a:srgbClr val="808080"/>
                  </a:outerShdw>
                </a:effectLst>
                <a:latin typeface="Arial Black"/>
              </a:rPr>
              <a:t>A </a:t>
            </a:r>
            <a:r>
              <a:rPr lang="en-US" sz="3600" b="1" kern="10" dirty="0">
                <a:ln w="12700">
                  <a:solidFill>
                    <a:srgbClr val="000000"/>
                  </a:solidFill>
                  <a:round/>
                  <a:headEnd type="none" w="sm" len="sm"/>
                  <a:tailEnd type="none" w="sm" len="sm"/>
                </a:ln>
                <a:solidFill>
                  <a:srgbClr val="0099CC"/>
                </a:solidFill>
                <a:effectLst>
                  <a:glow rad="63500">
                    <a:schemeClr val="accent6">
                      <a:satMod val="175000"/>
                      <a:alpha val="40000"/>
                    </a:schemeClr>
                  </a:glow>
                  <a:outerShdw dist="45791" dir="2021404" algn="ctr" rotWithShape="0">
                    <a:srgbClr val="808080"/>
                  </a:outerShdw>
                </a:effectLst>
                <a:latin typeface="Arial Black"/>
              </a:rPr>
              <a:t>Full</a:t>
            </a:r>
            <a:endParaRPr lang="en-US" sz="3600" kern="10" dirty="0">
              <a:ln w="12700">
                <a:solidFill>
                  <a:srgbClr val="000000"/>
                </a:solidFill>
                <a:round/>
                <a:headEnd type="none" w="sm" len="sm"/>
                <a:tailEnd type="none" w="sm" len="sm"/>
              </a:ln>
              <a:gradFill flip="none" rotWithShape="1">
                <a:gsLst>
                  <a:gs pos="0">
                    <a:schemeClr val="accent1">
                      <a:tint val="66000"/>
                      <a:satMod val="160000"/>
                    </a:schemeClr>
                  </a:gs>
                  <a:gs pos="50000">
                    <a:schemeClr val="accent1">
                      <a:tint val="44500"/>
                      <a:satMod val="160000"/>
                    </a:schemeClr>
                  </a:gs>
                  <a:gs pos="100000">
                    <a:schemeClr val="accent1">
                      <a:tint val="23500"/>
                      <a:satMod val="160000"/>
                    </a:schemeClr>
                  </a:gs>
                </a:gsLst>
                <a:lin ang="10800000" scaled="1"/>
                <a:tileRect/>
              </a:gradFill>
              <a:effectLst>
                <a:glow rad="63500">
                  <a:schemeClr val="accent6">
                    <a:satMod val="175000"/>
                    <a:alpha val="40000"/>
                  </a:schemeClr>
                </a:glow>
                <a:outerShdw dist="45791" dir="2021404" algn="ctr" rotWithShape="0">
                  <a:srgbClr val="808080"/>
                </a:outerShdw>
              </a:effectLst>
              <a:latin typeface="Arial Black"/>
            </a:endParaRPr>
          </a:p>
          <a:p>
            <a:pPr algn="ctr"/>
            <a:r>
              <a:rPr lang="en-US" sz="3600" kern="10" dirty="0">
                <a:ln w="12700">
                  <a:solidFill>
                    <a:srgbClr val="000000"/>
                  </a:solidFill>
                  <a:round/>
                  <a:headEnd type="none" w="sm" len="sm"/>
                  <a:tailEnd type="none" w="sm" len="sm"/>
                </a:ln>
                <a:gradFill flip="none" rotWithShape="1">
                  <a:gsLst>
                    <a:gs pos="0">
                      <a:schemeClr val="accent1">
                        <a:tint val="66000"/>
                        <a:satMod val="160000"/>
                      </a:schemeClr>
                    </a:gs>
                    <a:gs pos="50000">
                      <a:schemeClr val="accent1">
                        <a:tint val="44500"/>
                        <a:satMod val="160000"/>
                      </a:schemeClr>
                    </a:gs>
                    <a:gs pos="100000">
                      <a:schemeClr val="accent1">
                        <a:tint val="23500"/>
                        <a:satMod val="160000"/>
                      </a:schemeClr>
                    </a:gs>
                  </a:gsLst>
                  <a:lin ang="10800000" scaled="1"/>
                  <a:tileRect/>
                </a:gradFill>
                <a:effectLst>
                  <a:glow rad="63500">
                    <a:schemeClr val="accent6">
                      <a:satMod val="175000"/>
                      <a:alpha val="40000"/>
                    </a:schemeClr>
                  </a:glow>
                  <a:outerShdw dist="45791" dir="2021404" algn="ctr" rotWithShape="0">
                    <a:srgbClr val="808080"/>
                  </a:outerShdw>
                </a:effectLst>
                <a:latin typeface="Arial Black"/>
              </a:rPr>
              <a:t>BINARY TREE</a:t>
            </a:r>
          </a:p>
        </p:txBody>
      </p:sp>
      <p:sp>
        <p:nvSpPr>
          <p:cNvPr id="47108" name="Text Box 3"/>
          <p:cNvSpPr txBox="1">
            <a:spLocks noChangeArrowheads="1"/>
          </p:cNvSpPr>
          <p:nvPr/>
        </p:nvSpPr>
        <p:spPr bwMode="auto">
          <a:xfrm>
            <a:off x="533400" y="2252584"/>
            <a:ext cx="8001000" cy="138499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sz="2400">
                <a:solidFill>
                  <a:schemeClr val="tx1"/>
                </a:solidFill>
                <a:latin typeface="Tahoma" pitchFamily="34" charset="0"/>
              </a:defRPr>
            </a:lvl1pPr>
            <a:lvl2pPr marL="742950" indent="-285750">
              <a:defRPr sz="2400">
                <a:solidFill>
                  <a:schemeClr val="tx1"/>
                </a:solidFill>
                <a:latin typeface="Tahoma" pitchFamily="34" charset="0"/>
              </a:defRPr>
            </a:lvl2pPr>
            <a:lvl3pPr marL="1143000" indent="-228600">
              <a:defRPr sz="2400">
                <a:solidFill>
                  <a:schemeClr val="tx1"/>
                </a:solidFill>
                <a:latin typeface="Tahoma" pitchFamily="34" charset="0"/>
              </a:defRPr>
            </a:lvl3pPr>
            <a:lvl4pPr marL="1600200" indent="-228600">
              <a:defRPr sz="2400">
                <a:solidFill>
                  <a:schemeClr val="tx1"/>
                </a:solidFill>
                <a:latin typeface="Tahoma" pitchFamily="34" charset="0"/>
              </a:defRPr>
            </a:lvl4pPr>
            <a:lvl5pPr marL="2057400" indent="-228600">
              <a:defRPr sz="2400">
                <a:solidFill>
                  <a:schemeClr val="tx1"/>
                </a:solidFill>
                <a:latin typeface="Tahoma" pitchFamily="34" charset="0"/>
              </a:defRPr>
            </a:lvl5pPr>
            <a:lvl6pPr marL="2514600" indent="-228600" eaLnBrk="0" fontAlgn="base" hangingPunct="0">
              <a:spcBef>
                <a:spcPct val="0"/>
              </a:spcBef>
              <a:spcAft>
                <a:spcPct val="0"/>
              </a:spcAft>
              <a:defRPr sz="2400">
                <a:solidFill>
                  <a:schemeClr val="tx1"/>
                </a:solidFill>
                <a:latin typeface="Tahoma" pitchFamily="34" charset="0"/>
              </a:defRPr>
            </a:lvl6pPr>
            <a:lvl7pPr marL="2971800" indent="-228600" eaLnBrk="0" fontAlgn="base" hangingPunct="0">
              <a:spcBef>
                <a:spcPct val="0"/>
              </a:spcBef>
              <a:spcAft>
                <a:spcPct val="0"/>
              </a:spcAft>
              <a:defRPr sz="2400">
                <a:solidFill>
                  <a:schemeClr val="tx1"/>
                </a:solidFill>
                <a:latin typeface="Tahoma" pitchFamily="34" charset="0"/>
              </a:defRPr>
            </a:lvl7pPr>
            <a:lvl8pPr marL="3429000" indent="-228600" eaLnBrk="0" fontAlgn="base" hangingPunct="0">
              <a:spcBef>
                <a:spcPct val="0"/>
              </a:spcBef>
              <a:spcAft>
                <a:spcPct val="0"/>
              </a:spcAft>
              <a:defRPr sz="2400">
                <a:solidFill>
                  <a:schemeClr val="tx1"/>
                </a:solidFill>
                <a:latin typeface="Tahoma" pitchFamily="34" charset="0"/>
              </a:defRPr>
            </a:lvl8pPr>
            <a:lvl9pPr marL="3886200" indent="-228600" eaLnBrk="0" fontAlgn="base" hangingPunct="0">
              <a:spcBef>
                <a:spcPct val="0"/>
              </a:spcBef>
              <a:spcAft>
                <a:spcPct val="0"/>
              </a:spcAft>
              <a:defRPr sz="2400">
                <a:solidFill>
                  <a:schemeClr val="tx1"/>
                </a:solidFill>
                <a:latin typeface="Tahoma" pitchFamily="34" charset="0"/>
              </a:defRPr>
            </a:lvl9pPr>
          </a:lstStyle>
          <a:p>
            <a:r>
              <a:rPr lang="en-US" sz="2800" b="1" dirty="0">
                <a:solidFill>
                  <a:schemeClr val="accent6">
                    <a:lumMod val="75000"/>
                  </a:schemeClr>
                </a:solidFill>
              </a:rPr>
              <a:t>Full binary tree theorem 2: The number of nodes is always one more than twice the number of parents (a.k.a. internal nodes).</a:t>
            </a:r>
          </a:p>
        </p:txBody>
      </p:sp>
      <p:grpSp>
        <p:nvGrpSpPr>
          <p:cNvPr id="2" name="Group 1" descr="This time our tree with three levels is missing the two nodes the would go on the left side of the third row, but has both children on the right side of the third row. &#10;So the root has two children and its right child has two children. The other three nodes are leaves. We call this a full binary tree."/>
          <p:cNvGrpSpPr/>
          <p:nvPr/>
        </p:nvGrpSpPr>
        <p:grpSpPr>
          <a:xfrm>
            <a:off x="1905000" y="3886200"/>
            <a:ext cx="3352800" cy="1676400"/>
            <a:chOff x="2895600" y="3352800"/>
            <a:chExt cx="3352800" cy="1676400"/>
          </a:xfrm>
        </p:grpSpPr>
        <p:sp>
          <p:nvSpPr>
            <p:cNvPr id="15" name="Oval 5"/>
            <p:cNvSpPr>
              <a:spLocks noChangeArrowheads="1"/>
            </p:cNvSpPr>
            <p:nvPr/>
          </p:nvSpPr>
          <p:spPr bwMode="auto">
            <a:xfrm>
              <a:off x="3962400" y="3352800"/>
              <a:ext cx="533400" cy="457200"/>
            </a:xfrm>
            <a:prstGeom prst="ellipse">
              <a:avLst/>
            </a:prstGeom>
            <a:solidFill>
              <a:schemeClr val="accent1"/>
            </a:solidFill>
            <a:ln w="1270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6" name="Oval 8"/>
            <p:cNvSpPr>
              <a:spLocks noChangeArrowheads="1"/>
            </p:cNvSpPr>
            <p:nvPr/>
          </p:nvSpPr>
          <p:spPr bwMode="auto">
            <a:xfrm>
              <a:off x="2895600" y="3962400"/>
              <a:ext cx="533400" cy="457200"/>
            </a:xfrm>
            <a:prstGeom prst="ellipse">
              <a:avLst/>
            </a:prstGeom>
            <a:solidFill>
              <a:schemeClr val="accent1"/>
            </a:solidFill>
            <a:ln w="1270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7" name="Oval 9"/>
            <p:cNvSpPr>
              <a:spLocks noChangeArrowheads="1"/>
            </p:cNvSpPr>
            <p:nvPr/>
          </p:nvSpPr>
          <p:spPr bwMode="auto">
            <a:xfrm>
              <a:off x="5715000" y="4572000"/>
              <a:ext cx="533400" cy="457200"/>
            </a:xfrm>
            <a:prstGeom prst="ellipse">
              <a:avLst/>
            </a:prstGeom>
            <a:solidFill>
              <a:schemeClr val="accent1"/>
            </a:solidFill>
            <a:ln w="1270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9" name="Oval 11"/>
            <p:cNvSpPr>
              <a:spLocks noChangeArrowheads="1"/>
            </p:cNvSpPr>
            <p:nvPr/>
          </p:nvSpPr>
          <p:spPr bwMode="auto">
            <a:xfrm>
              <a:off x="5105400" y="3962400"/>
              <a:ext cx="533400" cy="457200"/>
            </a:xfrm>
            <a:prstGeom prst="ellipse">
              <a:avLst/>
            </a:prstGeom>
            <a:solidFill>
              <a:schemeClr val="accent1"/>
            </a:solidFill>
            <a:ln w="1270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0" name="Oval 12"/>
            <p:cNvSpPr>
              <a:spLocks noChangeArrowheads="1"/>
            </p:cNvSpPr>
            <p:nvPr/>
          </p:nvSpPr>
          <p:spPr bwMode="auto">
            <a:xfrm>
              <a:off x="4495800" y="4572000"/>
              <a:ext cx="533400" cy="457200"/>
            </a:xfrm>
            <a:prstGeom prst="ellipse">
              <a:avLst/>
            </a:prstGeom>
            <a:solidFill>
              <a:schemeClr val="accent1"/>
            </a:solidFill>
            <a:ln w="1270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cxnSp>
          <p:nvCxnSpPr>
            <p:cNvPr id="21" name="Straight Connector 20"/>
            <p:cNvCxnSpPr>
              <a:stCxn id="15" idx="3"/>
              <a:endCxn id="16" idx="7"/>
            </p:cNvCxnSpPr>
            <p:nvPr/>
          </p:nvCxnSpPr>
          <p:spPr bwMode="auto">
            <a:xfrm flipH="1">
              <a:off x="3350885" y="3743045"/>
              <a:ext cx="689630" cy="286310"/>
            </a:xfrm>
            <a:prstGeom prst="line">
              <a:avLst/>
            </a:prstGeom>
            <a:solidFill>
              <a:schemeClr val="accent1"/>
            </a:solidFill>
            <a:ln w="12700" cap="flat" cmpd="sng" algn="ctr">
              <a:solidFill>
                <a:schemeClr val="tx1"/>
              </a:solidFill>
              <a:prstDash val="solid"/>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2" name="Straight Connector 21"/>
            <p:cNvCxnSpPr>
              <a:stCxn id="15" idx="5"/>
              <a:endCxn id="19" idx="1"/>
            </p:cNvCxnSpPr>
            <p:nvPr/>
          </p:nvCxnSpPr>
          <p:spPr bwMode="auto">
            <a:xfrm>
              <a:off x="4417685" y="3743045"/>
              <a:ext cx="765830" cy="286310"/>
            </a:xfrm>
            <a:prstGeom prst="line">
              <a:avLst/>
            </a:prstGeom>
            <a:solidFill>
              <a:schemeClr val="accent1"/>
            </a:solidFill>
            <a:ln w="12700" cap="flat" cmpd="sng" algn="ctr">
              <a:solidFill>
                <a:schemeClr val="tx1"/>
              </a:solidFill>
              <a:prstDash val="solid"/>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3" name="Straight Connector 22"/>
            <p:cNvCxnSpPr>
              <a:stCxn id="20" idx="7"/>
              <a:endCxn id="19" idx="3"/>
            </p:cNvCxnSpPr>
            <p:nvPr/>
          </p:nvCxnSpPr>
          <p:spPr bwMode="auto">
            <a:xfrm flipV="1">
              <a:off x="4951085" y="4352645"/>
              <a:ext cx="232430" cy="286310"/>
            </a:xfrm>
            <a:prstGeom prst="line">
              <a:avLst/>
            </a:prstGeom>
            <a:solidFill>
              <a:schemeClr val="accent1"/>
            </a:solidFill>
            <a:ln w="12700" cap="flat" cmpd="sng" algn="ctr">
              <a:solidFill>
                <a:schemeClr val="tx1"/>
              </a:solidFill>
              <a:prstDash val="solid"/>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5" name="Straight Connector 24"/>
            <p:cNvCxnSpPr>
              <a:stCxn id="17" idx="1"/>
              <a:endCxn id="19" idx="5"/>
            </p:cNvCxnSpPr>
            <p:nvPr/>
          </p:nvCxnSpPr>
          <p:spPr bwMode="auto">
            <a:xfrm flipH="1" flipV="1">
              <a:off x="5560685" y="4352645"/>
              <a:ext cx="232430" cy="286310"/>
            </a:xfrm>
            <a:prstGeom prst="line">
              <a:avLst/>
            </a:prstGeom>
            <a:solidFill>
              <a:schemeClr val="accent1"/>
            </a:solidFill>
            <a:ln w="12700" cap="flat" cmpd="sng" algn="ctr">
              <a:solidFill>
                <a:schemeClr val="tx1"/>
              </a:solidFill>
              <a:prstDash val="solid"/>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grpSp>
      <p:sp>
        <p:nvSpPr>
          <p:cNvPr id="14" name="Text Box 3"/>
          <p:cNvSpPr txBox="1">
            <a:spLocks noChangeArrowheads="1"/>
          </p:cNvSpPr>
          <p:nvPr/>
        </p:nvSpPr>
        <p:spPr bwMode="auto">
          <a:xfrm>
            <a:off x="5744084" y="4040492"/>
            <a:ext cx="2895600" cy="1297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sz="2400">
                <a:solidFill>
                  <a:schemeClr val="tx1"/>
                </a:solidFill>
                <a:latin typeface="Tahoma" pitchFamily="34" charset="0"/>
              </a:defRPr>
            </a:lvl1pPr>
            <a:lvl2pPr marL="742950" indent="-285750">
              <a:defRPr sz="2400">
                <a:solidFill>
                  <a:schemeClr val="tx1"/>
                </a:solidFill>
                <a:latin typeface="Tahoma" pitchFamily="34" charset="0"/>
              </a:defRPr>
            </a:lvl2pPr>
            <a:lvl3pPr marL="1143000" indent="-228600">
              <a:defRPr sz="2400">
                <a:solidFill>
                  <a:schemeClr val="tx1"/>
                </a:solidFill>
                <a:latin typeface="Tahoma" pitchFamily="34" charset="0"/>
              </a:defRPr>
            </a:lvl3pPr>
            <a:lvl4pPr marL="1600200" indent="-228600">
              <a:defRPr sz="2400">
                <a:solidFill>
                  <a:schemeClr val="tx1"/>
                </a:solidFill>
                <a:latin typeface="Tahoma" pitchFamily="34" charset="0"/>
              </a:defRPr>
            </a:lvl4pPr>
            <a:lvl5pPr marL="2057400" indent="-228600">
              <a:defRPr sz="2400">
                <a:solidFill>
                  <a:schemeClr val="tx1"/>
                </a:solidFill>
                <a:latin typeface="Tahoma" pitchFamily="34" charset="0"/>
              </a:defRPr>
            </a:lvl5pPr>
            <a:lvl6pPr marL="2514600" indent="-228600" eaLnBrk="0" fontAlgn="base" hangingPunct="0">
              <a:spcBef>
                <a:spcPct val="0"/>
              </a:spcBef>
              <a:spcAft>
                <a:spcPct val="0"/>
              </a:spcAft>
              <a:defRPr sz="2400">
                <a:solidFill>
                  <a:schemeClr val="tx1"/>
                </a:solidFill>
                <a:latin typeface="Tahoma" pitchFamily="34" charset="0"/>
              </a:defRPr>
            </a:lvl6pPr>
            <a:lvl7pPr marL="2971800" indent="-228600" eaLnBrk="0" fontAlgn="base" hangingPunct="0">
              <a:spcBef>
                <a:spcPct val="0"/>
              </a:spcBef>
              <a:spcAft>
                <a:spcPct val="0"/>
              </a:spcAft>
              <a:defRPr sz="2400">
                <a:solidFill>
                  <a:schemeClr val="tx1"/>
                </a:solidFill>
                <a:latin typeface="Tahoma" pitchFamily="34" charset="0"/>
              </a:defRPr>
            </a:lvl7pPr>
            <a:lvl8pPr marL="3429000" indent="-228600" eaLnBrk="0" fontAlgn="base" hangingPunct="0">
              <a:spcBef>
                <a:spcPct val="0"/>
              </a:spcBef>
              <a:spcAft>
                <a:spcPct val="0"/>
              </a:spcAft>
              <a:defRPr sz="2400">
                <a:solidFill>
                  <a:schemeClr val="tx1"/>
                </a:solidFill>
                <a:latin typeface="Tahoma" pitchFamily="34" charset="0"/>
              </a:defRPr>
            </a:lvl8pPr>
            <a:lvl9pPr marL="3886200" indent="-228600" eaLnBrk="0" fontAlgn="base" hangingPunct="0">
              <a:spcBef>
                <a:spcPct val="0"/>
              </a:spcBef>
              <a:spcAft>
                <a:spcPct val="0"/>
              </a:spcAft>
              <a:defRPr sz="2400">
                <a:solidFill>
                  <a:schemeClr val="tx1"/>
                </a:solidFill>
                <a:latin typeface="Tahoma" pitchFamily="34" charset="0"/>
              </a:defRPr>
            </a:lvl9pPr>
          </a:lstStyle>
          <a:p>
            <a:pPr algn="ctr">
              <a:lnSpc>
                <a:spcPct val="150000"/>
              </a:lnSpc>
            </a:pPr>
            <a:r>
              <a:rPr lang="en-US" sz="2800" b="1" dirty="0">
                <a:solidFill>
                  <a:schemeClr val="accent6">
                    <a:lumMod val="75000"/>
                  </a:schemeClr>
                </a:solidFill>
              </a:rPr>
              <a:t>N = 2 * P + 1</a:t>
            </a:r>
          </a:p>
          <a:p>
            <a:pPr algn="ctr">
              <a:lnSpc>
                <a:spcPct val="150000"/>
              </a:lnSpc>
            </a:pPr>
            <a:r>
              <a:rPr lang="en-US" sz="2800" b="1" dirty="0">
                <a:solidFill>
                  <a:schemeClr val="accent6">
                    <a:lumMod val="75000"/>
                  </a:schemeClr>
                </a:solidFill>
              </a:rPr>
              <a:t>P = (N – 1) / 2</a:t>
            </a:r>
          </a:p>
        </p:txBody>
      </p:sp>
      <p:sp>
        <p:nvSpPr>
          <p:cNvPr id="3" name="Text Box 3">
            <a:extLst>
              <a:ext uri="{FF2B5EF4-FFF2-40B4-BE49-F238E27FC236}">
                <a16:creationId xmlns:a16="http://schemas.microsoft.com/office/drawing/2014/main" id="{F4E92F90-E67F-1A87-8A88-ABB7556D9E3A}"/>
              </a:ext>
            </a:extLst>
          </p:cNvPr>
          <p:cNvSpPr txBox="1">
            <a:spLocks noChangeArrowheads="1"/>
          </p:cNvSpPr>
          <p:nvPr/>
        </p:nvSpPr>
        <p:spPr bwMode="auto">
          <a:xfrm>
            <a:off x="480758" y="5291475"/>
            <a:ext cx="3124200" cy="138499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sz="2400">
                <a:solidFill>
                  <a:schemeClr val="tx1"/>
                </a:solidFill>
                <a:latin typeface="Tahoma" pitchFamily="34" charset="0"/>
              </a:defRPr>
            </a:lvl1pPr>
            <a:lvl2pPr marL="742950" indent="-285750">
              <a:defRPr sz="2400">
                <a:solidFill>
                  <a:schemeClr val="tx1"/>
                </a:solidFill>
                <a:latin typeface="Tahoma" pitchFamily="34" charset="0"/>
              </a:defRPr>
            </a:lvl2pPr>
            <a:lvl3pPr marL="1143000" indent="-228600">
              <a:defRPr sz="2400">
                <a:solidFill>
                  <a:schemeClr val="tx1"/>
                </a:solidFill>
                <a:latin typeface="Tahoma" pitchFamily="34" charset="0"/>
              </a:defRPr>
            </a:lvl3pPr>
            <a:lvl4pPr marL="1600200" indent="-228600">
              <a:defRPr sz="2400">
                <a:solidFill>
                  <a:schemeClr val="tx1"/>
                </a:solidFill>
                <a:latin typeface="Tahoma" pitchFamily="34" charset="0"/>
              </a:defRPr>
            </a:lvl4pPr>
            <a:lvl5pPr marL="2057400" indent="-228600">
              <a:defRPr sz="2400">
                <a:solidFill>
                  <a:schemeClr val="tx1"/>
                </a:solidFill>
                <a:latin typeface="Tahoma" pitchFamily="34" charset="0"/>
              </a:defRPr>
            </a:lvl5pPr>
            <a:lvl6pPr marL="2514600" indent="-228600" eaLnBrk="0" fontAlgn="base" hangingPunct="0">
              <a:spcBef>
                <a:spcPct val="0"/>
              </a:spcBef>
              <a:spcAft>
                <a:spcPct val="0"/>
              </a:spcAft>
              <a:defRPr sz="2400">
                <a:solidFill>
                  <a:schemeClr val="tx1"/>
                </a:solidFill>
                <a:latin typeface="Tahoma" pitchFamily="34" charset="0"/>
              </a:defRPr>
            </a:lvl6pPr>
            <a:lvl7pPr marL="2971800" indent="-228600" eaLnBrk="0" fontAlgn="base" hangingPunct="0">
              <a:spcBef>
                <a:spcPct val="0"/>
              </a:spcBef>
              <a:spcAft>
                <a:spcPct val="0"/>
              </a:spcAft>
              <a:defRPr sz="2400">
                <a:solidFill>
                  <a:schemeClr val="tx1"/>
                </a:solidFill>
                <a:latin typeface="Tahoma" pitchFamily="34" charset="0"/>
              </a:defRPr>
            </a:lvl7pPr>
            <a:lvl8pPr marL="3429000" indent="-228600" eaLnBrk="0" fontAlgn="base" hangingPunct="0">
              <a:spcBef>
                <a:spcPct val="0"/>
              </a:spcBef>
              <a:spcAft>
                <a:spcPct val="0"/>
              </a:spcAft>
              <a:defRPr sz="2400">
                <a:solidFill>
                  <a:schemeClr val="tx1"/>
                </a:solidFill>
                <a:latin typeface="Tahoma" pitchFamily="34" charset="0"/>
              </a:defRPr>
            </a:lvl8pPr>
            <a:lvl9pPr marL="3886200" indent="-228600" eaLnBrk="0" fontAlgn="base" hangingPunct="0">
              <a:spcBef>
                <a:spcPct val="0"/>
              </a:spcBef>
              <a:spcAft>
                <a:spcPct val="0"/>
              </a:spcAft>
              <a:defRPr sz="2400">
                <a:solidFill>
                  <a:schemeClr val="tx1"/>
                </a:solidFill>
                <a:latin typeface="Tahoma" pitchFamily="34" charset="0"/>
              </a:defRPr>
            </a:lvl9pPr>
          </a:lstStyle>
          <a:p>
            <a:r>
              <a:rPr lang="en-US" sz="2800" b="1" dirty="0"/>
              <a:t>Parents = 2</a:t>
            </a:r>
          </a:p>
          <a:p>
            <a:r>
              <a:rPr lang="en-US" sz="2800" b="1" dirty="0"/>
              <a:t>Leaves = 3</a:t>
            </a:r>
          </a:p>
          <a:p>
            <a:r>
              <a:rPr lang="en-US" sz="2800" b="1" dirty="0"/>
              <a:t>Total nodes = 5</a:t>
            </a:r>
          </a:p>
        </p:txBody>
      </p:sp>
      <p:sp>
        <p:nvSpPr>
          <p:cNvPr id="4" name="Text Box 3">
            <a:extLst>
              <a:ext uri="{FF2B5EF4-FFF2-40B4-BE49-F238E27FC236}">
                <a16:creationId xmlns:a16="http://schemas.microsoft.com/office/drawing/2014/main" id="{3B56DC99-BA41-CF37-3C23-828674C963DD}"/>
              </a:ext>
            </a:extLst>
          </p:cNvPr>
          <p:cNvSpPr txBox="1">
            <a:spLocks noChangeArrowheads="1"/>
          </p:cNvSpPr>
          <p:nvPr/>
        </p:nvSpPr>
        <p:spPr bwMode="auto">
          <a:xfrm>
            <a:off x="5742529" y="5512272"/>
            <a:ext cx="2895600" cy="6508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sz="2400">
                <a:solidFill>
                  <a:schemeClr val="tx1"/>
                </a:solidFill>
                <a:latin typeface="Tahoma" pitchFamily="34" charset="0"/>
              </a:defRPr>
            </a:lvl1pPr>
            <a:lvl2pPr marL="742950" indent="-285750">
              <a:defRPr sz="2400">
                <a:solidFill>
                  <a:schemeClr val="tx1"/>
                </a:solidFill>
                <a:latin typeface="Tahoma" pitchFamily="34" charset="0"/>
              </a:defRPr>
            </a:lvl2pPr>
            <a:lvl3pPr marL="1143000" indent="-228600">
              <a:defRPr sz="2400">
                <a:solidFill>
                  <a:schemeClr val="tx1"/>
                </a:solidFill>
                <a:latin typeface="Tahoma" pitchFamily="34" charset="0"/>
              </a:defRPr>
            </a:lvl3pPr>
            <a:lvl4pPr marL="1600200" indent="-228600">
              <a:defRPr sz="2400">
                <a:solidFill>
                  <a:schemeClr val="tx1"/>
                </a:solidFill>
                <a:latin typeface="Tahoma" pitchFamily="34" charset="0"/>
              </a:defRPr>
            </a:lvl4pPr>
            <a:lvl5pPr marL="2057400" indent="-228600">
              <a:defRPr sz="2400">
                <a:solidFill>
                  <a:schemeClr val="tx1"/>
                </a:solidFill>
                <a:latin typeface="Tahoma" pitchFamily="34" charset="0"/>
              </a:defRPr>
            </a:lvl5pPr>
            <a:lvl6pPr marL="2514600" indent="-228600" eaLnBrk="0" fontAlgn="base" hangingPunct="0">
              <a:spcBef>
                <a:spcPct val="0"/>
              </a:spcBef>
              <a:spcAft>
                <a:spcPct val="0"/>
              </a:spcAft>
              <a:defRPr sz="2400">
                <a:solidFill>
                  <a:schemeClr val="tx1"/>
                </a:solidFill>
                <a:latin typeface="Tahoma" pitchFamily="34" charset="0"/>
              </a:defRPr>
            </a:lvl6pPr>
            <a:lvl7pPr marL="2971800" indent="-228600" eaLnBrk="0" fontAlgn="base" hangingPunct="0">
              <a:spcBef>
                <a:spcPct val="0"/>
              </a:spcBef>
              <a:spcAft>
                <a:spcPct val="0"/>
              </a:spcAft>
              <a:defRPr sz="2400">
                <a:solidFill>
                  <a:schemeClr val="tx1"/>
                </a:solidFill>
                <a:latin typeface="Tahoma" pitchFamily="34" charset="0"/>
              </a:defRPr>
            </a:lvl7pPr>
            <a:lvl8pPr marL="3429000" indent="-228600" eaLnBrk="0" fontAlgn="base" hangingPunct="0">
              <a:spcBef>
                <a:spcPct val="0"/>
              </a:spcBef>
              <a:spcAft>
                <a:spcPct val="0"/>
              </a:spcAft>
              <a:defRPr sz="2400">
                <a:solidFill>
                  <a:schemeClr val="tx1"/>
                </a:solidFill>
                <a:latin typeface="Tahoma" pitchFamily="34" charset="0"/>
              </a:defRPr>
            </a:lvl8pPr>
            <a:lvl9pPr marL="3886200" indent="-228600" eaLnBrk="0" fontAlgn="base" hangingPunct="0">
              <a:spcBef>
                <a:spcPct val="0"/>
              </a:spcBef>
              <a:spcAft>
                <a:spcPct val="0"/>
              </a:spcAft>
              <a:defRPr sz="2400">
                <a:solidFill>
                  <a:schemeClr val="tx1"/>
                </a:solidFill>
                <a:latin typeface="Tahoma" pitchFamily="34" charset="0"/>
              </a:defRPr>
            </a:lvl9pPr>
          </a:lstStyle>
          <a:p>
            <a:pPr algn="ctr">
              <a:lnSpc>
                <a:spcPct val="150000"/>
              </a:lnSpc>
            </a:pPr>
            <a:r>
              <a:rPr lang="en-US" sz="2800" b="1" dirty="0">
                <a:solidFill>
                  <a:schemeClr val="accent6">
                    <a:lumMod val="75000"/>
                  </a:schemeClr>
                </a:solidFill>
              </a:rPr>
              <a:t>L = ????????</a:t>
            </a:r>
          </a:p>
        </p:txBody>
      </p:sp>
    </p:spTree>
    <p:extLst>
      <p:ext uri="{BB962C8B-B14F-4D97-AF65-F5344CB8AC3E}">
        <p14:creationId xmlns:p14="http://schemas.microsoft.com/office/powerpoint/2010/main" val="41658810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Footer Placeholder 3"/>
          <p:cNvSpPr>
            <a:spLocks noGrp="1"/>
          </p:cNvSpPr>
          <p:nvPr>
            <p:ph type="ftr" sz="quarter" idx="12"/>
          </p:nvPr>
        </p:nvSpPr>
        <p:spPr>
          <a:xfrm>
            <a:off x="6204677" y="6359806"/>
            <a:ext cx="2895600" cy="457200"/>
          </a:xfrm>
          <a:noFill/>
        </p:spPr>
        <p:txBody>
          <a:bodyPr/>
          <a:lstStyle>
            <a:lvl1pPr>
              <a:defRPr sz="2400">
                <a:solidFill>
                  <a:schemeClr val="tx1"/>
                </a:solidFill>
                <a:latin typeface="Tahoma" pitchFamily="34" charset="0"/>
              </a:defRPr>
            </a:lvl1pPr>
            <a:lvl2pPr marL="742950" indent="-285750">
              <a:defRPr sz="2400">
                <a:solidFill>
                  <a:schemeClr val="tx1"/>
                </a:solidFill>
                <a:latin typeface="Tahoma" pitchFamily="34" charset="0"/>
              </a:defRPr>
            </a:lvl2pPr>
            <a:lvl3pPr marL="1143000" indent="-228600">
              <a:defRPr sz="2400">
                <a:solidFill>
                  <a:schemeClr val="tx1"/>
                </a:solidFill>
                <a:latin typeface="Tahoma" pitchFamily="34" charset="0"/>
              </a:defRPr>
            </a:lvl3pPr>
            <a:lvl4pPr marL="1600200" indent="-228600">
              <a:defRPr sz="2400">
                <a:solidFill>
                  <a:schemeClr val="tx1"/>
                </a:solidFill>
                <a:latin typeface="Tahoma" pitchFamily="34" charset="0"/>
              </a:defRPr>
            </a:lvl4pPr>
            <a:lvl5pPr marL="2057400" indent="-228600">
              <a:defRPr sz="2400">
                <a:solidFill>
                  <a:schemeClr val="tx1"/>
                </a:solidFill>
                <a:latin typeface="Tahoma" pitchFamily="34" charset="0"/>
              </a:defRPr>
            </a:lvl5pPr>
            <a:lvl6pPr marL="2514600" indent="-228600" eaLnBrk="0" fontAlgn="base" hangingPunct="0">
              <a:spcBef>
                <a:spcPct val="0"/>
              </a:spcBef>
              <a:spcAft>
                <a:spcPct val="0"/>
              </a:spcAft>
              <a:defRPr sz="2400">
                <a:solidFill>
                  <a:schemeClr val="tx1"/>
                </a:solidFill>
                <a:latin typeface="Tahoma" pitchFamily="34" charset="0"/>
              </a:defRPr>
            </a:lvl6pPr>
            <a:lvl7pPr marL="2971800" indent="-228600" eaLnBrk="0" fontAlgn="base" hangingPunct="0">
              <a:spcBef>
                <a:spcPct val="0"/>
              </a:spcBef>
              <a:spcAft>
                <a:spcPct val="0"/>
              </a:spcAft>
              <a:defRPr sz="2400">
                <a:solidFill>
                  <a:schemeClr val="tx1"/>
                </a:solidFill>
                <a:latin typeface="Tahoma" pitchFamily="34" charset="0"/>
              </a:defRPr>
            </a:lvl7pPr>
            <a:lvl8pPr marL="3429000" indent="-228600" eaLnBrk="0" fontAlgn="base" hangingPunct="0">
              <a:spcBef>
                <a:spcPct val="0"/>
              </a:spcBef>
              <a:spcAft>
                <a:spcPct val="0"/>
              </a:spcAft>
              <a:defRPr sz="2400">
                <a:solidFill>
                  <a:schemeClr val="tx1"/>
                </a:solidFill>
                <a:latin typeface="Tahoma" pitchFamily="34" charset="0"/>
              </a:defRPr>
            </a:lvl8pPr>
            <a:lvl9pPr marL="3886200" indent="-228600" eaLnBrk="0" fontAlgn="base" hangingPunct="0">
              <a:spcBef>
                <a:spcPct val="0"/>
              </a:spcBef>
              <a:spcAft>
                <a:spcPct val="0"/>
              </a:spcAft>
              <a:defRPr sz="2400">
                <a:solidFill>
                  <a:schemeClr val="tx1"/>
                </a:solidFill>
                <a:latin typeface="Tahoma" pitchFamily="34" charset="0"/>
              </a:defRPr>
            </a:lvl9pPr>
          </a:lstStyle>
          <a:p>
            <a:endParaRPr lang="en-US" sz="800" b="1">
              <a:latin typeface="Times New Roman" pitchFamily="18" charset="0"/>
            </a:endParaRPr>
          </a:p>
          <a:p>
            <a:endParaRPr lang="en-US" sz="800"/>
          </a:p>
          <a:p>
            <a:endParaRPr lang="en-US" sz="800" b="1"/>
          </a:p>
          <a:p>
            <a:r>
              <a:rPr lang="en-US" sz="800" b="1"/>
              <a:t>© A+ Computer Science  -  www.apluscompsci.com</a:t>
            </a:r>
          </a:p>
        </p:txBody>
      </p:sp>
      <p:sp>
        <p:nvSpPr>
          <p:cNvPr id="47107" name="WordArt 2" descr="Narrow vertical"/>
          <p:cNvSpPr>
            <a:spLocks noChangeArrowheads="1" noChangeShapeType="1" noTextEdit="1"/>
          </p:cNvSpPr>
          <p:nvPr/>
        </p:nvSpPr>
        <p:spPr bwMode="auto">
          <a:xfrm>
            <a:off x="1295400" y="0"/>
            <a:ext cx="6324600" cy="1828800"/>
          </a:xfrm>
          <a:prstGeom prst="rect">
            <a:avLst/>
          </a:prstGeom>
          <a:ln>
            <a:noFill/>
          </a:ln>
        </p:spPr>
        <p:style>
          <a:lnRef idx="2">
            <a:schemeClr val="accent1"/>
          </a:lnRef>
          <a:fillRef idx="1">
            <a:schemeClr val="lt1"/>
          </a:fillRef>
          <a:effectRef idx="0">
            <a:schemeClr val="accent1"/>
          </a:effectRef>
          <a:fontRef idx="minor">
            <a:schemeClr val="dk1"/>
          </a:fontRef>
        </p:style>
        <p:txBody>
          <a:bodyPr wrap="none" fromWordArt="1">
            <a:prstTxWarp prst="textCurveUp">
              <a:avLst>
                <a:gd name="adj" fmla="val 35897"/>
              </a:avLst>
            </a:prstTxWarp>
          </a:bodyPr>
          <a:lstStyle/>
          <a:p>
            <a:pPr algn="ctr"/>
            <a:r>
              <a:rPr lang="en-US" sz="3600" kern="10" dirty="0">
                <a:ln w="12700">
                  <a:solidFill>
                    <a:srgbClr val="000000"/>
                  </a:solidFill>
                  <a:round/>
                  <a:headEnd type="none" w="sm" len="sm"/>
                  <a:tailEnd type="none" w="sm" len="sm"/>
                </a:ln>
                <a:gradFill flip="none" rotWithShape="1">
                  <a:gsLst>
                    <a:gs pos="0">
                      <a:schemeClr val="accent1">
                        <a:tint val="66000"/>
                        <a:satMod val="160000"/>
                      </a:schemeClr>
                    </a:gs>
                    <a:gs pos="50000">
                      <a:schemeClr val="accent1">
                        <a:tint val="44500"/>
                        <a:satMod val="160000"/>
                      </a:schemeClr>
                    </a:gs>
                    <a:gs pos="100000">
                      <a:schemeClr val="accent1">
                        <a:tint val="23500"/>
                        <a:satMod val="160000"/>
                      </a:schemeClr>
                    </a:gs>
                  </a:gsLst>
                  <a:lin ang="10800000" scaled="1"/>
                  <a:tileRect/>
                </a:gradFill>
                <a:effectLst>
                  <a:glow rad="63500">
                    <a:schemeClr val="accent6">
                      <a:satMod val="175000"/>
                      <a:alpha val="40000"/>
                    </a:schemeClr>
                  </a:glow>
                  <a:outerShdw dist="45791" dir="2021404" algn="ctr" rotWithShape="0">
                    <a:srgbClr val="808080"/>
                  </a:outerShdw>
                </a:effectLst>
                <a:latin typeface="Arial Black"/>
              </a:rPr>
              <a:t>A </a:t>
            </a:r>
            <a:r>
              <a:rPr lang="en-US" sz="3600" b="1" kern="10" dirty="0">
                <a:ln w="12700">
                  <a:solidFill>
                    <a:srgbClr val="000000"/>
                  </a:solidFill>
                  <a:round/>
                  <a:headEnd type="none" w="sm" len="sm"/>
                  <a:tailEnd type="none" w="sm" len="sm"/>
                </a:ln>
                <a:solidFill>
                  <a:srgbClr val="0099CC"/>
                </a:solidFill>
                <a:effectLst>
                  <a:glow rad="63500">
                    <a:schemeClr val="accent6">
                      <a:satMod val="175000"/>
                      <a:alpha val="40000"/>
                    </a:schemeClr>
                  </a:glow>
                  <a:outerShdw dist="45791" dir="2021404" algn="ctr" rotWithShape="0">
                    <a:srgbClr val="808080"/>
                  </a:outerShdw>
                </a:effectLst>
                <a:latin typeface="Arial Black"/>
              </a:rPr>
              <a:t>Full</a:t>
            </a:r>
            <a:endParaRPr lang="en-US" sz="3600" kern="10" dirty="0">
              <a:ln w="12700">
                <a:solidFill>
                  <a:srgbClr val="000000"/>
                </a:solidFill>
                <a:round/>
                <a:headEnd type="none" w="sm" len="sm"/>
                <a:tailEnd type="none" w="sm" len="sm"/>
              </a:ln>
              <a:gradFill flip="none" rotWithShape="1">
                <a:gsLst>
                  <a:gs pos="0">
                    <a:schemeClr val="accent1">
                      <a:tint val="66000"/>
                      <a:satMod val="160000"/>
                    </a:schemeClr>
                  </a:gs>
                  <a:gs pos="50000">
                    <a:schemeClr val="accent1">
                      <a:tint val="44500"/>
                      <a:satMod val="160000"/>
                    </a:schemeClr>
                  </a:gs>
                  <a:gs pos="100000">
                    <a:schemeClr val="accent1">
                      <a:tint val="23500"/>
                      <a:satMod val="160000"/>
                    </a:schemeClr>
                  </a:gs>
                </a:gsLst>
                <a:lin ang="10800000" scaled="1"/>
                <a:tileRect/>
              </a:gradFill>
              <a:effectLst>
                <a:glow rad="63500">
                  <a:schemeClr val="accent6">
                    <a:satMod val="175000"/>
                    <a:alpha val="40000"/>
                  </a:schemeClr>
                </a:glow>
                <a:outerShdw dist="45791" dir="2021404" algn="ctr" rotWithShape="0">
                  <a:srgbClr val="808080"/>
                </a:outerShdw>
              </a:effectLst>
              <a:latin typeface="Arial Black"/>
            </a:endParaRPr>
          </a:p>
          <a:p>
            <a:pPr algn="ctr"/>
            <a:r>
              <a:rPr lang="en-US" sz="3600" kern="10" dirty="0">
                <a:ln w="12700">
                  <a:solidFill>
                    <a:srgbClr val="000000"/>
                  </a:solidFill>
                  <a:round/>
                  <a:headEnd type="none" w="sm" len="sm"/>
                  <a:tailEnd type="none" w="sm" len="sm"/>
                </a:ln>
                <a:gradFill flip="none" rotWithShape="1">
                  <a:gsLst>
                    <a:gs pos="0">
                      <a:schemeClr val="accent1">
                        <a:tint val="66000"/>
                        <a:satMod val="160000"/>
                      </a:schemeClr>
                    </a:gs>
                    <a:gs pos="50000">
                      <a:schemeClr val="accent1">
                        <a:tint val="44500"/>
                        <a:satMod val="160000"/>
                      </a:schemeClr>
                    </a:gs>
                    <a:gs pos="100000">
                      <a:schemeClr val="accent1">
                        <a:tint val="23500"/>
                        <a:satMod val="160000"/>
                      </a:schemeClr>
                    </a:gs>
                  </a:gsLst>
                  <a:lin ang="10800000" scaled="1"/>
                  <a:tileRect/>
                </a:gradFill>
                <a:effectLst>
                  <a:glow rad="63500">
                    <a:schemeClr val="accent6">
                      <a:satMod val="175000"/>
                      <a:alpha val="40000"/>
                    </a:schemeClr>
                  </a:glow>
                  <a:outerShdw dist="45791" dir="2021404" algn="ctr" rotWithShape="0">
                    <a:srgbClr val="808080"/>
                  </a:outerShdw>
                </a:effectLst>
                <a:latin typeface="Arial Black"/>
              </a:rPr>
              <a:t>BINARY TREE</a:t>
            </a:r>
          </a:p>
        </p:txBody>
      </p:sp>
      <p:grpSp>
        <p:nvGrpSpPr>
          <p:cNvPr id="2" name="Group 1" descr="This time our tree with three levels is missing the two nodes the would go on the left side of the third row, but has both children on the right side of the third row. &#10;So the root has two children and its right child has two children. The other three nodes are leaves. We call this a full binary tree."/>
          <p:cNvGrpSpPr/>
          <p:nvPr/>
        </p:nvGrpSpPr>
        <p:grpSpPr>
          <a:xfrm>
            <a:off x="504316" y="2832336"/>
            <a:ext cx="3352800" cy="1676400"/>
            <a:chOff x="2895600" y="3352800"/>
            <a:chExt cx="3352800" cy="1676400"/>
          </a:xfrm>
        </p:grpSpPr>
        <p:sp>
          <p:nvSpPr>
            <p:cNvPr id="15" name="Oval 5"/>
            <p:cNvSpPr>
              <a:spLocks noChangeArrowheads="1"/>
            </p:cNvSpPr>
            <p:nvPr/>
          </p:nvSpPr>
          <p:spPr bwMode="auto">
            <a:xfrm>
              <a:off x="3962400" y="3352800"/>
              <a:ext cx="533400" cy="457200"/>
            </a:xfrm>
            <a:prstGeom prst="ellipse">
              <a:avLst/>
            </a:prstGeom>
            <a:solidFill>
              <a:schemeClr val="accent1"/>
            </a:solidFill>
            <a:ln w="1270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6" name="Oval 8"/>
            <p:cNvSpPr>
              <a:spLocks noChangeArrowheads="1"/>
            </p:cNvSpPr>
            <p:nvPr/>
          </p:nvSpPr>
          <p:spPr bwMode="auto">
            <a:xfrm>
              <a:off x="2895600" y="3962400"/>
              <a:ext cx="533400" cy="457200"/>
            </a:xfrm>
            <a:prstGeom prst="ellipse">
              <a:avLst/>
            </a:prstGeom>
            <a:solidFill>
              <a:schemeClr val="accent1"/>
            </a:solidFill>
            <a:ln w="1270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7" name="Oval 9"/>
            <p:cNvSpPr>
              <a:spLocks noChangeArrowheads="1"/>
            </p:cNvSpPr>
            <p:nvPr/>
          </p:nvSpPr>
          <p:spPr bwMode="auto">
            <a:xfrm>
              <a:off x="5715000" y="4572000"/>
              <a:ext cx="533400" cy="457200"/>
            </a:xfrm>
            <a:prstGeom prst="ellipse">
              <a:avLst/>
            </a:prstGeom>
            <a:solidFill>
              <a:schemeClr val="accent1"/>
            </a:solidFill>
            <a:ln w="1270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9" name="Oval 11"/>
            <p:cNvSpPr>
              <a:spLocks noChangeArrowheads="1"/>
            </p:cNvSpPr>
            <p:nvPr/>
          </p:nvSpPr>
          <p:spPr bwMode="auto">
            <a:xfrm>
              <a:off x="5105400" y="3962400"/>
              <a:ext cx="533400" cy="457200"/>
            </a:xfrm>
            <a:prstGeom prst="ellipse">
              <a:avLst/>
            </a:prstGeom>
            <a:solidFill>
              <a:schemeClr val="accent1"/>
            </a:solidFill>
            <a:ln w="1270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0" name="Oval 12"/>
            <p:cNvSpPr>
              <a:spLocks noChangeArrowheads="1"/>
            </p:cNvSpPr>
            <p:nvPr/>
          </p:nvSpPr>
          <p:spPr bwMode="auto">
            <a:xfrm>
              <a:off x="4495800" y="4572000"/>
              <a:ext cx="533400" cy="457200"/>
            </a:xfrm>
            <a:prstGeom prst="ellipse">
              <a:avLst/>
            </a:prstGeom>
            <a:solidFill>
              <a:schemeClr val="accent1"/>
            </a:solidFill>
            <a:ln w="1270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cxnSp>
          <p:nvCxnSpPr>
            <p:cNvPr id="21" name="Straight Connector 20"/>
            <p:cNvCxnSpPr>
              <a:stCxn id="15" idx="3"/>
              <a:endCxn id="16" idx="7"/>
            </p:cNvCxnSpPr>
            <p:nvPr/>
          </p:nvCxnSpPr>
          <p:spPr bwMode="auto">
            <a:xfrm flipH="1">
              <a:off x="3350885" y="3743045"/>
              <a:ext cx="689630" cy="286310"/>
            </a:xfrm>
            <a:prstGeom prst="line">
              <a:avLst/>
            </a:prstGeom>
            <a:solidFill>
              <a:schemeClr val="accent1"/>
            </a:solidFill>
            <a:ln w="12700" cap="flat" cmpd="sng" algn="ctr">
              <a:solidFill>
                <a:schemeClr val="tx1"/>
              </a:solidFill>
              <a:prstDash val="solid"/>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2" name="Straight Connector 21"/>
            <p:cNvCxnSpPr>
              <a:stCxn id="15" idx="5"/>
              <a:endCxn id="19" idx="1"/>
            </p:cNvCxnSpPr>
            <p:nvPr/>
          </p:nvCxnSpPr>
          <p:spPr bwMode="auto">
            <a:xfrm>
              <a:off x="4417685" y="3743045"/>
              <a:ext cx="765830" cy="286310"/>
            </a:xfrm>
            <a:prstGeom prst="line">
              <a:avLst/>
            </a:prstGeom>
            <a:solidFill>
              <a:schemeClr val="accent1"/>
            </a:solidFill>
            <a:ln w="12700" cap="flat" cmpd="sng" algn="ctr">
              <a:solidFill>
                <a:schemeClr val="tx1"/>
              </a:solidFill>
              <a:prstDash val="solid"/>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3" name="Straight Connector 22"/>
            <p:cNvCxnSpPr>
              <a:stCxn id="20" idx="7"/>
              <a:endCxn id="19" idx="3"/>
            </p:cNvCxnSpPr>
            <p:nvPr/>
          </p:nvCxnSpPr>
          <p:spPr bwMode="auto">
            <a:xfrm flipV="1">
              <a:off x="4951085" y="4352645"/>
              <a:ext cx="232430" cy="286310"/>
            </a:xfrm>
            <a:prstGeom prst="line">
              <a:avLst/>
            </a:prstGeom>
            <a:solidFill>
              <a:schemeClr val="accent1"/>
            </a:solidFill>
            <a:ln w="12700" cap="flat" cmpd="sng" algn="ctr">
              <a:solidFill>
                <a:schemeClr val="tx1"/>
              </a:solidFill>
              <a:prstDash val="solid"/>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5" name="Straight Connector 24"/>
            <p:cNvCxnSpPr>
              <a:stCxn id="17" idx="1"/>
              <a:endCxn id="19" idx="5"/>
            </p:cNvCxnSpPr>
            <p:nvPr/>
          </p:nvCxnSpPr>
          <p:spPr bwMode="auto">
            <a:xfrm flipH="1" flipV="1">
              <a:off x="5560685" y="4352645"/>
              <a:ext cx="232430" cy="286310"/>
            </a:xfrm>
            <a:prstGeom prst="line">
              <a:avLst/>
            </a:prstGeom>
            <a:solidFill>
              <a:schemeClr val="accent1"/>
            </a:solidFill>
            <a:ln w="12700" cap="flat" cmpd="sng" algn="ctr">
              <a:solidFill>
                <a:schemeClr val="tx1"/>
              </a:solidFill>
              <a:prstDash val="solid"/>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grpSp>
      <p:sp>
        <p:nvSpPr>
          <p:cNvPr id="14" name="Text Box 3"/>
          <p:cNvSpPr txBox="1">
            <a:spLocks noChangeArrowheads="1"/>
          </p:cNvSpPr>
          <p:nvPr/>
        </p:nvSpPr>
        <p:spPr bwMode="auto">
          <a:xfrm>
            <a:off x="4572000" y="2438400"/>
            <a:ext cx="4191000" cy="38824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sz="2400">
                <a:solidFill>
                  <a:schemeClr val="tx1"/>
                </a:solidFill>
                <a:latin typeface="Tahoma" pitchFamily="34" charset="0"/>
              </a:defRPr>
            </a:lvl1pPr>
            <a:lvl2pPr marL="742950" indent="-285750">
              <a:defRPr sz="2400">
                <a:solidFill>
                  <a:schemeClr val="tx1"/>
                </a:solidFill>
                <a:latin typeface="Tahoma" pitchFamily="34" charset="0"/>
              </a:defRPr>
            </a:lvl2pPr>
            <a:lvl3pPr marL="1143000" indent="-228600">
              <a:defRPr sz="2400">
                <a:solidFill>
                  <a:schemeClr val="tx1"/>
                </a:solidFill>
                <a:latin typeface="Tahoma" pitchFamily="34" charset="0"/>
              </a:defRPr>
            </a:lvl3pPr>
            <a:lvl4pPr marL="1600200" indent="-228600">
              <a:defRPr sz="2400">
                <a:solidFill>
                  <a:schemeClr val="tx1"/>
                </a:solidFill>
                <a:latin typeface="Tahoma" pitchFamily="34" charset="0"/>
              </a:defRPr>
            </a:lvl4pPr>
            <a:lvl5pPr marL="2057400" indent="-228600">
              <a:defRPr sz="2400">
                <a:solidFill>
                  <a:schemeClr val="tx1"/>
                </a:solidFill>
                <a:latin typeface="Tahoma" pitchFamily="34" charset="0"/>
              </a:defRPr>
            </a:lvl5pPr>
            <a:lvl6pPr marL="2514600" indent="-228600" eaLnBrk="0" fontAlgn="base" hangingPunct="0">
              <a:spcBef>
                <a:spcPct val="0"/>
              </a:spcBef>
              <a:spcAft>
                <a:spcPct val="0"/>
              </a:spcAft>
              <a:defRPr sz="2400">
                <a:solidFill>
                  <a:schemeClr val="tx1"/>
                </a:solidFill>
                <a:latin typeface="Tahoma" pitchFamily="34" charset="0"/>
              </a:defRPr>
            </a:lvl6pPr>
            <a:lvl7pPr marL="2971800" indent="-228600" eaLnBrk="0" fontAlgn="base" hangingPunct="0">
              <a:spcBef>
                <a:spcPct val="0"/>
              </a:spcBef>
              <a:spcAft>
                <a:spcPct val="0"/>
              </a:spcAft>
              <a:defRPr sz="2400">
                <a:solidFill>
                  <a:schemeClr val="tx1"/>
                </a:solidFill>
                <a:latin typeface="Tahoma" pitchFamily="34" charset="0"/>
              </a:defRPr>
            </a:lvl7pPr>
            <a:lvl8pPr marL="3429000" indent="-228600" eaLnBrk="0" fontAlgn="base" hangingPunct="0">
              <a:spcBef>
                <a:spcPct val="0"/>
              </a:spcBef>
              <a:spcAft>
                <a:spcPct val="0"/>
              </a:spcAft>
              <a:defRPr sz="2400">
                <a:solidFill>
                  <a:schemeClr val="tx1"/>
                </a:solidFill>
                <a:latin typeface="Tahoma" pitchFamily="34" charset="0"/>
              </a:defRPr>
            </a:lvl8pPr>
            <a:lvl9pPr marL="3886200" indent="-228600" eaLnBrk="0" fontAlgn="base" hangingPunct="0">
              <a:spcBef>
                <a:spcPct val="0"/>
              </a:spcBef>
              <a:spcAft>
                <a:spcPct val="0"/>
              </a:spcAft>
              <a:defRPr sz="2400">
                <a:solidFill>
                  <a:schemeClr val="tx1"/>
                </a:solidFill>
                <a:latin typeface="Tahoma" pitchFamily="34" charset="0"/>
              </a:defRPr>
            </a:lvl9pPr>
          </a:lstStyle>
          <a:p>
            <a:pPr algn="ctr">
              <a:lnSpc>
                <a:spcPct val="150000"/>
              </a:lnSpc>
            </a:pPr>
            <a:r>
              <a:rPr lang="en-US" sz="2800" b="1" dirty="0">
                <a:solidFill>
                  <a:srgbClr val="0000CC"/>
                </a:solidFill>
              </a:rPr>
              <a:t>P = (N – 1)/2</a:t>
            </a:r>
          </a:p>
          <a:p>
            <a:pPr algn="ctr">
              <a:lnSpc>
                <a:spcPct val="150000"/>
              </a:lnSpc>
            </a:pPr>
            <a:r>
              <a:rPr lang="en-US" sz="2800" b="1" dirty="0">
                <a:solidFill>
                  <a:schemeClr val="accent6">
                    <a:lumMod val="75000"/>
                  </a:schemeClr>
                </a:solidFill>
              </a:rPr>
              <a:t>L – 1 = (N – 1)/2</a:t>
            </a:r>
          </a:p>
          <a:p>
            <a:pPr algn="ctr">
              <a:lnSpc>
                <a:spcPct val="150000"/>
              </a:lnSpc>
            </a:pPr>
            <a:r>
              <a:rPr lang="en-US" sz="2800" b="1" dirty="0">
                <a:solidFill>
                  <a:schemeClr val="accent6">
                    <a:lumMod val="75000"/>
                  </a:schemeClr>
                </a:solidFill>
              </a:rPr>
              <a:t>L = (N – 1)/2 + 1</a:t>
            </a:r>
          </a:p>
          <a:p>
            <a:pPr algn="ctr">
              <a:lnSpc>
                <a:spcPct val="150000"/>
              </a:lnSpc>
            </a:pPr>
            <a:r>
              <a:rPr lang="en-US" sz="2800" b="1" dirty="0">
                <a:solidFill>
                  <a:schemeClr val="accent6">
                    <a:lumMod val="75000"/>
                  </a:schemeClr>
                </a:solidFill>
              </a:rPr>
              <a:t>L = (N – 1)/2 + 2/2</a:t>
            </a:r>
          </a:p>
          <a:p>
            <a:pPr algn="ctr">
              <a:lnSpc>
                <a:spcPct val="150000"/>
              </a:lnSpc>
            </a:pPr>
            <a:r>
              <a:rPr lang="en-US" sz="2800" b="1" dirty="0">
                <a:solidFill>
                  <a:schemeClr val="accent6">
                    <a:lumMod val="75000"/>
                  </a:schemeClr>
                </a:solidFill>
              </a:rPr>
              <a:t>L = (N – 1 + 2)/2</a:t>
            </a:r>
          </a:p>
          <a:p>
            <a:pPr algn="ctr">
              <a:lnSpc>
                <a:spcPct val="150000"/>
              </a:lnSpc>
            </a:pPr>
            <a:r>
              <a:rPr lang="en-US" sz="2800" b="1" dirty="0">
                <a:solidFill>
                  <a:srgbClr val="0000CC"/>
                </a:solidFill>
              </a:rPr>
              <a:t>L = (N + 1) / 2</a:t>
            </a:r>
          </a:p>
        </p:txBody>
      </p:sp>
      <p:sp>
        <p:nvSpPr>
          <p:cNvPr id="3" name="Text Box 3">
            <a:extLst>
              <a:ext uri="{FF2B5EF4-FFF2-40B4-BE49-F238E27FC236}">
                <a16:creationId xmlns:a16="http://schemas.microsoft.com/office/drawing/2014/main" id="{F4E92F90-E67F-1A87-8A88-ABB7556D9E3A}"/>
              </a:ext>
            </a:extLst>
          </p:cNvPr>
          <p:cNvSpPr txBox="1">
            <a:spLocks noChangeArrowheads="1"/>
          </p:cNvSpPr>
          <p:nvPr/>
        </p:nvSpPr>
        <p:spPr bwMode="auto">
          <a:xfrm>
            <a:off x="480758" y="5291475"/>
            <a:ext cx="3124200" cy="138499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sz="2400">
                <a:solidFill>
                  <a:schemeClr val="tx1"/>
                </a:solidFill>
                <a:latin typeface="Tahoma" pitchFamily="34" charset="0"/>
              </a:defRPr>
            </a:lvl1pPr>
            <a:lvl2pPr marL="742950" indent="-285750">
              <a:defRPr sz="2400">
                <a:solidFill>
                  <a:schemeClr val="tx1"/>
                </a:solidFill>
                <a:latin typeface="Tahoma" pitchFamily="34" charset="0"/>
              </a:defRPr>
            </a:lvl2pPr>
            <a:lvl3pPr marL="1143000" indent="-228600">
              <a:defRPr sz="2400">
                <a:solidFill>
                  <a:schemeClr val="tx1"/>
                </a:solidFill>
                <a:latin typeface="Tahoma" pitchFamily="34" charset="0"/>
              </a:defRPr>
            </a:lvl3pPr>
            <a:lvl4pPr marL="1600200" indent="-228600">
              <a:defRPr sz="2400">
                <a:solidFill>
                  <a:schemeClr val="tx1"/>
                </a:solidFill>
                <a:latin typeface="Tahoma" pitchFamily="34" charset="0"/>
              </a:defRPr>
            </a:lvl4pPr>
            <a:lvl5pPr marL="2057400" indent="-228600">
              <a:defRPr sz="2400">
                <a:solidFill>
                  <a:schemeClr val="tx1"/>
                </a:solidFill>
                <a:latin typeface="Tahoma" pitchFamily="34" charset="0"/>
              </a:defRPr>
            </a:lvl5pPr>
            <a:lvl6pPr marL="2514600" indent="-228600" eaLnBrk="0" fontAlgn="base" hangingPunct="0">
              <a:spcBef>
                <a:spcPct val="0"/>
              </a:spcBef>
              <a:spcAft>
                <a:spcPct val="0"/>
              </a:spcAft>
              <a:defRPr sz="2400">
                <a:solidFill>
                  <a:schemeClr val="tx1"/>
                </a:solidFill>
                <a:latin typeface="Tahoma" pitchFamily="34" charset="0"/>
              </a:defRPr>
            </a:lvl6pPr>
            <a:lvl7pPr marL="2971800" indent="-228600" eaLnBrk="0" fontAlgn="base" hangingPunct="0">
              <a:spcBef>
                <a:spcPct val="0"/>
              </a:spcBef>
              <a:spcAft>
                <a:spcPct val="0"/>
              </a:spcAft>
              <a:defRPr sz="2400">
                <a:solidFill>
                  <a:schemeClr val="tx1"/>
                </a:solidFill>
                <a:latin typeface="Tahoma" pitchFamily="34" charset="0"/>
              </a:defRPr>
            </a:lvl7pPr>
            <a:lvl8pPr marL="3429000" indent="-228600" eaLnBrk="0" fontAlgn="base" hangingPunct="0">
              <a:spcBef>
                <a:spcPct val="0"/>
              </a:spcBef>
              <a:spcAft>
                <a:spcPct val="0"/>
              </a:spcAft>
              <a:defRPr sz="2400">
                <a:solidFill>
                  <a:schemeClr val="tx1"/>
                </a:solidFill>
                <a:latin typeface="Tahoma" pitchFamily="34" charset="0"/>
              </a:defRPr>
            </a:lvl8pPr>
            <a:lvl9pPr marL="3886200" indent="-228600" eaLnBrk="0" fontAlgn="base" hangingPunct="0">
              <a:spcBef>
                <a:spcPct val="0"/>
              </a:spcBef>
              <a:spcAft>
                <a:spcPct val="0"/>
              </a:spcAft>
              <a:defRPr sz="2400">
                <a:solidFill>
                  <a:schemeClr val="tx1"/>
                </a:solidFill>
                <a:latin typeface="Tahoma" pitchFamily="34" charset="0"/>
              </a:defRPr>
            </a:lvl9pPr>
          </a:lstStyle>
          <a:p>
            <a:r>
              <a:rPr lang="en-US" sz="2800" b="1" dirty="0"/>
              <a:t>Parents = 2</a:t>
            </a:r>
          </a:p>
          <a:p>
            <a:r>
              <a:rPr lang="en-US" sz="2800" b="1" dirty="0"/>
              <a:t>Leaves = 3</a:t>
            </a:r>
          </a:p>
          <a:p>
            <a:r>
              <a:rPr lang="en-US" sz="2800" b="1" dirty="0"/>
              <a:t>Total nodes = 5</a:t>
            </a:r>
          </a:p>
        </p:txBody>
      </p:sp>
    </p:spTree>
    <p:extLst>
      <p:ext uri="{BB962C8B-B14F-4D97-AF65-F5344CB8AC3E}">
        <p14:creationId xmlns:p14="http://schemas.microsoft.com/office/powerpoint/2010/main" val="157379042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Footer Placeholder 3"/>
          <p:cNvSpPr>
            <a:spLocks noGrp="1"/>
          </p:cNvSpPr>
          <p:nvPr>
            <p:ph type="ftr" sz="quarter" idx="12"/>
          </p:nvPr>
        </p:nvSpPr>
        <p:spPr>
          <a:xfrm>
            <a:off x="6204677" y="6359806"/>
            <a:ext cx="2895600" cy="457200"/>
          </a:xfrm>
          <a:noFill/>
        </p:spPr>
        <p:txBody>
          <a:bodyPr/>
          <a:lstStyle>
            <a:lvl1pPr>
              <a:defRPr sz="2400">
                <a:solidFill>
                  <a:schemeClr val="tx1"/>
                </a:solidFill>
                <a:latin typeface="Tahoma" pitchFamily="34" charset="0"/>
              </a:defRPr>
            </a:lvl1pPr>
            <a:lvl2pPr marL="742950" indent="-285750">
              <a:defRPr sz="2400">
                <a:solidFill>
                  <a:schemeClr val="tx1"/>
                </a:solidFill>
                <a:latin typeface="Tahoma" pitchFamily="34" charset="0"/>
              </a:defRPr>
            </a:lvl2pPr>
            <a:lvl3pPr marL="1143000" indent="-228600">
              <a:defRPr sz="2400">
                <a:solidFill>
                  <a:schemeClr val="tx1"/>
                </a:solidFill>
                <a:latin typeface="Tahoma" pitchFamily="34" charset="0"/>
              </a:defRPr>
            </a:lvl3pPr>
            <a:lvl4pPr marL="1600200" indent="-228600">
              <a:defRPr sz="2400">
                <a:solidFill>
                  <a:schemeClr val="tx1"/>
                </a:solidFill>
                <a:latin typeface="Tahoma" pitchFamily="34" charset="0"/>
              </a:defRPr>
            </a:lvl4pPr>
            <a:lvl5pPr marL="2057400" indent="-228600">
              <a:defRPr sz="2400">
                <a:solidFill>
                  <a:schemeClr val="tx1"/>
                </a:solidFill>
                <a:latin typeface="Tahoma" pitchFamily="34" charset="0"/>
              </a:defRPr>
            </a:lvl5pPr>
            <a:lvl6pPr marL="2514600" indent="-228600" eaLnBrk="0" fontAlgn="base" hangingPunct="0">
              <a:spcBef>
                <a:spcPct val="0"/>
              </a:spcBef>
              <a:spcAft>
                <a:spcPct val="0"/>
              </a:spcAft>
              <a:defRPr sz="2400">
                <a:solidFill>
                  <a:schemeClr val="tx1"/>
                </a:solidFill>
                <a:latin typeface="Tahoma" pitchFamily="34" charset="0"/>
              </a:defRPr>
            </a:lvl6pPr>
            <a:lvl7pPr marL="2971800" indent="-228600" eaLnBrk="0" fontAlgn="base" hangingPunct="0">
              <a:spcBef>
                <a:spcPct val="0"/>
              </a:spcBef>
              <a:spcAft>
                <a:spcPct val="0"/>
              </a:spcAft>
              <a:defRPr sz="2400">
                <a:solidFill>
                  <a:schemeClr val="tx1"/>
                </a:solidFill>
                <a:latin typeface="Tahoma" pitchFamily="34" charset="0"/>
              </a:defRPr>
            </a:lvl7pPr>
            <a:lvl8pPr marL="3429000" indent="-228600" eaLnBrk="0" fontAlgn="base" hangingPunct="0">
              <a:spcBef>
                <a:spcPct val="0"/>
              </a:spcBef>
              <a:spcAft>
                <a:spcPct val="0"/>
              </a:spcAft>
              <a:defRPr sz="2400">
                <a:solidFill>
                  <a:schemeClr val="tx1"/>
                </a:solidFill>
                <a:latin typeface="Tahoma" pitchFamily="34" charset="0"/>
              </a:defRPr>
            </a:lvl8pPr>
            <a:lvl9pPr marL="3886200" indent="-228600" eaLnBrk="0" fontAlgn="base" hangingPunct="0">
              <a:spcBef>
                <a:spcPct val="0"/>
              </a:spcBef>
              <a:spcAft>
                <a:spcPct val="0"/>
              </a:spcAft>
              <a:defRPr sz="2400">
                <a:solidFill>
                  <a:schemeClr val="tx1"/>
                </a:solidFill>
                <a:latin typeface="Tahoma" pitchFamily="34" charset="0"/>
              </a:defRPr>
            </a:lvl9pPr>
          </a:lstStyle>
          <a:p>
            <a:endParaRPr lang="en-US" sz="800" b="1">
              <a:latin typeface="Times New Roman" pitchFamily="18" charset="0"/>
            </a:endParaRPr>
          </a:p>
          <a:p>
            <a:endParaRPr lang="en-US" sz="800"/>
          </a:p>
          <a:p>
            <a:endParaRPr lang="en-US" sz="800" b="1"/>
          </a:p>
          <a:p>
            <a:r>
              <a:rPr lang="en-US" sz="800" b="1"/>
              <a:t>© A+ Computer Science  -  www.apluscompsci.com</a:t>
            </a:r>
          </a:p>
        </p:txBody>
      </p:sp>
      <p:sp>
        <p:nvSpPr>
          <p:cNvPr id="47107" name="WordArt 2" descr="Narrow vertical"/>
          <p:cNvSpPr>
            <a:spLocks noChangeArrowheads="1" noChangeShapeType="1" noTextEdit="1"/>
          </p:cNvSpPr>
          <p:nvPr/>
        </p:nvSpPr>
        <p:spPr bwMode="auto">
          <a:xfrm>
            <a:off x="1295400" y="0"/>
            <a:ext cx="6324600" cy="1828800"/>
          </a:xfrm>
          <a:prstGeom prst="rect">
            <a:avLst/>
          </a:prstGeom>
          <a:ln>
            <a:noFill/>
          </a:ln>
        </p:spPr>
        <p:style>
          <a:lnRef idx="2">
            <a:schemeClr val="accent1"/>
          </a:lnRef>
          <a:fillRef idx="1">
            <a:schemeClr val="lt1"/>
          </a:fillRef>
          <a:effectRef idx="0">
            <a:schemeClr val="accent1"/>
          </a:effectRef>
          <a:fontRef idx="minor">
            <a:schemeClr val="dk1"/>
          </a:fontRef>
        </p:style>
        <p:txBody>
          <a:bodyPr wrap="none" fromWordArt="1">
            <a:prstTxWarp prst="textCurveUp">
              <a:avLst>
                <a:gd name="adj" fmla="val 35897"/>
              </a:avLst>
            </a:prstTxWarp>
          </a:bodyPr>
          <a:lstStyle/>
          <a:p>
            <a:pPr algn="ctr"/>
            <a:r>
              <a:rPr lang="en-US" sz="3600" kern="10" dirty="0">
                <a:ln w="12700">
                  <a:solidFill>
                    <a:srgbClr val="000000"/>
                  </a:solidFill>
                  <a:round/>
                  <a:headEnd type="none" w="sm" len="sm"/>
                  <a:tailEnd type="none" w="sm" len="sm"/>
                </a:ln>
                <a:gradFill flip="none" rotWithShape="1">
                  <a:gsLst>
                    <a:gs pos="0">
                      <a:schemeClr val="accent1">
                        <a:tint val="66000"/>
                        <a:satMod val="160000"/>
                      </a:schemeClr>
                    </a:gs>
                    <a:gs pos="50000">
                      <a:schemeClr val="accent1">
                        <a:tint val="44500"/>
                        <a:satMod val="160000"/>
                      </a:schemeClr>
                    </a:gs>
                    <a:gs pos="100000">
                      <a:schemeClr val="accent1">
                        <a:tint val="23500"/>
                        <a:satMod val="160000"/>
                      </a:schemeClr>
                    </a:gs>
                  </a:gsLst>
                  <a:lin ang="10800000" scaled="1"/>
                  <a:tileRect/>
                </a:gradFill>
                <a:effectLst>
                  <a:glow rad="63500">
                    <a:schemeClr val="accent6">
                      <a:satMod val="175000"/>
                      <a:alpha val="40000"/>
                    </a:schemeClr>
                  </a:glow>
                  <a:outerShdw dist="45791" dir="2021404" algn="ctr" rotWithShape="0">
                    <a:srgbClr val="808080"/>
                  </a:outerShdw>
                </a:effectLst>
                <a:latin typeface="Arial Black"/>
              </a:rPr>
              <a:t>A </a:t>
            </a:r>
            <a:r>
              <a:rPr lang="en-US" sz="3600" b="1" kern="10" dirty="0">
                <a:ln w="12700">
                  <a:solidFill>
                    <a:srgbClr val="000000"/>
                  </a:solidFill>
                  <a:round/>
                  <a:headEnd type="none" w="sm" len="sm"/>
                  <a:tailEnd type="none" w="sm" len="sm"/>
                </a:ln>
                <a:solidFill>
                  <a:srgbClr val="0099CC"/>
                </a:solidFill>
                <a:effectLst>
                  <a:glow rad="63500">
                    <a:schemeClr val="accent6">
                      <a:satMod val="175000"/>
                      <a:alpha val="40000"/>
                    </a:schemeClr>
                  </a:glow>
                  <a:outerShdw dist="45791" dir="2021404" algn="ctr" rotWithShape="0">
                    <a:srgbClr val="808080"/>
                  </a:outerShdw>
                </a:effectLst>
                <a:latin typeface="Arial Black"/>
              </a:rPr>
              <a:t>Full</a:t>
            </a:r>
            <a:endParaRPr lang="en-US" sz="3600" kern="10" dirty="0">
              <a:ln w="12700">
                <a:solidFill>
                  <a:srgbClr val="000000"/>
                </a:solidFill>
                <a:round/>
                <a:headEnd type="none" w="sm" len="sm"/>
                <a:tailEnd type="none" w="sm" len="sm"/>
              </a:ln>
              <a:gradFill flip="none" rotWithShape="1">
                <a:gsLst>
                  <a:gs pos="0">
                    <a:schemeClr val="accent1">
                      <a:tint val="66000"/>
                      <a:satMod val="160000"/>
                    </a:schemeClr>
                  </a:gs>
                  <a:gs pos="50000">
                    <a:schemeClr val="accent1">
                      <a:tint val="44500"/>
                      <a:satMod val="160000"/>
                    </a:schemeClr>
                  </a:gs>
                  <a:gs pos="100000">
                    <a:schemeClr val="accent1">
                      <a:tint val="23500"/>
                      <a:satMod val="160000"/>
                    </a:schemeClr>
                  </a:gs>
                </a:gsLst>
                <a:lin ang="10800000" scaled="1"/>
                <a:tileRect/>
              </a:gradFill>
              <a:effectLst>
                <a:glow rad="63500">
                  <a:schemeClr val="accent6">
                    <a:satMod val="175000"/>
                    <a:alpha val="40000"/>
                  </a:schemeClr>
                </a:glow>
                <a:outerShdw dist="45791" dir="2021404" algn="ctr" rotWithShape="0">
                  <a:srgbClr val="808080"/>
                </a:outerShdw>
              </a:effectLst>
              <a:latin typeface="Arial Black"/>
            </a:endParaRPr>
          </a:p>
          <a:p>
            <a:pPr algn="ctr"/>
            <a:r>
              <a:rPr lang="en-US" sz="3600" kern="10" dirty="0">
                <a:ln w="12700">
                  <a:solidFill>
                    <a:srgbClr val="000000"/>
                  </a:solidFill>
                  <a:round/>
                  <a:headEnd type="none" w="sm" len="sm"/>
                  <a:tailEnd type="none" w="sm" len="sm"/>
                </a:ln>
                <a:gradFill flip="none" rotWithShape="1">
                  <a:gsLst>
                    <a:gs pos="0">
                      <a:schemeClr val="accent1">
                        <a:tint val="66000"/>
                        <a:satMod val="160000"/>
                      </a:schemeClr>
                    </a:gs>
                    <a:gs pos="50000">
                      <a:schemeClr val="accent1">
                        <a:tint val="44500"/>
                        <a:satMod val="160000"/>
                      </a:schemeClr>
                    </a:gs>
                    <a:gs pos="100000">
                      <a:schemeClr val="accent1">
                        <a:tint val="23500"/>
                        <a:satMod val="160000"/>
                      </a:schemeClr>
                    </a:gs>
                  </a:gsLst>
                  <a:lin ang="10800000" scaled="1"/>
                  <a:tileRect/>
                </a:gradFill>
                <a:effectLst>
                  <a:glow rad="63500">
                    <a:schemeClr val="accent6">
                      <a:satMod val="175000"/>
                      <a:alpha val="40000"/>
                    </a:schemeClr>
                  </a:glow>
                  <a:outerShdw dist="45791" dir="2021404" algn="ctr" rotWithShape="0">
                    <a:srgbClr val="808080"/>
                  </a:outerShdw>
                </a:effectLst>
                <a:latin typeface="Arial Black"/>
              </a:rPr>
              <a:t>BINARY TREE</a:t>
            </a:r>
          </a:p>
        </p:txBody>
      </p:sp>
      <p:grpSp>
        <p:nvGrpSpPr>
          <p:cNvPr id="2" name="Group 1" descr="This time our tree with three levels is missing the two nodes the would go on the left side of the third row, but has both children on the right side of the third row. &#10;So the root has two children and its right child has two children. The other three nodes are leaves. We call this a full binary tree."/>
          <p:cNvGrpSpPr/>
          <p:nvPr/>
        </p:nvGrpSpPr>
        <p:grpSpPr>
          <a:xfrm>
            <a:off x="504316" y="2832336"/>
            <a:ext cx="3352800" cy="1676400"/>
            <a:chOff x="2895600" y="3352800"/>
            <a:chExt cx="3352800" cy="1676400"/>
          </a:xfrm>
        </p:grpSpPr>
        <p:sp>
          <p:nvSpPr>
            <p:cNvPr id="15" name="Oval 5"/>
            <p:cNvSpPr>
              <a:spLocks noChangeArrowheads="1"/>
            </p:cNvSpPr>
            <p:nvPr/>
          </p:nvSpPr>
          <p:spPr bwMode="auto">
            <a:xfrm>
              <a:off x="3962400" y="3352800"/>
              <a:ext cx="533400" cy="457200"/>
            </a:xfrm>
            <a:prstGeom prst="ellipse">
              <a:avLst/>
            </a:prstGeom>
            <a:solidFill>
              <a:schemeClr val="accent1"/>
            </a:solidFill>
            <a:ln w="1270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6" name="Oval 8"/>
            <p:cNvSpPr>
              <a:spLocks noChangeArrowheads="1"/>
            </p:cNvSpPr>
            <p:nvPr/>
          </p:nvSpPr>
          <p:spPr bwMode="auto">
            <a:xfrm>
              <a:off x="2895600" y="3962400"/>
              <a:ext cx="533400" cy="457200"/>
            </a:xfrm>
            <a:prstGeom prst="ellipse">
              <a:avLst/>
            </a:prstGeom>
            <a:solidFill>
              <a:schemeClr val="accent1"/>
            </a:solidFill>
            <a:ln w="1270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7" name="Oval 9"/>
            <p:cNvSpPr>
              <a:spLocks noChangeArrowheads="1"/>
            </p:cNvSpPr>
            <p:nvPr/>
          </p:nvSpPr>
          <p:spPr bwMode="auto">
            <a:xfrm>
              <a:off x="5715000" y="4572000"/>
              <a:ext cx="533400" cy="457200"/>
            </a:xfrm>
            <a:prstGeom prst="ellipse">
              <a:avLst/>
            </a:prstGeom>
            <a:solidFill>
              <a:schemeClr val="accent1"/>
            </a:solidFill>
            <a:ln w="1270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9" name="Oval 11"/>
            <p:cNvSpPr>
              <a:spLocks noChangeArrowheads="1"/>
            </p:cNvSpPr>
            <p:nvPr/>
          </p:nvSpPr>
          <p:spPr bwMode="auto">
            <a:xfrm>
              <a:off x="5105400" y="3962400"/>
              <a:ext cx="533400" cy="457200"/>
            </a:xfrm>
            <a:prstGeom prst="ellipse">
              <a:avLst/>
            </a:prstGeom>
            <a:solidFill>
              <a:schemeClr val="accent1"/>
            </a:solidFill>
            <a:ln w="1270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0" name="Oval 12"/>
            <p:cNvSpPr>
              <a:spLocks noChangeArrowheads="1"/>
            </p:cNvSpPr>
            <p:nvPr/>
          </p:nvSpPr>
          <p:spPr bwMode="auto">
            <a:xfrm>
              <a:off x="4495800" y="4572000"/>
              <a:ext cx="533400" cy="457200"/>
            </a:xfrm>
            <a:prstGeom prst="ellipse">
              <a:avLst/>
            </a:prstGeom>
            <a:solidFill>
              <a:schemeClr val="accent1"/>
            </a:solidFill>
            <a:ln w="1270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cxnSp>
          <p:nvCxnSpPr>
            <p:cNvPr id="21" name="Straight Connector 20"/>
            <p:cNvCxnSpPr>
              <a:stCxn id="15" idx="3"/>
              <a:endCxn id="16" idx="7"/>
            </p:cNvCxnSpPr>
            <p:nvPr/>
          </p:nvCxnSpPr>
          <p:spPr bwMode="auto">
            <a:xfrm flipH="1">
              <a:off x="3350885" y="3743045"/>
              <a:ext cx="689630" cy="286310"/>
            </a:xfrm>
            <a:prstGeom prst="line">
              <a:avLst/>
            </a:prstGeom>
            <a:solidFill>
              <a:schemeClr val="accent1"/>
            </a:solidFill>
            <a:ln w="12700" cap="flat" cmpd="sng" algn="ctr">
              <a:solidFill>
                <a:schemeClr val="tx1"/>
              </a:solidFill>
              <a:prstDash val="solid"/>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2" name="Straight Connector 21"/>
            <p:cNvCxnSpPr>
              <a:stCxn id="15" idx="5"/>
              <a:endCxn id="19" idx="1"/>
            </p:cNvCxnSpPr>
            <p:nvPr/>
          </p:nvCxnSpPr>
          <p:spPr bwMode="auto">
            <a:xfrm>
              <a:off x="4417685" y="3743045"/>
              <a:ext cx="765830" cy="286310"/>
            </a:xfrm>
            <a:prstGeom prst="line">
              <a:avLst/>
            </a:prstGeom>
            <a:solidFill>
              <a:schemeClr val="accent1"/>
            </a:solidFill>
            <a:ln w="12700" cap="flat" cmpd="sng" algn="ctr">
              <a:solidFill>
                <a:schemeClr val="tx1"/>
              </a:solidFill>
              <a:prstDash val="solid"/>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3" name="Straight Connector 22"/>
            <p:cNvCxnSpPr>
              <a:stCxn id="20" idx="7"/>
              <a:endCxn id="19" idx="3"/>
            </p:cNvCxnSpPr>
            <p:nvPr/>
          </p:nvCxnSpPr>
          <p:spPr bwMode="auto">
            <a:xfrm flipV="1">
              <a:off x="4951085" y="4352645"/>
              <a:ext cx="232430" cy="286310"/>
            </a:xfrm>
            <a:prstGeom prst="line">
              <a:avLst/>
            </a:prstGeom>
            <a:solidFill>
              <a:schemeClr val="accent1"/>
            </a:solidFill>
            <a:ln w="12700" cap="flat" cmpd="sng" algn="ctr">
              <a:solidFill>
                <a:schemeClr val="tx1"/>
              </a:solidFill>
              <a:prstDash val="solid"/>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5" name="Straight Connector 24"/>
            <p:cNvCxnSpPr>
              <a:stCxn id="17" idx="1"/>
              <a:endCxn id="19" idx="5"/>
            </p:cNvCxnSpPr>
            <p:nvPr/>
          </p:nvCxnSpPr>
          <p:spPr bwMode="auto">
            <a:xfrm flipH="1" flipV="1">
              <a:off x="5560685" y="4352645"/>
              <a:ext cx="232430" cy="286310"/>
            </a:xfrm>
            <a:prstGeom prst="line">
              <a:avLst/>
            </a:prstGeom>
            <a:solidFill>
              <a:schemeClr val="accent1"/>
            </a:solidFill>
            <a:ln w="12700" cap="flat" cmpd="sng" algn="ctr">
              <a:solidFill>
                <a:schemeClr val="tx1"/>
              </a:solidFill>
              <a:prstDash val="solid"/>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grpSp>
      <p:sp>
        <p:nvSpPr>
          <p:cNvPr id="14" name="Text Box 3"/>
          <p:cNvSpPr txBox="1">
            <a:spLocks noChangeArrowheads="1"/>
          </p:cNvSpPr>
          <p:nvPr/>
        </p:nvSpPr>
        <p:spPr bwMode="auto">
          <a:xfrm>
            <a:off x="4572000" y="2555058"/>
            <a:ext cx="4191000" cy="323614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sz="2400">
                <a:solidFill>
                  <a:schemeClr val="tx1"/>
                </a:solidFill>
                <a:latin typeface="Tahoma" pitchFamily="34" charset="0"/>
              </a:defRPr>
            </a:lvl1pPr>
            <a:lvl2pPr marL="742950" indent="-285750">
              <a:defRPr sz="2400">
                <a:solidFill>
                  <a:schemeClr val="tx1"/>
                </a:solidFill>
                <a:latin typeface="Tahoma" pitchFamily="34" charset="0"/>
              </a:defRPr>
            </a:lvl2pPr>
            <a:lvl3pPr marL="1143000" indent="-228600">
              <a:defRPr sz="2400">
                <a:solidFill>
                  <a:schemeClr val="tx1"/>
                </a:solidFill>
                <a:latin typeface="Tahoma" pitchFamily="34" charset="0"/>
              </a:defRPr>
            </a:lvl3pPr>
            <a:lvl4pPr marL="1600200" indent="-228600">
              <a:defRPr sz="2400">
                <a:solidFill>
                  <a:schemeClr val="tx1"/>
                </a:solidFill>
                <a:latin typeface="Tahoma" pitchFamily="34" charset="0"/>
              </a:defRPr>
            </a:lvl4pPr>
            <a:lvl5pPr marL="2057400" indent="-228600">
              <a:defRPr sz="2400">
                <a:solidFill>
                  <a:schemeClr val="tx1"/>
                </a:solidFill>
                <a:latin typeface="Tahoma" pitchFamily="34" charset="0"/>
              </a:defRPr>
            </a:lvl5pPr>
            <a:lvl6pPr marL="2514600" indent="-228600" eaLnBrk="0" fontAlgn="base" hangingPunct="0">
              <a:spcBef>
                <a:spcPct val="0"/>
              </a:spcBef>
              <a:spcAft>
                <a:spcPct val="0"/>
              </a:spcAft>
              <a:defRPr sz="2400">
                <a:solidFill>
                  <a:schemeClr val="tx1"/>
                </a:solidFill>
                <a:latin typeface="Tahoma" pitchFamily="34" charset="0"/>
              </a:defRPr>
            </a:lvl6pPr>
            <a:lvl7pPr marL="2971800" indent="-228600" eaLnBrk="0" fontAlgn="base" hangingPunct="0">
              <a:spcBef>
                <a:spcPct val="0"/>
              </a:spcBef>
              <a:spcAft>
                <a:spcPct val="0"/>
              </a:spcAft>
              <a:defRPr sz="2400">
                <a:solidFill>
                  <a:schemeClr val="tx1"/>
                </a:solidFill>
                <a:latin typeface="Tahoma" pitchFamily="34" charset="0"/>
              </a:defRPr>
            </a:lvl7pPr>
            <a:lvl8pPr marL="3429000" indent="-228600" eaLnBrk="0" fontAlgn="base" hangingPunct="0">
              <a:spcBef>
                <a:spcPct val="0"/>
              </a:spcBef>
              <a:spcAft>
                <a:spcPct val="0"/>
              </a:spcAft>
              <a:defRPr sz="2400">
                <a:solidFill>
                  <a:schemeClr val="tx1"/>
                </a:solidFill>
                <a:latin typeface="Tahoma" pitchFamily="34" charset="0"/>
              </a:defRPr>
            </a:lvl8pPr>
            <a:lvl9pPr marL="3886200" indent="-228600" eaLnBrk="0" fontAlgn="base" hangingPunct="0">
              <a:spcBef>
                <a:spcPct val="0"/>
              </a:spcBef>
              <a:spcAft>
                <a:spcPct val="0"/>
              </a:spcAft>
              <a:defRPr sz="2400">
                <a:solidFill>
                  <a:schemeClr val="tx1"/>
                </a:solidFill>
                <a:latin typeface="Tahoma" pitchFamily="34" charset="0"/>
              </a:defRPr>
            </a:lvl9pPr>
          </a:lstStyle>
          <a:p>
            <a:pPr algn="ctr">
              <a:lnSpc>
                <a:spcPct val="150000"/>
              </a:lnSpc>
            </a:pPr>
            <a:r>
              <a:rPr lang="en-US" sz="2800" b="1" dirty="0">
                <a:solidFill>
                  <a:srgbClr val="0000CC"/>
                </a:solidFill>
              </a:rPr>
              <a:t>N = 2P + 1</a:t>
            </a:r>
          </a:p>
          <a:p>
            <a:pPr algn="ctr">
              <a:lnSpc>
                <a:spcPct val="150000"/>
              </a:lnSpc>
            </a:pPr>
            <a:r>
              <a:rPr lang="en-US" sz="2800" b="1" dirty="0">
                <a:solidFill>
                  <a:srgbClr val="0000CC"/>
                </a:solidFill>
              </a:rPr>
              <a:t>P = (N – 1) / 2</a:t>
            </a:r>
          </a:p>
          <a:p>
            <a:pPr algn="ctr">
              <a:lnSpc>
                <a:spcPct val="150000"/>
              </a:lnSpc>
            </a:pPr>
            <a:endParaRPr lang="en-US" sz="2800" b="1" dirty="0">
              <a:solidFill>
                <a:srgbClr val="0000CC"/>
              </a:solidFill>
            </a:endParaRPr>
          </a:p>
          <a:p>
            <a:pPr algn="ctr">
              <a:lnSpc>
                <a:spcPct val="150000"/>
              </a:lnSpc>
            </a:pPr>
            <a:r>
              <a:rPr lang="en-US" sz="2800" b="1" dirty="0">
                <a:solidFill>
                  <a:srgbClr val="0000CC"/>
                </a:solidFill>
              </a:rPr>
              <a:t>L = (N + 1) / 2</a:t>
            </a:r>
          </a:p>
          <a:p>
            <a:pPr algn="ctr">
              <a:lnSpc>
                <a:spcPct val="150000"/>
              </a:lnSpc>
            </a:pPr>
            <a:r>
              <a:rPr lang="en-US" sz="2800" b="1" dirty="0">
                <a:solidFill>
                  <a:srgbClr val="0000CC"/>
                </a:solidFill>
              </a:rPr>
              <a:t>N = 2L – 1</a:t>
            </a:r>
          </a:p>
        </p:txBody>
      </p:sp>
      <p:sp>
        <p:nvSpPr>
          <p:cNvPr id="3" name="Text Box 3">
            <a:extLst>
              <a:ext uri="{FF2B5EF4-FFF2-40B4-BE49-F238E27FC236}">
                <a16:creationId xmlns:a16="http://schemas.microsoft.com/office/drawing/2014/main" id="{F4E92F90-E67F-1A87-8A88-ABB7556D9E3A}"/>
              </a:ext>
            </a:extLst>
          </p:cNvPr>
          <p:cNvSpPr txBox="1">
            <a:spLocks noChangeArrowheads="1"/>
          </p:cNvSpPr>
          <p:nvPr/>
        </p:nvSpPr>
        <p:spPr bwMode="auto">
          <a:xfrm>
            <a:off x="480758" y="5291475"/>
            <a:ext cx="3124200" cy="138499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sz="2400">
                <a:solidFill>
                  <a:schemeClr val="tx1"/>
                </a:solidFill>
                <a:latin typeface="Tahoma" pitchFamily="34" charset="0"/>
              </a:defRPr>
            </a:lvl1pPr>
            <a:lvl2pPr marL="742950" indent="-285750">
              <a:defRPr sz="2400">
                <a:solidFill>
                  <a:schemeClr val="tx1"/>
                </a:solidFill>
                <a:latin typeface="Tahoma" pitchFamily="34" charset="0"/>
              </a:defRPr>
            </a:lvl2pPr>
            <a:lvl3pPr marL="1143000" indent="-228600">
              <a:defRPr sz="2400">
                <a:solidFill>
                  <a:schemeClr val="tx1"/>
                </a:solidFill>
                <a:latin typeface="Tahoma" pitchFamily="34" charset="0"/>
              </a:defRPr>
            </a:lvl3pPr>
            <a:lvl4pPr marL="1600200" indent="-228600">
              <a:defRPr sz="2400">
                <a:solidFill>
                  <a:schemeClr val="tx1"/>
                </a:solidFill>
                <a:latin typeface="Tahoma" pitchFamily="34" charset="0"/>
              </a:defRPr>
            </a:lvl4pPr>
            <a:lvl5pPr marL="2057400" indent="-228600">
              <a:defRPr sz="2400">
                <a:solidFill>
                  <a:schemeClr val="tx1"/>
                </a:solidFill>
                <a:latin typeface="Tahoma" pitchFamily="34" charset="0"/>
              </a:defRPr>
            </a:lvl5pPr>
            <a:lvl6pPr marL="2514600" indent="-228600" eaLnBrk="0" fontAlgn="base" hangingPunct="0">
              <a:spcBef>
                <a:spcPct val="0"/>
              </a:spcBef>
              <a:spcAft>
                <a:spcPct val="0"/>
              </a:spcAft>
              <a:defRPr sz="2400">
                <a:solidFill>
                  <a:schemeClr val="tx1"/>
                </a:solidFill>
                <a:latin typeface="Tahoma" pitchFamily="34" charset="0"/>
              </a:defRPr>
            </a:lvl6pPr>
            <a:lvl7pPr marL="2971800" indent="-228600" eaLnBrk="0" fontAlgn="base" hangingPunct="0">
              <a:spcBef>
                <a:spcPct val="0"/>
              </a:spcBef>
              <a:spcAft>
                <a:spcPct val="0"/>
              </a:spcAft>
              <a:defRPr sz="2400">
                <a:solidFill>
                  <a:schemeClr val="tx1"/>
                </a:solidFill>
                <a:latin typeface="Tahoma" pitchFamily="34" charset="0"/>
              </a:defRPr>
            </a:lvl7pPr>
            <a:lvl8pPr marL="3429000" indent="-228600" eaLnBrk="0" fontAlgn="base" hangingPunct="0">
              <a:spcBef>
                <a:spcPct val="0"/>
              </a:spcBef>
              <a:spcAft>
                <a:spcPct val="0"/>
              </a:spcAft>
              <a:defRPr sz="2400">
                <a:solidFill>
                  <a:schemeClr val="tx1"/>
                </a:solidFill>
                <a:latin typeface="Tahoma" pitchFamily="34" charset="0"/>
              </a:defRPr>
            </a:lvl8pPr>
            <a:lvl9pPr marL="3886200" indent="-228600" eaLnBrk="0" fontAlgn="base" hangingPunct="0">
              <a:spcBef>
                <a:spcPct val="0"/>
              </a:spcBef>
              <a:spcAft>
                <a:spcPct val="0"/>
              </a:spcAft>
              <a:defRPr sz="2400">
                <a:solidFill>
                  <a:schemeClr val="tx1"/>
                </a:solidFill>
                <a:latin typeface="Tahoma" pitchFamily="34" charset="0"/>
              </a:defRPr>
            </a:lvl9pPr>
          </a:lstStyle>
          <a:p>
            <a:r>
              <a:rPr lang="en-US" sz="2800" b="1" dirty="0"/>
              <a:t>Parents = 2</a:t>
            </a:r>
          </a:p>
          <a:p>
            <a:r>
              <a:rPr lang="en-US" sz="2800" b="1" dirty="0"/>
              <a:t>Leaves = 3</a:t>
            </a:r>
          </a:p>
          <a:p>
            <a:r>
              <a:rPr lang="en-US" sz="2800" b="1" dirty="0"/>
              <a:t>Total nodes = 5</a:t>
            </a:r>
          </a:p>
        </p:txBody>
      </p:sp>
    </p:spTree>
    <p:extLst>
      <p:ext uri="{BB962C8B-B14F-4D97-AF65-F5344CB8AC3E}">
        <p14:creationId xmlns:p14="http://schemas.microsoft.com/office/powerpoint/2010/main" val="392018283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9155" name="Picture 2" descr="Four trees are shown that show that the definitions for Full trees and complete trees are independent a can one or the other or both or neither.&#10;In every example, the first three levels are full and only the last level is not (i.e. only the last level is missing nodes).&#10;Tree 1 is neither complete nor full. It's not complete because the last row one node, then some nodes missing (meaning the nodes above those spaces don't have children there), followed by two more nodes on the same level. The tree is not full because there is a node with one child.&#10;Tree 2 is complete by not full. It's complete because all rows are full be the last, and the last has one node at the left-most spot. It's not a full tree because there is a node with one child.&#10;Tree 3 is full be not complete. It's full because every node has two children or is a leaf. It's not complete because there is a gap on the last row. It has two nodes on the left, then two nodes missing, then two more nodes.&#10;Tree 4 is both complete and full. It's complete because every level is full except the last, and the last row is filled in from the left (i.e. has no gaps). It's a full tree because every node has two children or is a leaf."/>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62000" y="381000"/>
            <a:ext cx="7620000" cy="5510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Rectangle 3"/>
          <p:cNvSpPr/>
          <p:nvPr/>
        </p:nvSpPr>
        <p:spPr bwMode="auto">
          <a:xfrm>
            <a:off x="5410200" y="3352800"/>
            <a:ext cx="2667000" cy="381000"/>
          </a:xfrm>
          <a:prstGeom prst="rect">
            <a:avLst/>
          </a:prstGeom>
          <a:solidFill>
            <a:schemeClr val="bg1"/>
          </a:solidFill>
          <a:ln w="12700" cap="flat" cmpd="sng" algn="ctr">
            <a:solidFill>
              <a:schemeClr val="bg1"/>
            </a:solidFill>
            <a:prstDash val="solid"/>
            <a:round/>
            <a:headEnd type="none" w="sm" len="sm"/>
            <a:tailEnd type="none" w="sm" len="sm"/>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Tahoma" pitchFamily="34" charset="0"/>
            </a:endParaRPr>
          </a:p>
        </p:txBody>
      </p:sp>
      <p:sp>
        <p:nvSpPr>
          <p:cNvPr id="6" name="Rectangle 5"/>
          <p:cNvSpPr/>
          <p:nvPr/>
        </p:nvSpPr>
        <p:spPr bwMode="auto">
          <a:xfrm>
            <a:off x="5221423" y="457200"/>
            <a:ext cx="3044551" cy="381000"/>
          </a:xfrm>
          <a:prstGeom prst="rect">
            <a:avLst/>
          </a:prstGeom>
          <a:solidFill>
            <a:schemeClr val="bg1"/>
          </a:solidFill>
          <a:ln w="12700" cap="flat" cmpd="sng" algn="ctr">
            <a:solidFill>
              <a:schemeClr val="bg1"/>
            </a:solidFill>
            <a:prstDash val="solid"/>
            <a:round/>
            <a:headEnd type="none" w="sm" len="sm"/>
            <a:tailEnd type="none" w="sm" len="sm"/>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Tahoma" pitchFamily="34" charset="0"/>
            </a:endParaRPr>
          </a:p>
        </p:txBody>
      </p:sp>
      <p:sp>
        <p:nvSpPr>
          <p:cNvPr id="7" name="Rectangle 6"/>
          <p:cNvSpPr/>
          <p:nvPr/>
        </p:nvSpPr>
        <p:spPr bwMode="auto">
          <a:xfrm>
            <a:off x="562976" y="381000"/>
            <a:ext cx="3704223" cy="457200"/>
          </a:xfrm>
          <a:prstGeom prst="rect">
            <a:avLst/>
          </a:prstGeom>
          <a:solidFill>
            <a:schemeClr val="bg1"/>
          </a:solidFill>
          <a:ln w="12700" cap="flat" cmpd="sng" algn="ctr">
            <a:solidFill>
              <a:schemeClr val="bg1"/>
            </a:solidFill>
            <a:prstDash val="solid"/>
            <a:round/>
            <a:headEnd type="none" w="sm" len="sm"/>
            <a:tailEnd type="none" w="sm" len="sm"/>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Tahoma" pitchFamily="34" charset="0"/>
            </a:endParaRPr>
          </a:p>
        </p:txBody>
      </p:sp>
      <p:sp>
        <p:nvSpPr>
          <p:cNvPr id="8" name="Rectangle 7"/>
          <p:cNvSpPr/>
          <p:nvPr/>
        </p:nvSpPr>
        <p:spPr bwMode="auto">
          <a:xfrm>
            <a:off x="1219200" y="3313150"/>
            <a:ext cx="2934952" cy="420650"/>
          </a:xfrm>
          <a:prstGeom prst="rect">
            <a:avLst/>
          </a:prstGeom>
          <a:solidFill>
            <a:schemeClr val="bg1"/>
          </a:solidFill>
          <a:ln w="12700" cap="flat" cmpd="sng" algn="ctr">
            <a:solidFill>
              <a:schemeClr val="bg1"/>
            </a:solidFill>
            <a:prstDash val="solid"/>
            <a:round/>
            <a:headEnd type="none" w="sm" len="sm"/>
            <a:tailEnd type="none" w="sm" len="sm"/>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Tahoma" pitchFamily="34" charset="0"/>
            </a:endParaRPr>
          </a:p>
        </p:txBody>
      </p:sp>
      <p:sp>
        <p:nvSpPr>
          <p:cNvPr id="3" name="TextBox 2"/>
          <p:cNvSpPr txBox="1"/>
          <p:nvPr/>
        </p:nvSpPr>
        <p:spPr>
          <a:xfrm>
            <a:off x="5187292" y="381000"/>
            <a:ext cx="3042308" cy="461665"/>
          </a:xfrm>
          <a:prstGeom prst="rect">
            <a:avLst/>
          </a:prstGeom>
          <a:noFill/>
        </p:spPr>
        <p:txBody>
          <a:bodyPr wrap="none" rtlCol="0">
            <a:spAutoFit/>
          </a:bodyPr>
          <a:lstStyle/>
          <a:p>
            <a:r>
              <a:rPr lang="en-US" dirty="0"/>
              <a:t>Complete but not full</a:t>
            </a:r>
          </a:p>
        </p:txBody>
      </p:sp>
      <p:sp>
        <p:nvSpPr>
          <p:cNvPr id="9" name="TextBox 8"/>
          <p:cNvSpPr txBox="1"/>
          <p:nvPr/>
        </p:nvSpPr>
        <p:spPr>
          <a:xfrm>
            <a:off x="762000" y="376535"/>
            <a:ext cx="3549433" cy="461665"/>
          </a:xfrm>
          <a:prstGeom prst="rect">
            <a:avLst/>
          </a:prstGeom>
          <a:noFill/>
        </p:spPr>
        <p:txBody>
          <a:bodyPr wrap="none" rtlCol="0">
            <a:spAutoFit/>
          </a:bodyPr>
          <a:lstStyle/>
          <a:p>
            <a:r>
              <a:rPr lang="en-US" dirty="0"/>
              <a:t>Neither complete nor full</a:t>
            </a:r>
          </a:p>
        </p:txBody>
      </p:sp>
      <p:sp>
        <p:nvSpPr>
          <p:cNvPr id="10" name="TextBox 9"/>
          <p:cNvSpPr txBox="1"/>
          <p:nvPr/>
        </p:nvSpPr>
        <p:spPr>
          <a:xfrm>
            <a:off x="981098" y="3323477"/>
            <a:ext cx="3066160" cy="461665"/>
          </a:xfrm>
          <a:prstGeom prst="rect">
            <a:avLst/>
          </a:prstGeom>
          <a:noFill/>
        </p:spPr>
        <p:txBody>
          <a:bodyPr wrap="none" rtlCol="0">
            <a:spAutoFit/>
          </a:bodyPr>
          <a:lstStyle/>
          <a:p>
            <a:r>
              <a:rPr lang="en-US" dirty="0"/>
              <a:t>Full but not complete</a:t>
            </a:r>
          </a:p>
        </p:txBody>
      </p:sp>
      <p:sp>
        <p:nvSpPr>
          <p:cNvPr id="11" name="TextBox 10"/>
          <p:cNvSpPr txBox="1"/>
          <p:nvPr/>
        </p:nvSpPr>
        <p:spPr>
          <a:xfrm>
            <a:off x="5181600" y="3288307"/>
            <a:ext cx="3242554" cy="461665"/>
          </a:xfrm>
          <a:prstGeom prst="rect">
            <a:avLst/>
          </a:prstGeom>
          <a:noFill/>
        </p:spPr>
        <p:txBody>
          <a:bodyPr wrap="none" rtlCol="0">
            <a:spAutoFit/>
          </a:bodyPr>
          <a:lstStyle/>
          <a:p>
            <a:r>
              <a:rPr lang="en-US" dirty="0"/>
              <a:t>Both complete and full</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7" name="WordArt 2" descr="Narrow vertical"/>
          <p:cNvSpPr>
            <a:spLocks noChangeArrowheads="1" noChangeShapeType="1" noTextEdit="1"/>
          </p:cNvSpPr>
          <p:nvPr/>
        </p:nvSpPr>
        <p:spPr bwMode="auto">
          <a:xfrm>
            <a:off x="685800" y="0"/>
            <a:ext cx="7581001" cy="1828800"/>
          </a:xfrm>
          <a:prstGeom prst="rect">
            <a:avLst/>
          </a:prstGeom>
        </p:spPr>
        <p:txBody>
          <a:bodyPr wrap="none" fromWordArt="1">
            <a:prstTxWarp prst="textCurveUp">
              <a:avLst>
                <a:gd name="adj" fmla="val 40356"/>
              </a:avLst>
            </a:prstTxWarp>
          </a:bodyPr>
          <a:lstStyle/>
          <a:p>
            <a:pPr algn="ctr"/>
            <a:r>
              <a:rPr lang="en-US" sz="3600" kern="10" dirty="0">
                <a:ln w="12700">
                  <a:solidFill>
                    <a:srgbClr val="000000"/>
                  </a:solidFill>
                  <a:round/>
                  <a:headEnd type="none" w="sm" len="sm"/>
                  <a:tailEnd type="none" w="sm" len="sm"/>
                </a:ln>
                <a:pattFill prst="dashHorz">
                  <a:fgClr>
                    <a:srgbClr val="808080"/>
                  </a:fgClr>
                  <a:bgClr>
                    <a:srgbClr val="FFFF00"/>
                  </a:bgClr>
                </a:pattFill>
                <a:effectLst>
                  <a:outerShdw dist="45791" dir="2021404" algn="ctr" rotWithShape="0">
                    <a:srgbClr val="808080"/>
                  </a:outerShdw>
                </a:effectLst>
                <a:latin typeface="Arial Black"/>
              </a:rPr>
              <a:t>A Perfect</a:t>
            </a:r>
          </a:p>
          <a:p>
            <a:pPr algn="ctr"/>
            <a:r>
              <a:rPr lang="en-US" sz="3600" kern="10" dirty="0">
                <a:ln w="12700">
                  <a:solidFill>
                    <a:srgbClr val="000000"/>
                  </a:solidFill>
                  <a:round/>
                  <a:headEnd type="none" w="sm" len="sm"/>
                  <a:tailEnd type="none" w="sm" len="sm"/>
                </a:ln>
                <a:pattFill prst="dashHorz">
                  <a:fgClr>
                    <a:srgbClr val="808080"/>
                  </a:fgClr>
                  <a:bgClr>
                    <a:srgbClr val="FFFF00"/>
                  </a:bgClr>
                </a:pattFill>
                <a:effectLst>
                  <a:outerShdw dist="45791" dir="2021404" algn="ctr" rotWithShape="0">
                    <a:srgbClr val="808080"/>
                  </a:outerShdw>
                </a:effectLst>
                <a:latin typeface="Arial Black"/>
              </a:rPr>
              <a:t>BINARY TREE</a:t>
            </a:r>
          </a:p>
        </p:txBody>
      </p:sp>
      <mc:AlternateContent xmlns:mc="http://schemas.openxmlformats.org/markup-compatibility/2006" xmlns:a14="http://schemas.microsoft.com/office/drawing/2010/main">
        <mc:Choice Requires="a14">
          <p:sp>
            <p:nvSpPr>
              <p:cNvPr id="47108" name="Text Box 3"/>
              <p:cNvSpPr txBox="1">
                <a:spLocks noChangeArrowheads="1"/>
              </p:cNvSpPr>
              <p:nvPr/>
            </p:nvSpPr>
            <p:spPr bwMode="auto">
              <a:xfrm>
                <a:off x="533400" y="2145323"/>
                <a:ext cx="8305800" cy="2640082"/>
              </a:xfrm>
              <a:prstGeom prst="rect">
                <a:avLst/>
              </a:prstGeom>
              <a:noFill/>
              <a:ln>
                <a:noFill/>
              </a:ln>
              <a:effectLst/>
              <a:extLst>
                <a:ext uri="{909E8E84-426E-40DD-AFC4-6F175D3DCCD1}">
                  <a14:hiddenFill>
                    <a:solidFill>
                      <a:schemeClr val="accent1"/>
                    </a:solidFill>
                  </a14:hiddenFill>
                </a:ext>
                <a:ext uri="{91240B29-F687-4F45-9708-019B960494DF}">
                  <a14:hiddenLine w="12700">
                    <a:solidFill>
                      <a:schemeClr val="tx1"/>
                    </a:solidFill>
                    <a:miter lim="800000"/>
                    <a:headEnd type="none" w="sm" len="sm"/>
                    <a:tailEnd type="none" w="sm" len="sm"/>
                  </a14:hiddenLine>
                </a:ext>
                <a:ext uri="{AF507438-7753-43E0-B8FC-AC1667EBCBE1}">
                  <a14:hiddenEffects>
                    <a:effectLst>
                      <a:outerShdw dist="35921" dir="2700000" algn="ctr" rotWithShape="0">
                        <a:schemeClr val="bg2"/>
                      </a:outerShdw>
                    </a:effectLst>
                  </a14:hiddenEffects>
                </a:ext>
              </a:extLst>
            </p:spPr>
            <p:txBody>
              <a:bodyPr wrap="square">
                <a:spAutoFit/>
              </a:bodyPr>
              <a:lstStyle>
                <a:lvl1pPr>
                  <a:defRPr sz="2400">
                    <a:solidFill>
                      <a:schemeClr val="tx1"/>
                    </a:solidFill>
                    <a:latin typeface="Tahoma" pitchFamily="34" charset="0"/>
                  </a:defRPr>
                </a:lvl1pPr>
                <a:lvl2pPr marL="742950" indent="-285750">
                  <a:defRPr sz="2400">
                    <a:solidFill>
                      <a:schemeClr val="tx1"/>
                    </a:solidFill>
                    <a:latin typeface="Tahoma" pitchFamily="34" charset="0"/>
                  </a:defRPr>
                </a:lvl2pPr>
                <a:lvl3pPr marL="1143000" indent="-228600">
                  <a:defRPr sz="2400">
                    <a:solidFill>
                      <a:schemeClr val="tx1"/>
                    </a:solidFill>
                    <a:latin typeface="Tahoma" pitchFamily="34" charset="0"/>
                  </a:defRPr>
                </a:lvl3pPr>
                <a:lvl4pPr marL="1600200" indent="-228600">
                  <a:defRPr sz="2400">
                    <a:solidFill>
                      <a:schemeClr val="tx1"/>
                    </a:solidFill>
                    <a:latin typeface="Tahoma" pitchFamily="34" charset="0"/>
                  </a:defRPr>
                </a:lvl4pPr>
                <a:lvl5pPr marL="2057400" indent="-228600">
                  <a:defRPr sz="2400">
                    <a:solidFill>
                      <a:schemeClr val="tx1"/>
                    </a:solidFill>
                    <a:latin typeface="Tahoma" pitchFamily="34" charset="0"/>
                  </a:defRPr>
                </a:lvl5pPr>
                <a:lvl6pPr marL="2514600" indent="-228600" eaLnBrk="0" fontAlgn="base" hangingPunct="0">
                  <a:spcBef>
                    <a:spcPct val="0"/>
                  </a:spcBef>
                  <a:spcAft>
                    <a:spcPct val="0"/>
                  </a:spcAft>
                  <a:defRPr sz="2400">
                    <a:solidFill>
                      <a:schemeClr val="tx1"/>
                    </a:solidFill>
                    <a:latin typeface="Tahoma" pitchFamily="34" charset="0"/>
                  </a:defRPr>
                </a:lvl6pPr>
                <a:lvl7pPr marL="2971800" indent="-228600" eaLnBrk="0" fontAlgn="base" hangingPunct="0">
                  <a:spcBef>
                    <a:spcPct val="0"/>
                  </a:spcBef>
                  <a:spcAft>
                    <a:spcPct val="0"/>
                  </a:spcAft>
                  <a:defRPr sz="2400">
                    <a:solidFill>
                      <a:schemeClr val="tx1"/>
                    </a:solidFill>
                    <a:latin typeface="Tahoma" pitchFamily="34" charset="0"/>
                  </a:defRPr>
                </a:lvl7pPr>
                <a:lvl8pPr marL="3429000" indent="-228600" eaLnBrk="0" fontAlgn="base" hangingPunct="0">
                  <a:spcBef>
                    <a:spcPct val="0"/>
                  </a:spcBef>
                  <a:spcAft>
                    <a:spcPct val="0"/>
                  </a:spcAft>
                  <a:defRPr sz="2400">
                    <a:solidFill>
                      <a:schemeClr val="tx1"/>
                    </a:solidFill>
                    <a:latin typeface="Tahoma" pitchFamily="34" charset="0"/>
                  </a:defRPr>
                </a:lvl8pPr>
                <a:lvl9pPr marL="3886200" indent="-228600" eaLnBrk="0" fontAlgn="base" hangingPunct="0">
                  <a:spcBef>
                    <a:spcPct val="0"/>
                  </a:spcBef>
                  <a:spcAft>
                    <a:spcPct val="0"/>
                  </a:spcAft>
                  <a:defRPr sz="2400">
                    <a:solidFill>
                      <a:schemeClr val="tx1"/>
                    </a:solidFill>
                    <a:latin typeface="Tahoma" pitchFamily="34" charset="0"/>
                  </a:defRPr>
                </a:lvl9pPr>
              </a:lstStyle>
              <a:p>
                <a:r>
                  <a:rPr lang="en-US" sz="2800" b="1" dirty="0"/>
                  <a:t>A </a:t>
                </a:r>
                <a:r>
                  <a:rPr lang="en-US" sz="2800" b="1" dirty="0">
                    <a:solidFill>
                      <a:srgbClr val="0000CC"/>
                    </a:solidFill>
                  </a:rPr>
                  <a:t>perfect</a:t>
                </a:r>
                <a:r>
                  <a:rPr lang="en-US" sz="2800" b="1" dirty="0"/>
                  <a:t> binary tree is a complete binary tree with the last level also filled completely.   The number of nodes in a perfect binary tree equals:</a:t>
                </a:r>
              </a:p>
              <a:p>
                <a:pPr/>
                <a:br>
                  <a:rPr lang="en-US" sz="1200" b="1" dirty="0"/>
                </a:br>
                <a14:m>
                  <m:oMathPara xmlns:m="http://schemas.openxmlformats.org/officeDocument/2006/math">
                    <m:oMathParaPr>
                      <m:jc m:val="centerGroup"/>
                    </m:oMathParaPr>
                    <m:oMath xmlns:m="http://schemas.openxmlformats.org/officeDocument/2006/math">
                      <m:r>
                        <a:rPr lang="en-US" sz="4000" b="1" i="0" smtClean="0">
                          <a:latin typeface="Cambria Math" panose="02040503050406030204" pitchFamily="18" charset="0"/>
                        </a:rPr>
                        <m:t>#</m:t>
                      </m:r>
                      <m:r>
                        <a:rPr lang="en-US" sz="4000" b="1" i="1" smtClean="0">
                          <a:latin typeface="Cambria Math" panose="02040503050406030204" pitchFamily="18" charset="0"/>
                        </a:rPr>
                        <m:t> </m:t>
                      </m:r>
                      <m:r>
                        <a:rPr lang="en-US" sz="4000" b="1" i="1" smtClean="0">
                          <a:latin typeface="Cambria Math" panose="02040503050406030204" pitchFamily="18" charset="0"/>
                        </a:rPr>
                        <m:t>𝒐𝒇</m:t>
                      </m:r>
                      <m:r>
                        <a:rPr lang="en-US" sz="4000" b="1" i="1" smtClean="0">
                          <a:latin typeface="Cambria Math" panose="02040503050406030204" pitchFamily="18" charset="0"/>
                        </a:rPr>
                        <m:t> </m:t>
                      </m:r>
                      <m:r>
                        <a:rPr lang="en-US" sz="4000" b="1" i="1" smtClean="0">
                          <a:latin typeface="Cambria Math" panose="02040503050406030204" pitchFamily="18" charset="0"/>
                        </a:rPr>
                        <m:t>𝒏𝒐𝒅𝒆𝒔</m:t>
                      </m:r>
                      <m:r>
                        <a:rPr lang="en-US" sz="4000" b="1" i="1" smtClean="0">
                          <a:latin typeface="Cambria Math" panose="02040503050406030204" pitchFamily="18" charset="0"/>
                        </a:rPr>
                        <m:t> == </m:t>
                      </m:r>
                      <m:sSup>
                        <m:sSupPr>
                          <m:ctrlPr>
                            <a:rPr lang="en-US" sz="4000" b="1" i="1" smtClean="0">
                              <a:latin typeface="Cambria Math" panose="02040503050406030204" pitchFamily="18" charset="0"/>
                            </a:rPr>
                          </m:ctrlPr>
                        </m:sSupPr>
                        <m:e>
                          <m:r>
                            <a:rPr lang="en-US" sz="4000" b="1" i="1" smtClean="0">
                              <a:latin typeface="Cambria Math"/>
                            </a:rPr>
                            <m:t>𝟐</m:t>
                          </m:r>
                        </m:e>
                        <m:sup>
                          <m:r>
                            <a:rPr lang="en-US" sz="4000" b="1" i="1" smtClean="0">
                              <a:latin typeface="Cambria Math"/>
                            </a:rPr>
                            <m:t># </m:t>
                          </m:r>
                          <m:r>
                            <a:rPr lang="en-US" sz="4000" b="1" i="1" smtClean="0">
                              <a:latin typeface="Cambria Math"/>
                            </a:rPr>
                            <m:t>𝒐𝒇</m:t>
                          </m:r>
                          <m:r>
                            <a:rPr lang="en-US" sz="4000" b="1" i="1" smtClean="0">
                              <a:latin typeface="Cambria Math"/>
                            </a:rPr>
                            <m:t> </m:t>
                          </m:r>
                          <m:r>
                            <a:rPr lang="en-US" sz="4000" b="1" i="1" smtClean="0">
                              <a:latin typeface="Cambria Math"/>
                            </a:rPr>
                            <m:t>𝒍𝒆𝒗𝒆𝒍𝒔</m:t>
                          </m:r>
                        </m:sup>
                      </m:sSup>
                      <m:r>
                        <a:rPr lang="en-US" sz="4000" b="1" i="1" smtClean="0">
                          <a:latin typeface="Cambria Math"/>
                        </a:rPr>
                        <m:t>−</m:t>
                      </m:r>
                      <m:r>
                        <a:rPr lang="en-US" sz="4000" b="1" i="1" smtClean="0">
                          <a:latin typeface="Cambria Math"/>
                        </a:rPr>
                        <m:t>𝟏</m:t>
                      </m:r>
                    </m:oMath>
                  </m:oMathPara>
                </a14:m>
                <a:endParaRPr lang="en-US" sz="2800" b="1" dirty="0"/>
              </a:p>
            </p:txBody>
          </p:sp>
        </mc:Choice>
        <mc:Fallback xmlns="">
          <p:sp>
            <p:nvSpPr>
              <p:cNvPr id="47108" name="Text Box 3"/>
              <p:cNvSpPr txBox="1">
                <a:spLocks noRot="1" noChangeAspect="1" noMove="1" noResize="1" noEditPoints="1" noAdjustHandles="1" noChangeArrowheads="1" noChangeShapeType="1" noTextEdit="1"/>
              </p:cNvSpPr>
              <p:nvPr/>
            </p:nvSpPr>
            <p:spPr bwMode="auto">
              <a:xfrm>
                <a:off x="533400" y="2145323"/>
                <a:ext cx="8305800" cy="2640082"/>
              </a:xfrm>
              <a:prstGeom prst="rect">
                <a:avLst/>
              </a:prstGeom>
              <a:blipFill>
                <a:blip r:embed="rId3"/>
                <a:stretch>
                  <a:fillRect l="-1542" t="-2540" r="-4112"/>
                </a:stretch>
              </a:blip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en-US">
                    <a:noFill/>
                  </a:rPr>
                  <a:t> </a:t>
                </a:r>
              </a:p>
            </p:txBody>
          </p:sp>
        </mc:Fallback>
      </mc:AlternateContent>
      <p:sp>
        <p:nvSpPr>
          <p:cNvPr id="47116" name="Text Box 12"/>
          <p:cNvSpPr txBox="1">
            <a:spLocks noChangeArrowheads="1"/>
          </p:cNvSpPr>
          <p:nvPr/>
        </p:nvSpPr>
        <p:spPr bwMode="auto">
          <a:xfrm>
            <a:off x="838200" y="5334000"/>
            <a:ext cx="3200400" cy="1107996"/>
          </a:xfrm>
          <a:prstGeom prst="rect">
            <a:avLst/>
          </a:prstGeom>
          <a:noFill/>
          <a:ln w="12700">
            <a:solidFill>
              <a:srgbClr val="0000FF"/>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sz="2400">
                <a:solidFill>
                  <a:schemeClr val="tx1"/>
                </a:solidFill>
                <a:latin typeface="Tahoma" pitchFamily="34" charset="0"/>
              </a:defRPr>
            </a:lvl1pPr>
            <a:lvl2pPr marL="742950" indent="-285750">
              <a:defRPr sz="2400">
                <a:solidFill>
                  <a:schemeClr val="tx1"/>
                </a:solidFill>
                <a:latin typeface="Tahoma" pitchFamily="34" charset="0"/>
              </a:defRPr>
            </a:lvl2pPr>
            <a:lvl3pPr marL="1143000" indent="-228600">
              <a:defRPr sz="2400">
                <a:solidFill>
                  <a:schemeClr val="tx1"/>
                </a:solidFill>
                <a:latin typeface="Tahoma" pitchFamily="34" charset="0"/>
              </a:defRPr>
            </a:lvl3pPr>
            <a:lvl4pPr marL="1600200" indent="-228600">
              <a:defRPr sz="2400">
                <a:solidFill>
                  <a:schemeClr val="tx1"/>
                </a:solidFill>
                <a:latin typeface="Tahoma" pitchFamily="34" charset="0"/>
              </a:defRPr>
            </a:lvl4pPr>
            <a:lvl5pPr marL="2057400" indent="-228600">
              <a:defRPr sz="2400">
                <a:solidFill>
                  <a:schemeClr val="tx1"/>
                </a:solidFill>
                <a:latin typeface="Tahoma" pitchFamily="34" charset="0"/>
              </a:defRPr>
            </a:lvl5pPr>
            <a:lvl6pPr marL="2514600" indent="-228600" eaLnBrk="0" fontAlgn="base" hangingPunct="0">
              <a:spcBef>
                <a:spcPct val="0"/>
              </a:spcBef>
              <a:spcAft>
                <a:spcPct val="0"/>
              </a:spcAft>
              <a:defRPr sz="2400">
                <a:solidFill>
                  <a:schemeClr val="tx1"/>
                </a:solidFill>
                <a:latin typeface="Tahoma" pitchFamily="34" charset="0"/>
              </a:defRPr>
            </a:lvl6pPr>
            <a:lvl7pPr marL="2971800" indent="-228600" eaLnBrk="0" fontAlgn="base" hangingPunct="0">
              <a:spcBef>
                <a:spcPct val="0"/>
              </a:spcBef>
              <a:spcAft>
                <a:spcPct val="0"/>
              </a:spcAft>
              <a:defRPr sz="2400">
                <a:solidFill>
                  <a:schemeClr val="tx1"/>
                </a:solidFill>
                <a:latin typeface="Tahoma" pitchFamily="34" charset="0"/>
              </a:defRPr>
            </a:lvl7pPr>
            <a:lvl8pPr marL="3429000" indent="-228600" eaLnBrk="0" fontAlgn="base" hangingPunct="0">
              <a:spcBef>
                <a:spcPct val="0"/>
              </a:spcBef>
              <a:spcAft>
                <a:spcPct val="0"/>
              </a:spcAft>
              <a:defRPr sz="2400">
                <a:solidFill>
                  <a:schemeClr val="tx1"/>
                </a:solidFill>
                <a:latin typeface="Tahoma" pitchFamily="34" charset="0"/>
              </a:defRPr>
            </a:lvl8pPr>
            <a:lvl9pPr marL="3886200" indent="-228600" eaLnBrk="0" fontAlgn="base" hangingPunct="0">
              <a:spcBef>
                <a:spcPct val="0"/>
              </a:spcBef>
              <a:spcAft>
                <a:spcPct val="0"/>
              </a:spcAft>
              <a:defRPr sz="2400">
                <a:solidFill>
                  <a:schemeClr val="tx1"/>
                </a:solidFill>
                <a:latin typeface="Tahoma" pitchFamily="34" charset="0"/>
              </a:defRPr>
            </a:lvl9pPr>
          </a:lstStyle>
          <a:p>
            <a:pPr>
              <a:spcBef>
                <a:spcPct val="50000"/>
              </a:spcBef>
            </a:pPr>
            <a:r>
              <a:rPr lang="en-US" b="1" dirty="0">
                <a:solidFill>
                  <a:schemeClr val="accent2"/>
                </a:solidFill>
              </a:rPr>
              <a:t>There are 7 nodes:</a:t>
            </a:r>
          </a:p>
          <a:p>
            <a:pPr>
              <a:spcBef>
                <a:spcPct val="50000"/>
              </a:spcBef>
            </a:pPr>
            <a:r>
              <a:rPr lang="en-US" sz="2800" b="1" dirty="0">
                <a:solidFill>
                  <a:schemeClr val="accent2"/>
                </a:solidFill>
              </a:rPr>
              <a:t>2</a:t>
            </a:r>
            <a:r>
              <a:rPr lang="en-US" sz="2800" b="1" baseline="30000" dirty="0">
                <a:solidFill>
                  <a:schemeClr val="accent2"/>
                </a:solidFill>
              </a:rPr>
              <a:t>(3 levels)</a:t>
            </a:r>
            <a:r>
              <a:rPr lang="en-US" sz="2800" b="1" dirty="0">
                <a:solidFill>
                  <a:schemeClr val="accent2"/>
                </a:solidFill>
              </a:rPr>
              <a:t> – 1 = 7</a:t>
            </a:r>
          </a:p>
        </p:txBody>
      </p:sp>
      <p:grpSp>
        <p:nvGrpSpPr>
          <p:cNvPr id="2" name="Group 1" descr="A tree with three levels and seven nodes. Each rows stores as many as they possibly could:&#10;1 node in the first row, 2 nodes in the second row, and 4 nodes in the 3rd row.&#10;">
            <a:extLst>
              <a:ext uri="{FF2B5EF4-FFF2-40B4-BE49-F238E27FC236}">
                <a16:creationId xmlns:a16="http://schemas.microsoft.com/office/drawing/2014/main" id="{EF304529-A695-6975-F7BF-02939E796D74}"/>
              </a:ext>
            </a:extLst>
          </p:cNvPr>
          <p:cNvGrpSpPr/>
          <p:nvPr/>
        </p:nvGrpSpPr>
        <p:grpSpPr>
          <a:xfrm>
            <a:off x="4724400" y="4876800"/>
            <a:ext cx="4062047" cy="1676400"/>
            <a:chOff x="4724400" y="4876800"/>
            <a:chExt cx="4062047" cy="1676400"/>
          </a:xfrm>
        </p:grpSpPr>
        <p:sp>
          <p:nvSpPr>
            <p:cNvPr id="19" name="Oval 5"/>
            <p:cNvSpPr>
              <a:spLocks noChangeArrowheads="1"/>
            </p:cNvSpPr>
            <p:nvPr/>
          </p:nvSpPr>
          <p:spPr bwMode="auto">
            <a:xfrm>
              <a:off x="6439916" y="4876800"/>
              <a:ext cx="533400" cy="457200"/>
            </a:xfrm>
            <a:prstGeom prst="ellipse">
              <a:avLst/>
            </a:prstGeom>
            <a:solidFill>
              <a:schemeClr val="accent1"/>
            </a:solidFill>
            <a:ln w="1270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0" name="Oval 8"/>
            <p:cNvSpPr>
              <a:spLocks noChangeArrowheads="1"/>
            </p:cNvSpPr>
            <p:nvPr/>
          </p:nvSpPr>
          <p:spPr bwMode="auto">
            <a:xfrm>
              <a:off x="5410200" y="5486400"/>
              <a:ext cx="533400" cy="457200"/>
            </a:xfrm>
            <a:prstGeom prst="ellipse">
              <a:avLst/>
            </a:prstGeom>
            <a:solidFill>
              <a:schemeClr val="accent1"/>
            </a:solidFill>
            <a:ln w="1270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1" name="Oval 9"/>
            <p:cNvSpPr>
              <a:spLocks noChangeArrowheads="1"/>
            </p:cNvSpPr>
            <p:nvPr/>
          </p:nvSpPr>
          <p:spPr bwMode="auto">
            <a:xfrm>
              <a:off x="4724400" y="6096000"/>
              <a:ext cx="533400" cy="457200"/>
            </a:xfrm>
            <a:prstGeom prst="ellipse">
              <a:avLst/>
            </a:prstGeom>
            <a:solidFill>
              <a:schemeClr val="accent1"/>
            </a:solidFill>
            <a:ln w="1270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2" name="Oval 10"/>
            <p:cNvSpPr>
              <a:spLocks noChangeArrowheads="1"/>
            </p:cNvSpPr>
            <p:nvPr/>
          </p:nvSpPr>
          <p:spPr bwMode="auto">
            <a:xfrm>
              <a:off x="6096000" y="6096000"/>
              <a:ext cx="533400" cy="457200"/>
            </a:xfrm>
            <a:prstGeom prst="ellipse">
              <a:avLst/>
            </a:prstGeom>
            <a:solidFill>
              <a:schemeClr val="accent1"/>
            </a:solidFill>
            <a:ln w="1270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3" name="Oval 11"/>
            <p:cNvSpPr>
              <a:spLocks noChangeArrowheads="1"/>
            </p:cNvSpPr>
            <p:nvPr/>
          </p:nvSpPr>
          <p:spPr bwMode="auto">
            <a:xfrm>
              <a:off x="7582916" y="5486400"/>
              <a:ext cx="533400" cy="457200"/>
            </a:xfrm>
            <a:prstGeom prst="ellipse">
              <a:avLst/>
            </a:prstGeom>
            <a:solidFill>
              <a:schemeClr val="accent1"/>
            </a:solidFill>
            <a:ln w="1270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4" name="Oval 12"/>
            <p:cNvSpPr>
              <a:spLocks noChangeArrowheads="1"/>
            </p:cNvSpPr>
            <p:nvPr/>
          </p:nvSpPr>
          <p:spPr bwMode="auto">
            <a:xfrm>
              <a:off x="6934200" y="6096000"/>
              <a:ext cx="533400" cy="457200"/>
            </a:xfrm>
            <a:prstGeom prst="ellipse">
              <a:avLst/>
            </a:prstGeom>
            <a:solidFill>
              <a:schemeClr val="accent1"/>
            </a:solidFill>
            <a:ln w="1270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cxnSp>
          <p:nvCxnSpPr>
            <p:cNvPr id="25" name="Straight Connector 24"/>
            <p:cNvCxnSpPr>
              <a:stCxn id="19" idx="3"/>
              <a:endCxn id="20" idx="7"/>
            </p:cNvCxnSpPr>
            <p:nvPr/>
          </p:nvCxnSpPr>
          <p:spPr bwMode="auto">
            <a:xfrm flipH="1">
              <a:off x="5865485" y="5267045"/>
              <a:ext cx="652546" cy="286310"/>
            </a:xfrm>
            <a:prstGeom prst="line">
              <a:avLst/>
            </a:prstGeom>
            <a:solidFill>
              <a:schemeClr val="accent1"/>
            </a:solidFill>
            <a:ln w="12700" cap="flat" cmpd="sng" algn="ctr">
              <a:solidFill>
                <a:schemeClr val="tx1"/>
              </a:solidFill>
              <a:prstDash val="solid"/>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6" name="Straight Connector 25"/>
            <p:cNvCxnSpPr>
              <a:stCxn id="19" idx="5"/>
              <a:endCxn id="23" idx="1"/>
            </p:cNvCxnSpPr>
            <p:nvPr/>
          </p:nvCxnSpPr>
          <p:spPr bwMode="auto">
            <a:xfrm>
              <a:off x="6895201" y="5267045"/>
              <a:ext cx="765830" cy="286310"/>
            </a:xfrm>
            <a:prstGeom prst="line">
              <a:avLst/>
            </a:prstGeom>
            <a:solidFill>
              <a:schemeClr val="accent1"/>
            </a:solidFill>
            <a:ln w="12700" cap="flat" cmpd="sng" algn="ctr">
              <a:solidFill>
                <a:schemeClr val="tx1"/>
              </a:solidFill>
              <a:prstDash val="solid"/>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7" name="Straight Connector 26"/>
            <p:cNvCxnSpPr>
              <a:stCxn id="24" idx="7"/>
              <a:endCxn id="23" idx="3"/>
            </p:cNvCxnSpPr>
            <p:nvPr/>
          </p:nvCxnSpPr>
          <p:spPr bwMode="auto">
            <a:xfrm flipV="1">
              <a:off x="7389485" y="5876645"/>
              <a:ext cx="271546" cy="286310"/>
            </a:xfrm>
            <a:prstGeom prst="line">
              <a:avLst/>
            </a:prstGeom>
            <a:solidFill>
              <a:schemeClr val="accent1"/>
            </a:solidFill>
            <a:ln w="12700" cap="flat" cmpd="sng" algn="ctr">
              <a:solidFill>
                <a:schemeClr val="tx1"/>
              </a:solidFill>
              <a:prstDash val="solid"/>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8" name="Straight Connector 27"/>
            <p:cNvCxnSpPr>
              <a:stCxn id="22" idx="1"/>
              <a:endCxn id="20" idx="5"/>
            </p:cNvCxnSpPr>
            <p:nvPr/>
          </p:nvCxnSpPr>
          <p:spPr bwMode="auto">
            <a:xfrm flipH="1" flipV="1">
              <a:off x="5865485" y="5876645"/>
              <a:ext cx="308630" cy="286310"/>
            </a:xfrm>
            <a:prstGeom prst="line">
              <a:avLst/>
            </a:prstGeom>
            <a:solidFill>
              <a:schemeClr val="accent1"/>
            </a:solidFill>
            <a:ln w="12700" cap="flat" cmpd="sng" algn="ctr">
              <a:solidFill>
                <a:schemeClr val="tx1"/>
              </a:solidFill>
              <a:prstDash val="solid"/>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9" name="Straight Connector 28"/>
            <p:cNvCxnSpPr>
              <a:stCxn id="21" idx="7"/>
              <a:endCxn id="20" idx="3"/>
            </p:cNvCxnSpPr>
            <p:nvPr/>
          </p:nvCxnSpPr>
          <p:spPr bwMode="auto">
            <a:xfrm flipV="1">
              <a:off x="5179685" y="5876645"/>
              <a:ext cx="308630" cy="286310"/>
            </a:xfrm>
            <a:prstGeom prst="line">
              <a:avLst/>
            </a:prstGeom>
            <a:solidFill>
              <a:schemeClr val="accent1"/>
            </a:solidFill>
            <a:ln w="12700" cap="flat" cmpd="sng" algn="ctr">
              <a:solidFill>
                <a:schemeClr val="tx1"/>
              </a:solidFill>
              <a:prstDash val="solid"/>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30" name="Oval 12"/>
            <p:cNvSpPr>
              <a:spLocks noChangeArrowheads="1"/>
            </p:cNvSpPr>
            <p:nvPr/>
          </p:nvSpPr>
          <p:spPr bwMode="auto">
            <a:xfrm>
              <a:off x="8253047" y="6096000"/>
              <a:ext cx="533400" cy="457200"/>
            </a:xfrm>
            <a:prstGeom prst="ellipse">
              <a:avLst/>
            </a:prstGeom>
            <a:solidFill>
              <a:schemeClr val="accent1"/>
            </a:solidFill>
            <a:ln w="1270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cxnSp>
          <p:nvCxnSpPr>
            <p:cNvPr id="31" name="Straight Connector 30"/>
            <p:cNvCxnSpPr>
              <a:stCxn id="30" idx="1"/>
              <a:endCxn id="23" idx="5"/>
            </p:cNvCxnSpPr>
            <p:nvPr/>
          </p:nvCxnSpPr>
          <p:spPr bwMode="auto">
            <a:xfrm flipH="1" flipV="1">
              <a:off x="8038201" y="5876645"/>
              <a:ext cx="292961" cy="286310"/>
            </a:xfrm>
            <a:prstGeom prst="line">
              <a:avLst/>
            </a:prstGeom>
            <a:solidFill>
              <a:schemeClr val="accent1"/>
            </a:solidFill>
            <a:ln w="12700" cap="flat" cmpd="sng" algn="ctr">
              <a:solidFill>
                <a:schemeClr val="tx1"/>
              </a:solidFill>
              <a:prstDash val="solid"/>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grpSp>
    </p:spTree>
    <p:extLst>
      <p:ext uri="{BB962C8B-B14F-4D97-AF65-F5344CB8AC3E}">
        <p14:creationId xmlns:p14="http://schemas.microsoft.com/office/powerpoint/2010/main" val="117053065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7" name="WordArt 2" descr="Narrow vertical"/>
          <p:cNvSpPr>
            <a:spLocks noChangeArrowheads="1" noChangeShapeType="1" noTextEdit="1"/>
          </p:cNvSpPr>
          <p:nvPr/>
        </p:nvSpPr>
        <p:spPr bwMode="auto">
          <a:xfrm>
            <a:off x="685800" y="0"/>
            <a:ext cx="7581001" cy="1828800"/>
          </a:xfrm>
          <a:prstGeom prst="rect">
            <a:avLst/>
          </a:prstGeom>
        </p:spPr>
        <p:txBody>
          <a:bodyPr wrap="none" fromWordArt="1">
            <a:prstTxWarp prst="textCurveUp">
              <a:avLst>
                <a:gd name="adj" fmla="val 40356"/>
              </a:avLst>
            </a:prstTxWarp>
          </a:bodyPr>
          <a:lstStyle/>
          <a:p>
            <a:pPr algn="ctr"/>
            <a:r>
              <a:rPr lang="en-US" sz="3600" kern="10" dirty="0">
                <a:ln w="12700">
                  <a:solidFill>
                    <a:srgbClr val="000000"/>
                  </a:solidFill>
                  <a:round/>
                  <a:headEnd type="none" w="sm" len="sm"/>
                  <a:tailEnd type="none" w="sm" len="sm"/>
                </a:ln>
                <a:pattFill prst="dashHorz">
                  <a:fgClr>
                    <a:srgbClr val="808080"/>
                  </a:fgClr>
                  <a:bgClr>
                    <a:srgbClr val="FFFF00"/>
                  </a:bgClr>
                </a:pattFill>
                <a:effectLst>
                  <a:outerShdw dist="45791" dir="2021404" algn="ctr" rotWithShape="0">
                    <a:srgbClr val="808080"/>
                  </a:outerShdw>
                </a:effectLst>
                <a:latin typeface="Arial Black"/>
              </a:rPr>
              <a:t>A Perfect</a:t>
            </a:r>
          </a:p>
          <a:p>
            <a:pPr algn="ctr"/>
            <a:r>
              <a:rPr lang="en-US" sz="3600" kern="10" dirty="0">
                <a:ln w="12700">
                  <a:solidFill>
                    <a:srgbClr val="000000"/>
                  </a:solidFill>
                  <a:round/>
                  <a:headEnd type="none" w="sm" len="sm"/>
                  <a:tailEnd type="none" w="sm" len="sm"/>
                </a:ln>
                <a:pattFill prst="dashHorz">
                  <a:fgClr>
                    <a:srgbClr val="808080"/>
                  </a:fgClr>
                  <a:bgClr>
                    <a:srgbClr val="FFFF00"/>
                  </a:bgClr>
                </a:pattFill>
                <a:effectLst>
                  <a:outerShdw dist="45791" dir="2021404" algn="ctr" rotWithShape="0">
                    <a:srgbClr val="808080"/>
                  </a:outerShdw>
                </a:effectLst>
                <a:latin typeface="Arial Black"/>
              </a:rPr>
              <a:t>BINARY TREE</a:t>
            </a:r>
          </a:p>
        </p:txBody>
      </p:sp>
      <mc:AlternateContent xmlns:mc="http://schemas.openxmlformats.org/markup-compatibility/2006" xmlns:a14="http://schemas.microsoft.com/office/drawing/2010/main">
        <mc:Choice Requires="a14">
          <p:sp>
            <p:nvSpPr>
              <p:cNvPr id="47108" name="Text Box 3"/>
              <p:cNvSpPr txBox="1">
                <a:spLocks noChangeArrowheads="1"/>
              </p:cNvSpPr>
              <p:nvPr/>
            </p:nvSpPr>
            <p:spPr bwMode="auto">
              <a:xfrm>
                <a:off x="533400" y="2471033"/>
                <a:ext cx="8305800" cy="3624967"/>
              </a:xfrm>
              <a:prstGeom prst="rect">
                <a:avLst/>
              </a:prstGeom>
              <a:noFill/>
              <a:ln>
                <a:noFill/>
              </a:ln>
              <a:effectLst/>
              <a:extLst>
                <a:ext uri="{909E8E84-426E-40DD-AFC4-6F175D3DCCD1}">
                  <a14:hiddenFill>
                    <a:solidFill>
                      <a:schemeClr val="accent1"/>
                    </a:solidFill>
                  </a14:hiddenFill>
                </a:ext>
                <a:ext uri="{91240B29-F687-4F45-9708-019B960494DF}">
                  <a14:hiddenLine w="12700">
                    <a:solidFill>
                      <a:schemeClr val="tx1"/>
                    </a:solidFill>
                    <a:miter lim="800000"/>
                    <a:headEnd type="none" w="sm" len="sm"/>
                    <a:tailEnd type="none" w="sm" len="sm"/>
                  </a14:hiddenLine>
                </a:ext>
                <a:ext uri="{AF507438-7753-43E0-B8FC-AC1667EBCBE1}">
                  <a14:hiddenEffects>
                    <a:effectLst>
                      <a:outerShdw dist="35921" dir="2700000" algn="ctr" rotWithShape="0">
                        <a:schemeClr val="bg2"/>
                      </a:outerShdw>
                    </a:effectLst>
                  </a14:hiddenEffects>
                </a:ext>
              </a:extLst>
            </p:spPr>
            <p:txBody>
              <a:bodyPr wrap="square">
                <a:spAutoFit/>
              </a:bodyPr>
              <a:lstStyle>
                <a:lvl1pPr>
                  <a:defRPr sz="2400">
                    <a:solidFill>
                      <a:schemeClr val="tx1"/>
                    </a:solidFill>
                    <a:latin typeface="Tahoma" pitchFamily="34" charset="0"/>
                  </a:defRPr>
                </a:lvl1pPr>
                <a:lvl2pPr marL="742950" indent="-285750">
                  <a:defRPr sz="2400">
                    <a:solidFill>
                      <a:schemeClr val="tx1"/>
                    </a:solidFill>
                    <a:latin typeface="Tahoma" pitchFamily="34" charset="0"/>
                  </a:defRPr>
                </a:lvl2pPr>
                <a:lvl3pPr marL="1143000" indent="-228600">
                  <a:defRPr sz="2400">
                    <a:solidFill>
                      <a:schemeClr val="tx1"/>
                    </a:solidFill>
                    <a:latin typeface="Tahoma" pitchFamily="34" charset="0"/>
                  </a:defRPr>
                </a:lvl3pPr>
                <a:lvl4pPr marL="1600200" indent="-228600">
                  <a:defRPr sz="2400">
                    <a:solidFill>
                      <a:schemeClr val="tx1"/>
                    </a:solidFill>
                    <a:latin typeface="Tahoma" pitchFamily="34" charset="0"/>
                  </a:defRPr>
                </a:lvl4pPr>
                <a:lvl5pPr marL="2057400" indent="-228600">
                  <a:defRPr sz="2400">
                    <a:solidFill>
                      <a:schemeClr val="tx1"/>
                    </a:solidFill>
                    <a:latin typeface="Tahoma" pitchFamily="34" charset="0"/>
                  </a:defRPr>
                </a:lvl5pPr>
                <a:lvl6pPr marL="2514600" indent="-228600" eaLnBrk="0" fontAlgn="base" hangingPunct="0">
                  <a:spcBef>
                    <a:spcPct val="0"/>
                  </a:spcBef>
                  <a:spcAft>
                    <a:spcPct val="0"/>
                  </a:spcAft>
                  <a:defRPr sz="2400">
                    <a:solidFill>
                      <a:schemeClr val="tx1"/>
                    </a:solidFill>
                    <a:latin typeface="Tahoma" pitchFamily="34" charset="0"/>
                  </a:defRPr>
                </a:lvl6pPr>
                <a:lvl7pPr marL="2971800" indent="-228600" eaLnBrk="0" fontAlgn="base" hangingPunct="0">
                  <a:spcBef>
                    <a:spcPct val="0"/>
                  </a:spcBef>
                  <a:spcAft>
                    <a:spcPct val="0"/>
                  </a:spcAft>
                  <a:defRPr sz="2400">
                    <a:solidFill>
                      <a:schemeClr val="tx1"/>
                    </a:solidFill>
                    <a:latin typeface="Tahoma" pitchFamily="34" charset="0"/>
                  </a:defRPr>
                </a:lvl7pPr>
                <a:lvl8pPr marL="3429000" indent="-228600" eaLnBrk="0" fontAlgn="base" hangingPunct="0">
                  <a:spcBef>
                    <a:spcPct val="0"/>
                  </a:spcBef>
                  <a:spcAft>
                    <a:spcPct val="0"/>
                  </a:spcAft>
                  <a:defRPr sz="2400">
                    <a:solidFill>
                      <a:schemeClr val="tx1"/>
                    </a:solidFill>
                    <a:latin typeface="Tahoma" pitchFamily="34" charset="0"/>
                  </a:defRPr>
                </a:lvl8pPr>
                <a:lvl9pPr marL="3886200" indent="-228600" eaLnBrk="0" fontAlgn="base" hangingPunct="0">
                  <a:spcBef>
                    <a:spcPct val="0"/>
                  </a:spcBef>
                  <a:spcAft>
                    <a:spcPct val="0"/>
                  </a:spcAft>
                  <a:defRPr sz="2400">
                    <a:solidFill>
                      <a:schemeClr val="tx1"/>
                    </a:solidFill>
                    <a:latin typeface="Tahoma" pitchFamily="34" charset="0"/>
                  </a:defRPr>
                </a:lvl9pPr>
              </a:lstStyle>
              <a:p>
                <a:r>
                  <a:rPr lang="en-US" sz="2800" b="1" dirty="0"/>
                  <a:t>The number of nodes in a perfect binary tree equals:</a:t>
                </a:r>
              </a:p>
              <a:p>
                <a:pPr/>
                <a:br>
                  <a:rPr lang="en-US" sz="1200" b="1" dirty="0"/>
                </a:br>
                <a14:m>
                  <m:oMathPara xmlns:m="http://schemas.openxmlformats.org/officeDocument/2006/math">
                    <m:oMathParaPr>
                      <m:jc m:val="centerGroup"/>
                    </m:oMathParaPr>
                    <m:oMath xmlns:m="http://schemas.openxmlformats.org/officeDocument/2006/math">
                      <m:r>
                        <a:rPr lang="en-US" sz="4000" b="1" i="0" smtClean="0">
                          <a:latin typeface="Cambria Math" panose="02040503050406030204" pitchFamily="18" charset="0"/>
                        </a:rPr>
                        <m:t>#</m:t>
                      </m:r>
                      <m:r>
                        <a:rPr lang="en-US" sz="4000" b="1" i="1" smtClean="0">
                          <a:latin typeface="Cambria Math" panose="02040503050406030204" pitchFamily="18" charset="0"/>
                        </a:rPr>
                        <m:t> </m:t>
                      </m:r>
                      <m:r>
                        <a:rPr lang="en-US" sz="4000" b="1" i="1" smtClean="0">
                          <a:latin typeface="Cambria Math" panose="02040503050406030204" pitchFamily="18" charset="0"/>
                        </a:rPr>
                        <m:t>𝒐𝒇</m:t>
                      </m:r>
                      <m:r>
                        <a:rPr lang="en-US" sz="4000" b="1" i="1" smtClean="0">
                          <a:latin typeface="Cambria Math" panose="02040503050406030204" pitchFamily="18" charset="0"/>
                        </a:rPr>
                        <m:t> </m:t>
                      </m:r>
                      <m:r>
                        <a:rPr lang="en-US" sz="4000" b="1" i="1" smtClean="0">
                          <a:latin typeface="Cambria Math" panose="02040503050406030204" pitchFamily="18" charset="0"/>
                        </a:rPr>
                        <m:t>𝒏𝒐𝒅𝒆𝒔</m:t>
                      </m:r>
                      <m:r>
                        <a:rPr lang="en-US" sz="4000" b="1" i="1" smtClean="0">
                          <a:latin typeface="Cambria Math" panose="02040503050406030204" pitchFamily="18" charset="0"/>
                        </a:rPr>
                        <m:t> == </m:t>
                      </m:r>
                      <m:sSup>
                        <m:sSupPr>
                          <m:ctrlPr>
                            <a:rPr lang="en-US" sz="4000" b="1" i="1" smtClean="0">
                              <a:latin typeface="Cambria Math" panose="02040503050406030204" pitchFamily="18" charset="0"/>
                            </a:rPr>
                          </m:ctrlPr>
                        </m:sSupPr>
                        <m:e>
                          <m:r>
                            <a:rPr lang="en-US" sz="4000" b="1" i="1" smtClean="0">
                              <a:latin typeface="Cambria Math"/>
                            </a:rPr>
                            <m:t>𝟐</m:t>
                          </m:r>
                        </m:e>
                        <m:sup>
                          <m:r>
                            <a:rPr lang="en-US" sz="4000" b="1" i="1" smtClean="0">
                              <a:latin typeface="Cambria Math"/>
                            </a:rPr>
                            <m:t># </m:t>
                          </m:r>
                          <m:r>
                            <a:rPr lang="en-US" sz="4000" b="1" i="1" smtClean="0">
                              <a:latin typeface="Cambria Math"/>
                            </a:rPr>
                            <m:t>𝒐𝒇</m:t>
                          </m:r>
                          <m:r>
                            <a:rPr lang="en-US" sz="4000" b="1" i="1" smtClean="0">
                              <a:latin typeface="Cambria Math"/>
                            </a:rPr>
                            <m:t> </m:t>
                          </m:r>
                          <m:r>
                            <a:rPr lang="en-US" sz="4000" b="1" i="1" smtClean="0">
                              <a:latin typeface="Cambria Math"/>
                            </a:rPr>
                            <m:t>𝒍𝒆𝒗𝒆𝒍𝒔</m:t>
                          </m:r>
                        </m:sup>
                      </m:sSup>
                      <m:r>
                        <a:rPr lang="en-US" sz="4000" b="1" i="1" smtClean="0">
                          <a:latin typeface="Cambria Math"/>
                        </a:rPr>
                        <m:t>−</m:t>
                      </m:r>
                      <m:r>
                        <a:rPr lang="en-US" sz="4000" b="1" i="1" smtClean="0">
                          <a:latin typeface="Cambria Math"/>
                        </a:rPr>
                        <m:t>𝟏</m:t>
                      </m:r>
                    </m:oMath>
                  </m:oMathPara>
                </a14:m>
                <a:endParaRPr lang="en-US" sz="4000" b="1" dirty="0"/>
              </a:p>
              <a:p>
                <a:endParaRPr lang="en-US" sz="2800" b="1" dirty="0"/>
              </a:p>
              <a:p>
                <a:r>
                  <a:rPr lang="en-US" sz="2800" b="1" dirty="0"/>
                  <a:t>Or equivalently:</a:t>
                </a:r>
              </a:p>
              <a:p>
                <a:endParaRPr lang="en-US" sz="2800" b="1" dirty="0"/>
              </a:p>
              <a:p>
                <a:pPr/>
                <a14:m>
                  <m:oMathPara xmlns:m="http://schemas.openxmlformats.org/officeDocument/2006/math">
                    <m:oMathParaPr>
                      <m:jc m:val="centerGroup"/>
                    </m:oMathParaPr>
                    <m:oMath xmlns:m="http://schemas.openxmlformats.org/officeDocument/2006/math">
                      <m:r>
                        <a:rPr lang="en-US" sz="3600" b="1" i="1" smtClean="0">
                          <a:solidFill>
                            <a:schemeClr val="accent6">
                              <a:lumMod val="75000"/>
                            </a:schemeClr>
                          </a:solidFill>
                          <a:latin typeface="Cambria Math" panose="02040503050406030204" pitchFamily="18" charset="0"/>
                        </a:rPr>
                        <m:t># </m:t>
                      </m:r>
                      <m:r>
                        <a:rPr lang="en-US" sz="3600" b="1" i="1" smtClean="0">
                          <a:solidFill>
                            <a:schemeClr val="accent6">
                              <a:lumMod val="75000"/>
                            </a:schemeClr>
                          </a:solidFill>
                          <a:latin typeface="Cambria Math" panose="02040503050406030204" pitchFamily="18" charset="0"/>
                        </a:rPr>
                        <m:t>𝒐𝒇</m:t>
                      </m:r>
                      <m:r>
                        <a:rPr lang="en-US" sz="3600" b="1" i="1" smtClean="0">
                          <a:solidFill>
                            <a:schemeClr val="accent6">
                              <a:lumMod val="75000"/>
                            </a:schemeClr>
                          </a:solidFill>
                          <a:latin typeface="Cambria Math" panose="02040503050406030204" pitchFamily="18" charset="0"/>
                        </a:rPr>
                        <m:t> </m:t>
                      </m:r>
                      <m:r>
                        <a:rPr lang="en-US" sz="3600" b="1" i="1" smtClean="0">
                          <a:solidFill>
                            <a:schemeClr val="accent6">
                              <a:lumMod val="75000"/>
                            </a:schemeClr>
                          </a:solidFill>
                          <a:latin typeface="Cambria Math" panose="02040503050406030204" pitchFamily="18" charset="0"/>
                        </a:rPr>
                        <m:t>𝒍𝒆𝒗𝒆𝒍𝒔</m:t>
                      </m:r>
                      <m:r>
                        <a:rPr lang="en-US" sz="3600" b="1" i="1" smtClean="0">
                          <a:solidFill>
                            <a:schemeClr val="accent6">
                              <a:lumMod val="75000"/>
                            </a:schemeClr>
                          </a:solidFill>
                          <a:latin typeface="Cambria Math" panose="02040503050406030204" pitchFamily="18" charset="0"/>
                        </a:rPr>
                        <m:t>=</m:t>
                      </m:r>
                      <m:sSub>
                        <m:sSubPr>
                          <m:ctrlPr>
                            <a:rPr lang="en-US" sz="3600" b="1" i="1" smtClean="0">
                              <a:solidFill>
                                <a:schemeClr val="accent6">
                                  <a:lumMod val="75000"/>
                                </a:schemeClr>
                              </a:solidFill>
                              <a:latin typeface="Cambria Math" panose="02040503050406030204" pitchFamily="18" charset="0"/>
                            </a:rPr>
                          </m:ctrlPr>
                        </m:sSubPr>
                        <m:e>
                          <m:r>
                            <a:rPr lang="en-US" sz="3600" b="1" i="1" smtClean="0">
                              <a:solidFill>
                                <a:schemeClr val="accent6">
                                  <a:lumMod val="75000"/>
                                </a:schemeClr>
                              </a:solidFill>
                              <a:latin typeface="Cambria Math" panose="02040503050406030204" pitchFamily="18" charset="0"/>
                            </a:rPr>
                            <m:t>𝒍𝒐𝒈</m:t>
                          </m:r>
                        </m:e>
                        <m:sub>
                          <m:r>
                            <a:rPr lang="en-US" sz="3600" b="1" i="1" smtClean="0">
                              <a:solidFill>
                                <a:schemeClr val="accent6">
                                  <a:lumMod val="75000"/>
                                </a:schemeClr>
                              </a:solidFill>
                              <a:latin typeface="Cambria Math" panose="02040503050406030204" pitchFamily="18" charset="0"/>
                            </a:rPr>
                            <m:t>𝟐</m:t>
                          </m:r>
                        </m:sub>
                      </m:sSub>
                      <m:r>
                        <a:rPr lang="en-US" sz="3600" b="1" i="1" smtClean="0">
                          <a:solidFill>
                            <a:schemeClr val="accent6">
                              <a:lumMod val="75000"/>
                            </a:schemeClr>
                          </a:solidFill>
                          <a:latin typeface="Cambria Math" panose="02040503050406030204" pitchFamily="18" charset="0"/>
                        </a:rPr>
                        <m:t>(# </m:t>
                      </m:r>
                      <m:r>
                        <a:rPr lang="en-US" sz="3600" b="1" i="1" smtClean="0">
                          <a:solidFill>
                            <a:schemeClr val="accent6">
                              <a:lumMod val="75000"/>
                            </a:schemeClr>
                          </a:solidFill>
                          <a:latin typeface="Cambria Math" panose="02040503050406030204" pitchFamily="18" charset="0"/>
                        </a:rPr>
                        <m:t>𝒐𝒇</m:t>
                      </m:r>
                      <m:r>
                        <a:rPr lang="en-US" sz="3600" b="1" i="1" smtClean="0">
                          <a:solidFill>
                            <a:schemeClr val="accent6">
                              <a:lumMod val="75000"/>
                            </a:schemeClr>
                          </a:solidFill>
                          <a:latin typeface="Cambria Math" panose="02040503050406030204" pitchFamily="18" charset="0"/>
                        </a:rPr>
                        <m:t> </m:t>
                      </m:r>
                      <m:r>
                        <a:rPr lang="en-US" sz="3600" b="1" i="1" smtClean="0">
                          <a:solidFill>
                            <a:schemeClr val="accent6">
                              <a:lumMod val="75000"/>
                            </a:schemeClr>
                          </a:solidFill>
                          <a:latin typeface="Cambria Math" panose="02040503050406030204" pitchFamily="18" charset="0"/>
                        </a:rPr>
                        <m:t>𝒏𝒐𝒅𝒆𝒔</m:t>
                      </m:r>
                      <m:r>
                        <a:rPr lang="en-US" sz="3600" b="1" i="1" smtClean="0">
                          <a:solidFill>
                            <a:schemeClr val="accent6">
                              <a:lumMod val="75000"/>
                            </a:schemeClr>
                          </a:solidFill>
                          <a:latin typeface="Cambria Math" panose="02040503050406030204" pitchFamily="18" charset="0"/>
                        </a:rPr>
                        <m:t>+</m:t>
                      </m:r>
                      <m:r>
                        <a:rPr lang="en-US" sz="3600" b="1" i="1" smtClean="0">
                          <a:solidFill>
                            <a:schemeClr val="accent6">
                              <a:lumMod val="75000"/>
                            </a:schemeClr>
                          </a:solidFill>
                          <a:latin typeface="Cambria Math" panose="02040503050406030204" pitchFamily="18" charset="0"/>
                        </a:rPr>
                        <m:t>𝟏</m:t>
                      </m:r>
                      <m:r>
                        <a:rPr lang="en-US" sz="3600" b="1" i="1" smtClean="0">
                          <a:solidFill>
                            <a:schemeClr val="accent6">
                              <a:lumMod val="75000"/>
                            </a:schemeClr>
                          </a:solidFill>
                          <a:latin typeface="Cambria Math" panose="02040503050406030204" pitchFamily="18" charset="0"/>
                        </a:rPr>
                        <m:t>)</m:t>
                      </m:r>
                    </m:oMath>
                  </m:oMathPara>
                </a14:m>
                <a:endParaRPr lang="en-US" sz="3600" b="1" dirty="0">
                  <a:solidFill>
                    <a:schemeClr val="accent6">
                      <a:lumMod val="75000"/>
                    </a:schemeClr>
                  </a:solidFill>
                </a:endParaRPr>
              </a:p>
            </p:txBody>
          </p:sp>
        </mc:Choice>
        <mc:Fallback xmlns="">
          <p:sp>
            <p:nvSpPr>
              <p:cNvPr id="47108" name="Text Box 3"/>
              <p:cNvSpPr txBox="1">
                <a:spLocks noRot="1" noChangeAspect="1" noMove="1" noResize="1" noEditPoints="1" noAdjustHandles="1" noChangeArrowheads="1" noChangeShapeType="1" noTextEdit="1"/>
              </p:cNvSpPr>
              <p:nvPr/>
            </p:nvSpPr>
            <p:spPr bwMode="auto">
              <a:xfrm>
                <a:off x="533400" y="2471033"/>
                <a:ext cx="8305800" cy="3624967"/>
              </a:xfrm>
              <a:prstGeom prst="rect">
                <a:avLst/>
              </a:prstGeom>
              <a:blipFill>
                <a:blip r:embed="rId3"/>
                <a:stretch>
                  <a:fillRect l="-1542" t="-1681" r="-954"/>
                </a:stretch>
              </a:blip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en-US">
                    <a:noFill/>
                  </a:rPr>
                  <a:t> </a:t>
                </a:r>
              </a:p>
            </p:txBody>
          </p:sp>
        </mc:Fallback>
      </mc:AlternateContent>
    </p:spTree>
    <p:extLst>
      <p:ext uri="{BB962C8B-B14F-4D97-AF65-F5344CB8AC3E}">
        <p14:creationId xmlns:p14="http://schemas.microsoft.com/office/powerpoint/2010/main" val="120578461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1295400" y="381000"/>
            <a:ext cx="6228693" cy="707886"/>
          </a:xfrm>
          <a:prstGeom prst="rect">
            <a:avLst/>
          </a:prstGeom>
        </p:spPr>
        <p:txBody>
          <a:bodyPr wrap="none">
            <a:spAutoFit/>
          </a:bodyPr>
          <a:lstStyle/>
          <a:p>
            <a:r>
              <a:rPr lang="en-US" sz="4000" dirty="0"/>
              <a:t>A</a:t>
            </a:r>
            <a:r>
              <a:rPr lang="en-US" sz="4000" b="1" dirty="0"/>
              <a:t> degenerate</a:t>
            </a:r>
            <a:r>
              <a:rPr lang="en-US" sz="4000" dirty="0"/>
              <a:t> binary tree</a:t>
            </a:r>
          </a:p>
        </p:txBody>
      </p:sp>
      <p:sp>
        <p:nvSpPr>
          <p:cNvPr id="4" name="Rectangle 3"/>
          <p:cNvSpPr/>
          <p:nvPr/>
        </p:nvSpPr>
        <p:spPr>
          <a:xfrm>
            <a:off x="838200" y="1447800"/>
            <a:ext cx="7315200" cy="1200329"/>
          </a:xfrm>
          <a:prstGeom prst="rect">
            <a:avLst/>
          </a:prstGeom>
        </p:spPr>
        <p:txBody>
          <a:bodyPr wrap="square">
            <a:spAutoFit/>
          </a:bodyPr>
          <a:lstStyle/>
          <a:p>
            <a:r>
              <a:rPr lang="en-US" dirty="0"/>
              <a:t>A tree where each parent node has only one associated child node. This means that performance-wise, the tree will behave like a linked list.</a:t>
            </a:r>
          </a:p>
        </p:txBody>
      </p:sp>
      <p:pic>
        <p:nvPicPr>
          <p:cNvPr id="1026" name="Picture 2" descr="A degenerate tree with five nodes and five levels. Every node only has a right child."/>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79487" y="3047999"/>
            <a:ext cx="2525713" cy="2803103"/>
          </a:xfrm>
          <a:prstGeom prst="rect">
            <a:avLst/>
          </a:prstGeom>
          <a:noFill/>
          <a:extLst>
            <a:ext uri="{909E8E84-426E-40DD-AFC4-6F175D3DCCD1}">
              <a14:hiddenFill xmlns:a14="http://schemas.microsoft.com/office/drawing/2010/main">
                <a:solidFill>
                  <a:srgbClr val="FFFFFF"/>
                </a:solidFill>
              </a14:hiddenFill>
            </a:ext>
          </a:extLst>
        </p:spPr>
      </p:pic>
      <p:pic>
        <p:nvPicPr>
          <p:cNvPr id="1027" name="Picture 3" descr="A degenerate tree with five nodes and five levels. Every node has only one child, though sometimes it's a left child and sometimes a re right child."/>
          <p:cNvPicPr>
            <a:picLocks noChangeAspect="1" noChangeArrowheads="1"/>
          </p:cNvPicPr>
          <p:nvPr/>
        </p:nvPicPr>
        <p:blipFill rotWithShape="1">
          <a:blip r:embed="rId3">
            <a:extLst>
              <a:ext uri="{28A0092B-C50C-407E-A947-70E740481C1C}">
                <a14:useLocalDpi xmlns:a14="http://schemas.microsoft.com/office/drawing/2010/main" val="0"/>
              </a:ext>
            </a:extLst>
          </a:blip>
          <a:srcRect l="33594" t="9766" r="51094" b="65039"/>
          <a:stretch/>
        </p:blipFill>
        <p:spPr bwMode="auto">
          <a:xfrm>
            <a:off x="5181600" y="3220825"/>
            <a:ext cx="1866900" cy="2457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08246883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Footer Placeholder 3">
            <a:extLst>
              <a:ext uri="{C183D7F6-B498-43B3-948B-1728B52AA6E4}">
                <adec:decorative xmlns:adec="http://schemas.microsoft.com/office/drawing/2017/decorative" val="1"/>
              </a:ext>
            </a:extLst>
          </p:cNvPr>
          <p:cNvSpPr>
            <a:spLocks noGrp="1"/>
          </p:cNvSpPr>
          <p:nvPr>
            <p:ph type="ftr" sz="quarter" idx="12"/>
          </p:nvPr>
        </p:nvSpPr>
        <p:spPr>
          <a:noFill/>
        </p:spPr>
        <p:txBody>
          <a:bodyPr/>
          <a:lstStyle>
            <a:lvl1pPr>
              <a:defRPr sz="2400">
                <a:solidFill>
                  <a:schemeClr val="tx1"/>
                </a:solidFill>
                <a:latin typeface="Tahoma" pitchFamily="34" charset="0"/>
              </a:defRPr>
            </a:lvl1pPr>
            <a:lvl2pPr marL="742950" indent="-285750">
              <a:defRPr sz="2400">
                <a:solidFill>
                  <a:schemeClr val="tx1"/>
                </a:solidFill>
                <a:latin typeface="Tahoma" pitchFamily="34" charset="0"/>
              </a:defRPr>
            </a:lvl2pPr>
            <a:lvl3pPr marL="1143000" indent="-228600">
              <a:defRPr sz="2400">
                <a:solidFill>
                  <a:schemeClr val="tx1"/>
                </a:solidFill>
                <a:latin typeface="Tahoma" pitchFamily="34" charset="0"/>
              </a:defRPr>
            </a:lvl3pPr>
            <a:lvl4pPr marL="1600200" indent="-228600">
              <a:defRPr sz="2400">
                <a:solidFill>
                  <a:schemeClr val="tx1"/>
                </a:solidFill>
                <a:latin typeface="Tahoma" pitchFamily="34" charset="0"/>
              </a:defRPr>
            </a:lvl4pPr>
            <a:lvl5pPr marL="2057400" indent="-228600">
              <a:defRPr sz="2400">
                <a:solidFill>
                  <a:schemeClr val="tx1"/>
                </a:solidFill>
                <a:latin typeface="Tahoma" pitchFamily="34" charset="0"/>
              </a:defRPr>
            </a:lvl5pPr>
            <a:lvl6pPr marL="2514600" indent="-228600" eaLnBrk="0" fontAlgn="base" hangingPunct="0">
              <a:spcBef>
                <a:spcPct val="0"/>
              </a:spcBef>
              <a:spcAft>
                <a:spcPct val="0"/>
              </a:spcAft>
              <a:defRPr sz="2400">
                <a:solidFill>
                  <a:schemeClr val="tx1"/>
                </a:solidFill>
                <a:latin typeface="Tahoma" pitchFamily="34" charset="0"/>
              </a:defRPr>
            </a:lvl6pPr>
            <a:lvl7pPr marL="2971800" indent="-228600" eaLnBrk="0" fontAlgn="base" hangingPunct="0">
              <a:spcBef>
                <a:spcPct val="0"/>
              </a:spcBef>
              <a:spcAft>
                <a:spcPct val="0"/>
              </a:spcAft>
              <a:defRPr sz="2400">
                <a:solidFill>
                  <a:schemeClr val="tx1"/>
                </a:solidFill>
                <a:latin typeface="Tahoma" pitchFamily="34" charset="0"/>
              </a:defRPr>
            </a:lvl7pPr>
            <a:lvl8pPr marL="3429000" indent="-228600" eaLnBrk="0" fontAlgn="base" hangingPunct="0">
              <a:spcBef>
                <a:spcPct val="0"/>
              </a:spcBef>
              <a:spcAft>
                <a:spcPct val="0"/>
              </a:spcAft>
              <a:defRPr sz="2400">
                <a:solidFill>
                  <a:schemeClr val="tx1"/>
                </a:solidFill>
                <a:latin typeface="Tahoma" pitchFamily="34" charset="0"/>
              </a:defRPr>
            </a:lvl8pPr>
            <a:lvl9pPr marL="3886200" indent="-228600" eaLnBrk="0" fontAlgn="base" hangingPunct="0">
              <a:spcBef>
                <a:spcPct val="0"/>
              </a:spcBef>
              <a:spcAft>
                <a:spcPct val="0"/>
              </a:spcAft>
              <a:defRPr sz="2400">
                <a:solidFill>
                  <a:schemeClr val="tx1"/>
                </a:solidFill>
                <a:latin typeface="Tahoma" pitchFamily="34" charset="0"/>
              </a:defRPr>
            </a:lvl9pPr>
          </a:lstStyle>
          <a:p>
            <a:endParaRPr lang="en-US" sz="800" b="1" dirty="0">
              <a:latin typeface="Times New Roman" pitchFamily="18" charset="0"/>
            </a:endParaRPr>
          </a:p>
          <a:p>
            <a:endParaRPr lang="en-US" sz="800" dirty="0"/>
          </a:p>
          <a:p>
            <a:endParaRPr lang="en-US" sz="800" b="1" dirty="0"/>
          </a:p>
          <a:p>
            <a:r>
              <a:rPr lang="en-US" sz="800" b="1" dirty="0"/>
              <a:t>© A+ Computer Science  -  www.apluscompsci.com</a:t>
            </a:r>
          </a:p>
        </p:txBody>
      </p:sp>
      <p:sp>
        <p:nvSpPr>
          <p:cNvPr id="21507" name="WordArt 2"/>
          <p:cNvSpPr>
            <a:spLocks noChangeArrowheads="1" noChangeShapeType="1" noTextEdit="1"/>
          </p:cNvSpPr>
          <p:nvPr/>
        </p:nvSpPr>
        <p:spPr bwMode="auto">
          <a:xfrm>
            <a:off x="1371600" y="1066800"/>
            <a:ext cx="6324600" cy="4114800"/>
          </a:xfrm>
          <a:prstGeom prst="rect">
            <a:avLst/>
          </a:prstGeom>
        </p:spPr>
        <p:txBody>
          <a:bodyPr wrap="none" fromWordArt="1">
            <a:prstTxWarp prst="textPlain">
              <a:avLst>
                <a:gd name="adj" fmla="val 50000"/>
              </a:avLst>
            </a:prstTxWarp>
          </a:bodyPr>
          <a:lstStyle/>
          <a:p>
            <a:pPr algn="ctr"/>
            <a:r>
              <a:rPr lang="en-US" sz="3600" kern="10" dirty="0">
                <a:ln w="9525">
                  <a:solidFill>
                    <a:srgbClr val="FFFF99"/>
                  </a:solidFill>
                  <a:round/>
                  <a:headEnd type="none" w="sm" len="sm"/>
                  <a:tailEnd type="none" w="sm" len="sm"/>
                </a:ln>
                <a:solidFill>
                  <a:srgbClr val="0000FF"/>
                </a:solidFill>
                <a:effectLst>
                  <a:outerShdw dist="35921" dir="2700000" algn="ctr" rotWithShape="0">
                    <a:srgbClr val="C0C0C0"/>
                  </a:outerShdw>
                </a:effectLst>
                <a:latin typeface="Impact"/>
              </a:rPr>
              <a:t>Binary</a:t>
            </a:r>
          </a:p>
          <a:p>
            <a:pPr algn="ctr"/>
            <a:r>
              <a:rPr lang="en-US" sz="3600" kern="10" dirty="0">
                <a:ln w="9525">
                  <a:solidFill>
                    <a:srgbClr val="FFFF99"/>
                  </a:solidFill>
                  <a:round/>
                  <a:headEnd type="none" w="sm" len="sm"/>
                  <a:tailEnd type="none" w="sm" len="sm"/>
                </a:ln>
                <a:solidFill>
                  <a:srgbClr val="0000FF"/>
                </a:solidFill>
                <a:effectLst>
                  <a:outerShdw dist="35921" dir="2700000" algn="ctr" rotWithShape="0">
                    <a:srgbClr val="C0C0C0"/>
                  </a:outerShdw>
                </a:effectLst>
                <a:latin typeface="Impact"/>
              </a:rPr>
              <a:t>Search</a:t>
            </a:r>
          </a:p>
          <a:p>
            <a:pPr algn="ctr"/>
            <a:r>
              <a:rPr lang="en-US" sz="3600" kern="10" dirty="0">
                <a:ln w="9525">
                  <a:solidFill>
                    <a:srgbClr val="FFFF99"/>
                  </a:solidFill>
                  <a:round/>
                  <a:headEnd type="none" w="sm" len="sm"/>
                  <a:tailEnd type="none" w="sm" len="sm"/>
                </a:ln>
                <a:solidFill>
                  <a:srgbClr val="0000FF"/>
                </a:solidFill>
                <a:effectLst>
                  <a:outerShdw dist="35921" dir="2700000" algn="ctr" rotWithShape="0">
                    <a:srgbClr val="C0C0C0"/>
                  </a:outerShdw>
                </a:effectLst>
                <a:latin typeface="Impact"/>
              </a:rPr>
              <a:t>Trees</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Footer Placeholder 3">
            <a:extLst>
              <a:ext uri="{C183D7F6-B498-43B3-948B-1728B52AA6E4}">
                <adec:decorative xmlns:adec="http://schemas.microsoft.com/office/drawing/2017/decorative" val="1"/>
              </a:ext>
            </a:extLst>
          </p:cNvPr>
          <p:cNvSpPr>
            <a:spLocks noGrp="1"/>
          </p:cNvSpPr>
          <p:nvPr>
            <p:ph type="ftr" sz="quarter" idx="12"/>
          </p:nvPr>
        </p:nvSpPr>
        <p:spPr>
          <a:noFill/>
        </p:spPr>
        <p:txBody>
          <a:bodyPr/>
          <a:lstStyle>
            <a:lvl1pPr>
              <a:defRPr sz="2400">
                <a:solidFill>
                  <a:schemeClr val="tx1"/>
                </a:solidFill>
                <a:latin typeface="Tahoma" pitchFamily="34" charset="0"/>
              </a:defRPr>
            </a:lvl1pPr>
            <a:lvl2pPr marL="742950" indent="-285750">
              <a:defRPr sz="2400">
                <a:solidFill>
                  <a:schemeClr val="tx1"/>
                </a:solidFill>
                <a:latin typeface="Tahoma" pitchFamily="34" charset="0"/>
              </a:defRPr>
            </a:lvl2pPr>
            <a:lvl3pPr marL="1143000" indent="-228600">
              <a:defRPr sz="2400">
                <a:solidFill>
                  <a:schemeClr val="tx1"/>
                </a:solidFill>
                <a:latin typeface="Tahoma" pitchFamily="34" charset="0"/>
              </a:defRPr>
            </a:lvl3pPr>
            <a:lvl4pPr marL="1600200" indent="-228600">
              <a:defRPr sz="2400">
                <a:solidFill>
                  <a:schemeClr val="tx1"/>
                </a:solidFill>
                <a:latin typeface="Tahoma" pitchFamily="34" charset="0"/>
              </a:defRPr>
            </a:lvl4pPr>
            <a:lvl5pPr marL="2057400" indent="-228600">
              <a:defRPr sz="2400">
                <a:solidFill>
                  <a:schemeClr val="tx1"/>
                </a:solidFill>
                <a:latin typeface="Tahoma" pitchFamily="34" charset="0"/>
              </a:defRPr>
            </a:lvl5pPr>
            <a:lvl6pPr marL="2514600" indent="-228600" eaLnBrk="0" fontAlgn="base" hangingPunct="0">
              <a:spcBef>
                <a:spcPct val="0"/>
              </a:spcBef>
              <a:spcAft>
                <a:spcPct val="0"/>
              </a:spcAft>
              <a:defRPr sz="2400">
                <a:solidFill>
                  <a:schemeClr val="tx1"/>
                </a:solidFill>
                <a:latin typeface="Tahoma" pitchFamily="34" charset="0"/>
              </a:defRPr>
            </a:lvl6pPr>
            <a:lvl7pPr marL="2971800" indent="-228600" eaLnBrk="0" fontAlgn="base" hangingPunct="0">
              <a:spcBef>
                <a:spcPct val="0"/>
              </a:spcBef>
              <a:spcAft>
                <a:spcPct val="0"/>
              </a:spcAft>
              <a:defRPr sz="2400">
                <a:solidFill>
                  <a:schemeClr val="tx1"/>
                </a:solidFill>
                <a:latin typeface="Tahoma" pitchFamily="34" charset="0"/>
              </a:defRPr>
            </a:lvl7pPr>
            <a:lvl8pPr marL="3429000" indent="-228600" eaLnBrk="0" fontAlgn="base" hangingPunct="0">
              <a:spcBef>
                <a:spcPct val="0"/>
              </a:spcBef>
              <a:spcAft>
                <a:spcPct val="0"/>
              </a:spcAft>
              <a:defRPr sz="2400">
                <a:solidFill>
                  <a:schemeClr val="tx1"/>
                </a:solidFill>
                <a:latin typeface="Tahoma" pitchFamily="34" charset="0"/>
              </a:defRPr>
            </a:lvl8pPr>
            <a:lvl9pPr marL="3886200" indent="-228600" eaLnBrk="0" fontAlgn="base" hangingPunct="0">
              <a:spcBef>
                <a:spcPct val="0"/>
              </a:spcBef>
              <a:spcAft>
                <a:spcPct val="0"/>
              </a:spcAft>
              <a:defRPr sz="2400">
                <a:solidFill>
                  <a:schemeClr val="tx1"/>
                </a:solidFill>
                <a:latin typeface="Tahoma" pitchFamily="34" charset="0"/>
              </a:defRPr>
            </a:lvl9pPr>
          </a:lstStyle>
          <a:p>
            <a:endParaRPr lang="en-US" sz="800" b="1" dirty="0">
              <a:latin typeface="Times New Roman" pitchFamily="18" charset="0"/>
            </a:endParaRPr>
          </a:p>
          <a:p>
            <a:endParaRPr lang="en-US" sz="800" dirty="0"/>
          </a:p>
          <a:p>
            <a:endParaRPr lang="en-US" sz="800" b="1" dirty="0"/>
          </a:p>
          <a:p>
            <a:r>
              <a:rPr lang="en-US" sz="800" b="1" dirty="0"/>
              <a:t>© A+ Computer Science  -  www.apluscompsci.com</a:t>
            </a:r>
          </a:p>
        </p:txBody>
      </p:sp>
      <p:sp>
        <p:nvSpPr>
          <p:cNvPr id="21507" name="WordArt 2"/>
          <p:cNvSpPr>
            <a:spLocks noChangeArrowheads="1" noChangeShapeType="1" noTextEdit="1"/>
          </p:cNvSpPr>
          <p:nvPr/>
        </p:nvSpPr>
        <p:spPr bwMode="auto">
          <a:xfrm>
            <a:off x="762000" y="609600"/>
            <a:ext cx="7467600" cy="762000"/>
          </a:xfrm>
          <a:prstGeom prst="rect">
            <a:avLst/>
          </a:prstGeom>
        </p:spPr>
        <p:txBody>
          <a:bodyPr wrap="none" fromWordArt="1">
            <a:prstTxWarp prst="textPlain">
              <a:avLst>
                <a:gd name="adj" fmla="val 50000"/>
              </a:avLst>
            </a:prstTxWarp>
          </a:bodyPr>
          <a:lstStyle/>
          <a:p>
            <a:pPr algn="ctr"/>
            <a:r>
              <a:rPr lang="en-US" sz="1400" kern="10" dirty="0">
                <a:ln w="9525">
                  <a:solidFill>
                    <a:srgbClr val="FFFF99"/>
                  </a:solidFill>
                  <a:round/>
                  <a:headEnd type="none" w="sm" len="sm"/>
                  <a:tailEnd type="none" w="sm" len="sm"/>
                </a:ln>
                <a:solidFill>
                  <a:srgbClr val="0000FF"/>
                </a:solidFill>
                <a:effectLst>
                  <a:outerShdw dist="35921" dir="2700000" algn="ctr" rotWithShape="0">
                    <a:srgbClr val="C0C0C0"/>
                  </a:outerShdw>
                </a:effectLst>
                <a:latin typeface="Impact"/>
              </a:rPr>
              <a:t>Binary Search Tree</a:t>
            </a:r>
          </a:p>
        </p:txBody>
      </p:sp>
      <p:sp>
        <p:nvSpPr>
          <p:cNvPr id="2" name="Rectangle 1">
            <a:extLst>
              <a:ext uri="{FF2B5EF4-FFF2-40B4-BE49-F238E27FC236}">
                <a16:creationId xmlns:a16="http://schemas.microsoft.com/office/drawing/2014/main" id="{47A81B6B-8ADF-4D60-881D-2F17C8C3CC13}"/>
              </a:ext>
            </a:extLst>
          </p:cNvPr>
          <p:cNvSpPr/>
          <p:nvPr/>
        </p:nvSpPr>
        <p:spPr>
          <a:xfrm>
            <a:off x="533400" y="2362200"/>
            <a:ext cx="8382000" cy="3391698"/>
          </a:xfrm>
          <a:prstGeom prst="rect">
            <a:avLst/>
          </a:prstGeom>
        </p:spPr>
        <p:txBody>
          <a:bodyPr wrap="square">
            <a:spAutoFit/>
          </a:bodyPr>
          <a:lstStyle/>
          <a:p>
            <a:pPr>
              <a:lnSpc>
                <a:spcPct val="90000"/>
              </a:lnSpc>
              <a:spcAft>
                <a:spcPts val="1200"/>
              </a:spcAft>
            </a:pPr>
            <a:r>
              <a:rPr lang="en-US" sz="3600" dirty="0">
                <a:solidFill>
                  <a:srgbClr val="C00000"/>
                </a:solidFill>
              </a:rPr>
              <a:t>A Binary Search Tree </a:t>
            </a:r>
            <a:r>
              <a:rPr lang="en-US" sz="3600" dirty="0"/>
              <a:t>is binary tree with </a:t>
            </a:r>
            <a:r>
              <a:rPr lang="en-US" sz="3600" b="1" dirty="0"/>
              <a:t>no duplicate </a:t>
            </a:r>
            <a:r>
              <a:rPr lang="en-US" sz="3600" dirty="0"/>
              <a:t>values in which:</a:t>
            </a:r>
          </a:p>
          <a:p>
            <a:pPr marL="457200" indent="-457200">
              <a:lnSpc>
                <a:spcPct val="90000"/>
              </a:lnSpc>
              <a:spcAft>
                <a:spcPts val="1200"/>
              </a:spcAft>
              <a:buFont typeface="Arial" panose="020B0604020202020204" pitchFamily="34" charset="0"/>
              <a:buChar char="•"/>
            </a:pPr>
            <a:r>
              <a:rPr lang="en-US" sz="3600" dirty="0"/>
              <a:t>the data in every</a:t>
            </a:r>
            <a:r>
              <a:rPr lang="en-US" sz="3600" dirty="0">
                <a:solidFill>
                  <a:srgbClr val="C00000"/>
                </a:solidFill>
              </a:rPr>
              <a:t> left </a:t>
            </a:r>
            <a:r>
              <a:rPr lang="en-US" sz="3600" dirty="0"/>
              <a:t>node is </a:t>
            </a:r>
            <a:r>
              <a:rPr lang="en-US" sz="3600" dirty="0">
                <a:solidFill>
                  <a:srgbClr val="C00000"/>
                </a:solidFill>
              </a:rPr>
              <a:t>less</a:t>
            </a:r>
            <a:r>
              <a:rPr lang="en-US" sz="3600" dirty="0"/>
              <a:t> than the data in its parent</a:t>
            </a:r>
          </a:p>
          <a:p>
            <a:pPr marL="457200" indent="-457200">
              <a:lnSpc>
                <a:spcPct val="90000"/>
              </a:lnSpc>
              <a:spcAft>
                <a:spcPts val="1200"/>
              </a:spcAft>
              <a:buFont typeface="Arial" panose="020B0604020202020204" pitchFamily="34" charset="0"/>
              <a:buChar char="•"/>
            </a:pPr>
            <a:r>
              <a:rPr lang="en-US" sz="3600" dirty="0"/>
              <a:t>the data in the</a:t>
            </a:r>
            <a:r>
              <a:rPr lang="en-US" sz="3600" dirty="0">
                <a:solidFill>
                  <a:srgbClr val="C00000"/>
                </a:solidFill>
              </a:rPr>
              <a:t> right </a:t>
            </a:r>
            <a:r>
              <a:rPr lang="en-US" sz="3600" dirty="0"/>
              <a:t>node is </a:t>
            </a:r>
            <a:r>
              <a:rPr lang="en-US" sz="3600" dirty="0">
                <a:solidFill>
                  <a:srgbClr val="C00000"/>
                </a:solidFill>
              </a:rPr>
              <a:t>greater</a:t>
            </a:r>
            <a:r>
              <a:rPr lang="en-US" sz="3600" dirty="0"/>
              <a:t> than the data in its parent.  </a:t>
            </a:r>
          </a:p>
        </p:txBody>
      </p:sp>
    </p:spTree>
    <p:extLst>
      <p:ext uri="{BB962C8B-B14F-4D97-AF65-F5344CB8AC3E}">
        <p14:creationId xmlns:p14="http://schemas.microsoft.com/office/powerpoint/2010/main" val="154105052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Footer Placeholder 3">
            <a:extLst>
              <a:ext uri="{C183D7F6-B498-43B3-948B-1728B52AA6E4}">
                <adec:decorative xmlns:adec="http://schemas.microsoft.com/office/drawing/2017/decorative" val="1"/>
              </a:ext>
            </a:extLst>
          </p:cNvPr>
          <p:cNvSpPr>
            <a:spLocks noGrp="1"/>
          </p:cNvSpPr>
          <p:nvPr>
            <p:ph type="ftr" sz="quarter" idx="12"/>
          </p:nvPr>
        </p:nvSpPr>
        <p:spPr>
          <a:noFill/>
        </p:spPr>
        <p:txBody>
          <a:bodyPr/>
          <a:lstStyle>
            <a:lvl1pPr>
              <a:defRPr sz="2400">
                <a:solidFill>
                  <a:schemeClr val="tx1"/>
                </a:solidFill>
                <a:latin typeface="Tahoma" pitchFamily="34" charset="0"/>
              </a:defRPr>
            </a:lvl1pPr>
            <a:lvl2pPr marL="742950" indent="-285750">
              <a:defRPr sz="2400">
                <a:solidFill>
                  <a:schemeClr val="tx1"/>
                </a:solidFill>
                <a:latin typeface="Tahoma" pitchFamily="34" charset="0"/>
              </a:defRPr>
            </a:lvl2pPr>
            <a:lvl3pPr marL="1143000" indent="-228600">
              <a:defRPr sz="2400">
                <a:solidFill>
                  <a:schemeClr val="tx1"/>
                </a:solidFill>
                <a:latin typeface="Tahoma" pitchFamily="34" charset="0"/>
              </a:defRPr>
            </a:lvl3pPr>
            <a:lvl4pPr marL="1600200" indent="-228600">
              <a:defRPr sz="2400">
                <a:solidFill>
                  <a:schemeClr val="tx1"/>
                </a:solidFill>
                <a:latin typeface="Tahoma" pitchFamily="34" charset="0"/>
              </a:defRPr>
            </a:lvl4pPr>
            <a:lvl5pPr marL="2057400" indent="-228600">
              <a:defRPr sz="2400">
                <a:solidFill>
                  <a:schemeClr val="tx1"/>
                </a:solidFill>
                <a:latin typeface="Tahoma" pitchFamily="34" charset="0"/>
              </a:defRPr>
            </a:lvl5pPr>
            <a:lvl6pPr marL="2514600" indent="-228600" eaLnBrk="0" fontAlgn="base" hangingPunct="0">
              <a:spcBef>
                <a:spcPct val="0"/>
              </a:spcBef>
              <a:spcAft>
                <a:spcPct val="0"/>
              </a:spcAft>
              <a:defRPr sz="2400">
                <a:solidFill>
                  <a:schemeClr val="tx1"/>
                </a:solidFill>
                <a:latin typeface="Tahoma" pitchFamily="34" charset="0"/>
              </a:defRPr>
            </a:lvl6pPr>
            <a:lvl7pPr marL="2971800" indent="-228600" eaLnBrk="0" fontAlgn="base" hangingPunct="0">
              <a:spcBef>
                <a:spcPct val="0"/>
              </a:spcBef>
              <a:spcAft>
                <a:spcPct val="0"/>
              </a:spcAft>
              <a:defRPr sz="2400">
                <a:solidFill>
                  <a:schemeClr val="tx1"/>
                </a:solidFill>
                <a:latin typeface="Tahoma" pitchFamily="34" charset="0"/>
              </a:defRPr>
            </a:lvl7pPr>
            <a:lvl8pPr marL="3429000" indent="-228600" eaLnBrk="0" fontAlgn="base" hangingPunct="0">
              <a:spcBef>
                <a:spcPct val="0"/>
              </a:spcBef>
              <a:spcAft>
                <a:spcPct val="0"/>
              </a:spcAft>
              <a:defRPr sz="2400">
                <a:solidFill>
                  <a:schemeClr val="tx1"/>
                </a:solidFill>
                <a:latin typeface="Tahoma" pitchFamily="34" charset="0"/>
              </a:defRPr>
            </a:lvl8pPr>
            <a:lvl9pPr marL="3886200" indent="-228600" eaLnBrk="0" fontAlgn="base" hangingPunct="0">
              <a:spcBef>
                <a:spcPct val="0"/>
              </a:spcBef>
              <a:spcAft>
                <a:spcPct val="0"/>
              </a:spcAft>
              <a:defRPr sz="2400">
                <a:solidFill>
                  <a:schemeClr val="tx1"/>
                </a:solidFill>
                <a:latin typeface="Tahoma" pitchFamily="34" charset="0"/>
              </a:defRPr>
            </a:lvl9pPr>
          </a:lstStyle>
          <a:p>
            <a:endParaRPr lang="en-US" sz="800" b="1" dirty="0">
              <a:latin typeface="Times New Roman" pitchFamily="18" charset="0"/>
            </a:endParaRPr>
          </a:p>
          <a:p>
            <a:endParaRPr lang="en-US" sz="800" dirty="0"/>
          </a:p>
          <a:p>
            <a:endParaRPr lang="en-US" sz="800" b="1" dirty="0"/>
          </a:p>
          <a:p>
            <a:r>
              <a:rPr lang="en-US" sz="800" b="1" dirty="0"/>
              <a:t>© A+ Computer Science  -  www.apluscompsci.com</a:t>
            </a:r>
          </a:p>
        </p:txBody>
      </p:sp>
      <p:grpSp>
        <p:nvGrpSpPr>
          <p:cNvPr id="2" name="Group 1" descr="In a Binary Search Tree every left child is smaller than the current node and every right child is greater.&#10;&#10;The example is a binary tree with six nodes in three levels:&#10;&#10;- The root node stores 50.&#10;- The 2nd level has two child nodes connected to the 50 node: the 35 node on the left and 70 node on the right.&#10;- The 3rd level has three nodes:&#10;  - The 35 node connects to the 22 node (left) and 41 node (right), which are both leaves.&#10;  - The 70 node connects only has a right child, the 81 node, which is a leaf.&#10;&#10;">
            <a:extLst>
              <a:ext uri="{FF2B5EF4-FFF2-40B4-BE49-F238E27FC236}">
                <a16:creationId xmlns:a16="http://schemas.microsoft.com/office/drawing/2014/main" id="{61C64ADD-4BF5-F9FA-2A9B-1DEEF14A170C}"/>
              </a:ext>
            </a:extLst>
          </p:cNvPr>
          <p:cNvGrpSpPr/>
          <p:nvPr/>
        </p:nvGrpSpPr>
        <p:grpSpPr>
          <a:xfrm>
            <a:off x="381000" y="228600"/>
            <a:ext cx="8369300" cy="6007100"/>
            <a:chOff x="381000" y="228600"/>
            <a:chExt cx="8369300" cy="6007100"/>
          </a:xfrm>
        </p:grpSpPr>
        <p:sp>
          <p:nvSpPr>
            <p:cNvPr id="22531" name="Rectangle 2"/>
            <p:cNvSpPr>
              <a:spLocks noChangeArrowheads="1"/>
            </p:cNvSpPr>
            <p:nvPr/>
          </p:nvSpPr>
          <p:spPr bwMode="auto">
            <a:xfrm>
              <a:off x="3511550" y="768350"/>
              <a:ext cx="2044700" cy="749300"/>
            </a:xfrm>
            <a:prstGeom prst="rect">
              <a:avLst/>
            </a:prstGeom>
            <a:solidFill>
              <a:srgbClr val="FFFFCC"/>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2532" name="Rectangle 7"/>
            <p:cNvSpPr>
              <a:spLocks noChangeArrowheads="1"/>
            </p:cNvSpPr>
            <p:nvPr/>
          </p:nvSpPr>
          <p:spPr bwMode="auto">
            <a:xfrm>
              <a:off x="1911350" y="2825750"/>
              <a:ext cx="2044700" cy="749300"/>
            </a:xfrm>
            <a:prstGeom prst="rect">
              <a:avLst/>
            </a:prstGeom>
            <a:solidFill>
              <a:srgbClr val="FFFFCC"/>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2533" name="Rectangle 12"/>
            <p:cNvSpPr>
              <a:spLocks noChangeArrowheads="1"/>
            </p:cNvSpPr>
            <p:nvPr/>
          </p:nvSpPr>
          <p:spPr bwMode="auto">
            <a:xfrm>
              <a:off x="5340350" y="2901950"/>
              <a:ext cx="2044700" cy="749300"/>
            </a:xfrm>
            <a:prstGeom prst="rect">
              <a:avLst/>
            </a:prstGeom>
            <a:solidFill>
              <a:srgbClr val="FFFFCC"/>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2534" name="Rectangle 16"/>
            <p:cNvSpPr>
              <a:spLocks noChangeArrowheads="1"/>
            </p:cNvSpPr>
            <p:nvPr/>
          </p:nvSpPr>
          <p:spPr bwMode="auto">
            <a:xfrm>
              <a:off x="4251325" y="898525"/>
              <a:ext cx="5715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r>
                <a:rPr lang="en-US" b="1">
                  <a:solidFill>
                    <a:schemeClr val="accent2"/>
                  </a:solidFill>
                </a:rPr>
                <a:t>50</a:t>
              </a:r>
            </a:p>
          </p:txBody>
        </p:sp>
        <p:sp>
          <p:nvSpPr>
            <p:cNvPr id="22535" name="Rectangle 17"/>
            <p:cNvSpPr>
              <a:spLocks noChangeArrowheads="1"/>
            </p:cNvSpPr>
            <p:nvPr/>
          </p:nvSpPr>
          <p:spPr bwMode="auto">
            <a:xfrm>
              <a:off x="2498725" y="2955925"/>
              <a:ext cx="5715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r>
                <a:rPr lang="en-US" b="1">
                  <a:solidFill>
                    <a:schemeClr val="accent2"/>
                  </a:solidFill>
                </a:rPr>
                <a:t>35</a:t>
              </a:r>
            </a:p>
          </p:txBody>
        </p:sp>
        <p:sp>
          <p:nvSpPr>
            <p:cNvPr id="22536" name="Rectangle 18"/>
            <p:cNvSpPr>
              <a:spLocks noChangeArrowheads="1"/>
            </p:cNvSpPr>
            <p:nvPr/>
          </p:nvSpPr>
          <p:spPr bwMode="auto">
            <a:xfrm>
              <a:off x="6080125" y="3032125"/>
              <a:ext cx="5715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r>
                <a:rPr lang="en-US" b="1">
                  <a:solidFill>
                    <a:schemeClr val="accent2"/>
                  </a:solidFill>
                </a:rPr>
                <a:t>70</a:t>
              </a:r>
            </a:p>
          </p:txBody>
        </p:sp>
        <p:sp>
          <p:nvSpPr>
            <p:cNvPr id="22537" name="Rectangle 19"/>
            <p:cNvSpPr>
              <a:spLocks noChangeArrowheads="1"/>
            </p:cNvSpPr>
            <p:nvPr/>
          </p:nvSpPr>
          <p:spPr bwMode="auto">
            <a:xfrm>
              <a:off x="615950" y="4805363"/>
              <a:ext cx="2044700" cy="749300"/>
            </a:xfrm>
            <a:prstGeom prst="rect">
              <a:avLst/>
            </a:prstGeom>
            <a:solidFill>
              <a:srgbClr val="FFFFCC"/>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2538" name="Rectangle 22"/>
            <p:cNvSpPr>
              <a:spLocks noChangeArrowheads="1"/>
            </p:cNvSpPr>
            <p:nvPr/>
          </p:nvSpPr>
          <p:spPr bwMode="auto">
            <a:xfrm>
              <a:off x="1203325" y="4860925"/>
              <a:ext cx="5715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r>
                <a:rPr lang="en-US" b="1">
                  <a:solidFill>
                    <a:schemeClr val="accent2"/>
                  </a:solidFill>
                </a:rPr>
                <a:t>22</a:t>
              </a:r>
            </a:p>
          </p:txBody>
        </p:sp>
        <p:sp>
          <p:nvSpPr>
            <p:cNvPr id="22539" name="Rectangle 23"/>
            <p:cNvSpPr>
              <a:spLocks noChangeArrowheads="1"/>
            </p:cNvSpPr>
            <p:nvPr/>
          </p:nvSpPr>
          <p:spPr bwMode="auto">
            <a:xfrm>
              <a:off x="6705600" y="4800600"/>
              <a:ext cx="2044700" cy="749300"/>
            </a:xfrm>
            <a:prstGeom prst="rect">
              <a:avLst/>
            </a:prstGeom>
            <a:solidFill>
              <a:srgbClr val="FFFFCC"/>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2540" name="Rectangle 26"/>
            <p:cNvSpPr>
              <a:spLocks noChangeArrowheads="1"/>
            </p:cNvSpPr>
            <p:nvPr/>
          </p:nvSpPr>
          <p:spPr bwMode="auto">
            <a:xfrm>
              <a:off x="7543800" y="4953000"/>
              <a:ext cx="5715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r>
                <a:rPr lang="en-US" b="1">
                  <a:solidFill>
                    <a:schemeClr val="accent2"/>
                  </a:solidFill>
                </a:rPr>
                <a:t>81</a:t>
              </a:r>
            </a:p>
          </p:txBody>
        </p:sp>
        <p:sp>
          <p:nvSpPr>
            <p:cNvPr id="22541" name="Rectangle 27"/>
            <p:cNvSpPr>
              <a:spLocks noChangeArrowheads="1"/>
            </p:cNvSpPr>
            <p:nvPr/>
          </p:nvSpPr>
          <p:spPr bwMode="auto">
            <a:xfrm>
              <a:off x="3206750" y="4805363"/>
              <a:ext cx="2044700" cy="749300"/>
            </a:xfrm>
            <a:prstGeom prst="rect">
              <a:avLst/>
            </a:prstGeom>
            <a:solidFill>
              <a:srgbClr val="FFFFCC"/>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2542" name="Rectangle 30"/>
            <p:cNvSpPr>
              <a:spLocks noChangeArrowheads="1"/>
            </p:cNvSpPr>
            <p:nvPr/>
          </p:nvSpPr>
          <p:spPr bwMode="auto">
            <a:xfrm>
              <a:off x="3870325" y="4937125"/>
              <a:ext cx="5715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r>
                <a:rPr lang="en-US" b="1">
                  <a:solidFill>
                    <a:schemeClr val="accent2"/>
                  </a:solidFill>
                </a:rPr>
                <a:t>41</a:t>
              </a:r>
            </a:p>
          </p:txBody>
        </p:sp>
        <p:sp>
          <p:nvSpPr>
            <p:cNvPr id="22543" name="Text Box 32"/>
            <p:cNvSpPr txBox="1">
              <a:spLocks noChangeArrowheads="1"/>
            </p:cNvSpPr>
            <p:nvPr/>
          </p:nvSpPr>
          <p:spPr bwMode="auto">
            <a:xfrm>
              <a:off x="6248400" y="381000"/>
              <a:ext cx="2478088" cy="22272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Tahoma" pitchFamily="34" charset="0"/>
                </a:defRPr>
              </a:lvl1pPr>
              <a:lvl2pPr marL="742950" indent="-285750">
                <a:defRPr sz="2400">
                  <a:solidFill>
                    <a:schemeClr val="tx1"/>
                  </a:solidFill>
                  <a:latin typeface="Tahoma" pitchFamily="34" charset="0"/>
                </a:defRPr>
              </a:lvl2pPr>
              <a:lvl3pPr marL="1143000" indent="-228600">
                <a:defRPr sz="2400">
                  <a:solidFill>
                    <a:schemeClr val="tx1"/>
                  </a:solidFill>
                  <a:latin typeface="Tahoma" pitchFamily="34" charset="0"/>
                </a:defRPr>
              </a:lvl3pPr>
              <a:lvl4pPr marL="1600200" indent="-228600">
                <a:defRPr sz="2400">
                  <a:solidFill>
                    <a:schemeClr val="tx1"/>
                  </a:solidFill>
                  <a:latin typeface="Tahoma" pitchFamily="34" charset="0"/>
                </a:defRPr>
              </a:lvl4pPr>
              <a:lvl5pPr marL="2057400" indent="-228600">
                <a:defRPr sz="2400">
                  <a:solidFill>
                    <a:schemeClr val="tx1"/>
                  </a:solidFill>
                  <a:latin typeface="Tahoma" pitchFamily="34" charset="0"/>
                </a:defRPr>
              </a:lvl5pPr>
              <a:lvl6pPr marL="2514600" indent="-228600" eaLnBrk="0" fontAlgn="base" hangingPunct="0">
                <a:spcBef>
                  <a:spcPct val="0"/>
                </a:spcBef>
                <a:spcAft>
                  <a:spcPct val="0"/>
                </a:spcAft>
                <a:defRPr sz="2400">
                  <a:solidFill>
                    <a:schemeClr val="tx1"/>
                  </a:solidFill>
                  <a:latin typeface="Tahoma" pitchFamily="34" charset="0"/>
                </a:defRPr>
              </a:lvl6pPr>
              <a:lvl7pPr marL="2971800" indent="-228600" eaLnBrk="0" fontAlgn="base" hangingPunct="0">
                <a:spcBef>
                  <a:spcPct val="0"/>
                </a:spcBef>
                <a:spcAft>
                  <a:spcPct val="0"/>
                </a:spcAft>
                <a:defRPr sz="2400">
                  <a:solidFill>
                    <a:schemeClr val="tx1"/>
                  </a:solidFill>
                  <a:latin typeface="Tahoma" pitchFamily="34" charset="0"/>
                </a:defRPr>
              </a:lvl7pPr>
              <a:lvl8pPr marL="3429000" indent="-228600" eaLnBrk="0" fontAlgn="base" hangingPunct="0">
                <a:spcBef>
                  <a:spcPct val="0"/>
                </a:spcBef>
                <a:spcAft>
                  <a:spcPct val="0"/>
                </a:spcAft>
                <a:defRPr sz="2400">
                  <a:solidFill>
                    <a:schemeClr val="tx1"/>
                  </a:solidFill>
                  <a:latin typeface="Tahoma" pitchFamily="34" charset="0"/>
                </a:defRPr>
              </a:lvl8pPr>
              <a:lvl9pPr marL="3886200" indent="-228600" eaLnBrk="0" fontAlgn="base" hangingPunct="0">
                <a:spcBef>
                  <a:spcPct val="0"/>
                </a:spcBef>
                <a:spcAft>
                  <a:spcPct val="0"/>
                </a:spcAft>
                <a:defRPr sz="2400">
                  <a:solidFill>
                    <a:schemeClr val="tx1"/>
                  </a:solidFill>
                  <a:latin typeface="Tahoma" pitchFamily="34" charset="0"/>
                </a:defRPr>
              </a:lvl9pPr>
            </a:lstStyle>
            <a:p>
              <a:r>
                <a:rPr lang="en-US" sz="2800" b="1"/>
                <a:t>left child is </a:t>
              </a:r>
            </a:p>
            <a:p>
              <a:r>
                <a:rPr lang="en-US" sz="2800" b="1"/>
                <a:t>less than the</a:t>
              </a:r>
            </a:p>
            <a:p>
              <a:r>
                <a:rPr lang="en-US" sz="2800" b="1"/>
                <a:t>parent and</a:t>
              </a:r>
            </a:p>
            <a:p>
              <a:r>
                <a:rPr lang="en-US" sz="2800" b="1"/>
                <a:t>right child</a:t>
              </a:r>
            </a:p>
            <a:p>
              <a:r>
                <a:rPr lang="en-US" sz="2800" b="1"/>
                <a:t>is greater</a:t>
              </a:r>
            </a:p>
          </p:txBody>
        </p:sp>
        <p:sp>
          <p:nvSpPr>
            <p:cNvPr id="22544" name="WordArt 33"/>
            <p:cNvSpPr>
              <a:spLocks noChangeArrowheads="1" noChangeShapeType="1" noTextEdit="1"/>
            </p:cNvSpPr>
            <p:nvPr/>
          </p:nvSpPr>
          <p:spPr bwMode="auto">
            <a:xfrm>
              <a:off x="381000" y="304800"/>
              <a:ext cx="2514600" cy="1828800"/>
            </a:xfrm>
            <a:prstGeom prst="rect">
              <a:avLst/>
            </a:prstGeom>
          </p:spPr>
          <p:txBody>
            <a:bodyPr wrap="none" fromWordArt="1">
              <a:prstTxWarp prst="textPlain">
                <a:avLst>
                  <a:gd name="adj" fmla="val 50000"/>
                </a:avLst>
              </a:prstTxWarp>
            </a:bodyPr>
            <a:lstStyle/>
            <a:p>
              <a:pPr algn="ctr"/>
              <a:r>
                <a:rPr lang="en-US" sz="3600" kern="10" dirty="0">
                  <a:ln w="9525">
                    <a:solidFill>
                      <a:srgbClr val="FFFF99"/>
                    </a:solidFill>
                    <a:round/>
                    <a:headEnd type="none" w="sm" len="sm"/>
                    <a:tailEnd type="none" w="sm" len="sm"/>
                  </a:ln>
                  <a:solidFill>
                    <a:srgbClr val="0000FF"/>
                  </a:solidFill>
                  <a:effectLst>
                    <a:outerShdw dist="35921" dir="2700000" algn="ctr" rotWithShape="0">
                      <a:srgbClr val="C0C0C0"/>
                    </a:outerShdw>
                  </a:effectLst>
                  <a:latin typeface="Impact"/>
                </a:rPr>
                <a:t>Binary</a:t>
              </a:r>
            </a:p>
            <a:p>
              <a:pPr algn="ctr"/>
              <a:r>
                <a:rPr lang="en-US" sz="3600" kern="10" dirty="0">
                  <a:ln w="9525">
                    <a:solidFill>
                      <a:srgbClr val="FFFF99"/>
                    </a:solidFill>
                    <a:round/>
                    <a:headEnd type="none" w="sm" len="sm"/>
                    <a:tailEnd type="none" w="sm" len="sm"/>
                  </a:ln>
                  <a:solidFill>
                    <a:srgbClr val="0000FF"/>
                  </a:solidFill>
                  <a:effectLst>
                    <a:outerShdw dist="35921" dir="2700000" algn="ctr" rotWithShape="0">
                      <a:srgbClr val="C0C0C0"/>
                    </a:outerShdw>
                  </a:effectLst>
                  <a:latin typeface="Impact"/>
                </a:rPr>
                <a:t>Search</a:t>
              </a:r>
            </a:p>
            <a:p>
              <a:pPr algn="ctr"/>
              <a:r>
                <a:rPr lang="en-US" sz="3600" kern="10" dirty="0">
                  <a:ln w="9525">
                    <a:solidFill>
                      <a:srgbClr val="FFFF99"/>
                    </a:solidFill>
                    <a:round/>
                    <a:headEnd type="none" w="sm" len="sm"/>
                    <a:tailEnd type="none" w="sm" len="sm"/>
                  </a:ln>
                  <a:solidFill>
                    <a:srgbClr val="0000FF"/>
                  </a:solidFill>
                  <a:effectLst>
                    <a:outerShdw dist="35921" dir="2700000" algn="ctr" rotWithShape="0">
                      <a:srgbClr val="C0C0C0"/>
                    </a:outerShdw>
                  </a:effectLst>
                  <a:latin typeface="Impact"/>
                </a:rPr>
                <a:t>Tree</a:t>
              </a:r>
            </a:p>
          </p:txBody>
        </p:sp>
        <p:sp>
          <p:nvSpPr>
            <p:cNvPr id="22545" name="Rectangle 39"/>
            <p:cNvSpPr>
              <a:spLocks noChangeArrowheads="1"/>
            </p:cNvSpPr>
            <p:nvPr/>
          </p:nvSpPr>
          <p:spPr bwMode="auto">
            <a:xfrm>
              <a:off x="3505200" y="1524000"/>
              <a:ext cx="977900" cy="673100"/>
            </a:xfrm>
            <a:prstGeom prst="rect">
              <a:avLst/>
            </a:prstGeom>
            <a:solidFill>
              <a:srgbClr val="339966">
                <a:alpha val="47058"/>
              </a:srgbClr>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2546" name="Rectangle 40"/>
            <p:cNvSpPr>
              <a:spLocks noChangeArrowheads="1"/>
            </p:cNvSpPr>
            <p:nvPr/>
          </p:nvSpPr>
          <p:spPr bwMode="auto">
            <a:xfrm>
              <a:off x="4572000" y="1524000"/>
              <a:ext cx="977900" cy="673100"/>
            </a:xfrm>
            <a:prstGeom prst="rect">
              <a:avLst/>
            </a:prstGeom>
            <a:solidFill>
              <a:srgbClr val="3366FF">
                <a:alpha val="50195"/>
              </a:srgbClr>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2547" name="Rectangle 41"/>
            <p:cNvSpPr>
              <a:spLocks noChangeArrowheads="1"/>
            </p:cNvSpPr>
            <p:nvPr/>
          </p:nvSpPr>
          <p:spPr bwMode="auto">
            <a:xfrm>
              <a:off x="1905000" y="3581400"/>
              <a:ext cx="977900" cy="673100"/>
            </a:xfrm>
            <a:prstGeom prst="rect">
              <a:avLst/>
            </a:prstGeom>
            <a:solidFill>
              <a:srgbClr val="339966">
                <a:alpha val="47058"/>
              </a:srgbClr>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2548" name="Rectangle 42"/>
            <p:cNvSpPr>
              <a:spLocks noChangeArrowheads="1"/>
            </p:cNvSpPr>
            <p:nvPr/>
          </p:nvSpPr>
          <p:spPr bwMode="auto">
            <a:xfrm>
              <a:off x="2971800" y="3581400"/>
              <a:ext cx="977900" cy="673100"/>
            </a:xfrm>
            <a:prstGeom prst="rect">
              <a:avLst/>
            </a:prstGeom>
            <a:solidFill>
              <a:srgbClr val="3366FF">
                <a:alpha val="50195"/>
              </a:srgbClr>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2549" name="Rectangle 43"/>
            <p:cNvSpPr>
              <a:spLocks noChangeArrowheads="1"/>
            </p:cNvSpPr>
            <p:nvPr/>
          </p:nvSpPr>
          <p:spPr bwMode="auto">
            <a:xfrm>
              <a:off x="5334000" y="3657600"/>
              <a:ext cx="977900" cy="673100"/>
            </a:xfrm>
            <a:prstGeom prst="rect">
              <a:avLst/>
            </a:prstGeom>
            <a:solidFill>
              <a:srgbClr val="339966">
                <a:alpha val="47058"/>
              </a:srgbClr>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2550" name="Rectangle 44"/>
            <p:cNvSpPr>
              <a:spLocks noChangeArrowheads="1"/>
            </p:cNvSpPr>
            <p:nvPr/>
          </p:nvSpPr>
          <p:spPr bwMode="auto">
            <a:xfrm>
              <a:off x="6400800" y="3657600"/>
              <a:ext cx="977900" cy="673100"/>
            </a:xfrm>
            <a:prstGeom prst="rect">
              <a:avLst/>
            </a:prstGeom>
            <a:solidFill>
              <a:srgbClr val="3366FF">
                <a:alpha val="50195"/>
              </a:srgbClr>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2551" name="Rectangle 45"/>
            <p:cNvSpPr>
              <a:spLocks noChangeArrowheads="1"/>
            </p:cNvSpPr>
            <p:nvPr/>
          </p:nvSpPr>
          <p:spPr bwMode="auto">
            <a:xfrm>
              <a:off x="3200400" y="5562600"/>
              <a:ext cx="977900" cy="673100"/>
            </a:xfrm>
            <a:prstGeom prst="rect">
              <a:avLst/>
            </a:prstGeom>
            <a:solidFill>
              <a:srgbClr val="339966">
                <a:alpha val="47058"/>
              </a:srgbClr>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2552" name="Rectangle 46"/>
            <p:cNvSpPr>
              <a:spLocks noChangeArrowheads="1"/>
            </p:cNvSpPr>
            <p:nvPr/>
          </p:nvSpPr>
          <p:spPr bwMode="auto">
            <a:xfrm>
              <a:off x="4267200" y="5562600"/>
              <a:ext cx="977900" cy="673100"/>
            </a:xfrm>
            <a:prstGeom prst="rect">
              <a:avLst/>
            </a:prstGeom>
            <a:solidFill>
              <a:srgbClr val="3366FF">
                <a:alpha val="50195"/>
              </a:srgbClr>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2553" name="Rectangle 47"/>
            <p:cNvSpPr>
              <a:spLocks noChangeArrowheads="1"/>
            </p:cNvSpPr>
            <p:nvPr/>
          </p:nvSpPr>
          <p:spPr bwMode="auto">
            <a:xfrm>
              <a:off x="609600" y="5562600"/>
              <a:ext cx="977900" cy="673100"/>
            </a:xfrm>
            <a:prstGeom prst="rect">
              <a:avLst/>
            </a:prstGeom>
            <a:solidFill>
              <a:srgbClr val="339966">
                <a:alpha val="47058"/>
              </a:srgbClr>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2554" name="Rectangle 48"/>
            <p:cNvSpPr>
              <a:spLocks noChangeArrowheads="1"/>
            </p:cNvSpPr>
            <p:nvPr/>
          </p:nvSpPr>
          <p:spPr bwMode="auto">
            <a:xfrm>
              <a:off x="1676400" y="5562600"/>
              <a:ext cx="977900" cy="673100"/>
            </a:xfrm>
            <a:prstGeom prst="rect">
              <a:avLst/>
            </a:prstGeom>
            <a:solidFill>
              <a:srgbClr val="3366FF">
                <a:alpha val="50195"/>
              </a:srgbClr>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2555" name="Rectangle 49"/>
            <p:cNvSpPr>
              <a:spLocks noChangeArrowheads="1"/>
            </p:cNvSpPr>
            <p:nvPr/>
          </p:nvSpPr>
          <p:spPr bwMode="auto">
            <a:xfrm>
              <a:off x="6705600" y="5562600"/>
              <a:ext cx="977900" cy="673100"/>
            </a:xfrm>
            <a:prstGeom prst="rect">
              <a:avLst/>
            </a:prstGeom>
            <a:solidFill>
              <a:srgbClr val="339966">
                <a:alpha val="47058"/>
              </a:srgbClr>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2556" name="Rectangle 50"/>
            <p:cNvSpPr>
              <a:spLocks noChangeArrowheads="1"/>
            </p:cNvSpPr>
            <p:nvPr/>
          </p:nvSpPr>
          <p:spPr bwMode="auto">
            <a:xfrm>
              <a:off x="7772400" y="5562600"/>
              <a:ext cx="977900" cy="673100"/>
            </a:xfrm>
            <a:prstGeom prst="rect">
              <a:avLst/>
            </a:prstGeom>
            <a:solidFill>
              <a:srgbClr val="3366FF">
                <a:alpha val="50195"/>
              </a:srgbClr>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2557" name="Line 51"/>
            <p:cNvSpPr>
              <a:spLocks noChangeShapeType="1"/>
            </p:cNvSpPr>
            <p:nvPr/>
          </p:nvSpPr>
          <p:spPr bwMode="auto">
            <a:xfrm flipH="1">
              <a:off x="1600200" y="3962400"/>
              <a:ext cx="762000" cy="685800"/>
            </a:xfrm>
            <a:prstGeom prst="line">
              <a:avLst/>
            </a:prstGeom>
            <a:noFill/>
            <a:ln w="50800">
              <a:solidFill>
                <a:srgbClr val="FF3300"/>
              </a:solidFill>
              <a:round/>
              <a:headEnd type="none" w="sm" len="sm"/>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2558" name="Line 52"/>
            <p:cNvSpPr>
              <a:spLocks noChangeShapeType="1"/>
            </p:cNvSpPr>
            <p:nvPr/>
          </p:nvSpPr>
          <p:spPr bwMode="auto">
            <a:xfrm>
              <a:off x="3352800" y="3962400"/>
              <a:ext cx="762000" cy="685800"/>
            </a:xfrm>
            <a:prstGeom prst="line">
              <a:avLst/>
            </a:prstGeom>
            <a:noFill/>
            <a:ln w="50800">
              <a:solidFill>
                <a:srgbClr val="FF3300"/>
              </a:solidFill>
              <a:round/>
              <a:headEnd type="none" w="sm" len="sm"/>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2559" name="Line 53"/>
            <p:cNvSpPr>
              <a:spLocks noChangeShapeType="1"/>
            </p:cNvSpPr>
            <p:nvPr/>
          </p:nvSpPr>
          <p:spPr bwMode="auto">
            <a:xfrm>
              <a:off x="6781800" y="4038600"/>
              <a:ext cx="762000" cy="685800"/>
            </a:xfrm>
            <a:prstGeom prst="line">
              <a:avLst/>
            </a:prstGeom>
            <a:noFill/>
            <a:ln w="50800">
              <a:solidFill>
                <a:srgbClr val="FF3300"/>
              </a:solidFill>
              <a:round/>
              <a:headEnd type="none" w="sm" len="sm"/>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2560" name="Line 54"/>
            <p:cNvSpPr>
              <a:spLocks noChangeShapeType="1"/>
            </p:cNvSpPr>
            <p:nvPr/>
          </p:nvSpPr>
          <p:spPr bwMode="auto">
            <a:xfrm>
              <a:off x="4953000" y="1905000"/>
              <a:ext cx="914400" cy="838200"/>
            </a:xfrm>
            <a:prstGeom prst="line">
              <a:avLst/>
            </a:prstGeom>
            <a:noFill/>
            <a:ln w="50800">
              <a:solidFill>
                <a:srgbClr val="FF3300"/>
              </a:solidFill>
              <a:round/>
              <a:headEnd type="none" w="sm" len="sm"/>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2561" name="Line 55"/>
            <p:cNvSpPr>
              <a:spLocks noChangeShapeType="1"/>
            </p:cNvSpPr>
            <p:nvPr/>
          </p:nvSpPr>
          <p:spPr bwMode="auto">
            <a:xfrm flipH="1">
              <a:off x="3124200" y="1905000"/>
              <a:ext cx="838200" cy="838200"/>
            </a:xfrm>
            <a:prstGeom prst="line">
              <a:avLst/>
            </a:prstGeom>
            <a:noFill/>
            <a:ln w="50800">
              <a:solidFill>
                <a:srgbClr val="FF3300"/>
              </a:solidFill>
              <a:round/>
              <a:headEnd type="none" w="sm" len="sm"/>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2562" name="Rectangle 56"/>
            <p:cNvSpPr>
              <a:spLocks noChangeArrowheads="1"/>
            </p:cNvSpPr>
            <p:nvPr/>
          </p:nvSpPr>
          <p:spPr bwMode="auto">
            <a:xfrm>
              <a:off x="4038600" y="228600"/>
              <a:ext cx="919163" cy="466725"/>
            </a:xfrm>
            <a:prstGeom prst="rect">
              <a:avLst/>
            </a:prstGeom>
            <a:noFill/>
            <a:ln w="9525">
              <a:solidFill>
                <a:srgbClr val="0000FF"/>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r>
                <a:rPr lang="en-US" b="1">
                  <a:solidFill>
                    <a:schemeClr val="accent2"/>
                  </a:solidFill>
                </a:rPr>
                <a:t>Root</a:t>
              </a:r>
            </a:p>
          </p:txBody>
        </p:sp>
      </p:gr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5" name="Rectangle 1"/>
          <p:cNvSpPr>
            <a:spLocks noGrp="1" noChangeArrowheads="1"/>
          </p:cNvSpPr>
          <p:nvPr>
            <p:ph type="title"/>
          </p:nvPr>
        </p:nvSpPr>
        <p:spPr/>
        <p:txBody>
          <a:bodyPr rIns="132080"/>
          <a:lstStyle/>
          <a:p>
            <a:pPr eaLnBrk="1" hangingPunct="1"/>
            <a:r>
              <a:rPr lang="en-US" altLang="en-US">
                <a:ea typeface="MS PGothic" charset="-128"/>
              </a:rPr>
              <a:t>Binary Search Tree (BST)</a:t>
            </a:r>
          </a:p>
        </p:txBody>
      </p:sp>
      <p:sp>
        <p:nvSpPr>
          <p:cNvPr id="49156" name="Slide Number Placeholder 3"/>
          <p:cNvSpPr>
            <a:spLocks noGrp="1"/>
          </p:cNvSpPr>
          <p:nvPr>
            <p:ph type="sldNum" sz="quarter" idx="12"/>
          </p:nvPr>
        </p:nvSpPr>
        <p:spPr bwMode="auto">
          <a:noFill/>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2400">
                <a:solidFill>
                  <a:srgbClr val="000000"/>
                </a:solidFill>
                <a:latin typeface="Times New Roman" charset="0"/>
                <a:ea typeface="ヒラギノ明朝 ProN W3" charset="-128"/>
                <a:sym typeface="Times New Roman" charset="0"/>
              </a:defRPr>
            </a:lvl1pPr>
            <a:lvl2pPr marL="742950" indent="-285750">
              <a:defRPr sz="2400">
                <a:solidFill>
                  <a:srgbClr val="000000"/>
                </a:solidFill>
                <a:latin typeface="Times New Roman" charset="0"/>
                <a:ea typeface="ヒラギノ明朝 ProN W3" charset="-128"/>
                <a:sym typeface="Times New Roman" charset="0"/>
              </a:defRPr>
            </a:lvl2pPr>
            <a:lvl3pPr marL="1143000" indent="-228600">
              <a:defRPr sz="2400">
                <a:solidFill>
                  <a:srgbClr val="000000"/>
                </a:solidFill>
                <a:latin typeface="Times New Roman" charset="0"/>
                <a:ea typeface="ヒラギノ明朝 ProN W3" charset="-128"/>
                <a:sym typeface="Times New Roman" charset="0"/>
              </a:defRPr>
            </a:lvl3pPr>
            <a:lvl4pPr marL="1600200" indent="-228600">
              <a:defRPr sz="2400">
                <a:solidFill>
                  <a:srgbClr val="000000"/>
                </a:solidFill>
                <a:latin typeface="Times New Roman" charset="0"/>
                <a:ea typeface="ヒラギノ明朝 ProN W3" charset="-128"/>
                <a:sym typeface="Times New Roman" charset="0"/>
              </a:defRPr>
            </a:lvl4pPr>
            <a:lvl5pPr marL="2057400" indent="-228600">
              <a:defRPr sz="2400">
                <a:solidFill>
                  <a:srgbClr val="000000"/>
                </a:solidFill>
                <a:latin typeface="Times New Roman" charset="0"/>
                <a:ea typeface="ヒラギノ明朝 ProN W3" charset="-128"/>
                <a:sym typeface="Times New Roman" charset="0"/>
              </a:defRPr>
            </a:lvl5pPr>
            <a:lvl6pPr marL="2514600" indent="-228600" eaLnBrk="0" fontAlgn="base" hangingPunct="0">
              <a:spcBef>
                <a:spcPct val="0"/>
              </a:spcBef>
              <a:spcAft>
                <a:spcPct val="0"/>
              </a:spcAft>
              <a:defRPr sz="2400">
                <a:solidFill>
                  <a:srgbClr val="000000"/>
                </a:solidFill>
                <a:latin typeface="Times New Roman" charset="0"/>
                <a:ea typeface="ヒラギノ明朝 ProN W3" charset="-128"/>
                <a:sym typeface="Times New Roman" charset="0"/>
              </a:defRPr>
            </a:lvl6pPr>
            <a:lvl7pPr marL="2971800" indent="-228600" eaLnBrk="0" fontAlgn="base" hangingPunct="0">
              <a:spcBef>
                <a:spcPct val="0"/>
              </a:spcBef>
              <a:spcAft>
                <a:spcPct val="0"/>
              </a:spcAft>
              <a:defRPr sz="2400">
                <a:solidFill>
                  <a:srgbClr val="000000"/>
                </a:solidFill>
                <a:latin typeface="Times New Roman" charset="0"/>
                <a:ea typeface="ヒラギノ明朝 ProN W3" charset="-128"/>
                <a:sym typeface="Times New Roman" charset="0"/>
              </a:defRPr>
            </a:lvl7pPr>
            <a:lvl8pPr marL="3429000" indent="-228600" eaLnBrk="0" fontAlgn="base" hangingPunct="0">
              <a:spcBef>
                <a:spcPct val="0"/>
              </a:spcBef>
              <a:spcAft>
                <a:spcPct val="0"/>
              </a:spcAft>
              <a:defRPr sz="2400">
                <a:solidFill>
                  <a:srgbClr val="000000"/>
                </a:solidFill>
                <a:latin typeface="Times New Roman" charset="0"/>
                <a:ea typeface="ヒラギノ明朝 ProN W3" charset="-128"/>
                <a:sym typeface="Times New Roman" charset="0"/>
              </a:defRPr>
            </a:lvl8pPr>
            <a:lvl9pPr marL="3886200" indent="-228600" eaLnBrk="0" fontAlgn="base" hangingPunct="0">
              <a:spcBef>
                <a:spcPct val="0"/>
              </a:spcBef>
              <a:spcAft>
                <a:spcPct val="0"/>
              </a:spcAft>
              <a:defRPr sz="2400">
                <a:solidFill>
                  <a:srgbClr val="000000"/>
                </a:solidFill>
                <a:latin typeface="Times New Roman" charset="0"/>
                <a:ea typeface="ヒラギノ明朝 ProN W3" charset="-128"/>
                <a:sym typeface="Times New Roman" charset="0"/>
              </a:defRPr>
            </a:lvl9pPr>
          </a:lstStyle>
          <a:p>
            <a:pPr>
              <a:lnSpc>
                <a:spcPct val="80000"/>
              </a:lnSpc>
            </a:pPr>
            <a:fld id="{EF8BA64D-7F5B-B843-A352-82B29D8275C7}" type="slidenum">
              <a:rPr lang="en-US" altLang="en-US" sz="1200">
                <a:solidFill>
                  <a:srgbClr val="FFFFFF"/>
                </a:solidFill>
              </a:rPr>
              <a:pPr>
                <a:lnSpc>
                  <a:spcPct val="80000"/>
                </a:lnSpc>
              </a:pPr>
              <a:t>25</a:t>
            </a:fld>
            <a:endParaRPr lang="en-US" altLang="en-US" sz="1200">
              <a:solidFill>
                <a:srgbClr val="FFFFFF"/>
              </a:solidFill>
            </a:endParaRPr>
          </a:p>
        </p:txBody>
      </p:sp>
      <p:sp>
        <p:nvSpPr>
          <p:cNvPr id="41989" name="Rectangle 2"/>
          <p:cNvSpPr>
            <a:spLocks noGrp="1" noChangeArrowheads="1"/>
          </p:cNvSpPr>
          <p:nvPr>
            <p:ph type="body" idx="4294967295"/>
          </p:nvPr>
        </p:nvSpPr>
        <p:spPr>
          <a:xfrm>
            <a:off x="152400" y="1676400"/>
            <a:ext cx="8610600" cy="1993900"/>
          </a:xfrm>
        </p:spPr>
        <p:txBody>
          <a:bodyPr rIns="132080"/>
          <a:lstStyle/>
          <a:p>
            <a:pPr marL="0" indent="0" eaLnBrk="1" hangingPunct="1">
              <a:lnSpc>
                <a:spcPct val="114000"/>
              </a:lnSpc>
              <a:spcBef>
                <a:spcPts val="0"/>
              </a:spcBef>
              <a:buFont typeface="Wingdings" charset="2"/>
              <a:buNone/>
              <a:defRPr/>
            </a:pPr>
            <a:r>
              <a:rPr lang="en-US" altLang="en-US" sz="2800" dirty="0">
                <a:latin typeface="Aptos Black" panose="020B0004020202020204" pitchFamily="34" charset="0"/>
                <a:ea typeface="MS PGothic" charset="-128"/>
              </a:rPr>
              <a:t>In other words, for </a:t>
            </a:r>
            <a:r>
              <a:rPr lang="en-US" altLang="en-US" sz="2800" i="1" dirty="0">
                <a:latin typeface="Aptos Black" panose="020B0004020202020204" pitchFamily="34" charset="0"/>
                <a:ea typeface="MS PGothic" charset="-128"/>
              </a:rPr>
              <a:t>every</a:t>
            </a:r>
            <a:r>
              <a:rPr lang="en-US" altLang="en-US" sz="2800" dirty="0">
                <a:latin typeface="Aptos Black" panose="020B0004020202020204" pitchFamily="34" charset="0"/>
                <a:ea typeface="MS PGothic" charset="-128"/>
              </a:rPr>
              <a:t> node:</a:t>
            </a:r>
          </a:p>
          <a:p>
            <a:pPr eaLnBrk="1" hangingPunct="1">
              <a:lnSpc>
                <a:spcPct val="114000"/>
              </a:lnSpc>
              <a:spcBef>
                <a:spcPts val="0"/>
              </a:spcBef>
              <a:buFontTx/>
              <a:buChar char="-"/>
              <a:defRPr/>
            </a:pPr>
            <a:r>
              <a:rPr lang="en-US" altLang="en-US" sz="2800" dirty="0">
                <a:latin typeface="Aptos Black" panose="020B0004020202020204" pitchFamily="34" charset="0"/>
                <a:ea typeface="MS PGothic" charset="-128"/>
              </a:rPr>
              <a:t>All nodes in the </a:t>
            </a:r>
            <a:r>
              <a:rPr lang="en-US" altLang="en-US" sz="2800" dirty="0">
                <a:solidFill>
                  <a:srgbClr val="7030A0"/>
                </a:solidFill>
                <a:latin typeface="Aptos Black" panose="020B0004020202020204" pitchFamily="34" charset="0"/>
                <a:ea typeface="MS PGothic" charset="-128"/>
              </a:rPr>
              <a:t>left</a:t>
            </a:r>
            <a:r>
              <a:rPr lang="en-US" altLang="en-US" sz="2800" dirty="0">
                <a:latin typeface="Aptos Black" panose="020B0004020202020204" pitchFamily="34" charset="0"/>
                <a:ea typeface="MS PGothic" charset="-128"/>
              </a:rPr>
              <a:t> subtree have values that are </a:t>
            </a:r>
            <a:r>
              <a:rPr lang="en-US" altLang="en-US" sz="2800" dirty="0">
                <a:solidFill>
                  <a:srgbClr val="7030A0"/>
                </a:solidFill>
                <a:latin typeface="Aptos Black" panose="020B0004020202020204" pitchFamily="34" charset="0"/>
                <a:ea typeface="MS PGothic" charset="-128"/>
              </a:rPr>
              <a:t>less</a:t>
            </a:r>
            <a:r>
              <a:rPr lang="en-US" altLang="en-US" sz="2800" dirty="0">
                <a:latin typeface="Aptos Black" panose="020B0004020202020204" pitchFamily="34" charset="0"/>
                <a:ea typeface="MS PGothic" charset="-128"/>
              </a:rPr>
              <a:t> than the value in that node, and</a:t>
            </a:r>
          </a:p>
          <a:p>
            <a:pPr eaLnBrk="1" hangingPunct="1">
              <a:lnSpc>
                <a:spcPct val="114000"/>
              </a:lnSpc>
              <a:spcBef>
                <a:spcPts val="0"/>
              </a:spcBef>
              <a:buFontTx/>
              <a:buChar char="-"/>
              <a:defRPr/>
            </a:pPr>
            <a:r>
              <a:rPr lang="en-US" altLang="en-US" sz="2800" dirty="0">
                <a:latin typeface="Aptos Black" panose="020B0004020202020204" pitchFamily="34" charset="0"/>
                <a:ea typeface="MS PGothic" charset="-128"/>
              </a:rPr>
              <a:t>All values in the </a:t>
            </a:r>
            <a:r>
              <a:rPr lang="en-US" altLang="en-US" sz="2800" dirty="0">
                <a:solidFill>
                  <a:srgbClr val="7030A0"/>
                </a:solidFill>
                <a:latin typeface="Aptos Black" panose="020B0004020202020204" pitchFamily="34" charset="0"/>
                <a:ea typeface="MS PGothic" charset="-128"/>
              </a:rPr>
              <a:t>right</a:t>
            </a:r>
            <a:r>
              <a:rPr lang="en-US" altLang="en-US" sz="2800" dirty="0">
                <a:latin typeface="Aptos Black" panose="020B0004020202020204" pitchFamily="34" charset="0"/>
                <a:ea typeface="MS PGothic" charset="-128"/>
              </a:rPr>
              <a:t> subtree are </a:t>
            </a:r>
            <a:r>
              <a:rPr lang="en-US" altLang="en-US" sz="2800" dirty="0">
                <a:solidFill>
                  <a:srgbClr val="7030A0"/>
                </a:solidFill>
                <a:latin typeface="Aptos Black" panose="020B0004020202020204" pitchFamily="34" charset="0"/>
                <a:ea typeface="MS PGothic" charset="-128"/>
              </a:rPr>
              <a:t>greater</a:t>
            </a:r>
            <a:r>
              <a:rPr lang="en-US" altLang="en-US" sz="2800" dirty="0">
                <a:latin typeface="Aptos Black" panose="020B0004020202020204" pitchFamily="34" charset="0"/>
                <a:ea typeface="MS PGothic" charset="-128"/>
              </a:rPr>
              <a:t>.</a:t>
            </a:r>
          </a:p>
        </p:txBody>
      </p:sp>
      <p:grpSp>
        <p:nvGrpSpPr>
          <p:cNvPr id="2" name="Group 1" descr="A perfect binary tree with three levels is shown:&#10;Level 0: 5&#10;Level 1: 2 (left of the 5), 8 (right of the 5)&#10;Level 2: 0 (left of the 2), 3 (right of the 2), 7 (left of the 8), and 9 (right of the 8)&#10;All values left of the root are less than five and all values to the right are greater than five.">
            <a:extLst>
              <a:ext uri="{FF2B5EF4-FFF2-40B4-BE49-F238E27FC236}">
                <a16:creationId xmlns:a16="http://schemas.microsoft.com/office/drawing/2014/main" id="{122192E8-B957-7BBB-749F-C17BECBE5D90}"/>
              </a:ext>
            </a:extLst>
          </p:cNvPr>
          <p:cNvGrpSpPr/>
          <p:nvPr/>
        </p:nvGrpSpPr>
        <p:grpSpPr>
          <a:xfrm>
            <a:off x="1752600" y="4114800"/>
            <a:ext cx="5102884" cy="2339973"/>
            <a:chOff x="1752600" y="4114800"/>
            <a:chExt cx="5102884" cy="2339973"/>
          </a:xfrm>
        </p:grpSpPr>
        <p:grpSp>
          <p:nvGrpSpPr>
            <p:cNvPr id="4" name="Group 3"/>
            <p:cNvGrpSpPr>
              <a:grpSpLocks/>
            </p:cNvGrpSpPr>
            <p:nvPr/>
          </p:nvGrpSpPr>
          <p:grpSpPr bwMode="auto">
            <a:xfrm>
              <a:off x="4369074" y="4756340"/>
              <a:ext cx="2486410" cy="1659368"/>
              <a:chOff x="4394200" y="4165579"/>
              <a:chExt cx="1918775" cy="1281632"/>
            </a:xfrm>
          </p:grpSpPr>
          <p:sp>
            <p:nvSpPr>
              <p:cNvPr id="30" name="Rounded Rectangle 29"/>
              <p:cNvSpPr/>
              <p:nvPr/>
            </p:nvSpPr>
            <p:spPr>
              <a:xfrm>
                <a:off x="4394200" y="4165579"/>
                <a:ext cx="1674066" cy="1281632"/>
              </a:xfrm>
              <a:prstGeom prst="roundRect">
                <a:avLst/>
              </a:prstGeom>
            </p:spPr>
            <p:style>
              <a:lnRef idx="2">
                <a:schemeClr val="accent3"/>
              </a:lnRef>
              <a:fillRef idx="1">
                <a:schemeClr val="lt1"/>
              </a:fillRef>
              <a:effectRef idx="0">
                <a:schemeClr val="accent3"/>
              </a:effectRef>
              <a:fontRef idx="minor">
                <a:schemeClr val="dk1"/>
              </a:fontRef>
            </p:style>
            <p:txBody>
              <a:bodyPr anchor="ctr"/>
              <a:lstStyle/>
              <a:p>
                <a:pPr algn="ctr">
                  <a:defRPr/>
                </a:pPr>
                <a:endParaRPr lang="en-US" sz="3200" b="1">
                  <a:solidFill>
                    <a:srgbClr val="000000"/>
                  </a:solidFill>
                  <a:ea typeface="ヒラギノ明朝 ProN W3" charset="0"/>
                  <a:cs typeface="ヒラギノ明朝 ProN W3" charset="0"/>
                </a:endParaRPr>
              </a:p>
            </p:txBody>
          </p:sp>
          <p:sp>
            <p:nvSpPr>
              <p:cNvPr id="49183" name="TextBox 27"/>
              <p:cNvSpPr txBox="1">
                <a:spLocks noChangeArrowheads="1"/>
              </p:cNvSpPr>
              <p:nvPr/>
            </p:nvSpPr>
            <p:spPr bwMode="auto">
              <a:xfrm>
                <a:off x="5752346" y="4440018"/>
                <a:ext cx="560629" cy="45165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sz="2400">
                    <a:solidFill>
                      <a:srgbClr val="000000"/>
                    </a:solidFill>
                    <a:latin typeface="Times New Roman" charset="0"/>
                    <a:ea typeface="ヒラギノ明朝 ProN W3" charset="-128"/>
                    <a:sym typeface="Times New Roman" charset="0"/>
                  </a:defRPr>
                </a:lvl1pPr>
                <a:lvl2pPr marL="742950" indent="-285750">
                  <a:defRPr sz="2400">
                    <a:solidFill>
                      <a:srgbClr val="000000"/>
                    </a:solidFill>
                    <a:latin typeface="Times New Roman" charset="0"/>
                    <a:ea typeface="ヒラギノ明朝 ProN W3" charset="-128"/>
                    <a:sym typeface="Times New Roman" charset="0"/>
                  </a:defRPr>
                </a:lvl2pPr>
                <a:lvl3pPr marL="1143000" indent="-228600">
                  <a:defRPr sz="2400">
                    <a:solidFill>
                      <a:srgbClr val="000000"/>
                    </a:solidFill>
                    <a:latin typeface="Times New Roman" charset="0"/>
                    <a:ea typeface="ヒラギノ明朝 ProN W3" charset="-128"/>
                    <a:sym typeface="Times New Roman" charset="0"/>
                  </a:defRPr>
                </a:lvl3pPr>
                <a:lvl4pPr marL="1600200" indent="-228600">
                  <a:defRPr sz="2400">
                    <a:solidFill>
                      <a:srgbClr val="000000"/>
                    </a:solidFill>
                    <a:latin typeface="Times New Roman" charset="0"/>
                    <a:ea typeface="ヒラギノ明朝 ProN W3" charset="-128"/>
                    <a:sym typeface="Times New Roman" charset="0"/>
                  </a:defRPr>
                </a:lvl4pPr>
                <a:lvl5pPr marL="2057400" indent="-228600">
                  <a:defRPr sz="2400">
                    <a:solidFill>
                      <a:srgbClr val="000000"/>
                    </a:solidFill>
                    <a:latin typeface="Times New Roman" charset="0"/>
                    <a:ea typeface="ヒラギノ明朝 ProN W3" charset="-128"/>
                    <a:sym typeface="Times New Roman" charset="0"/>
                  </a:defRPr>
                </a:lvl5pPr>
                <a:lvl6pPr marL="2514600" indent="-228600" eaLnBrk="0" fontAlgn="base" hangingPunct="0">
                  <a:spcBef>
                    <a:spcPct val="0"/>
                  </a:spcBef>
                  <a:spcAft>
                    <a:spcPct val="0"/>
                  </a:spcAft>
                  <a:defRPr sz="2400">
                    <a:solidFill>
                      <a:srgbClr val="000000"/>
                    </a:solidFill>
                    <a:latin typeface="Times New Roman" charset="0"/>
                    <a:ea typeface="ヒラギノ明朝 ProN W3" charset="-128"/>
                    <a:sym typeface="Times New Roman" charset="0"/>
                  </a:defRPr>
                </a:lvl6pPr>
                <a:lvl7pPr marL="2971800" indent="-228600" eaLnBrk="0" fontAlgn="base" hangingPunct="0">
                  <a:spcBef>
                    <a:spcPct val="0"/>
                  </a:spcBef>
                  <a:spcAft>
                    <a:spcPct val="0"/>
                  </a:spcAft>
                  <a:defRPr sz="2400">
                    <a:solidFill>
                      <a:srgbClr val="000000"/>
                    </a:solidFill>
                    <a:latin typeface="Times New Roman" charset="0"/>
                    <a:ea typeface="ヒラギノ明朝 ProN W3" charset="-128"/>
                    <a:sym typeface="Times New Roman" charset="0"/>
                  </a:defRPr>
                </a:lvl7pPr>
                <a:lvl8pPr marL="3429000" indent="-228600" eaLnBrk="0" fontAlgn="base" hangingPunct="0">
                  <a:spcBef>
                    <a:spcPct val="0"/>
                  </a:spcBef>
                  <a:spcAft>
                    <a:spcPct val="0"/>
                  </a:spcAft>
                  <a:defRPr sz="2400">
                    <a:solidFill>
                      <a:srgbClr val="000000"/>
                    </a:solidFill>
                    <a:latin typeface="Times New Roman" charset="0"/>
                    <a:ea typeface="ヒラギノ明朝 ProN W3" charset="-128"/>
                    <a:sym typeface="Times New Roman" charset="0"/>
                  </a:defRPr>
                </a:lvl8pPr>
                <a:lvl9pPr marL="3886200" indent="-228600" eaLnBrk="0" fontAlgn="base" hangingPunct="0">
                  <a:spcBef>
                    <a:spcPct val="0"/>
                  </a:spcBef>
                  <a:spcAft>
                    <a:spcPct val="0"/>
                  </a:spcAft>
                  <a:defRPr sz="2400">
                    <a:solidFill>
                      <a:srgbClr val="000000"/>
                    </a:solidFill>
                    <a:latin typeface="Times New Roman" charset="0"/>
                    <a:ea typeface="ヒラギノ明朝 ProN W3" charset="-128"/>
                    <a:sym typeface="Times New Roman" charset="0"/>
                  </a:defRPr>
                </a:lvl9pPr>
              </a:lstStyle>
              <a:p>
                <a:r>
                  <a:rPr lang="en-US" altLang="en-US" sz="3200" b="1" dirty="0">
                    <a:solidFill>
                      <a:srgbClr val="0000CC"/>
                    </a:solidFill>
                  </a:rPr>
                  <a:t>&gt; 5</a:t>
                </a:r>
              </a:p>
            </p:txBody>
          </p:sp>
        </p:grpSp>
        <p:grpSp>
          <p:nvGrpSpPr>
            <p:cNvPr id="5" name="Group 4"/>
            <p:cNvGrpSpPr>
              <a:grpSpLocks/>
            </p:cNvGrpSpPr>
            <p:nvPr/>
          </p:nvGrpSpPr>
          <p:grpSpPr bwMode="auto">
            <a:xfrm>
              <a:off x="1752600" y="4795406"/>
              <a:ext cx="2550675" cy="1659367"/>
              <a:chOff x="2374966" y="4195248"/>
              <a:chExt cx="1968434" cy="1281577"/>
            </a:xfrm>
          </p:grpSpPr>
          <p:sp>
            <p:nvSpPr>
              <p:cNvPr id="3" name="Rounded Rectangle 2"/>
              <p:cNvSpPr/>
              <p:nvPr/>
            </p:nvSpPr>
            <p:spPr>
              <a:xfrm>
                <a:off x="2669278" y="4195248"/>
                <a:ext cx="1674122" cy="1281577"/>
              </a:xfrm>
              <a:prstGeom prst="roundRect">
                <a:avLst/>
              </a:prstGeom>
            </p:spPr>
            <p:style>
              <a:lnRef idx="2">
                <a:schemeClr val="accent3"/>
              </a:lnRef>
              <a:fillRef idx="1">
                <a:schemeClr val="lt1"/>
              </a:fillRef>
              <a:effectRef idx="0">
                <a:schemeClr val="accent3"/>
              </a:effectRef>
              <a:fontRef idx="minor">
                <a:schemeClr val="dk1"/>
              </a:fontRef>
            </p:style>
            <p:txBody>
              <a:bodyPr anchor="ctr"/>
              <a:lstStyle/>
              <a:p>
                <a:pPr algn="ctr">
                  <a:defRPr/>
                </a:pPr>
                <a:endParaRPr lang="en-US" sz="3200" b="1">
                  <a:solidFill>
                    <a:srgbClr val="000000"/>
                  </a:solidFill>
                  <a:ea typeface="ヒラギノ明朝 ProN W3" charset="0"/>
                  <a:cs typeface="ヒラギノ明朝 ProN W3" charset="0"/>
                </a:endParaRPr>
              </a:p>
            </p:txBody>
          </p:sp>
          <p:sp>
            <p:nvSpPr>
              <p:cNvPr id="49181" name="TextBox 1"/>
              <p:cNvSpPr txBox="1">
                <a:spLocks noChangeArrowheads="1"/>
              </p:cNvSpPr>
              <p:nvPr/>
            </p:nvSpPr>
            <p:spPr bwMode="auto">
              <a:xfrm>
                <a:off x="2374966" y="4369735"/>
                <a:ext cx="560648" cy="451639"/>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sz="2400">
                    <a:solidFill>
                      <a:srgbClr val="000000"/>
                    </a:solidFill>
                    <a:latin typeface="Times New Roman" charset="0"/>
                    <a:ea typeface="ヒラギノ明朝 ProN W3" charset="-128"/>
                    <a:sym typeface="Times New Roman" charset="0"/>
                  </a:defRPr>
                </a:lvl1pPr>
                <a:lvl2pPr marL="742950" indent="-285750">
                  <a:defRPr sz="2400">
                    <a:solidFill>
                      <a:srgbClr val="000000"/>
                    </a:solidFill>
                    <a:latin typeface="Times New Roman" charset="0"/>
                    <a:ea typeface="ヒラギノ明朝 ProN W3" charset="-128"/>
                    <a:sym typeface="Times New Roman" charset="0"/>
                  </a:defRPr>
                </a:lvl2pPr>
                <a:lvl3pPr marL="1143000" indent="-228600">
                  <a:defRPr sz="2400">
                    <a:solidFill>
                      <a:srgbClr val="000000"/>
                    </a:solidFill>
                    <a:latin typeface="Times New Roman" charset="0"/>
                    <a:ea typeface="ヒラギノ明朝 ProN W3" charset="-128"/>
                    <a:sym typeface="Times New Roman" charset="0"/>
                  </a:defRPr>
                </a:lvl3pPr>
                <a:lvl4pPr marL="1600200" indent="-228600">
                  <a:defRPr sz="2400">
                    <a:solidFill>
                      <a:srgbClr val="000000"/>
                    </a:solidFill>
                    <a:latin typeface="Times New Roman" charset="0"/>
                    <a:ea typeface="ヒラギノ明朝 ProN W3" charset="-128"/>
                    <a:sym typeface="Times New Roman" charset="0"/>
                  </a:defRPr>
                </a:lvl4pPr>
                <a:lvl5pPr marL="2057400" indent="-228600">
                  <a:defRPr sz="2400">
                    <a:solidFill>
                      <a:srgbClr val="000000"/>
                    </a:solidFill>
                    <a:latin typeface="Times New Roman" charset="0"/>
                    <a:ea typeface="ヒラギノ明朝 ProN W3" charset="-128"/>
                    <a:sym typeface="Times New Roman" charset="0"/>
                  </a:defRPr>
                </a:lvl5pPr>
                <a:lvl6pPr marL="2514600" indent="-228600" eaLnBrk="0" fontAlgn="base" hangingPunct="0">
                  <a:spcBef>
                    <a:spcPct val="0"/>
                  </a:spcBef>
                  <a:spcAft>
                    <a:spcPct val="0"/>
                  </a:spcAft>
                  <a:defRPr sz="2400">
                    <a:solidFill>
                      <a:srgbClr val="000000"/>
                    </a:solidFill>
                    <a:latin typeface="Times New Roman" charset="0"/>
                    <a:ea typeface="ヒラギノ明朝 ProN W3" charset="-128"/>
                    <a:sym typeface="Times New Roman" charset="0"/>
                  </a:defRPr>
                </a:lvl6pPr>
                <a:lvl7pPr marL="2971800" indent="-228600" eaLnBrk="0" fontAlgn="base" hangingPunct="0">
                  <a:spcBef>
                    <a:spcPct val="0"/>
                  </a:spcBef>
                  <a:spcAft>
                    <a:spcPct val="0"/>
                  </a:spcAft>
                  <a:defRPr sz="2400">
                    <a:solidFill>
                      <a:srgbClr val="000000"/>
                    </a:solidFill>
                    <a:latin typeface="Times New Roman" charset="0"/>
                    <a:ea typeface="ヒラギノ明朝 ProN W3" charset="-128"/>
                    <a:sym typeface="Times New Roman" charset="0"/>
                  </a:defRPr>
                </a:lvl7pPr>
                <a:lvl8pPr marL="3429000" indent="-228600" eaLnBrk="0" fontAlgn="base" hangingPunct="0">
                  <a:spcBef>
                    <a:spcPct val="0"/>
                  </a:spcBef>
                  <a:spcAft>
                    <a:spcPct val="0"/>
                  </a:spcAft>
                  <a:defRPr sz="2400">
                    <a:solidFill>
                      <a:srgbClr val="000000"/>
                    </a:solidFill>
                    <a:latin typeface="Times New Roman" charset="0"/>
                    <a:ea typeface="ヒラギノ明朝 ProN W3" charset="-128"/>
                    <a:sym typeface="Times New Roman" charset="0"/>
                  </a:defRPr>
                </a:lvl8pPr>
                <a:lvl9pPr marL="3886200" indent="-228600" eaLnBrk="0" fontAlgn="base" hangingPunct="0">
                  <a:spcBef>
                    <a:spcPct val="0"/>
                  </a:spcBef>
                  <a:spcAft>
                    <a:spcPct val="0"/>
                  </a:spcAft>
                  <a:defRPr sz="2400">
                    <a:solidFill>
                      <a:srgbClr val="000000"/>
                    </a:solidFill>
                    <a:latin typeface="Times New Roman" charset="0"/>
                    <a:ea typeface="ヒラギノ明朝 ProN W3" charset="-128"/>
                    <a:sym typeface="Times New Roman" charset="0"/>
                  </a:defRPr>
                </a:lvl9pPr>
              </a:lstStyle>
              <a:p>
                <a:r>
                  <a:rPr lang="en-US" altLang="en-US" sz="3200" b="1" dirty="0">
                    <a:solidFill>
                      <a:srgbClr val="0000CC"/>
                    </a:solidFill>
                  </a:rPr>
                  <a:t>&lt; 5</a:t>
                </a:r>
              </a:p>
            </p:txBody>
          </p:sp>
        </p:grpSp>
        <p:grpSp>
          <p:nvGrpSpPr>
            <p:cNvPr id="49158" name="Group 3"/>
            <p:cNvGrpSpPr>
              <a:grpSpLocks/>
            </p:cNvGrpSpPr>
            <p:nvPr/>
          </p:nvGrpSpPr>
          <p:grpSpPr bwMode="auto">
            <a:xfrm>
              <a:off x="2526704" y="4114800"/>
              <a:ext cx="3544919" cy="2171366"/>
              <a:chOff x="0" y="0"/>
              <a:chExt cx="1724" cy="1056"/>
            </a:xfrm>
          </p:grpSpPr>
          <p:sp>
            <p:nvSpPr>
              <p:cNvPr id="49160" name="Oval 4"/>
              <p:cNvSpPr>
                <a:spLocks/>
              </p:cNvSpPr>
              <p:nvPr/>
            </p:nvSpPr>
            <p:spPr bwMode="auto">
              <a:xfrm>
                <a:off x="306" y="423"/>
                <a:ext cx="240" cy="240"/>
              </a:xfrm>
              <a:prstGeom prst="ellipse">
                <a:avLst/>
              </a:prstGeom>
              <a:noFill/>
              <a:ln w="12700">
                <a:solidFill>
                  <a:schemeClr val="tx1"/>
                </a:solidFill>
                <a:round/>
                <a:headEnd/>
                <a:tailEnd/>
              </a:ln>
              <a:extLst>
                <a:ext uri="{909E8E84-426E-40dd-AFC4-6F175D3DCCD1}">
                  <a14:hiddenFill xmlns:a14="http://schemas.microsoft.com/office/drawing/2010/main" xmlns="">
                    <a:solidFill>
                      <a:srgbClr val="FFFFFF"/>
                    </a:solidFill>
                  </a14:hiddenFill>
                </a:ext>
              </a:extLst>
            </p:spPr>
            <p:txBody>
              <a:bodyPr lIns="0" tIns="0" rIns="0" bIns="0"/>
              <a:lstStyle>
                <a:lvl1pPr>
                  <a:defRPr sz="2400">
                    <a:solidFill>
                      <a:srgbClr val="000000"/>
                    </a:solidFill>
                    <a:latin typeface="Times New Roman" charset="0"/>
                    <a:ea typeface="ヒラギノ明朝 ProN W3" charset="-128"/>
                    <a:sym typeface="Times New Roman" charset="0"/>
                  </a:defRPr>
                </a:lvl1pPr>
                <a:lvl2pPr marL="742950" indent="-285750">
                  <a:defRPr sz="2400">
                    <a:solidFill>
                      <a:srgbClr val="000000"/>
                    </a:solidFill>
                    <a:latin typeface="Times New Roman" charset="0"/>
                    <a:ea typeface="ヒラギノ明朝 ProN W3" charset="-128"/>
                    <a:sym typeface="Times New Roman" charset="0"/>
                  </a:defRPr>
                </a:lvl2pPr>
                <a:lvl3pPr marL="1143000" indent="-228600">
                  <a:defRPr sz="2400">
                    <a:solidFill>
                      <a:srgbClr val="000000"/>
                    </a:solidFill>
                    <a:latin typeface="Times New Roman" charset="0"/>
                    <a:ea typeface="ヒラギノ明朝 ProN W3" charset="-128"/>
                    <a:sym typeface="Times New Roman" charset="0"/>
                  </a:defRPr>
                </a:lvl3pPr>
                <a:lvl4pPr marL="1600200" indent="-228600">
                  <a:defRPr sz="2400">
                    <a:solidFill>
                      <a:srgbClr val="000000"/>
                    </a:solidFill>
                    <a:latin typeface="Times New Roman" charset="0"/>
                    <a:ea typeface="ヒラギノ明朝 ProN W3" charset="-128"/>
                    <a:sym typeface="Times New Roman" charset="0"/>
                  </a:defRPr>
                </a:lvl4pPr>
                <a:lvl5pPr marL="2057400" indent="-228600">
                  <a:defRPr sz="2400">
                    <a:solidFill>
                      <a:srgbClr val="000000"/>
                    </a:solidFill>
                    <a:latin typeface="Times New Roman" charset="0"/>
                    <a:ea typeface="ヒラギノ明朝 ProN W3" charset="-128"/>
                    <a:sym typeface="Times New Roman" charset="0"/>
                  </a:defRPr>
                </a:lvl5pPr>
                <a:lvl6pPr marL="2514600" indent="-228600" eaLnBrk="0" fontAlgn="base" hangingPunct="0">
                  <a:spcBef>
                    <a:spcPct val="0"/>
                  </a:spcBef>
                  <a:spcAft>
                    <a:spcPct val="0"/>
                  </a:spcAft>
                  <a:defRPr sz="2400">
                    <a:solidFill>
                      <a:srgbClr val="000000"/>
                    </a:solidFill>
                    <a:latin typeface="Times New Roman" charset="0"/>
                    <a:ea typeface="ヒラギノ明朝 ProN W3" charset="-128"/>
                    <a:sym typeface="Times New Roman" charset="0"/>
                  </a:defRPr>
                </a:lvl6pPr>
                <a:lvl7pPr marL="2971800" indent="-228600" eaLnBrk="0" fontAlgn="base" hangingPunct="0">
                  <a:spcBef>
                    <a:spcPct val="0"/>
                  </a:spcBef>
                  <a:spcAft>
                    <a:spcPct val="0"/>
                  </a:spcAft>
                  <a:defRPr sz="2400">
                    <a:solidFill>
                      <a:srgbClr val="000000"/>
                    </a:solidFill>
                    <a:latin typeface="Times New Roman" charset="0"/>
                    <a:ea typeface="ヒラギノ明朝 ProN W3" charset="-128"/>
                    <a:sym typeface="Times New Roman" charset="0"/>
                  </a:defRPr>
                </a:lvl7pPr>
                <a:lvl8pPr marL="3429000" indent="-228600" eaLnBrk="0" fontAlgn="base" hangingPunct="0">
                  <a:spcBef>
                    <a:spcPct val="0"/>
                  </a:spcBef>
                  <a:spcAft>
                    <a:spcPct val="0"/>
                  </a:spcAft>
                  <a:defRPr sz="2400">
                    <a:solidFill>
                      <a:srgbClr val="000000"/>
                    </a:solidFill>
                    <a:latin typeface="Times New Roman" charset="0"/>
                    <a:ea typeface="ヒラギノ明朝 ProN W3" charset="-128"/>
                    <a:sym typeface="Times New Roman" charset="0"/>
                  </a:defRPr>
                </a:lvl8pPr>
                <a:lvl9pPr marL="3886200" indent="-228600" eaLnBrk="0" fontAlgn="base" hangingPunct="0">
                  <a:spcBef>
                    <a:spcPct val="0"/>
                  </a:spcBef>
                  <a:spcAft>
                    <a:spcPct val="0"/>
                  </a:spcAft>
                  <a:defRPr sz="2400">
                    <a:solidFill>
                      <a:srgbClr val="000000"/>
                    </a:solidFill>
                    <a:latin typeface="Times New Roman" charset="0"/>
                    <a:ea typeface="ヒラギノ明朝 ProN W3" charset="-128"/>
                    <a:sym typeface="Times New Roman" charset="0"/>
                  </a:defRPr>
                </a:lvl9pPr>
              </a:lstStyle>
              <a:p>
                <a:pPr eaLnBrk="1" hangingPunct="1"/>
                <a:endParaRPr lang="fr-FR" altLang="en-US" sz="3200" b="1"/>
              </a:p>
            </p:txBody>
          </p:sp>
          <p:sp>
            <p:nvSpPr>
              <p:cNvPr id="49161" name="Oval 5"/>
              <p:cNvSpPr>
                <a:spLocks/>
              </p:cNvSpPr>
              <p:nvPr/>
            </p:nvSpPr>
            <p:spPr bwMode="auto">
              <a:xfrm>
                <a:off x="0" y="807"/>
                <a:ext cx="240" cy="240"/>
              </a:xfrm>
              <a:prstGeom prst="ellipse">
                <a:avLst/>
              </a:prstGeom>
              <a:noFill/>
              <a:ln w="12700">
                <a:solidFill>
                  <a:schemeClr val="tx1"/>
                </a:solidFill>
                <a:round/>
                <a:headEnd/>
                <a:tailEnd/>
              </a:ln>
              <a:extLst>
                <a:ext uri="{909E8E84-426E-40dd-AFC4-6F175D3DCCD1}">
                  <a14:hiddenFill xmlns:a14="http://schemas.microsoft.com/office/drawing/2010/main" xmlns="">
                    <a:solidFill>
                      <a:srgbClr val="FFFFFF"/>
                    </a:solidFill>
                  </a14:hiddenFill>
                </a:ext>
              </a:extLst>
            </p:spPr>
            <p:txBody>
              <a:bodyPr lIns="0" tIns="0" rIns="0" bIns="0"/>
              <a:lstStyle>
                <a:lvl1pPr>
                  <a:defRPr sz="2400">
                    <a:solidFill>
                      <a:srgbClr val="000000"/>
                    </a:solidFill>
                    <a:latin typeface="Times New Roman" charset="0"/>
                    <a:ea typeface="ヒラギノ明朝 ProN W3" charset="-128"/>
                    <a:sym typeface="Times New Roman" charset="0"/>
                  </a:defRPr>
                </a:lvl1pPr>
                <a:lvl2pPr marL="742950" indent="-285750">
                  <a:defRPr sz="2400">
                    <a:solidFill>
                      <a:srgbClr val="000000"/>
                    </a:solidFill>
                    <a:latin typeface="Times New Roman" charset="0"/>
                    <a:ea typeface="ヒラギノ明朝 ProN W3" charset="-128"/>
                    <a:sym typeface="Times New Roman" charset="0"/>
                  </a:defRPr>
                </a:lvl2pPr>
                <a:lvl3pPr marL="1143000" indent="-228600">
                  <a:defRPr sz="2400">
                    <a:solidFill>
                      <a:srgbClr val="000000"/>
                    </a:solidFill>
                    <a:latin typeface="Times New Roman" charset="0"/>
                    <a:ea typeface="ヒラギノ明朝 ProN W3" charset="-128"/>
                    <a:sym typeface="Times New Roman" charset="0"/>
                  </a:defRPr>
                </a:lvl3pPr>
                <a:lvl4pPr marL="1600200" indent="-228600">
                  <a:defRPr sz="2400">
                    <a:solidFill>
                      <a:srgbClr val="000000"/>
                    </a:solidFill>
                    <a:latin typeface="Times New Roman" charset="0"/>
                    <a:ea typeface="ヒラギノ明朝 ProN W3" charset="-128"/>
                    <a:sym typeface="Times New Roman" charset="0"/>
                  </a:defRPr>
                </a:lvl4pPr>
                <a:lvl5pPr marL="2057400" indent="-228600">
                  <a:defRPr sz="2400">
                    <a:solidFill>
                      <a:srgbClr val="000000"/>
                    </a:solidFill>
                    <a:latin typeface="Times New Roman" charset="0"/>
                    <a:ea typeface="ヒラギノ明朝 ProN W3" charset="-128"/>
                    <a:sym typeface="Times New Roman" charset="0"/>
                  </a:defRPr>
                </a:lvl5pPr>
                <a:lvl6pPr marL="2514600" indent="-228600" eaLnBrk="0" fontAlgn="base" hangingPunct="0">
                  <a:spcBef>
                    <a:spcPct val="0"/>
                  </a:spcBef>
                  <a:spcAft>
                    <a:spcPct val="0"/>
                  </a:spcAft>
                  <a:defRPr sz="2400">
                    <a:solidFill>
                      <a:srgbClr val="000000"/>
                    </a:solidFill>
                    <a:latin typeface="Times New Roman" charset="0"/>
                    <a:ea typeface="ヒラギノ明朝 ProN W3" charset="-128"/>
                    <a:sym typeface="Times New Roman" charset="0"/>
                  </a:defRPr>
                </a:lvl6pPr>
                <a:lvl7pPr marL="2971800" indent="-228600" eaLnBrk="0" fontAlgn="base" hangingPunct="0">
                  <a:spcBef>
                    <a:spcPct val="0"/>
                  </a:spcBef>
                  <a:spcAft>
                    <a:spcPct val="0"/>
                  </a:spcAft>
                  <a:defRPr sz="2400">
                    <a:solidFill>
                      <a:srgbClr val="000000"/>
                    </a:solidFill>
                    <a:latin typeface="Times New Roman" charset="0"/>
                    <a:ea typeface="ヒラギノ明朝 ProN W3" charset="-128"/>
                    <a:sym typeface="Times New Roman" charset="0"/>
                  </a:defRPr>
                </a:lvl7pPr>
                <a:lvl8pPr marL="3429000" indent="-228600" eaLnBrk="0" fontAlgn="base" hangingPunct="0">
                  <a:spcBef>
                    <a:spcPct val="0"/>
                  </a:spcBef>
                  <a:spcAft>
                    <a:spcPct val="0"/>
                  </a:spcAft>
                  <a:defRPr sz="2400">
                    <a:solidFill>
                      <a:srgbClr val="000000"/>
                    </a:solidFill>
                    <a:latin typeface="Times New Roman" charset="0"/>
                    <a:ea typeface="ヒラギノ明朝 ProN W3" charset="-128"/>
                    <a:sym typeface="Times New Roman" charset="0"/>
                  </a:defRPr>
                </a:lvl8pPr>
                <a:lvl9pPr marL="3886200" indent="-228600" eaLnBrk="0" fontAlgn="base" hangingPunct="0">
                  <a:spcBef>
                    <a:spcPct val="0"/>
                  </a:spcBef>
                  <a:spcAft>
                    <a:spcPct val="0"/>
                  </a:spcAft>
                  <a:defRPr sz="2400">
                    <a:solidFill>
                      <a:srgbClr val="000000"/>
                    </a:solidFill>
                    <a:latin typeface="Times New Roman" charset="0"/>
                    <a:ea typeface="ヒラギノ明朝 ProN W3" charset="-128"/>
                    <a:sym typeface="Times New Roman" charset="0"/>
                  </a:defRPr>
                </a:lvl9pPr>
              </a:lstStyle>
              <a:p>
                <a:pPr eaLnBrk="1" hangingPunct="1"/>
                <a:endParaRPr lang="fr-FR" altLang="en-US" sz="3200" b="1"/>
              </a:p>
            </p:txBody>
          </p:sp>
          <p:sp>
            <p:nvSpPr>
              <p:cNvPr id="49162" name="Oval 6"/>
              <p:cNvSpPr>
                <a:spLocks/>
              </p:cNvSpPr>
              <p:nvPr/>
            </p:nvSpPr>
            <p:spPr bwMode="auto">
              <a:xfrm>
                <a:off x="588" y="807"/>
                <a:ext cx="240" cy="240"/>
              </a:xfrm>
              <a:prstGeom prst="ellipse">
                <a:avLst/>
              </a:prstGeom>
              <a:noFill/>
              <a:ln w="12700">
                <a:solidFill>
                  <a:schemeClr val="tx1"/>
                </a:solidFill>
                <a:round/>
                <a:headEnd/>
                <a:tailEnd/>
              </a:ln>
              <a:extLst>
                <a:ext uri="{909E8E84-426E-40dd-AFC4-6F175D3DCCD1}">
                  <a14:hiddenFill xmlns:a14="http://schemas.microsoft.com/office/drawing/2010/main" xmlns="">
                    <a:solidFill>
                      <a:srgbClr val="FFFFFF"/>
                    </a:solidFill>
                  </a14:hiddenFill>
                </a:ext>
              </a:extLst>
            </p:spPr>
            <p:txBody>
              <a:bodyPr lIns="0" tIns="0" rIns="0" bIns="0"/>
              <a:lstStyle>
                <a:lvl1pPr>
                  <a:defRPr sz="2400">
                    <a:solidFill>
                      <a:srgbClr val="000000"/>
                    </a:solidFill>
                    <a:latin typeface="Times New Roman" charset="0"/>
                    <a:ea typeface="ヒラギノ明朝 ProN W3" charset="-128"/>
                    <a:sym typeface="Times New Roman" charset="0"/>
                  </a:defRPr>
                </a:lvl1pPr>
                <a:lvl2pPr marL="742950" indent="-285750">
                  <a:defRPr sz="2400">
                    <a:solidFill>
                      <a:srgbClr val="000000"/>
                    </a:solidFill>
                    <a:latin typeface="Times New Roman" charset="0"/>
                    <a:ea typeface="ヒラギノ明朝 ProN W3" charset="-128"/>
                    <a:sym typeface="Times New Roman" charset="0"/>
                  </a:defRPr>
                </a:lvl2pPr>
                <a:lvl3pPr marL="1143000" indent="-228600">
                  <a:defRPr sz="2400">
                    <a:solidFill>
                      <a:srgbClr val="000000"/>
                    </a:solidFill>
                    <a:latin typeface="Times New Roman" charset="0"/>
                    <a:ea typeface="ヒラギノ明朝 ProN W3" charset="-128"/>
                    <a:sym typeface="Times New Roman" charset="0"/>
                  </a:defRPr>
                </a:lvl3pPr>
                <a:lvl4pPr marL="1600200" indent="-228600">
                  <a:defRPr sz="2400">
                    <a:solidFill>
                      <a:srgbClr val="000000"/>
                    </a:solidFill>
                    <a:latin typeface="Times New Roman" charset="0"/>
                    <a:ea typeface="ヒラギノ明朝 ProN W3" charset="-128"/>
                    <a:sym typeface="Times New Roman" charset="0"/>
                  </a:defRPr>
                </a:lvl4pPr>
                <a:lvl5pPr marL="2057400" indent="-228600">
                  <a:defRPr sz="2400">
                    <a:solidFill>
                      <a:srgbClr val="000000"/>
                    </a:solidFill>
                    <a:latin typeface="Times New Roman" charset="0"/>
                    <a:ea typeface="ヒラギノ明朝 ProN W3" charset="-128"/>
                    <a:sym typeface="Times New Roman" charset="0"/>
                  </a:defRPr>
                </a:lvl5pPr>
                <a:lvl6pPr marL="2514600" indent="-228600" eaLnBrk="0" fontAlgn="base" hangingPunct="0">
                  <a:spcBef>
                    <a:spcPct val="0"/>
                  </a:spcBef>
                  <a:spcAft>
                    <a:spcPct val="0"/>
                  </a:spcAft>
                  <a:defRPr sz="2400">
                    <a:solidFill>
                      <a:srgbClr val="000000"/>
                    </a:solidFill>
                    <a:latin typeface="Times New Roman" charset="0"/>
                    <a:ea typeface="ヒラギノ明朝 ProN W3" charset="-128"/>
                    <a:sym typeface="Times New Roman" charset="0"/>
                  </a:defRPr>
                </a:lvl6pPr>
                <a:lvl7pPr marL="2971800" indent="-228600" eaLnBrk="0" fontAlgn="base" hangingPunct="0">
                  <a:spcBef>
                    <a:spcPct val="0"/>
                  </a:spcBef>
                  <a:spcAft>
                    <a:spcPct val="0"/>
                  </a:spcAft>
                  <a:defRPr sz="2400">
                    <a:solidFill>
                      <a:srgbClr val="000000"/>
                    </a:solidFill>
                    <a:latin typeface="Times New Roman" charset="0"/>
                    <a:ea typeface="ヒラギノ明朝 ProN W3" charset="-128"/>
                    <a:sym typeface="Times New Roman" charset="0"/>
                  </a:defRPr>
                </a:lvl7pPr>
                <a:lvl8pPr marL="3429000" indent="-228600" eaLnBrk="0" fontAlgn="base" hangingPunct="0">
                  <a:spcBef>
                    <a:spcPct val="0"/>
                  </a:spcBef>
                  <a:spcAft>
                    <a:spcPct val="0"/>
                  </a:spcAft>
                  <a:defRPr sz="2400">
                    <a:solidFill>
                      <a:srgbClr val="000000"/>
                    </a:solidFill>
                    <a:latin typeface="Times New Roman" charset="0"/>
                    <a:ea typeface="ヒラギノ明朝 ProN W3" charset="-128"/>
                    <a:sym typeface="Times New Roman" charset="0"/>
                  </a:defRPr>
                </a:lvl8pPr>
                <a:lvl9pPr marL="3886200" indent="-228600" eaLnBrk="0" fontAlgn="base" hangingPunct="0">
                  <a:spcBef>
                    <a:spcPct val="0"/>
                  </a:spcBef>
                  <a:spcAft>
                    <a:spcPct val="0"/>
                  </a:spcAft>
                  <a:defRPr sz="2400">
                    <a:solidFill>
                      <a:srgbClr val="000000"/>
                    </a:solidFill>
                    <a:latin typeface="Times New Roman" charset="0"/>
                    <a:ea typeface="ヒラギノ明朝 ProN W3" charset="-128"/>
                    <a:sym typeface="Times New Roman" charset="0"/>
                  </a:defRPr>
                </a:lvl9pPr>
              </a:lstStyle>
              <a:p>
                <a:pPr eaLnBrk="1" hangingPunct="1"/>
                <a:endParaRPr lang="fr-FR" altLang="en-US" sz="3200" b="1"/>
              </a:p>
            </p:txBody>
          </p:sp>
          <p:sp>
            <p:nvSpPr>
              <p:cNvPr id="49163" name="Rectangle 7"/>
              <p:cNvSpPr>
                <a:spLocks/>
              </p:cNvSpPr>
              <p:nvPr/>
            </p:nvSpPr>
            <p:spPr bwMode="auto">
              <a:xfrm>
                <a:off x="353" y="474"/>
                <a:ext cx="123" cy="18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a:solidFill>
                      <a:srgbClr val="000000"/>
                    </a:solidFill>
                    <a:miter lim="800000"/>
                    <a:headEnd/>
                    <a:tailEnd/>
                  </a14:hiddenLine>
                </a:ext>
              </a:extLst>
            </p:spPr>
            <p:txBody>
              <a:bodyPr wrap="none" lIns="0" tIns="0" rIns="40639" bIns="0">
                <a:spAutoFit/>
              </a:bodyPr>
              <a:lstStyle>
                <a:lvl1pPr marL="39688">
                  <a:defRPr sz="2400">
                    <a:solidFill>
                      <a:srgbClr val="000000"/>
                    </a:solidFill>
                    <a:latin typeface="Times New Roman" charset="0"/>
                    <a:ea typeface="ヒラギノ明朝 ProN W3" charset="-128"/>
                    <a:sym typeface="Times New Roman" charset="0"/>
                  </a:defRPr>
                </a:lvl1pPr>
                <a:lvl2pPr marL="742950" indent="-285750">
                  <a:defRPr sz="2400">
                    <a:solidFill>
                      <a:srgbClr val="000000"/>
                    </a:solidFill>
                    <a:latin typeface="Times New Roman" charset="0"/>
                    <a:ea typeface="ヒラギノ明朝 ProN W3" charset="-128"/>
                    <a:sym typeface="Times New Roman" charset="0"/>
                  </a:defRPr>
                </a:lvl2pPr>
                <a:lvl3pPr marL="1143000" indent="-228600">
                  <a:defRPr sz="2400">
                    <a:solidFill>
                      <a:srgbClr val="000000"/>
                    </a:solidFill>
                    <a:latin typeface="Times New Roman" charset="0"/>
                    <a:ea typeface="ヒラギノ明朝 ProN W3" charset="-128"/>
                    <a:sym typeface="Times New Roman" charset="0"/>
                  </a:defRPr>
                </a:lvl3pPr>
                <a:lvl4pPr marL="1600200" indent="-228600">
                  <a:defRPr sz="2400">
                    <a:solidFill>
                      <a:srgbClr val="000000"/>
                    </a:solidFill>
                    <a:latin typeface="Times New Roman" charset="0"/>
                    <a:ea typeface="ヒラギノ明朝 ProN W3" charset="-128"/>
                    <a:sym typeface="Times New Roman" charset="0"/>
                  </a:defRPr>
                </a:lvl4pPr>
                <a:lvl5pPr marL="2057400" indent="-228600">
                  <a:defRPr sz="2400">
                    <a:solidFill>
                      <a:srgbClr val="000000"/>
                    </a:solidFill>
                    <a:latin typeface="Times New Roman" charset="0"/>
                    <a:ea typeface="ヒラギノ明朝 ProN W3" charset="-128"/>
                    <a:sym typeface="Times New Roman" charset="0"/>
                  </a:defRPr>
                </a:lvl5pPr>
                <a:lvl6pPr marL="2514600" indent="-228600" eaLnBrk="0" fontAlgn="base" hangingPunct="0">
                  <a:spcBef>
                    <a:spcPct val="0"/>
                  </a:spcBef>
                  <a:spcAft>
                    <a:spcPct val="0"/>
                  </a:spcAft>
                  <a:defRPr sz="2400">
                    <a:solidFill>
                      <a:srgbClr val="000000"/>
                    </a:solidFill>
                    <a:latin typeface="Times New Roman" charset="0"/>
                    <a:ea typeface="ヒラギノ明朝 ProN W3" charset="-128"/>
                    <a:sym typeface="Times New Roman" charset="0"/>
                  </a:defRPr>
                </a:lvl6pPr>
                <a:lvl7pPr marL="2971800" indent="-228600" eaLnBrk="0" fontAlgn="base" hangingPunct="0">
                  <a:spcBef>
                    <a:spcPct val="0"/>
                  </a:spcBef>
                  <a:spcAft>
                    <a:spcPct val="0"/>
                  </a:spcAft>
                  <a:defRPr sz="2400">
                    <a:solidFill>
                      <a:srgbClr val="000000"/>
                    </a:solidFill>
                    <a:latin typeface="Times New Roman" charset="0"/>
                    <a:ea typeface="ヒラギノ明朝 ProN W3" charset="-128"/>
                    <a:sym typeface="Times New Roman" charset="0"/>
                  </a:defRPr>
                </a:lvl7pPr>
                <a:lvl8pPr marL="3429000" indent="-228600" eaLnBrk="0" fontAlgn="base" hangingPunct="0">
                  <a:spcBef>
                    <a:spcPct val="0"/>
                  </a:spcBef>
                  <a:spcAft>
                    <a:spcPct val="0"/>
                  </a:spcAft>
                  <a:defRPr sz="2400">
                    <a:solidFill>
                      <a:srgbClr val="000000"/>
                    </a:solidFill>
                    <a:latin typeface="Times New Roman" charset="0"/>
                    <a:ea typeface="ヒラギノ明朝 ProN W3" charset="-128"/>
                    <a:sym typeface="Times New Roman" charset="0"/>
                  </a:defRPr>
                </a:lvl8pPr>
                <a:lvl9pPr marL="3886200" indent="-228600" eaLnBrk="0" fontAlgn="base" hangingPunct="0">
                  <a:spcBef>
                    <a:spcPct val="0"/>
                  </a:spcBef>
                  <a:spcAft>
                    <a:spcPct val="0"/>
                  </a:spcAft>
                  <a:defRPr sz="2400">
                    <a:solidFill>
                      <a:srgbClr val="000000"/>
                    </a:solidFill>
                    <a:latin typeface="Times New Roman" charset="0"/>
                    <a:ea typeface="ヒラギノ明朝 ProN W3" charset="-128"/>
                    <a:sym typeface="Times New Roman" charset="0"/>
                  </a:defRPr>
                </a:lvl9pPr>
              </a:lstStyle>
              <a:p>
                <a:pPr eaLnBrk="1" hangingPunct="1"/>
                <a:r>
                  <a:rPr lang="en-US" altLang="en-US" b="1" dirty="0">
                    <a:solidFill>
                      <a:schemeClr val="tx1"/>
                    </a:solidFill>
                    <a:latin typeface="Arial" charset="0"/>
                    <a:sym typeface="Arial" charset="0"/>
                  </a:rPr>
                  <a:t>2</a:t>
                </a:r>
              </a:p>
            </p:txBody>
          </p:sp>
          <p:sp>
            <p:nvSpPr>
              <p:cNvPr id="49164" name="Rectangle 8"/>
              <p:cNvSpPr>
                <a:spLocks/>
              </p:cNvSpPr>
              <p:nvPr/>
            </p:nvSpPr>
            <p:spPr bwMode="auto">
              <a:xfrm>
                <a:off x="47" y="840"/>
                <a:ext cx="123" cy="18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a:solidFill>
                      <a:srgbClr val="000000"/>
                    </a:solidFill>
                    <a:miter lim="800000"/>
                    <a:headEnd/>
                    <a:tailEnd/>
                  </a14:hiddenLine>
                </a:ext>
              </a:extLst>
            </p:spPr>
            <p:txBody>
              <a:bodyPr wrap="none" lIns="0" tIns="0" rIns="40639" bIns="0">
                <a:spAutoFit/>
              </a:bodyPr>
              <a:lstStyle>
                <a:lvl1pPr marL="39688">
                  <a:defRPr sz="2400">
                    <a:solidFill>
                      <a:srgbClr val="000000"/>
                    </a:solidFill>
                    <a:latin typeface="Times New Roman" charset="0"/>
                    <a:ea typeface="ヒラギノ明朝 ProN W3" charset="-128"/>
                    <a:sym typeface="Times New Roman" charset="0"/>
                  </a:defRPr>
                </a:lvl1pPr>
                <a:lvl2pPr marL="742950" indent="-285750">
                  <a:defRPr sz="2400">
                    <a:solidFill>
                      <a:srgbClr val="000000"/>
                    </a:solidFill>
                    <a:latin typeface="Times New Roman" charset="0"/>
                    <a:ea typeface="ヒラギノ明朝 ProN W3" charset="-128"/>
                    <a:sym typeface="Times New Roman" charset="0"/>
                  </a:defRPr>
                </a:lvl2pPr>
                <a:lvl3pPr marL="1143000" indent="-228600">
                  <a:defRPr sz="2400">
                    <a:solidFill>
                      <a:srgbClr val="000000"/>
                    </a:solidFill>
                    <a:latin typeface="Times New Roman" charset="0"/>
                    <a:ea typeface="ヒラギノ明朝 ProN W3" charset="-128"/>
                    <a:sym typeface="Times New Roman" charset="0"/>
                  </a:defRPr>
                </a:lvl3pPr>
                <a:lvl4pPr marL="1600200" indent="-228600">
                  <a:defRPr sz="2400">
                    <a:solidFill>
                      <a:srgbClr val="000000"/>
                    </a:solidFill>
                    <a:latin typeface="Times New Roman" charset="0"/>
                    <a:ea typeface="ヒラギノ明朝 ProN W3" charset="-128"/>
                    <a:sym typeface="Times New Roman" charset="0"/>
                  </a:defRPr>
                </a:lvl4pPr>
                <a:lvl5pPr marL="2057400" indent="-228600">
                  <a:defRPr sz="2400">
                    <a:solidFill>
                      <a:srgbClr val="000000"/>
                    </a:solidFill>
                    <a:latin typeface="Times New Roman" charset="0"/>
                    <a:ea typeface="ヒラギノ明朝 ProN W3" charset="-128"/>
                    <a:sym typeface="Times New Roman" charset="0"/>
                  </a:defRPr>
                </a:lvl5pPr>
                <a:lvl6pPr marL="2514600" indent="-228600" eaLnBrk="0" fontAlgn="base" hangingPunct="0">
                  <a:spcBef>
                    <a:spcPct val="0"/>
                  </a:spcBef>
                  <a:spcAft>
                    <a:spcPct val="0"/>
                  </a:spcAft>
                  <a:defRPr sz="2400">
                    <a:solidFill>
                      <a:srgbClr val="000000"/>
                    </a:solidFill>
                    <a:latin typeface="Times New Roman" charset="0"/>
                    <a:ea typeface="ヒラギノ明朝 ProN W3" charset="-128"/>
                    <a:sym typeface="Times New Roman" charset="0"/>
                  </a:defRPr>
                </a:lvl6pPr>
                <a:lvl7pPr marL="2971800" indent="-228600" eaLnBrk="0" fontAlgn="base" hangingPunct="0">
                  <a:spcBef>
                    <a:spcPct val="0"/>
                  </a:spcBef>
                  <a:spcAft>
                    <a:spcPct val="0"/>
                  </a:spcAft>
                  <a:defRPr sz="2400">
                    <a:solidFill>
                      <a:srgbClr val="000000"/>
                    </a:solidFill>
                    <a:latin typeface="Times New Roman" charset="0"/>
                    <a:ea typeface="ヒラギノ明朝 ProN W3" charset="-128"/>
                    <a:sym typeface="Times New Roman" charset="0"/>
                  </a:defRPr>
                </a:lvl7pPr>
                <a:lvl8pPr marL="3429000" indent="-228600" eaLnBrk="0" fontAlgn="base" hangingPunct="0">
                  <a:spcBef>
                    <a:spcPct val="0"/>
                  </a:spcBef>
                  <a:spcAft>
                    <a:spcPct val="0"/>
                  </a:spcAft>
                  <a:defRPr sz="2400">
                    <a:solidFill>
                      <a:srgbClr val="000000"/>
                    </a:solidFill>
                    <a:latin typeface="Times New Roman" charset="0"/>
                    <a:ea typeface="ヒラギノ明朝 ProN W3" charset="-128"/>
                    <a:sym typeface="Times New Roman" charset="0"/>
                  </a:defRPr>
                </a:lvl8pPr>
                <a:lvl9pPr marL="3886200" indent="-228600" eaLnBrk="0" fontAlgn="base" hangingPunct="0">
                  <a:spcBef>
                    <a:spcPct val="0"/>
                  </a:spcBef>
                  <a:spcAft>
                    <a:spcPct val="0"/>
                  </a:spcAft>
                  <a:defRPr sz="2400">
                    <a:solidFill>
                      <a:srgbClr val="000000"/>
                    </a:solidFill>
                    <a:latin typeface="Times New Roman" charset="0"/>
                    <a:ea typeface="ヒラギノ明朝 ProN W3" charset="-128"/>
                    <a:sym typeface="Times New Roman" charset="0"/>
                  </a:defRPr>
                </a:lvl9pPr>
              </a:lstStyle>
              <a:p>
                <a:pPr eaLnBrk="1" hangingPunct="1"/>
                <a:r>
                  <a:rPr lang="en-US" altLang="en-US" b="1" dirty="0">
                    <a:solidFill>
                      <a:schemeClr val="tx1"/>
                    </a:solidFill>
                    <a:latin typeface="Arial" charset="0"/>
                    <a:sym typeface="Arial" charset="0"/>
                  </a:rPr>
                  <a:t>0</a:t>
                </a:r>
              </a:p>
            </p:txBody>
          </p:sp>
          <p:sp>
            <p:nvSpPr>
              <p:cNvPr id="49165" name="Rectangle 9"/>
              <p:cNvSpPr>
                <a:spLocks/>
              </p:cNvSpPr>
              <p:nvPr/>
            </p:nvSpPr>
            <p:spPr bwMode="auto">
              <a:xfrm>
                <a:off x="649" y="849"/>
                <a:ext cx="123" cy="18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a:solidFill>
                      <a:srgbClr val="000000"/>
                    </a:solidFill>
                    <a:miter lim="800000"/>
                    <a:headEnd/>
                    <a:tailEnd/>
                  </a14:hiddenLine>
                </a:ext>
              </a:extLst>
            </p:spPr>
            <p:txBody>
              <a:bodyPr wrap="none" lIns="0" tIns="0" rIns="40639" bIns="0">
                <a:spAutoFit/>
              </a:bodyPr>
              <a:lstStyle>
                <a:lvl1pPr marL="39688">
                  <a:defRPr sz="2400">
                    <a:solidFill>
                      <a:srgbClr val="000000"/>
                    </a:solidFill>
                    <a:latin typeface="Times New Roman" charset="0"/>
                    <a:ea typeface="ヒラギノ明朝 ProN W3" charset="-128"/>
                    <a:sym typeface="Times New Roman" charset="0"/>
                  </a:defRPr>
                </a:lvl1pPr>
                <a:lvl2pPr marL="742950" indent="-285750">
                  <a:defRPr sz="2400">
                    <a:solidFill>
                      <a:srgbClr val="000000"/>
                    </a:solidFill>
                    <a:latin typeface="Times New Roman" charset="0"/>
                    <a:ea typeface="ヒラギノ明朝 ProN W3" charset="-128"/>
                    <a:sym typeface="Times New Roman" charset="0"/>
                  </a:defRPr>
                </a:lvl2pPr>
                <a:lvl3pPr marL="1143000" indent="-228600">
                  <a:defRPr sz="2400">
                    <a:solidFill>
                      <a:srgbClr val="000000"/>
                    </a:solidFill>
                    <a:latin typeface="Times New Roman" charset="0"/>
                    <a:ea typeface="ヒラギノ明朝 ProN W3" charset="-128"/>
                    <a:sym typeface="Times New Roman" charset="0"/>
                  </a:defRPr>
                </a:lvl3pPr>
                <a:lvl4pPr marL="1600200" indent="-228600">
                  <a:defRPr sz="2400">
                    <a:solidFill>
                      <a:srgbClr val="000000"/>
                    </a:solidFill>
                    <a:latin typeface="Times New Roman" charset="0"/>
                    <a:ea typeface="ヒラギノ明朝 ProN W3" charset="-128"/>
                    <a:sym typeface="Times New Roman" charset="0"/>
                  </a:defRPr>
                </a:lvl4pPr>
                <a:lvl5pPr marL="2057400" indent="-228600">
                  <a:defRPr sz="2400">
                    <a:solidFill>
                      <a:srgbClr val="000000"/>
                    </a:solidFill>
                    <a:latin typeface="Times New Roman" charset="0"/>
                    <a:ea typeface="ヒラギノ明朝 ProN W3" charset="-128"/>
                    <a:sym typeface="Times New Roman" charset="0"/>
                  </a:defRPr>
                </a:lvl5pPr>
                <a:lvl6pPr marL="2514600" indent="-228600" eaLnBrk="0" fontAlgn="base" hangingPunct="0">
                  <a:spcBef>
                    <a:spcPct val="0"/>
                  </a:spcBef>
                  <a:spcAft>
                    <a:spcPct val="0"/>
                  </a:spcAft>
                  <a:defRPr sz="2400">
                    <a:solidFill>
                      <a:srgbClr val="000000"/>
                    </a:solidFill>
                    <a:latin typeface="Times New Roman" charset="0"/>
                    <a:ea typeface="ヒラギノ明朝 ProN W3" charset="-128"/>
                    <a:sym typeface="Times New Roman" charset="0"/>
                  </a:defRPr>
                </a:lvl6pPr>
                <a:lvl7pPr marL="2971800" indent="-228600" eaLnBrk="0" fontAlgn="base" hangingPunct="0">
                  <a:spcBef>
                    <a:spcPct val="0"/>
                  </a:spcBef>
                  <a:spcAft>
                    <a:spcPct val="0"/>
                  </a:spcAft>
                  <a:defRPr sz="2400">
                    <a:solidFill>
                      <a:srgbClr val="000000"/>
                    </a:solidFill>
                    <a:latin typeface="Times New Roman" charset="0"/>
                    <a:ea typeface="ヒラギノ明朝 ProN W3" charset="-128"/>
                    <a:sym typeface="Times New Roman" charset="0"/>
                  </a:defRPr>
                </a:lvl7pPr>
                <a:lvl8pPr marL="3429000" indent="-228600" eaLnBrk="0" fontAlgn="base" hangingPunct="0">
                  <a:spcBef>
                    <a:spcPct val="0"/>
                  </a:spcBef>
                  <a:spcAft>
                    <a:spcPct val="0"/>
                  </a:spcAft>
                  <a:defRPr sz="2400">
                    <a:solidFill>
                      <a:srgbClr val="000000"/>
                    </a:solidFill>
                    <a:latin typeface="Times New Roman" charset="0"/>
                    <a:ea typeface="ヒラギノ明朝 ProN W3" charset="-128"/>
                    <a:sym typeface="Times New Roman" charset="0"/>
                  </a:defRPr>
                </a:lvl8pPr>
                <a:lvl9pPr marL="3886200" indent="-228600" eaLnBrk="0" fontAlgn="base" hangingPunct="0">
                  <a:spcBef>
                    <a:spcPct val="0"/>
                  </a:spcBef>
                  <a:spcAft>
                    <a:spcPct val="0"/>
                  </a:spcAft>
                  <a:defRPr sz="2400">
                    <a:solidFill>
                      <a:srgbClr val="000000"/>
                    </a:solidFill>
                    <a:latin typeface="Times New Roman" charset="0"/>
                    <a:ea typeface="ヒラギノ明朝 ProN W3" charset="-128"/>
                    <a:sym typeface="Times New Roman" charset="0"/>
                  </a:defRPr>
                </a:lvl9pPr>
              </a:lstStyle>
              <a:p>
                <a:pPr eaLnBrk="1" hangingPunct="1"/>
                <a:r>
                  <a:rPr lang="en-US" altLang="en-US" b="1" dirty="0">
                    <a:solidFill>
                      <a:schemeClr val="tx1"/>
                    </a:solidFill>
                    <a:latin typeface="Arial" charset="0"/>
                    <a:sym typeface="Arial" charset="0"/>
                  </a:rPr>
                  <a:t>3</a:t>
                </a:r>
              </a:p>
            </p:txBody>
          </p:sp>
          <p:sp>
            <p:nvSpPr>
              <p:cNvPr id="49166" name="Line 10"/>
              <p:cNvSpPr>
                <a:spLocks noChangeShapeType="1"/>
              </p:cNvSpPr>
              <p:nvPr/>
            </p:nvSpPr>
            <p:spPr bwMode="auto">
              <a:xfrm flipH="1">
                <a:off x="192" y="615"/>
                <a:ext cx="144" cy="240"/>
              </a:xfrm>
              <a:prstGeom prst="line">
                <a:avLst/>
              </a:prstGeom>
              <a:noFill/>
              <a:ln w="12700">
                <a:solidFill>
                  <a:schemeClr val="tx1"/>
                </a:solidFill>
                <a:round/>
                <a:headEnd/>
                <a:tailEnd type="triangle" w="med" len="med"/>
              </a:ln>
              <a:extLst>
                <a:ext uri="{909E8E84-426E-40dd-AFC4-6F175D3DCCD1}">
                  <a14:hiddenFill xmlns:a14="http://schemas.microsoft.com/office/drawing/2010/main" xmlns="">
                    <a:noFill/>
                  </a14:hiddenFill>
                </a:ext>
              </a:extLst>
            </p:spPr>
            <p:txBody>
              <a:bodyPr/>
              <a:lstStyle/>
              <a:p>
                <a:endParaRPr lang="en-US" sz="3200" b="1"/>
              </a:p>
            </p:txBody>
          </p:sp>
          <p:sp>
            <p:nvSpPr>
              <p:cNvPr id="49167" name="Line 11"/>
              <p:cNvSpPr>
                <a:spLocks noChangeShapeType="1"/>
              </p:cNvSpPr>
              <p:nvPr/>
            </p:nvSpPr>
            <p:spPr bwMode="auto">
              <a:xfrm>
                <a:off x="510" y="627"/>
                <a:ext cx="144" cy="192"/>
              </a:xfrm>
              <a:prstGeom prst="line">
                <a:avLst/>
              </a:prstGeom>
              <a:noFill/>
              <a:ln w="12700">
                <a:solidFill>
                  <a:schemeClr val="tx1"/>
                </a:solidFill>
                <a:round/>
                <a:headEnd/>
                <a:tailEnd type="triangle" w="med" len="med"/>
              </a:ln>
              <a:extLst>
                <a:ext uri="{909E8E84-426E-40dd-AFC4-6F175D3DCCD1}">
                  <a14:hiddenFill xmlns:a14="http://schemas.microsoft.com/office/drawing/2010/main" xmlns="">
                    <a:noFill/>
                  </a14:hiddenFill>
                </a:ext>
              </a:extLst>
            </p:spPr>
            <p:txBody>
              <a:bodyPr/>
              <a:lstStyle/>
              <a:p>
                <a:endParaRPr lang="en-US" sz="3200" b="1"/>
              </a:p>
            </p:txBody>
          </p:sp>
          <p:sp>
            <p:nvSpPr>
              <p:cNvPr id="49168" name="Oval 12"/>
              <p:cNvSpPr>
                <a:spLocks/>
              </p:cNvSpPr>
              <p:nvPr/>
            </p:nvSpPr>
            <p:spPr bwMode="auto">
              <a:xfrm>
                <a:off x="1202" y="432"/>
                <a:ext cx="240" cy="240"/>
              </a:xfrm>
              <a:prstGeom prst="ellipse">
                <a:avLst/>
              </a:prstGeom>
              <a:noFill/>
              <a:ln w="12700">
                <a:solidFill>
                  <a:schemeClr val="tx1"/>
                </a:solidFill>
                <a:round/>
                <a:headEnd/>
                <a:tailEnd/>
              </a:ln>
              <a:extLst>
                <a:ext uri="{909E8E84-426E-40dd-AFC4-6F175D3DCCD1}">
                  <a14:hiddenFill xmlns:a14="http://schemas.microsoft.com/office/drawing/2010/main" xmlns="">
                    <a:solidFill>
                      <a:srgbClr val="FFFFFF"/>
                    </a:solidFill>
                  </a14:hiddenFill>
                </a:ext>
              </a:extLst>
            </p:spPr>
            <p:txBody>
              <a:bodyPr lIns="0" tIns="0" rIns="0" bIns="0"/>
              <a:lstStyle>
                <a:lvl1pPr>
                  <a:defRPr sz="2400">
                    <a:solidFill>
                      <a:srgbClr val="000000"/>
                    </a:solidFill>
                    <a:latin typeface="Times New Roman" charset="0"/>
                    <a:ea typeface="ヒラギノ明朝 ProN W3" charset="-128"/>
                    <a:sym typeface="Times New Roman" charset="0"/>
                  </a:defRPr>
                </a:lvl1pPr>
                <a:lvl2pPr marL="742950" indent="-285750">
                  <a:defRPr sz="2400">
                    <a:solidFill>
                      <a:srgbClr val="000000"/>
                    </a:solidFill>
                    <a:latin typeface="Times New Roman" charset="0"/>
                    <a:ea typeface="ヒラギノ明朝 ProN W3" charset="-128"/>
                    <a:sym typeface="Times New Roman" charset="0"/>
                  </a:defRPr>
                </a:lvl2pPr>
                <a:lvl3pPr marL="1143000" indent="-228600">
                  <a:defRPr sz="2400">
                    <a:solidFill>
                      <a:srgbClr val="000000"/>
                    </a:solidFill>
                    <a:latin typeface="Times New Roman" charset="0"/>
                    <a:ea typeface="ヒラギノ明朝 ProN W3" charset="-128"/>
                    <a:sym typeface="Times New Roman" charset="0"/>
                  </a:defRPr>
                </a:lvl3pPr>
                <a:lvl4pPr marL="1600200" indent="-228600">
                  <a:defRPr sz="2400">
                    <a:solidFill>
                      <a:srgbClr val="000000"/>
                    </a:solidFill>
                    <a:latin typeface="Times New Roman" charset="0"/>
                    <a:ea typeface="ヒラギノ明朝 ProN W3" charset="-128"/>
                    <a:sym typeface="Times New Roman" charset="0"/>
                  </a:defRPr>
                </a:lvl4pPr>
                <a:lvl5pPr marL="2057400" indent="-228600">
                  <a:defRPr sz="2400">
                    <a:solidFill>
                      <a:srgbClr val="000000"/>
                    </a:solidFill>
                    <a:latin typeface="Times New Roman" charset="0"/>
                    <a:ea typeface="ヒラギノ明朝 ProN W3" charset="-128"/>
                    <a:sym typeface="Times New Roman" charset="0"/>
                  </a:defRPr>
                </a:lvl5pPr>
                <a:lvl6pPr marL="2514600" indent="-228600" eaLnBrk="0" fontAlgn="base" hangingPunct="0">
                  <a:spcBef>
                    <a:spcPct val="0"/>
                  </a:spcBef>
                  <a:spcAft>
                    <a:spcPct val="0"/>
                  </a:spcAft>
                  <a:defRPr sz="2400">
                    <a:solidFill>
                      <a:srgbClr val="000000"/>
                    </a:solidFill>
                    <a:latin typeface="Times New Roman" charset="0"/>
                    <a:ea typeface="ヒラギノ明朝 ProN W3" charset="-128"/>
                    <a:sym typeface="Times New Roman" charset="0"/>
                  </a:defRPr>
                </a:lvl6pPr>
                <a:lvl7pPr marL="2971800" indent="-228600" eaLnBrk="0" fontAlgn="base" hangingPunct="0">
                  <a:spcBef>
                    <a:spcPct val="0"/>
                  </a:spcBef>
                  <a:spcAft>
                    <a:spcPct val="0"/>
                  </a:spcAft>
                  <a:defRPr sz="2400">
                    <a:solidFill>
                      <a:srgbClr val="000000"/>
                    </a:solidFill>
                    <a:latin typeface="Times New Roman" charset="0"/>
                    <a:ea typeface="ヒラギノ明朝 ProN W3" charset="-128"/>
                    <a:sym typeface="Times New Roman" charset="0"/>
                  </a:defRPr>
                </a:lvl7pPr>
                <a:lvl8pPr marL="3429000" indent="-228600" eaLnBrk="0" fontAlgn="base" hangingPunct="0">
                  <a:spcBef>
                    <a:spcPct val="0"/>
                  </a:spcBef>
                  <a:spcAft>
                    <a:spcPct val="0"/>
                  </a:spcAft>
                  <a:defRPr sz="2400">
                    <a:solidFill>
                      <a:srgbClr val="000000"/>
                    </a:solidFill>
                    <a:latin typeface="Times New Roman" charset="0"/>
                    <a:ea typeface="ヒラギノ明朝 ProN W3" charset="-128"/>
                    <a:sym typeface="Times New Roman" charset="0"/>
                  </a:defRPr>
                </a:lvl8pPr>
                <a:lvl9pPr marL="3886200" indent="-228600" eaLnBrk="0" fontAlgn="base" hangingPunct="0">
                  <a:spcBef>
                    <a:spcPct val="0"/>
                  </a:spcBef>
                  <a:spcAft>
                    <a:spcPct val="0"/>
                  </a:spcAft>
                  <a:defRPr sz="2400">
                    <a:solidFill>
                      <a:srgbClr val="000000"/>
                    </a:solidFill>
                    <a:latin typeface="Times New Roman" charset="0"/>
                    <a:ea typeface="ヒラギノ明朝 ProN W3" charset="-128"/>
                    <a:sym typeface="Times New Roman" charset="0"/>
                  </a:defRPr>
                </a:lvl9pPr>
              </a:lstStyle>
              <a:p>
                <a:pPr eaLnBrk="1" hangingPunct="1"/>
                <a:endParaRPr lang="fr-FR" altLang="en-US" sz="3200" b="1"/>
              </a:p>
            </p:txBody>
          </p:sp>
          <p:sp>
            <p:nvSpPr>
              <p:cNvPr id="49169" name="Oval 13"/>
              <p:cNvSpPr>
                <a:spLocks/>
              </p:cNvSpPr>
              <p:nvPr/>
            </p:nvSpPr>
            <p:spPr bwMode="auto">
              <a:xfrm>
                <a:off x="896" y="816"/>
                <a:ext cx="240" cy="240"/>
              </a:xfrm>
              <a:prstGeom prst="ellipse">
                <a:avLst/>
              </a:prstGeom>
              <a:noFill/>
              <a:ln w="12700">
                <a:solidFill>
                  <a:schemeClr val="tx1"/>
                </a:solidFill>
                <a:round/>
                <a:headEnd/>
                <a:tailEnd/>
              </a:ln>
              <a:extLst>
                <a:ext uri="{909E8E84-426E-40dd-AFC4-6F175D3DCCD1}">
                  <a14:hiddenFill xmlns:a14="http://schemas.microsoft.com/office/drawing/2010/main" xmlns="">
                    <a:solidFill>
                      <a:srgbClr val="FFFFFF"/>
                    </a:solidFill>
                  </a14:hiddenFill>
                </a:ext>
              </a:extLst>
            </p:spPr>
            <p:txBody>
              <a:bodyPr lIns="0" tIns="0" rIns="0" bIns="0"/>
              <a:lstStyle>
                <a:lvl1pPr>
                  <a:defRPr sz="2400">
                    <a:solidFill>
                      <a:srgbClr val="000000"/>
                    </a:solidFill>
                    <a:latin typeface="Times New Roman" charset="0"/>
                    <a:ea typeface="ヒラギノ明朝 ProN W3" charset="-128"/>
                    <a:sym typeface="Times New Roman" charset="0"/>
                  </a:defRPr>
                </a:lvl1pPr>
                <a:lvl2pPr marL="742950" indent="-285750">
                  <a:defRPr sz="2400">
                    <a:solidFill>
                      <a:srgbClr val="000000"/>
                    </a:solidFill>
                    <a:latin typeface="Times New Roman" charset="0"/>
                    <a:ea typeface="ヒラギノ明朝 ProN W3" charset="-128"/>
                    <a:sym typeface="Times New Roman" charset="0"/>
                  </a:defRPr>
                </a:lvl2pPr>
                <a:lvl3pPr marL="1143000" indent="-228600">
                  <a:defRPr sz="2400">
                    <a:solidFill>
                      <a:srgbClr val="000000"/>
                    </a:solidFill>
                    <a:latin typeface="Times New Roman" charset="0"/>
                    <a:ea typeface="ヒラギノ明朝 ProN W3" charset="-128"/>
                    <a:sym typeface="Times New Roman" charset="0"/>
                  </a:defRPr>
                </a:lvl3pPr>
                <a:lvl4pPr marL="1600200" indent="-228600">
                  <a:defRPr sz="2400">
                    <a:solidFill>
                      <a:srgbClr val="000000"/>
                    </a:solidFill>
                    <a:latin typeface="Times New Roman" charset="0"/>
                    <a:ea typeface="ヒラギノ明朝 ProN W3" charset="-128"/>
                    <a:sym typeface="Times New Roman" charset="0"/>
                  </a:defRPr>
                </a:lvl4pPr>
                <a:lvl5pPr marL="2057400" indent="-228600">
                  <a:defRPr sz="2400">
                    <a:solidFill>
                      <a:srgbClr val="000000"/>
                    </a:solidFill>
                    <a:latin typeface="Times New Roman" charset="0"/>
                    <a:ea typeface="ヒラギノ明朝 ProN W3" charset="-128"/>
                    <a:sym typeface="Times New Roman" charset="0"/>
                  </a:defRPr>
                </a:lvl5pPr>
                <a:lvl6pPr marL="2514600" indent="-228600" eaLnBrk="0" fontAlgn="base" hangingPunct="0">
                  <a:spcBef>
                    <a:spcPct val="0"/>
                  </a:spcBef>
                  <a:spcAft>
                    <a:spcPct val="0"/>
                  </a:spcAft>
                  <a:defRPr sz="2400">
                    <a:solidFill>
                      <a:srgbClr val="000000"/>
                    </a:solidFill>
                    <a:latin typeface="Times New Roman" charset="0"/>
                    <a:ea typeface="ヒラギノ明朝 ProN W3" charset="-128"/>
                    <a:sym typeface="Times New Roman" charset="0"/>
                  </a:defRPr>
                </a:lvl6pPr>
                <a:lvl7pPr marL="2971800" indent="-228600" eaLnBrk="0" fontAlgn="base" hangingPunct="0">
                  <a:spcBef>
                    <a:spcPct val="0"/>
                  </a:spcBef>
                  <a:spcAft>
                    <a:spcPct val="0"/>
                  </a:spcAft>
                  <a:defRPr sz="2400">
                    <a:solidFill>
                      <a:srgbClr val="000000"/>
                    </a:solidFill>
                    <a:latin typeface="Times New Roman" charset="0"/>
                    <a:ea typeface="ヒラギノ明朝 ProN W3" charset="-128"/>
                    <a:sym typeface="Times New Roman" charset="0"/>
                  </a:defRPr>
                </a:lvl7pPr>
                <a:lvl8pPr marL="3429000" indent="-228600" eaLnBrk="0" fontAlgn="base" hangingPunct="0">
                  <a:spcBef>
                    <a:spcPct val="0"/>
                  </a:spcBef>
                  <a:spcAft>
                    <a:spcPct val="0"/>
                  </a:spcAft>
                  <a:defRPr sz="2400">
                    <a:solidFill>
                      <a:srgbClr val="000000"/>
                    </a:solidFill>
                    <a:latin typeface="Times New Roman" charset="0"/>
                    <a:ea typeface="ヒラギノ明朝 ProN W3" charset="-128"/>
                    <a:sym typeface="Times New Roman" charset="0"/>
                  </a:defRPr>
                </a:lvl8pPr>
                <a:lvl9pPr marL="3886200" indent="-228600" eaLnBrk="0" fontAlgn="base" hangingPunct="0">
                  <a:spcBef>
                    <a:spcPct val="0"/>
                  </a:spcBef>
                  <a:spcAft>
                    <a:spcPct val="0"/>
                  </a:spcAft>
                  <a:defRPr sz="2400">
                    <a:solidFill>
                      <a:srgbClr val="000000"/>
                    </a:solidFill>
                    <a:latin typeface="Times New Roman" charset="0"/>
                    <a:ea typeface="ヒラギノ明朝 ProN W3" charset="-128"/>
                    <a:sym typeface="Times New Roman" charset="0"/>
                  </a:defRPr>
                </a:lvl9pPr>
              </a:lstStyle>
              <a:p>
                <a:pPr eaLnBrk="1" hangingPunct="1"/>
                <a:endParaRPr lang="fr-FR" altLang="en-US" sz="3200" b="1"/>
              </a:p>
            </p:txBody>
          </p:sp>
          <p:sp>
            <p:nvSpPr>
              <p:cNvPr id="49170" name="Oval 14"/>
              <p:cNvSpPr>
                <a:spLocks/>
              </p:cNvSpPr>
              <p:nvPr/>
            </p:nvSpPr>
            <p:spPr bwMode="auto">
              <a:xfrm>
                <a:off x="1484" y="816"/>
                <a:ext cx="240" cy="240"/>
              </a:xfrm>
              <a:prstGeom prst="ellipse">
                <a:avLst/>
              </a:prstGeom>
              <a:noFill/>
              <a:ln w="12700">
                <a:solidFill>
                  <a:schemeClr val="tx1"/>
                </a:solidFill>
                <a:round/>
                <a:headEnd/>
                <a:tailEnd/>
              </a:ln>
              <a:extLst>
                <a:ext uri="{909E8E84-426E-40dd-AFC4-6F175D3DCCD1}">
                  <a14:hiddenFill xmlns:a14="http://schemas.microsoft.com/office/drawing/2010/main" xmlns="">
                    <a:solidFill>
                      <a:srgbClr val="FFFFFF"/>
                    </a:solidFill>
                  </a14:hiddenFill>
                </a:ext>
              </a:extLst>
            </p:spPr>
            <p:txBody>
              <a:bodyPr lIns="0" tIns="0" rIns="0" bIns="0"/>
              <a:lstStyle>
                <a:lvl1pPr>
                  <a:defRPr sz="2400">
                    <a:solidFill>
                      <a:srgbClr val="000000"/>
                    </a:solidFill>
                    <a:latin typeface="Times New Roman" charset="0"/>
                    <a:ea typeface="ヒラギノ明朝 ProN W3" charset="-128"/>
                    <a:sym typeface="Times New Roman" charset="0"/>
                  </a:defRPr>
                </a:lvl1pPr>
                <a:lvl2pPr marL="742950" indent="-285750">
                  <a:defRPr sz="2400">
                    <a:solidFill>
                      <a:srgbClr val="000000"/>
                    </a:solidFill>
                    <a:latin typeface="Times New Roman" charset="0"/>
                    <a:ea typeface="ヒラギノ明朝 ProN W3" charset="-128"/>
                    <a:sym typeface="Times New Roman" charset="0"/>
                  </a:defRPr>
                </a:lvl2pPr>
                <a:lvl3pPr marL="1143000" indent="-228600">
                  <a:defRPr sz="2400">
                    <a:solidFill>
                      <a:srgbClr val="000000"/>
                    </a:solidFill>
                    <a:latin typeface="Times New Roman" charset="0"/>
                    <a:ea typeface="ヒラギノ明朝 ProN W3" charset="-128"/>
                    <a:sym typeface="Times New Roman" charset="0"/>
                  </a:defRPr>
                </a:lvl3pPr>
                <a:lvl4pPr marL="1600200" indent="-228600">
                  <a:defRPr sz="2400">
                    <a:solidFill>
                      <a:srgbClr val="000000"/>
                    </a:solidFill>
                    <a:latin typeface="Times New Roman" charset="0"/>
                    <a:ea typeface="ヒラギノ明朝 ProN W3" charset="-128"/>
                    <a:sym typeface="Times New Roman" charset="0"/>
                  </a:defRPr>
                </a:lvl4pPr>
                <a:lvl5pPr marL="2057400" indent="-228600">
                  <a:defRPr sz="2400">
                    <a:solidFill>
                      <a:srgbClr val="000000"/>
                    </a:solidFill>
                    <a:latin typeface="Times New Roman" charset="0"/>
                    <a:ea typeface="ヒラギノ明朝 ProN W3" charset="-128"/>
                    <a:sym typeface="Times New Roman" charset="0"/>
                  </a:defRPr>
                </a:lvl5pPr>
                <a:lvl6pPr marL="2514600" indent="-228600" eaLnBrk="0" fontAlgn="base" hangingPunct="0">
                  <a:spcBef>
                    <a:spcPct val="0"/>
                  </a:spcBef>
                  <a:spcAft>
                    <a:spcPct val="0"/>
                  </a:spcAft>
                  <a:defRPr sz="2400">
                    <a:solidFill>
                      <a:srgbClr val="000000"/>
                    </a:solidFill>
                    <a:latin typeface="Times New Roman" charset="0"/>
                    <a:ea typeface="ヒラギノ明朝 ProN W3" charset="-128"/>
                    <a:sym typeface="Times New Roman" charset="0"/>
                  </a:defRPr>
                </a:lvl6pPr>
                <a:lvl7pPr marL="2971800" indent="-228600" eaLnBrk="0" fontAlgn="base" hangingPunct="0">
                  <a:spcBef>
                    <a:spcPct val="0"/>
                  </a:spcBef>
                  <a:spcAft>
                    <a:spcPct val="0"/>
                  </a:spcAft>
                  <a:defRPr sz="2400">
                    <a:solidFill>
                      <a:srgbClr val="000000"/>
                    </a:solidFill>
                    <a:latin typeface="Times New Roman" charset="0"/>
                    <a:ea typeface="ヒラギノ明朝 ProN W3" charset="-128"/>
                    <a:sym typeface="Times New Roman" charset="0"/>
                  </a:defRPr>
                </a:lvl7pPr>
                <a:lvl8pPr marL="3429000" indent="-228600" eaLnBrk="0" fontAlgn="base" hangingPunct="0">
                  <a:spcBef>
                    <a:spcPct val="0"/>
                  </a:spcBef>
                  <a:spcAft>
                    <a:spcPct val="0"/>
                  </a:spcAft>
                  <a:defRPr sz="2400">
                    <a:solidFill>
                      <a:srgbClr val="000000"/>
                    </a:solidFill>
                    <a:latin typeface="Times New Roman" charset="0"/>
                    <a:ea typeface="ヒラギノ明朝 ProN W3" charset="-128"/>
                    <a:sym typeface="Times New Roman" charset="0"/>
                  </a:defRPr>
                </a:lvl8pPr>
                <a:lvl9pPr marL="3886200" indent="-228600" eaLnBrk="0" fontAlgn="base" hangingPunct="0">
                  <a:spcBef>
                    <a:spcPct val="0"/>
                  </a:spcBef>
                  <a:spcAft>
                    <a:spcPct val="0"/>
                  </a:spcAft>
                  <a:defRPr sz="2400">
                    <a:solidFill>
                      <a:srgbClr val="000000"/>
                    </a:solidFill>
                    <a:latin typeface="Times New Roman" charset="0"/>
                    <a:ea typeface="ヒラギノ明朝 ProN W3" charset="-128"/>
                    <a:sym typeface="Times New Roman" charset="0"/>
                  </a:defRPr>
                </a:lvl9pPr>
              </a:lstStyle>
              <a:p>
                <a:pPr eaLnBrk="1" hangingPunct="1"/>
                <a:endParaRPr lang="fr-FR" altLang="en-US" sz="3200" b="1"/>
              </a:p>
            </p:txBody>
          </p:sp>
          <p:sp>
            <p:nvSpPr>
              <p:cNvPr id="49171" name="Rectangle 15"/>
              <p:cNvSpPr>
                <a:spLocks/>
              </p:cNvSpPr>
              <p:nvPr/>
            </p:nvSpPr>
            <p:spPr bwMode="auto">
              <a:xfrm>
                <a:off x="974" y="849"/>
                <a:ext cx="123" cy="18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a:solidFill>
                      <a:srgbClr val="000000"/>
                    </a:solidFill>
                    <a:miter lim="800000"/>
                    <a:headEnd/>
                    <a:tailEnd/>
                  </a14:hiddenLine>
                </a:ext>
              </a:extLst>
            </p:spPr>
            <p:txBody>
              <a:bodyPr wrap="none" lIns="0" tIns="0" rIns="40639" bIns="0">
                <a:spAutoFit/>
              </a:bodyPr>
              <a:lstStyle>
                <a:lvl1pPr marL="39688">
                  <a:defRPr sz="2400">
                    <a:solidFill>
                      <a:srgbClr val="000000"/>
                    </a:solidFill>
                    <a:latin typeface="Times New Roman" charset="0"/>
                    <a:ea typeface="ヒラギノ明朝 ProN W3" charset="-128"/>
                    <a:sym typeface="Times New Roman" charset="0"/>
                  </a:defRPr>
                </a:lvl1pPr>
                <a:lvl2pPr marL="742950" indent="-285750">
                  <a:defRPr sz="2400">
                    <a:solidFill>
                      <a:srgbClr val="000000"/>
                    </a:solidFill>
                    <a:latin typeface="Times New Roman" charset="0"/>
                    <a:ea typeface="ヒラギノ明朝 ProN W3" charset="-128"/>
                    <a:sym typeface="Times New Roman" charset="0"/>
                  </a:defRPr>
                </a:lvl2pPr>
                <a:lvl3pPr marL="1143000" indent="-228600">
                  <a:defRPr sz="2400">
                    <a:solidFill>
                      <a:srgbClr val="000000"/>
                    </a:solidFill>
                    <a:latin typeface="Times New Roman" charset="0"/>
                    <a:ea typeface="ヒラギノ明朝 ProN W3" charset="-128"/>
                    <a:sym typeface="Times New Roman" charset="0"/>
                  </a:defRPr>
                </a:lvl3pPr>
                <a:lvl4pPr marL="1600200" indent="-228600">
                  <a:defRPr sz="2400">
                    <a:solidFill>
                      <a:srgbClr val="000000"/>
                    </a:solidFill>
                    <a:latin typeface="Times New Roman" charset="0"/>
                    <a:ea typeface="ヒラギノ明朝 ProN W3" charset="-128"/>
                    <a:sym typeface="Times New Roman" charset="0"/>
                  </a:defRPr>
                </a:lvl4pPr>
                <a:lvl5pPr marL="2057400" indent="-228600">
                  <a:defRPr sz="2400">
                    <a:solidFill>
                      <a:srgbClr val="000000"/>
                    </a:solidFill>
                    <a:latin typeface="Times New Roman" charset="0"/>
                    <a:ea typeface="ヒラギノ明朝 ProN W3" charset="-128"/>
                    <a:sym typeface="Times New Roman" charset="0"/>
                  </a:defRPr>
                </a:lvl5pPr>
                <a:lvl6pPr marL="2514600" indent="-228600" eaLnBrk="0" fontAlgn="base" hangingPunct="0">
                  <a:spcBef>
                    <a:spcPct val="0"/>
                  </a:spcBef>
                  <a:spcAft>
                    <a:spcPct val="0"/>
                  </a:spcAft>
                  <a:defRPr sz="2400">
                    <a:solidFill>
                      <a:srgbClr val="000000"/>
                    </a:solidFill>
                    <a:latin typeface="Times New Roman" charset="0"/>
                    <a:ea typeface="ヒラギノ明朝 ProN W3" charset="-128"/>
                    <a:sym typeface="Times New Roman" charset="0"/>
                  </a:defRPr>
                </a:lvl6pPr>
                <a:lvl7pPr marL="2971800" indent="-228600" eaLnBrk="0" fontAlgn="base" hangingPunct="0">
                  <a:spcBef>
                    <a:spcPct val="0"/>
                  </a:spcBef>
                  <a:spcAft>
                    <a:spcPct val="0"/>
                  </a:spcAft>
                  <a:defRPr sz="2400">
                    <a:solidFill>
                      <a:srgbClr val="000000"/>
                    </a:solidFill>
                    <a:latin typeface="Times New Roman" charset="0"/>
                    <a:ea typeface="ヒラギノ明朝 ProN W3" charset="-128"/>
                    <a:sym typeface="Times New Roman" charset="0"/>
                  </a:defRPr>
                </a:lvl7pPr>
                <a:lvl8pPr marL="3429000" indent="-228600" eaLnBrk="0" fontAlgn="base" hangingPunct="0">
                  <a:spcBef>
                    <a:spcPct val="0"/>
                  </a:spcBef>
                  <a:spcAft>
                    <a:spcPct val="0"/>
                  </a:spcAft>
                  <a:defRPr sz="2400">
                    <a:solidFill>
                      <a:srgbClr val="000000"/>
                    </a:solidFill>
                    <a:latin typeface="Times New Roman" charset="0"/>
                    <a:ea typeface="ヒラギノ明朝 ProN W3" charset="-128"/>
                    <a:sym typeface="Times New Roman" charset="0"/>
                  </a:defRPr>
                </a:lvl8pPr>
                <a:lvl9pPr marL="3886200" indent="-228600" eaLnBrk="0" fontAlgn="base" hangingPunct="0">
                  <a:spcBef>
                    <a:spcPct val="0"/>
                  </a:spcBef>
                  <a:spcAft>
                    <a:spcPct val="0"/>
                  </a:spcAft>
                  <a:defRPr sz="2400">
                    <a:solidFill>
                      <a:srgbClr val="000000"/>
                    </a:solidFill>
                    <a:latin typeface="Times New Roman" charset="0"/>
                    <a:ea typeface="ヒラギノ明朝 ProN W3" charset="-128"/>
                    <a:sym typeface="Times New Roman" charset="0"/>
                  </a:defRPr>
                </a:lvl9pPr>
              </a:lstStyle>
              <a:p>
                <a:pPr eaLnBrk="1" hangingPunct="1"/>
                <a:r>
                  <a:rPr lang="en-US" altLang="en-US" b="1">
                    <a:solidFill>
                      <a:schemeClr val="tx1"/>
                    </a:solidFill>
                    <a:latin typeface="Arial" charset="0"/>
                    <a:sym typeface="Arial" charset="0"/>
                  </a:rPr>
                  <a:t>7</a:t>
                </a:r>
              </a:p>
            </p:txBody>
          </p:sp>
          <p:sp>
            <p:nvSpPr>
              <p:cNvPr id="49172" name="Rectangle 16"/>
              <p:cNvSpPr>
                <a:spLocks/>
              </p:cNvSpPr>
              <p:nvPr/>
            </p:nvSpPr>
            <p:spPr bwMode="auto">
              <a:xfrm>
                <a:off x="1541" y="858"/>
                <a:ext cx="123" cy="18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a:solidFill>
                      <a:srgbClr val="000000"/>
                    </a:solidFill>
                    <a:miter lim="800000"/>
                    <a:headEnd/>
                    <a:tailEnd/>
                  </a14:hiddenLine>
                </a:ext>
              </a:extLst>
            </p:spPr>
            <p:txBody>
              <a:bodyPr wrap="none" lIns="0" tIns="0" rIns="40639" bIns="0">
                <a:spAutoFit/>
              </a:bodyPr>
              <a:lstStyle>
                <a:lvl1pPr marL="39688">
                  <a:defRPr sz="2400">
                    <a:solidFill>
                      <a:srgbClr val="000000"/>
                    </a:solidFill>
                    <a:latin typeface="Times New Roman" charset="0"/>
                    <a:ea typeface="ヒラギノ明朝 ProN W3" charset="-128"/>
                    <a:sym typeface="Times New Roman" charset="0"/>
                  </a:defRPr>
                </a:lvl1pPr>
                <a:lvl2pPr marL="742950" indent="-285750">
                  <a:defRPr sz="2400">
                    <a:solidFill>
                      <a:srgbClr val="000000"/>
                    </a:solidFill>
                    <a:latin typeface="Times New Roman" charset="0"/>
                    <a:ea typeface="ヒラギノ明朝 ProN W3" charset="-128"/>
                    <a:sym typeface="Times New Roman" charset="0"/>
                  </a:defRPr>
                </a:lvl2pPr>
                <a:lvl3pPr marL="1143000" indent="-228600">
                  <a:defRPr sz="2400">
                    <a:solidFill>
                      <a:srgbClr val="000000"/>
                    </a:solidFill>
                    <a:latin typeface="Times New Roman" charset="0"/>
                    <a:ea typeface="ヒラギノ明朝 ProN W3" charset="-128"/>
                    <a:sym typeface="Times New Roman" charset="0"/>
                  </a:defRPr>
                </a:lvl3pPr>
                <a:lvl4pPr marL="1600200" indent="-228600">
                  <a:defRPr sz="2400">
                    <a:solidFill>
                      <a:srgbClr val="000000"/>
                    </a:solidFill>
                    <a:latin typeface="Times New Roman" charset="0"/>
                    <a:ea typeface="ヒラギノ明朝 ProN W3" charset="-128"/>
                    <a:sym typeface="Times New Roman" charset="0"/>
                  </a:defRPr>
                </a:lvl4pPr>
                <a:lvl5pPr marL="2057400" indent="-228600">
                  <a:defRPr sz="2400">
                    <a:solidFill>
                      <a:srgbClr val="000000"/>
                    </a:solidFill>
                    <a:latin typeface="Times New Roman" charset="0"/>
                    <a:ea typeface="ヒラギノ明朝 ProN W3" charset="-128"/>
                    <a:sym typeface="Times New Roman" charset="0"/>
                  </a:defRPr>
                </a:lvl5pPr>
                <a:lvl6pPr marL="2514600" indent="-228600" eaLnBrk="0" fontAlgn="base" hangingPunct="0">
                  <a:spcBef>
                    <a:spcPct val="0"/>
                  </a:spcBef>
                  <a:spcAft>
                    <a:spcPct val="0"/>
                  </a:spcAft>
                  <a:defRPr sz="2400">
                    <a:solidFill>
                      <a:srgbClr val="000000"/>
                    </a:solidFill>
                    <a:latin typeface="Times New Roman" charset="0"/>
                    <a:ea typeface="ヒラギノ明朝 ProN W3" charset="-128"/>
                    <a:sym typeface="Times New Roman" charset="0"/>
                  </a:defRPr>
                </a:lvl6pPr>
                <a:lvl7pPr marL="2971800" indent="-228600" eaLnBrk="0" fontAlgn="base" hangingPunct="0">
                  <a:spcBef>
                    <a:spcPct val="0"/>
                  </a:spcBef>
                  <a:spcAft>
                    <a:spcPct val="0"/>
                  </a:spcAft>
                  <a:defRPr sz="2400">
                    <a:solidFill>
                      <a:srgbClr val="000000"/>
                    </a:solidFill>
                    <a:latin typeface="Times New Roman" charset="0"/>
                    <a:ea typeface="ヒラギノ明朝 ProN W3" charset="-128"/>
                    <a:sym typeface="Times New Roman" charset="0"/>
                  </a:defRPr>
                </a:lvl7pPr>
                <a:lvl8pPr marL="3429000" indent="-228600" eaLnBrk="0" fontAlgn="base" hangingPunct="0">
                  <a:spcBef>
                    <a:spcPct val="0"/>
                  </a:spcBef>
                  <a:spcAft>
                    <a:spcPct val="0"/>
                  </a:spcAft>
                  <a:defRPr sz="2400">
                    <a:solidFill>
                      <a:srgbClr val="000000"/>
                    </a:solidFill>
                    <a:latin typeface="Times New Roman" charset="0"/>
                    <a:ea typeface="ヒラギノ明朝 ProN W3" charset="-128"/>
                    <a:sym typeface="Times New Roman" charset="0"/>
                  </a:defRPr>
                </a:lvl8pPr>
                <a:lvl9pPr marL="3886200" indent="-228600" eaLnBrk="0" fontAlgn="base" hangingPunct="0">
                  <a:spcBef>
                    <a:spcPct val="0"/>
                  </a:spcBef>
                  <a:spcAft>
                    <a:spcPct val="0"/>
                  </a:spcAft>
                  <a:defRPr sz="2400">
                    <a:solidFill>
                      <a:srgbClr val="000000"/>
                    </a:solidFill>
                    <a:latin typeface="Times New Roman" charset="0"/>
                    <a:ea typeface="ヒラギノ明朝 ProN W3" charset="-128"/>
                    <a:sym typeface="Times New Roman" charset="0"/>
                  </a:defRPr>
                </a:lvl9pPr>
              </a:lstStyle>
              <a:p>
                <a:pPr eaLnBrk="1" hangingPunct="1"/>
                <a:r>
                  <a:rPr lang="en-US" altLang="en-US" b="1" dirty="0">
                    <a:solidFill>
                      <a:schemeClr val="tx1"/>
                    </a:solidFill>
                    <a:latin typeface="Arial" charset="0"/>
                    <a:sym typeface="Arial" charset="0"/>
                  </a:rPr>
                  <a:t>9</a:t>
                </a:r>
              </a:p>
            </p:txBody>
          </p:sp>
          <p:sp>
            <p:nvSpPr>
              <p:cNvPr id="49173" name="Line 17"/>
              <p:cNvSpPr>
                <a:spLocks noChangeShapeType="1"/>
              </p:cNvSpPr>
              <p:nvPr/>
            </p:nvSpPr>
            <p:spPr bwMode="auto">
              <a:xfrm flipH="1">
                <a:off x="1088" y="624"/>
                <a:ext cx="144" cy="240"/>
              </a:xfrm>
              <a:prstGeom prst="line">
                <a:avLst/>
              </a:prstGeom>
              <a:noFill/>
              <a:ln w="12700">
                <a:solidFill>
                  <a:schemeClr val="tx1"/>
                </a:solidFill>
                <a:round/>
                <a:headEnd/>
                <a:tailEnd type="triangle" w="med" len="med"/>
              </a:ln>
              <a:extLst>
                <a:ext uri="{909E8E84-426E-40dd-AFC4-6F175D3DCCD1}">
                  <a14:hiddenFill xmlns:a14="http://schemas.microsoft.com/office/drawing/2010/main" xmlns="">
                    <a:noFill/>
                  </a14:hiddenFill>
                </a:ext>
              </a:extLst>
            </p:spPr>
            <p:txBody>
              <a:bodyPr/>
              <a:lstStyle/>
              <a:p>
                <a:endParaRPr lang="en-US" sz="3200" b="1"/>
              </a:p>
            </p:txBody>
          </p:sp>
          <p:sp>
            <p:nvSpPr>
              <p:cNvPr id="49174" name="Line 18"/>
              <p:cNvSpPr>
                <a:spLocks noChangeShapeType="1"/>
              </p:cNvSpPr>
              <p:nvPr/>
            </p:nvSpPr>
            <p:spPr bwMode="auto">
              <a:xfrm>
                <a:off x="1406" y="636"/>
                <a:ext cx="144" cy="192"/>
              </a:xfrm>
              <a:prstGeom prst="line">
                <a:avLst/>
              </a:prstGeom>
              <a:noFill/>
              <a:ln w="12700">
                <a:solidFill>
                  <a:schemeClr val="tx1"/>
                </a:solidFill>
                <a:round/>
                <a:headEnd/>
                <a:tailEnd type="triangle" w="med" len="med"/>
              </a:ln>
              <a:extLst>
                <a:ext uri="{909E8E84-426E-40dd-AFC4-6F175D3DCCD1}">
                  <a14:hiddenFill xmlns:a14="http://schemas.microsoft.com/office/drawing/2010/main" xmlns="">
                    <a:noFill/>
                  </a14:hiddenFill>
                </a:ext>
              </a:extLst>
            </p:spPr>
            <p:txBody>
              <a:bodyPr/>
              <a:lstStyle/>
              <a:p>
                <a:endParaRPr lang="en-US" sz="3200" b="1"/>
              </a:p>
            </p:txBody>
          </p:sp>
          <p:sp>
            <p:nvSpPr>
              <p:cNvPr id="49175" name="Oval 19"/>
              <p:cNvSpPr>
                <a:spLocks/>
              </p:cNvSpPr>
              <p:nvPr/>
            </p:nvSpPr>
            <p:spPr bwMode="auto">
              <a:xfrm>
                <a:off x="704" y="0"/>
                <a:ext cx="240" cy="240"/>
              </a:xfrm>
              <a:prstGeom prst="ellipse">
                <a:avLst/>
              </a:prstGeom>
              <a:noFill/>
              <a:ln w="12700">
                <a:solidFill>
                  <a:schemeClr val="tx1"/>
                </a:solidFill>
                <a:round/>
                <a:headEnd/>
                <a:tailEnd/>
              </a:ln>
              <a:extLst>
                <a:ext uri="{909E8E84-426E-40dd-AFC4-6F175D3DCCD1}">
                  <a14:hiddenFill xmlns:a14="http://schemas.microsoft.com/office/drawing/2010/main" xmlns="">
                    <a:solidFill>
                      <a:srgbClr val="FFFFFF"/>
                    </a:solidFill>
                  </a14:hiddenFill>
                </a:ext>
              </a:extLst>
            </p:spPr>
            <p:txBody>
              <a:bodyPr lIns="0" tIns="0" rIns="0" bIns="0"/>
              <a:lstStyle>
                <a:lvl1pPr>
                  <a:defRPr sz="2400">
                    <a:solidFill>
                      <a:srgbClr val="000000"/>
                    </a:solidFill>
                    <a:latin typeface="Times New Roman" charset="0"/>
                    <a:ea typeface="ヒラギノ明朝 ProN W3" charset="-128"/>
                    <a:sym typeface="Times New Roman" charset="0"/>
                  </a:defRPr>
                </a:lvl1pPr>
                <a:lvl2pPr marL="742950" indent="-285750">
                  <a:defRPr sz="2400">
                    <a:solidFill>
                      <a:srgbClr val="000000"/>
                    </a:solidFill>
                    <a:latin typeface="Times New Roman" charset="0"/>
                    <a:ea typeface="ヒラギノ明朝 ProN W3" charset="-128"/>
                    <a:sym typeface="Times New Roman" charset="0"/>
                  </a:defRPr>
                </a:lvl2pPr>
                <a:lvl3pPr marL="1143000" indent="-228600">
                  <a:defRPr sz="2400">
                    <a:solidFill>
                      <a:srgbClr val="000000"/>
                    </a:solidFill>
                    <a:latin typeface="Times New Roman" charset="0"/>
                    <a:ea typeface="ヒラギノ明朝 ProN W3" charset="-128"/>
                    <a:sym typeface="Times New Roman" charset="0"/>
                  </a:defRPr>
                </a:lvl3pPr>
                <a:lvl4pPr marL="1600200" indent="-228600">
                  <a:defRPr sz="2400">
                    <a:solidFill>
                      <a:srgbClr val="000000"/>
                    </a:solidFill>
                    <a:latin typeface="Times New Roman" charset="0"/>
                    <a:ea typeface="ヒラギノ明朝 ProN W3" charset="-128"/>
                    <a:sym typeface="Times New Roman" charset="0"/>
                  </a:defRPr>
                </a:lvl4pPr>
                <a:lvl5pPr marL="2057400" indent="-228600">
                  <a:defRPr sz="2400">
                    <a:solidFill>
                      <a:srgbClr val="000000"/>
                    </a:solidFill>
                    <a:latin typeface="Times New Roman" charset="0"/>
                    <a:ea typeface="ヒラギノ明朝 ProN W3" charset="-128"/>
                    <a:sym typeface="Times New Roman" charset="0"/>
                  </a:defRPr>
                </a:lvl5pPr>
                <a:lvl6pPr marL="2514600" indent="-228600" eaLnBrk="0" fontAlgn="base" hangingPunct="0">
                  <a:spcBef>
                    <a:spcPct val="0"/>
                  </a:spcBef>
                  <a:spcAft>
                    <a:spcPct val="0"/>
                  </a:spcAft>
                  <a:defRPr sz="2400">
                    <a:solidFill>
                      <a:srgbClr val="000000"/>
                    </a:solidFill>
                    <a:latin typeface="Times New Roman" charset="0"/>
                    <a:ea typeface="ヒラギノ明朝 ProN W3" charset="-128"/>
                    <a:sym typeface="Times New Roman" charset="0"/>
                  </a:defRPr>
                </a:lvl6pPr>
                <a:lvl7pPr marL="2971800" indent="-228600" eaLnBrk="0" fontAlgn="base" hangingPunct="0">
                  <a:spcBef>
                    <a:spcPct val="0"/>
                  </a:spcBef>
                  <a:spcAft>
                    <a:spcPct val="0"/>
                  </a:spcAft>
                  <a:defRPr sz="2400">
                    <a:solidFill>
                      <a:srgbClr val="000000"/>
                    </a:solidFill>
                    <a:latin typeface="Times New Roman" charset="0"/>
                    <a:ea typeface="ヒラギノ明朝 ProN W3" charset="-128"/>
                    <a:sym typeface="Times New Roman" charset="0"/>
                  </a:defRPr>
                </a:lvl7pPr>
                <a:lvl8pPr marL="3429000" indent="-228600" eaLnBrk="0" fontAlgn="base" hangingPunct="0">
                  <a:spcBef>
                    <a:spcPct val="0"/>
                  </a:spcBef>
                  <a:spcAft>
                    <a:spcPct val="0"/>
                  </a:spcAft>
                  <a:defRPr sz="2400">
                    <a:solidFill>
                      <a:srgbClr val="000000"/>
                    </a:solidFill>
                    <a:latin typeface="Times New Roman" charset="0"/>
                    <a:ea typeface="ヒラギノ明朝 ProN W3" charset="-128"/>
                    <a:sym typeface="Times New Roman" charset="0"/>
                  </a:defRPr>
                </a:lvl8pPr>
                <a:lvl9pPr marL="3886200" indent="-228600" eaLnBrk="0" fontAlgn="base" hangingPunct="0">
                  <a:spcBef>
                    <a:spcPct val="0"/>
                  </a:spcBef>
                  <a:spcAft>
                    <a:spcPct val="0"/>
                  </a:spcAft>
                  <a:defRPr sz="2400">
                    <a:solidFill>
                      <a:srgbClr val="000000"/>
                    </a:solidFill>
                    <a:latin typeface="Times New Roman" charset="0"/>
                    <a:ea typeface="ヒラギノ明朝 ProN W3" charset="-128"/>
                    <a:sym typeface="Times New Roman" charset="0"/>
                  </a:defRPr>
                </a:lvl9pPr>
              </a:lstStyle>
              <a:p>
                <a:pPr eaLnBrk="1" hangingPunct="1"/>
                <a:endParaRPr lang="fr-FR" altLang="en-US" sz="3200" b="1"/>
              </a:p>
            </p:txBody>
          </p:sp>
          <p:sp>
            <p:nvSpPr>
              <p:cNvPr id="49176" name="Line 20"/>
              <p:cNvSpPr>
                <a:spLocks noChangeShapeType="1"/>
              </p:cNvSpPr>
              <p:nvPr/>
            </p:nvSpPr>
            <p:spPr bwMode="auto">
              <a:xfrm flipH="1">
                <a:off x="494" y="192"/>
                <a:ext cx="240" cy="240"/>
              </a:xfrm>
              <a:prstGeom prst="line">
                <a:avLst/>
              </a:prstGeom>
              <a:noFill/>
              <a:ln w="12700">
                <a:solidFill>
                  <a:schemeClr val="tx1"/>
                </a:solidFill>
                <a:round/>
                <a:headEnd/>
                <a:tailEnd type="triangle" w="med" len="med"/>
              </a:ln>
              <a:extLst>
                <a:ext uri="{909E8E84-426E-40dd-AFC4-6F175D3DCCD1}">
                  <a14:hiddenFill xmlns:a14="http://schemas.microsoft.com/office/drawing/2010/main" xmlns="">
                    <a:noFill/>
                  </a14:hiddenFill>
                </a:ext>
              </a:extLst>
            </p:spPr>
            <p:txBody>
              <a:bodyPr/>
              <a:lstStyle/>
              <a:p>
                <a:endParaRPr lang="en-US" sz="3200" b="1"/>
              </a:p>
            </p:txBody>
          </p:sp>
          <p:sp>
            <p:nvSpPr>
              <p:cNvPr id="49177" name="Line 21"/>
              <p:cNvSpPr>
                <a:spLocks noChangeShapeType="1"/>
              </p:cNvSpPr>
              <p:nvPr/>
            </p:nvSpPr>
            <p:spPr bwMode="auto">
              <a:xfrm>
                <a:off x="926" y="191"/>
                <a:ext cx="336" cy="241"/>
              </a:xfrm>
              <a:prstGeom prst="line">
                <a:avLst/>
              </a:prstGeom>
              <a:noFill/>
              <a:ln w="12700">
                <a:solidFill>
                  <a:schemeClr val="tx1"/>
                </a:solidFill>
                <a:round/>
                <a:headEnd/>
                <a:tailEnd type="triangle" w="med" len="med"/>
              </a:ln>
              <a:extLst>
                <a:ext uri="{909E8E84-426E-40dd-AFC4-6F175D3DCCD1}">
                  <a14:hiddenFill xmlns:a14="http://schemas.microsoft.com/office/drawing/2010/main" xmlns="">
                    <a:noFill/>
                  </a14:hiddenFill>
                </a:ext>
              </a:extLst>
            </p:spPr>
            <p:txBody>
              <a:bodyPr/>
              <a:lstStyle/>
              <a:p>
                <a:endParaRPr lang="en-US" sz="3200" b="1"/>
              </a:p>
            </p:txBody>
          </p:sp>
          <p:sp>
            <p:nvSpPr>
              <p:cNvPr id="49178" name="Rectangle 22"/>
              <p:cNvSpPr>
                <a:spLocks/>
              </p:cNvSpPr>
              <p:nvPr/>
            </p:nvSpPr>
            <p:spPr bwMode="auto">
              <a:xfrm>
                <a:off x="760" y="33"/>
                <a:ext cx="123" cy="18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a:solidFill>
                      <a:srgbClr val="000000"/>
                    </a:solidFill>
                    <a:miter lim="800000"/>
                    <a:headEnd/>
                    <a:tailEnd/>
                  </a14:hiddenLine>
                </a:ext>
              </a:extLst>
            </p:spPr>
            <p:txBody>
              <a:bodyPr wrap="none" lIns="0" tIns="0" rIns="40639" bIns="0">
                <a:spAutoFit/>
              </a:bodyPr>
              <a:lstStyle>
                <a:lvl1pPr marL="39688">
                  <a:defRPr sz="2400">
                    <a:solidFill>
                      <a:srgbClr val="000000"/>
                    </a:solidFill>
                    <a:latin typeface="Times New Roman" charset="0"/>
                    <a:ea typeface="ヒラギノ明朝 ProN W3" charset="-128"/>
                    <a:sym typeface="Times New Roman" charset="0"/>
                  </a:defRPr>
                </a:lvl1pPr>
                <a:lvl2pPr marL="742950" indent="-285750">
                  <a:defRPr sz="2400">
                    <a:solidFill>
                      <a:srgbClr val="000000"/>
                    </a:solidFill>
                    <a:latin typeface="Times New Roman" charset="0"/>
                    <a:ea typeface="ヒラギノ明朝 ProN W3" charset="-128"/>
                    <a:sym typeface="Times New Roman" charset="0"/>
                  </a:defRPr>
                </a:lvl2pPr>
                <a:lvl3pPr marL="1143000" indent="-228600">
                  <a:defRPr sz="2400">
                    <a:solidFill>
                      <a:srgbClr val="000000"/>
                    </a:solidFill>
                    <a:latin typeface="Times New Roman" charset="0"/>
                    <a:ea typeface="ヒラギノ明朝 ProN W3" charset="-128"/>
                    <a:sym typeface="Times New Roman" charset="0"/>
                  </a:defRPr>
                </a:lvl3pPr>
                <a:lvl4pPr marL="1600200" indent="-228600">
                  <a:defRPr sz="2400">
                    <a:solidFill>
                      <a:srgbClr val="000000"/>
                    </a:solidFill>
                    <a:latin typeface="Times New Roman" charset="0"/>
                    <a:ea typeface="ヒラギノ明朝 ProN W3" charset="-128"/>
                    <a:sym typeface="Times New Roman" charset="0"/>
                  </a:defRPr>
                </a:lvl4pPr>
                <a:lvl5pPr marL="2057400" indent="-228600">
                  <a:defRPr sz="2400">
                    <a:solidFill>
                      <a:srgbClr val="000000"/>
                    </a:solidFill>
                    <a:latin typeface="Times New Roman" charset="0"/>
                    <a:ea typeface="ヒラギノ明朝 ProN W3" charset="-128"/>
                    <a:sym typeface="Times New Roman" charset="0"/>
                  </a:defRPr>
                </a:lvl5pPr>
                <a:lvl6pPr marL="2514600" indent="-228600" eaLnBrk="0" fontAlgn="base" hangingPunct="0">
                  <a:spcBef>
                    <a:spcPct val="0"/>
                  </a:spcBef>
                  <a:spcAft>
                    <a:spcPct val="0"/>
                  </a:spcAft>
                  <a:defRPr sz="2400">
                    <a:solidFill>
                      <a:srgbClr val="000000"/>
                    </a:solidFill>
                    <a:latin typeface="Times New Roman" charset="0"/>
                    <a:ea typeface="ヒラギノ明朝 ProN W3" charset="-128"/>
                    <a:sym typeface="Times New Roman" charset="0"/>
                  </a:defRPr>
                </a:lvl6pPr>
                <a:lvl7pPr marL="2971800" indent="-228600" eaLnBrk="0" fontAlgn="base" hangingPunct="0">
                  <a:spcBef>
                    <a:spcPct val="0"/>
                  </a:spcBef>
                  <a:spcAft>
                    <a:spcPct val="0"/>
                  </a:spcAft>
                  <a:defRPr sz="2400">
                    <a:solidFill>
                      <a:srgbClr val="000000"/>
                    </a:solidFill>
                    <a:latin typeface="Times New Roman" charset="0"/>
                    <a:ea typeface="ヒラギノ明朝 ProN W3" charset="-128"/>
                    <a:sym typeface="Times New Roman" charset="0"/>
                  </a:defRPr>
                </a:lvl7pPr>
                <a:lvl8pPr marL="3429000" indent="-228600" eaLnBrk="0" fontAlgn="base" hangingPunct="0">
                  <a:spcBef>
                    <a:spcPct val="0"/>
                  </a:spcBef>
                  <a:spcAft>
                    <a:spcPct val="0"/>
                  </a:spcAft>
                  <a:defRPr sz="2400">
                    <a:solidFill>
                      <a:srgbClr val="000000"/>
                    </a:solidFill>
                    <a:latin typeface="Times New Roman" charset="0"/>
                    <a:ea typeface="ヒラギノ明朝 ProN W3" charset="-128"/>
                    <a:sym typeface="Times New Roman" charset="0"/>
                  </a:defRPr>
                </a:lvl8pPr>
                <a:lvl9pPr marL="3886200" indent="-228600" eaLnBrk="0" fontAlgn="base" hangingPunct="0">
                  <a:spcBef>
                    <a:spcPct val="0"/>
                  </a:spcBef>
                  <a:spcAft>
                    <a:spcPct val="0"/>
                  </a:spcAft>
                  <a:defRPr sz="2400">
                    <a:solidFill>
                      <a:srgbClr val="000000"/>
                    </a:solidFill>
                    <a:latin typeface="Times New Roman" charset="0"/>
                    <a:ea typeface="ヒラギノ明朝 ProN W3" charset="-128"/>
                    <a:sym typeface="Times New Roman" charset="0"/>
                  </a:defRPr>
                </a:lvl9pPr>
              </a:lstStyle>
              <a:p>
                <a:pPr eaLnBrk="1" hangingPunct="1"/>
                <a:r>
                  <a:rPr lang="en-US" altLang="en-US" b="1" dirty="0">
                    <a:solidFill>
                      <a:schemeClr val="tx1"/>
                    </a:solidFill>
                    <a:latin typeface="Arial" charset="0"/>
                    <a:sym typeface="Arial" charset="0"/>
                  </a:rPr>
                  <a:t>5</a:t>
                </a:r>
              </a:p>
            </p:txBody>
          </p:sp>
          <p:sp>
            <p:nvSpPr>
              <p:cNvPr id="49179" name="Rectangle 23"/>
              <p:cNvSpPr>
                <a:spLocks/>
              </p:cNvSpPr>
              <p:nvPr/>
            </p:nvSpPr>
            <p:spPr bwMode="auto">
              <a:xfrm>
                <a:off x="1254" y="474"/>
                <a:ext cx="123" cy="18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a:solidFill>
                      <a:srgbClr val="000000"/>
                    </a:solidFill>
                    <a:miter lim="800000"/>
                    <a:headEnd/>
                    <a:tailEnd/>
                  </a14:hiddenLine>
                </a:ext>
              </a:extLst>
            </p:spPr>
            <p:txBody>
              <a:bodyPr wrap="none" lIns="0" tIns="0" rIns="40639" bIns="0">
                <a:spAutoFit/>
              </a:bodyPr>
              <a:lstStyle>
                <a:lvl1pPr marL="39688">
                  <a:defRPr sz="2400">
                    <a:solidFill>
                      <a:srgbClr val="000000"/>
                    </a:solidFill>
                    <a:latin typeface="Times New Roman" charset="0"/>
                    <a:ea typeface="ヒラギノ明朝 ProN W3" charset="-128"/>
                    <a:sym typeface="Times New Roman" charset="0"/>
                  </a:defRPr>
                </a:lvl1pPr>
                <a:lvl2pPr marL="742950" indent="-285750">
                  <a:defRPr sz="2400">
                    <a:solidFill>
                      <a:srgbClr val="000000"/>
                    </a:solidFill>
                    <a:latin typeface="Times New Roman" charset="0"/>
                    <a:ea typeface="ヒラギノ明朝 ProN W3" charset="-128"/>
                    <a:sym typeface="Times New Roman" charset="0"/>
                  </a:defRPr>
                </a:lvl2pPr>
                <a:lvl3pPr marL="1143000" indent="-228600">
                  <a:defRPr sz="2400">
                    <a:solidFill>
                      <a:srgbClr val="000000"/>
                    </a:solidFill>
                    <a:latin typeface="Times New Roman" charset="0"/>
                    <a:ea typeface="ヒラギノ明朝 ProN W3" charset="-128"/>
                    <a:sym typeface="Times New Roman" charset="0"/>
                  </a:defRPr>
                </a:lvl3pPr>
                <a:lvl4pPr marL="1600200" indent="-228600">
                  <a:defRPr sz="2400">
                    <a:solidFill>
                      <a:srgbClr val="000000"/>
                    </a:solidFill>
                    <a:latin typeface="Times New Roman" charset="0"/>
                    <a:ea typeface="ヒラギノ明朝 ProN W3" charset="-128"/>
                    <a:sym typeface="Times New Roman" charset="0"/>
                  </a:defRPr>
                </a:lvl4pPr>
                <a:lvl5pPr marL="2057400" indent="-228600">
                  <a:defRPr sz="2400">
                    <a:solidFill>
                      <a:srgbClr val="000000"/>
                    </a:solidFill>
                    <a:latin typeface="Times New Roman" charset="0"/>
                    <a:ea typeface="ヒラギノ明朝 ProN W3" charset="-128"/>
                    <a:sym typeface="Times New Roman" charset="0"/>
                  </a:defRPr>
                </a:lvl5pPr>
                <a:lvl6pPr marL="2514600" indent="-228600" eaLnBrk="0" fontAlgn="base" hangingPunct="0">
                  <a:spcBef>
                    <a:spcPct val="0"/>
                  </a:spcBef>
                  <a:spcAft>
                    <a:spcPct val="0"/>
                  </a:spcAft>
                  <a:defRPr sz="2400">
                    <a:solidFill>
                      <a:srgbClr val="000000"/>
                    </a:solidFill>
                    <a:latin typeface="Times New Roman" charset="0"/>
                    <a:ea typeface="ヒラギノ明朝 ProN W3" charset="-128"/>
                    <a:sym typeface="Times New Roman" charset="0"/>
                  </a:defRPr>
                </a:lvl6pPr>
                <a:lvl7pPr marL="2971800" indent="-228600" eaLnBrk="0" fontAlgn="base" hangingPunct="0">
                  <a:spcBef>
                    <a:spcPct val="0"/>
                  </a:spcBef>
                  <a:spcAft>
                    <a:spcPct val="0"/>
                  </a:spcAft>
                  <a:defRPr sz="2400">
                    <a:solidFill>
                      <a:srgbClr val="000000"/>
                    </a:solidFill>
                    <a:latin typeface="Times New Roman" charset="0"/>
                    <a:ea typeface="ヒラギノ明朝 ProN W3" charset="-128"/>
                    <a:sym typeface="Times New Roman" charset="0"/>
                  </a:defRPr>
                </a:lvl7pPr>
                <a:lvl8pPr marL="3429000" indent="-228600" eaLnBrk="0" fontAlgn="base" hangingPunct="0">
                  <a:spcBef>
                    <a:spcPct val="0"/>
                  </a:spcBef>
                  <a:spcAft>
                    <a:spcPct val="0"/>
                  </a:spcAft>
                  <a:defRPr sz="2400">
                    <a:solidFill>
                      <a:srgbClr val="000000"/>
                    </a:solidFill>
                    <a:latin typeface="Times New Roman" charset="0"/>
                    <a:ea typeface="ヒラギノ明朝 ProN W3" charset="-128"/>
                    <a:sym typeface="Times New Roman" charset="0"/>
                  </a:defRPr>
                </a:lvl8pPr>
                <a:lvl9pPr marL="3886200" indent="-228600" eaLnBrk="0" fontAlgn="base" hangingPunct="0">
                  <a:spcBef>
                    <a:spcPct val="0"/>
                  </a:spcBef>
                  <a:spcAft>
                    <a:spcPct val="0"/>
                  </a:spcAft>
                  <a:defRPr sz="2400">
                    <a:solidFill>
                      <a:srgbClr val="000000"/>
                    </a:solidFill>
                    <a:latin typeface="Times New Roman" charset="0"/>
                    <a:ea typeface="ヒラギノ明朝 ProN W3" charset="-128"/>
                    <a:sym typeface="Times New Roman" charset="0"/>
                  </a:defRPr>
                </a:lvl9pPr>
              </a:lstStyle>
              <a:p>
                <a:pPr eaLnBrk="1" hangingPunct="1"/>
                <a:r>
                  <a:rPr lang="en-US" altLang="en-US" b="1" dirty="0">
                    <a:solidFill>
                      <a:schemeClr val="tx1"/>
                    </a:solidFill>
                    <a:latin typeface="Arial" charset="0"/>
                    <a:sym typeface="Arial" charset="0"/>
                  </a:rPr>
                  <a:t>8</a:t>
                </a:r>
              </a:p>
            </p:txBody>
          </p:sp>
        </p:grpSp>
      </p:grpSp>
    </p:spTree>
  </p:cSld>
  <p:clrMapOvr>
    <a:masterClrMapping/>
  </p:clrMapOvr>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3">
            <a:extLst>
              <a:ext uri="{FF2B5EF4-FFF2-40B4-BE49-F238E27FC236}">
                <a16:creationId xmlns:a16="http://schemas.microsoft.com/office/drawing/2014/main" id="{6C7216F2-7527-0C4B-8378-80FD7173F858}"/>
              </a:ext>
            </a:extLst>
          </p:cNvPr>
          <p:cNvSpPr>
            <a:spLocks noGrp="1" noChangeArrowheads="1"/>
          </p:cNvSpPr>
          <p:nvPr>
            <p:ph type="body" idx="1"/>
          </p:nvPr>
        </p:nvSpPr>
        <p:spPr>
          <a:xfrm>
            <a:off x="152400" y="316707"/>
            <a:ext cx="8839200" cy="621506"/>
          </a:xfrm>
        </p:spPr>
        <p:txBody>
          <a:bodyPr/>
          <a:lstStyle/>
          <a:p>
            <a:pPr marL="0" indent="0" algn="ctr" eaLnBrk="1" hangingPunct="1">
              <a:buNone/>
            </a:pPr>
            <a:r>
              <a:rPr lang="en-US" altLang="en-US" sz="2800" dirty="0">
                <a:latin typeface="Abadi" panose="020B0604020104020204" pitchFamily="34" charset="0"/>
                <a:ea typeface="ＭＳ Ｐゴシック" panose="020B0600070205080204" pitchFamily="34" charset="-128"/>
              </a:rPr>
              <a:t>Which of the trees shown are legal binary search trees?</a:t>
            </a:r>
          </a:p>
        </p:txBody>
      </p:sp>
      <p:grpSp>
        <p:nvGrpSpPr>
          <p:cNvPr id="7171" name="Group 58" descr="Is this a binary search tree?&#10;Level 0: m&#10;Level 1: g (left of m), q (right of m)&#10;Level 2: b (left of g), k (left of q), x (right of q)&#10;Level 3: e (right of b)&#10;&#10;No because k is in the right subtree of m, but is smaller than m.">
            <a:extLst>
              <a:ext uri="{FF2B5EF4-FFF2-40B4-BE49-F238E27FC236}">
                <a16:creationId xmlns:a16="http://schemas.microsoft.com/office/drawing/2014/main" id="{8D3A886A-D931-FC41-9733-5528E5507CE4}"/>
              </a:ext>
            </a:extLst>
          </p:cNvPr>
          <p:cNvGrpSpPr>
            <a:grpSpLocks/>
          </p:cNvGrpSpPr>
          <p:nvPr/>
        </p:nvGrpSpPr>
        <p:grpSpPr bwMode="auto">
          <a:xfrm>
            <a:off x="76200" y="1897063"/>
            <a:ext cx="3200400" cy="3163887"/>
            <a:chOff x="48" y="1175"/>
            <a:chExt cx="2016" cy="1993"/>
          </a:xfrm>
        </p:grpSpPr>
        <p:sp>
          <p:nvSpPr>
            <p:cNvPr id="367621" name="Oval 5">
              <a:extLst>
                <a:ext uri="{FF2B5EF4-FFF2-40B4-BE49-F238E27FC236}">
                  <a16:creationId xmlns:a16="http://schemas.microsoft.com/office/drawing/2014/main" id="{E1F8984A-A3E6-954C-890E-D4C1647B4563}"/>
                </a:ext>
              </a:extLst>
            </p:cNvPr>
            <p:cNvSpPr>
              <a:spLocks noChangeAspect="1" noChangeArrowheads="1"/>
            </p:cNvSpPr>
            <p:nvPr/>
          </p:nvSpPr>
          <p:spPr bwMode="auto">
            <a:xfrm>
              <a:off x="1742" y="2310"/>
              <a:ext cx="322" cy="333"/>
            </a:xfrm>
            <a:prstGeom prst="ellipse">
              <a:avLst/>
            </a:prstGeom>
            <a:gradFill rotWithShape="1">
              <a:gsLst>
                <a:gs pos="0">
                  <a:srgbClr val="E1F2F3"/>
                </a:gs>
                <a:gs pos="100000">
                  <a:srgbClr val="E1F2F3">
                    <a:gamma/>
                    <a:shade val="72157"/>
                    <a:invGamma/>
                  </a:srgbClr>
                </a:gs>
              </a:gsLst>
              <a:lin ang="2700000" scaled="1"/>
            </a:gradFill>
            <a:ln w="38100">
              <a:solidFill>
                <a:schemeClr val="tx1"/>
              </a:solidFill>
              <a:round/>
              <a:headEnd/>
              <a:tailEnd/>
            </a:ln>
            <a:effectLst/>
            <a:extLst>
              <a:ext uri="{AF507438-7753-43e0-B8FC-AC1667EBCBE1}"/>
            </a:extLst>
          </p:spPr>
          <p:txBody>
            <a:bodyPr wrap="none" anchor="ctr"/>
            <a:lstStyle/>
            <a:p>
              <a:pPr algn="ctr" fontAlgn="auto">
                <a:spcBef>
                  <a:spcPts val="0"/>
                </a:spcBef>
                <a:spcAft>
                  <a:spcPts val="0"/>
                </a:spcAft>
                <a:defRPr/>
              </a:pPr>
              <a:r>
                <a:rPr lang="en-US" sz="2400">
                  <a:latin typeface="Tahoma" charset="0"/>
                  <a:ea typeface="+mn-ea"/>
                </a:rPr>
                <a:t>x</a:t>
              </a:r>
            </a:p>
          </p:txBody>
        </p:sp>
        <p:sp>
          <p:nvSpPr>
            <p:cNvPr id="367622" name="Oval 6">
              <a:extLst>
                <a:ext uri="{FF2B5EF4-FFF2-40B4-BE49-F238E27FC236}">
                  <a16:creationId xmlns:a16="http://schemas.microsoft.com/office/drawing/2014/main" id="{15353E93-5A63-7C42-B9B8-576E31DD3759}"/>
                </a:ext>
              </a:extLst>
            </p:cNvPr>
            <p:cNvSpPr>
              <a:spLocks noChangeAspect="1" noChangeArrowheads="1"/>
            </p:cNvSpPr>
            <p:nvPr/>
          </p:nvSpPr>
          <p:spPr bwMode="auto">
            <a:xfrm>
              <a:off x="1207" y="2310"/>
              <a:ext cx="323" cy="333"/>
            </a:xfrm>
            <a:prstGeom prst="ellipse">
              <a:avLst/>
            </a:prstGeom>
            <a:gradFill rotWithShape="1">
              <a:gsLst>
                <a:gs pos="0">
                  <a:srgbClr val="E1F2F3"/>
                </a:gs>
                <a:gs pos="100000">
                  <a:srgbClr val="E1F2F3">
                    <a:gamma/>
                    <a:shade val="72157"/>
                    <a:invGamma/>
                  </a:srgbClr>
                </a:gs>
              </a:gsLst>
              <a:lin ang="2700000" scaled="1"/>
            </a:gradFill>
            <a:ln w="38100">
              <a:solidFill>
                <a:schemeClr val="tx1"/>
              </a:solidFill>
              <a:round/>
              <a:headEnd/>
              <a:tailEnd/>
            </a:ln>
            <a:effectLst/>
            <a:extLst>
              <a:ext uri="{AF507438-7753-43e0-B8FC-AC1667EBCBE1}"/>
            </a:extLst>
          </p:spPr>
          <p:txBody>
            <a:bodyPr wrap="none" anchor="ctr"/>
            <a:lstStyle/>
            <a:p>
              <a:pPr algn="ctr" fontAlgn="auto">
                <a:spcBef>
                  <a:spcPts val="0"/>
                </a:spcBef>
                <a:spcAft>
                  <a:spcPts val="0"/>
                </a:spcAft>
                <a:defRPr/>
              </a:pPr>
              <a:r>
                <a:rPr lang="en-US" sz="2400">
                  <a:latin typeface="Tahoma" charset="0"/>
                  <a:ea typeface="+mn-ea"/>
                </a:rPr>
                <a:t>k</a:t>
              </a:r>
            </a:p>
          </p:txBody>
        </p:sp>
        <p:sp>
          <p:nvSpPr>
            <p:cNvPr id="367623" name="Oval 7">
              <a:extLst>
                <a:ext uri="{FF2B5EF4-FFF2-40B4-BE49-F238E27FC236}">
                  <a16:creationId xmlns:a16="http://schemas.microsoft.com/office/drawing/2014/main" id="{72764BFD-D628-AD4E-86C6-EB59806F03ED}"/>
                </a:ext>
              </a:extLst>
            </p:cNvPr>
            <p:cNvSpPr>
              <a:spLocks noChangeAspect="1" noChangeArrowheads="1"/>
            </p:cNvSpPr>
            <p:nvPr/>
          </p:nvSpPr>
          <p:spPr bwMode="auto">
            <a:xfrm>
              <a:off x="1469" y="1709"/>
              <a:ext cx="323" cy="333"/>
            </a:xfrm>
            <a:prstGeom prst="ellipse">
              <a:avLst/>
            </a:prstGeom>
            <a:gradFill rotWithShape="1">
              <a:gsLst>
                <a:gs pos="0">
                  <a:srgbClr val="E1F2F3"/>
                </a:gs>
                <a:gs pos="100000">
                  <a:srgbClr val="E1F2F3">
                    <a:gamma/>
                    <a:shade val="72157"/>
                    <a:invGamma/>
                  </a:srgbClr>
                </a:gs>
              </a:gsLst>
              <a:lin ang="2700000" scaled="1"/>
            </a:gradFill>
            <a:ln w="38100">
              <a:solidFill>
                <a:schemeClr val="tx1"/>
              </a:solidFill>
              <a:round/>
              <a:headEnd/>
              <a:tailEnd/>
            </a:ln>
            <a:effectLst/>
            <a:extLst>
              <a:ext uri="{AF507438-7753-43e0-B8FC-AC1667EBCBE1}"/>
            </a:extLst>
          </p:spPr>
          <p:txBody>
            <a:bodyPr wrap="none" anchor="ctr"/>
            <a:lstStyle/>
            <a:p>
              <a:pPr algn="ctr" fontAlgn="auto">
                <a:spcBef>
                  <a:spcPts val="0"/>
                </a:spcBef>
                <a:spcAft>
                  <a:spcPts val="0"/>
                </a:spcAft>
                <a:defRPr/>
              </a:pPr>
              <a:r>
                <a:rPr lang="en-US" sz="2400">
                  <a:latin typeface="Tahoma" charset="0"/>
                  <a:ea typeface="+mn-ea"/>
                </a:rPr>
                <a:t>q</a:t>
              </a:r>
            </a:p>
          </p:txBody>
        </p:sp>
        <p:sp>
          <p:nvSpPr>
            <p:cNvPr id="367624" name="Oval 8">
              <a:extLst>
                <a:ext uri="{FF2B5EF4-FFF2-40B4-BE49-F238E27FC236}">
                  <a16:creationId xmlns:a16="http://schemas.microsoft.com/office/drawing/2014/main" id="{6A4AE6B5-F18C-BA40-B827-338D9456F8EE}"/>
                </a:ext>
              </a:extLst>
            </p:cNvPr>
            <p:cNvSpPr>
              <a:spLocks noChangeAspect="1" noChangeArrowheads="1"/>
            </p:cNvSpPr>
            <p:nvPr/>
          </p:nvSpPr>
          <p:spPr bwMode="auto">
            <a:xfrm>
              <a:off x="306" y="1709"/>
              <a:ext cx="324" cy="333"/>
            </a:xfrm>
            <a:prstGeom prst="ellipse">
              <a:avLst/>
            </a:prstGeom>
            <a:gradFill rotWithShape="1">
              <a:gsLst>
                <a:gs pos="0">
                  <a:srgbClr val="E1F2F3"/>
                </a:gs>
                <a:gs pos="100000">
                  <a:srgbClr val="E1F2F3">
                    <a:gamma/>
                    <a:shade val="72157"/>
                    <a:invGamma/>
                  </a:srgbClr>
                </a:gs>
              </a:gsLst>
              <a:lin ang="2700000" scaled="1"/>
            </a:gradFill>
            <a:ln w="38100">
              <a:solidFill>
                <a:schemeClr val="tx1"/>
              </a:solidFill>
              <a:round/>
              <a:headEnd/>
              <a:tailEnd/>
            </a:ln>
            <a:effectLst/>
            <a:extLst>
              <a:ext uri="{AF507438-7753-43e0-B8FC-AC1667EBCBE1}"/>
            </a:extLst>
          </p:spPr>
          <p:txBody>
            <a:bodyPr wrap="none" anchor="ctr"/>
            <a:lstStyle/>
            <a:p>
              <a:pPr algn="ctr" fontAlgn="auto">
                <a:spcBef>
                  <a:spcPts val="0"/>
                </a:spcBef>
                <a:spcAft>
                  <a:spcPts val="0"/>
                </a:spcAft>
                <a:defRPr/>
              </a:pPr>
              <a:r>
                <a:rPr lang="en-US" sz="2400">
                  <a:latin typeface="Tahoma" charset="0"/>
                  <a:ea typeface="+mn-ea"/>
                </a:rPr>
                <a:t>g</a:t>
              </a:r>
            </a:p>
          </p:txBody>
        </p:sp>
        <p:sp>
          <p:nvSpPr>
            <p:cNvPr id="367625" name="Oval 9">
              <a:extLst>
                <a:ext uri="{FF2B5EF4-FFF2-40B4-BE49-F238E27FC236}">
                  <a16:creationId xmlns:a16="http://schemas.microsoft.com/office/drawing/2014/main" id="{9466345C-8A39-6F43-A73F-8BD98437BC62}"/>
                </a:ext>
              </a:extLst>
            </p:cNvPr>
            <p:cNvSpPr>
              <a:spLocks noChangeAspect="1" noChangeArrowheads="1"/>
            </p:cNvSpPr>
            <p:nvPr/>
          </p:nvSpPr>
          <p:spPr bwMode="auto">
            <a:xfrm>
              <a:off x="888" y="1175"/>
              <a:ext cx="322" cy="333"/>
            </a:xfrm>
            <a:prstGeom prst="ellipse">
              <a:avLst/>
            </a:prstGeom>
            <a:gradFill rotWithShape="1">
              <a:gsLst>
                <a:gs pos="0">
                  <a:srgbClr val="E1F2F3"/>
                </a:gs>
                <a:gs pos="100000">
                  <a:srgbClr val="E1F2F3">
                    <a:gamma/>
                    <a:shade val="72157"/>
                    <a:invGamma/>
                  </a:srgbClr>
                </a:gs>
              </a:gsLst>
              <a:lin ang="2700000" scaled="1"/>
            </a:gradFill>
            <a:ln w="38100">
              <a:solidFill>
                <a:schemeClr val="tx1"/>
              </a:solidFill>
              <a:round/>
              <a:headEnd/>
              <a:tailEnd/>
            </a:ln>
            <a:effectLst/>
            <a:extLst>
              <a:ext uri="{AF507438-7753-43e0-B8FC-AC1667EBCBE1}"/>
            </a:extLst>
          </p:spPr>
          <p:txBody>
            <a:bodyPr wrap="none" anchor="ctr"/>
            <a:lstStyle/>
            <a:p>
              <a:pPr algn="ctr" fontAlgn="auto">
                <a:spcBef>
                  <a:spcPts val="0"/>
                </a:spcBef>
                <a:spcAft>
                  <a:spcPts val="0"/>
                </a:spcAft>
                <a:defRPr/>
              </a:pPr>
              <a:r>
                <a:rPr lang="en-US" sz="2400" dirty="0">
                  <a:latin typeface="Tahoma" charset="0"/>
                  <a:ea typeface="+mn-ea"/>
                </a:rPr>
                <a:t>m</a:t>
              </a:r>
            </a:p>
          </p:txBody>
        </p:sp>
        <p:cxnSp>
          <p:nvCxnSpPr>
            <p:cNvPr id="7223" name="AutoShape 10">
              <a:extLst>
                <a:ext uri="{FF2B5EF4-FFF2-40B4-BE49-F238E27FC236}">
                  <a16:creationId xmlns:a16="http://schemas.microsoft.com/office/drawing/2014/main" id="{AF479319-5B7E-6843-95B6-66332F96236B}"/>
                </a:ext>
              </a:extLst>
            </p:cNvPr>
            <p:cNvCxnSpPr>
              <a:cxnSpLocks noChangeShapeType="1"/>
              <a:stCxn id="367625" idx="3"/>
              <a:endCxn id="367624" idx="0"/>
            </p:cNvCxnSpPr>
            <p:nvPr/>
          </p:nvCxnSpPr>
          <p:spPr bwMode="auto">
            <a:xfrm flipH="1">
              <a:off x="468" y="1477"/>
              <a:ext cx="467" cy="215"/>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7224" name="AutoShape 11">
              <a:extLst>
                <a:ext uri="{FF2B5EF4-FFF2-40B4-BE49-F238E27FC236}">
                  <a16:creationId xmlns:a16="http://schemas.microsoft.com/office/drawing/2014/main" id="{900894B3-7C43-3344-BE4D-1CAEBB16F0EA}"/>
                </a:ext>
              </a:extLst>
            </p:cNvPr>
            <p:cNvCxnSpPr>
              <a:cxnSpLocks noChangeShapeType="1"/>
              <a:stCxn id="367625" idx="5"/>
              <a:endCxn id="367623" idx="0"/>
            </p:cNvCxnSpPr>
            <p:nvPr/>
          </p:nvCxnSpPr>
          <p:spPr bwMode="auto">
            <a:xfrm>
              <a:off x="1163" y="1477"/>
              <a:ext cx="467" cy="215"/>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7225" name="AutoShape 12">
              <a:extLst>
                <a:ext uri="{FF2B5EF4-FFF2-40B4-BE49-F238E27FC236}">
                  <a16:creationId xmlns:a16="http://schemas.microsoft.com/office/drawing/2014/main" id="{E4D17C1E-7927-5D4A-8FF0-74203AE8C320}"/>
                </a:ext>
              </a:extLst>
            </p:cNvPr>
            <p:cNvCxnSpPr>
              <a:cxnSpLocks noChangeShapeType="1"/>
              <a:stCxn id="367623" idx="3"/>
              <a:endCxn id="367622" idx="0"/>
            </p:cNvCxnSpPr>
            <p:nvPr/>
          </p:nvCxnSpPr>
          <p:spPr bwMode="auto">
            <a:xfrm flipH="1">
              <a:off x="1369" y="2006"/>
              <a:ext cx="147" cy="291"/>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7226" name="AutoShape 13">
              <a:extLst>
                <a:ext uri="{FF2B5EF4-FFF2-40B4-BE49-F238E27FC236}">
                  <a16:creationId xmlns:a16="http://schemas.microsoft.com/office/drawing/2014/main" id="{FE2358C8-6DFA-D847-883D-0BE3AEA8F1FB}"/>
                </a:ext>
              </a:extLst>
            </p:cNvPr>
            <p:cNvCxnSpPr>
              <a:cxnSpLocks noChangeShapeType="1"/>
              <a:stCxn id="367623" idx="5"/>
              <a:endCxn id="367621" idx="0"/>
            </p:cNvCxnSpPr>
            <p:nvPr/>
          </p:nvCxnSpPr>
          <p:spPr bwMode="auto">
            <a:xfrm>
              <a:off x="1745" y="2006"/>
              <a:ext cx="158" cy="291"/>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sp>
          <p:nvSpPr>
            <p:cNvPr id="367630" name="Oval 14">
              <a:extLst>
                <a:ext uri="{FF2B5EF4-FFF2-40B4-BE49-F238E27FC236}">
                  <a16:creationId xmlns:a16="http://schemas.microsoft.com/office/drawing/2014/main" id="{9BA50ADF-5E02-1448-9154-2D2E2CB7C6EC}"/>
                </a:ext>
              </a:extLst>
            </p:cNvPr>
            <p:cNvSpPr>
              <a:spLocks noChangeAspect="1" noChangeArrowheads="1"/>
            </p:cNvSpPr>
            <p:nvPr/>
          </p:nvSpPr>
          <p:spPr bwMode="auto">
            <a:xfrm>
              <a:off x="240" y="2835"/>
              <a:ext cx="324" cy="333"/>
            </a:xfrm>
            <a:prstGeom prst="ellipse">
              <a:avLst/>
            </a:prstGeom>
            <a:gradFill rotWithShape="1">
              <a:gsLst>
                <a:gs pos="0">
                  <a:srgbClr val="E1F2F3"/>
                </a:gs>
                <a:gs pos="100000">
                  <a:srgbClr val="E1F2F3">
                    <a:gamma/>
                    <a:shade val="72157"/>
                    <a:invGamma/>
                  </a:srgbClr>
                </a:gs>
              </a:gsLst>
              <a:lin ang="2700000" scaled="1"/>
            </a:gradFill>
            <a:ln w="38100">
              <a:solidFill>
                <a:schemeClr val="tx1"/>
              </a:solidFill>
              <a:round/>
              <a:headEnd/>
              <a:tailEnd/>
            </a:ln>
            <a:effectLst/>
            <a:extLst>
              <a:ext uri="{AF507438-7753-43e0-B8FC-AC1667EBCBE1}"/>
            </a:extLst>
          </p:spPr>
          <p:txBody>
            <a:bodyPr wrap="none" anchor="ctr"/>
            <a:lstStyle/>
            <a:p>
              <a:pPr algn="ctr" fontAlgn="auto">
                <a:spcBef>
                  <a:spcPts val="0"/>
                </a:spcBef>
                <a:spcAft>
                  <a:spcPts val="0"/>
                </a:spcAft>
                <a:defRPr/>
              </a:pPr>
              <a:r>
                <a:rPr lang="en-US" sz="2400">
                  <a:latin typeface="Tahoma" charset="0"/>
                  <a:ea typeface="+mn-ea"/>
                </a:rPr>
                <a:t>e</a:t>
              </a:r>
            </a:p>
          </p:txBody>
        </p:sp>
        <p:sp>
          <p:nvSpPr>
            <p:cNvPr id="367631" name="Oval 15">
              <a:extLst>
                <a:ext uri="{FF2B5EF4-FFF2-40B4-BE49-F238E27FC236}">
                  <a16:creationId xmlns:a16="http://schemas.microsoft.com/office/drawing/2014/main" id="{C979D0EE-AA4C-834F-A370-C0712BDCD8B5}"/>
                </a:ext>
              </a:extLst>
            </p:cNvPr>
            <p:cNvSpPr>
              <a:spLocks noChangeAspect="1" noChangeArrowheads="1"/>
            </p:cNvSpPr>
            <p:nvPr/>
          </p:nvSpPr>
          <p:spPr bwMode="auto">
            <a:xfrm>
              <a:off x="48" y="2310"/>
              <a:ext cx="323" cy="333"/>
            </a:xfrm>
            <a:prstGeom prst="ellipse">
              <a:avLst/>
            </a:prstGeom>
            <a:gradFill rotWithShape="1">
              <a:gsLst>
                <a:gs pos="0">
                  <a:srgbClr val="E1F2F3"/>
                </a:gs>
                <a:gs pos="100000">
                  <a:srgbClr val="E1F2F3">
                    <a:gamma/>
                    <a:shade val="72157"/>
                    <a:invGamma/>
                  </a:srgbClr>
                </a:gs>
              </a:gsLst>
              <a:lin ang="2700000" scaled="1"/>
            </a:gradFill>
            <a:ln w="38100">
              <a:solidFill>
                <a:schemeClr val="tx1"/>
              </a:solidFill>
              <a:round/>
              <a:headEnd/>
              <a:tailEnd/>
            </a:ln>
            <a:effectLst/>
            <a:extLst>
              <a:ext uri="{AF507438-7753-43e0-B8FC-AC1667EBCBE1}"/>
            </a:extLst>
          </p:spPr>
          <p:txBody>
            <a:bodyPr wrap="none" anchor="ctr"/>
            <a:lstStyle/>
            <a:p>
              <a:pPr algn="ctr" fontAlgn="auto">
                <a:spcBef>
                  <a:spcPts val="0"/>
                </a:spcBef>
                <a:spcAft>
                  <a:spcPts val="0"/>
                </a:spcAft>
                <a:defRPr/>
              </a:pPr>
              <a:r>
                <a:rPr lang="en-US" sz="2400">
                  <a:latin typeface="Tahoma" charset="0"/>
                  <a:ea typeface="+mn-ea"/>
                </a:rPr>
                <a:t>b</a:t>
              </a:r>
            </a:p>
          </p:txBody>
        </p:sp>
        <p:cxnSp>
          <p:nvCxnSpPr>
            <p:cNvPr id="7229" name="AutoShape 16">
              <a:extLst>
                <a:ext uri="{FF2B5EF4-FFF2-40B4-BE49-F238E27FC236}">
                  <a16:creationId xmlns:a16="http://schemas.microsoft.com/office/drawing/2014/main" id="{9A4AD5AA-ACEB-4F4D-AD4F-C51D45A3D376}"/>
                </a:ext>
              </a:extLst>
            </p:cNvPr>
            <p:cNvCxnSpPr>
              <a:cxnSpLocks noChangeShapeType="1"/>
              <a:stCxn id="367624" idx="3"/>
              <a:endCxn id="367631" idx="0"/>
            </p:cNvCxnSpPr>
            <p:nvPr/>
          </p:nvCxnSpPr>
          <p:spPr bwMode="auto">
            <a:xfrm flipH="1">
              <a:off x="210" y="2010"/>
              <a:ext cx="144" cy="283"/>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7230" name="AutoShape 17">
              <a:extLst>
                <a:ext uri="{FF2B5EF4-FFF2-40B4-BE49-F238E27FC236}">
                  <a16:creationId xmlns:a16="http://schemas.microsoft.com/office/drawing/2014/main" id="{FF2B2D25-B33C-2D48-B7EF-1F1F76542D9D}"/>
                </a:ext>
              </a:extLst>
            </p:cNvPr>
            <p:cNvCxnSpPr>
              <a:cxnSpLocks noChangeShapeType="1"/>
              <a:stCxn id="367631" idx="5"/>
              <a:endCxn id="367630" idx="0"/>
            </p:cNvCxnSpPr>
            <p:nvPr/>
          </p:nvCxnSpPr>
          <p:spPr bwMode="auto">
            <a:xfrm>
              <a:off x="324" y="2606"/>
              <a:ext cx="78" cy="217"/>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grpSp>
      <p:grpSp>
        <p:nvGrpSpPr>
          <p:cNvPr id="7172" name="Group 55" descr="Is this a binary search tree? Note that 18 appears in it twice.&#10;Level 0: 8&#10;Level 1: 5 (left of 8), 11 (right of 8)&#10;Level 2: 2 (left of 5), 7 (right of 5), 10 (left of 11), 18 (right of 11)&#10;Level 3: 4 (right of 2), 20 (right of 18)&#10;Level 4: 18 (left of 20)&#10;&#10;Not a BST because it has duplicates.&#10;Level 3: e (right of b)&#10;&#10;No because k is in the right subtree of m, but is smaller than m.">
            <a:extLst>
              <a:ext uri="{FF2B5EF4-FFF2-40B4-BE49-F238E27FC236}">
                <a16:creationId xmlns:a16="http://schemas.microsoft.com/office/drawing/2014/main" id="{40CE7B7F-B96B-1A4E-A902-8BB4FF8C2541}"/>
              </a:ext>
            </a:extLst>
          </p:cNvPr>
          <p:cNvGrpSpPr>
            <a:grpSpLocks/>
          </p:cNvGrpSpPr>
          <p:nvPr/>
        </p:nvGrpSpPr>
        <p:grpSpPr bwMode="auto">
          <a:xfrm>
            <a:off x="5410200" y="1860550"/>
            <a:ext cx="3581400" cy="4033838"/>
            <a:chOff x="3408" y="1152"/>
            <a:chExt cx="2256" cy="2541"/>
          </a:xfrm>
        </p:grpSpPr>
        <p:sp>
          <p:nvSpPr>
            <p:cNvPr id="367636" name="Oval 20">
              <a:extLst>
                <a:ext uri="{FF2B5EF4-FFF2-40B4-BE49-F238E27FC236}">
                  <a16:creationId xmlns:a16="http://schemas.microsoft.com/office/drawing/2014/main" id="{8C16E6A8-65AD-6443-A1E2-E9575AB52A83}"/>
                </a:ext>
              </a:extLst>
            </p:cNvPr>
            <p:cNvSpPr>
              <a:spLocks noChangeAspect="1" noChangeArrowheads="1"/>
            </p:cNvSpPr>
            <p:nvPr/>
          </p:nvSpPr>
          <p:spPr bwMode="auto">
            <a:xfrm>
              <a:off x="5102" y="2287"/>
              <a:ext cx="322" cy="333"/>
            </a:xfrm>
            <a:prstGeom prst="ellipse">
              <a:avLst/>
            </a:prstGeom>
            <a:gradFill rotWithShape="1">
              <a:gsLst>
                <a:gs pos="0">
                  <a:srgbClr val="E1F2F3"/>
                </a:gs>
                <a:gs pos="100000">
                  <a:srgbClr val="E1F2F3">
                    <a:gamma/>
                    <a:shade val="72157"/>
                    <a:invGamma/>
                  </a:srgbClr>
                </a:gs>
              </a:gsLst>
              <a:lin ang="2700000" scaled="1"/>
            </a:gradFill>
            <a:ln w="38100">
              <a:solidFill>
                <a:schemeClr val="tx1"/>
              </a:solidFill>
              <a:round/>
              <a:headEnd/>
              <a:tailEnd/>
            </a:ln>
            <a:effectLst/>
            <a:extLst>
              <a:ext uri="{AF507438-7753-43e0-B8FC-AC1667EBCBE1}"/>
            </a:extLst>
          </p:spPr>
          <p:txBody>
            <a:bodyPr wrap="none" anchor="ctr"/>
            <a:lstStyle/>
            <a:p>
              <a:pPr algn="ctr" fontAlgn="auto">
                <a:spcBef>
                  <a:spcPts val="0"/>
                </a:spcBef>
                <a:spcAft>
                  <a:spcPts val="0"/>
                </a:spcAft>
                <a:defRPr/>
              </a:pPr>
              <a:r>
                <a:rPr lang="en-US" sz="2400">
                  <a:latin typeface="Tahoma" charset="0"/>
                  <a:ea typeface="+mn-ea"/>
                </a:rPr>
                <a:t>18</a:t>
              </a:r>
            </a:p>
          </p:txBody>
        </p:sp>
        <p:sp>
          <p:nvSpPr>
            <p:cNvPr id="367637" name="Oval 21">
              <a:extLst>
                <a:ext uri="{FF2B5EF4-FFF2-40B4-BE49-F238E27FC236}">
                  <a16:creationId xmlns:a16="http://schemas.microsoft.com/office/drawing/2014/main" id="{FA372837-8DDD-2C45-B750-C88ACB54E84B}"/>
                </a:ext>
              </a:extLst>
            </p:cNvPr>
            <p:cNvSpPr>
              <a:spLocks noChangeAspect="1" noChangeArrowheads="1"/>
            </p:cNvSpPr>
            <p:nvPr/>
          </p:nvSpPr>
          <p:spPr bwMode="auto">
            <a:xfrm>
              <a:off x="4567" y="2287"/>
              <a:ext cx="323" cy="333"/>
            </a:xfrm>
            <a:prstGeom prst="ellipse">
              <a:avLst/>
            </a:prstGeom>
            <a:gradFill rotWithShape="1">
              <a:gsLst>
                <a:gs pos="0">
                  <a:srgbClr val="E1F2F3"/>
                </a:gs>
                <a:gs pos="100000">
                  <a:srgbClr val="E1F2F3">
                    <a:gamma/>
                    <a:shade val="72157"/>
                    <a:invGamma/>
                  </a:srgbClr>
                </a:gs>
              </a:gsLst>
              <a:lin ang="2700000" scaled="1"/>
            </a:gradFill>
            <a:ln w="38100">
              <a:solidFill>
                <a:schemeClr val="tx1"/>
              </a:solidFill>
              <a:round/>
              <a:headEnd/>
              <a:tailEnd/>
            </a:ln>
            <a:effectLst/>
            <a:extLst>
              <a:ext uri="{AF507438-7753-43e0-B8FC-AC1667EBCBE1}"/>
            </a:extLst>
          </p:spPr>
          <p:txBody>
            <a:bodyPr wrap="none" anchor="ctr"/>
            <a:lstStyle/>
            <a:p>
              <a:pPr algn="ctr" fontAlgn="auto">
                <a:spcBef>
                  <a:spcPts val="0"/>
                </a:spcBef>
                <a:spcAft>
                  <a:spcPts val="0"/>
                </a:spcAft>
                <a:defRPr/>
              </a:pPr>
              <a:r>
                <a:rPr lang="en-US" sz="2400">
                  <a:latin typeface="Tahoma" charset="0"/>
                  <a:ea typeface="+mn-ea"/>
                </a:rPr>
                <a:t>10</a:t>
              </a:r>
            </a:p>
          </p:txBody>
        </p:sp>
        <p:sp>
          <p:nvSpPr>
            <p:cNvPr id="367638" name="Oval 22">
              <a:extLst>
                <a:ext uri="{FF2B5EF4-FFF2-40B4-BE49-F238E27FC236}">
                  <a16:creationId xmlns:a16="http://schemas.microsoft.com/office/drawing/2014/main" id="{E4A5BB53-6A33-2B4C-875C-12F2EBA3EC29}"/>
                </a:ext>
              </a:extLst>
            </p:cNvPr>
            <p:cNvSpPr>
              <a:spLocks noChangeAspect="1" noChangeArrowheads="1"/>
            </p:cNvSpPr>
            <p:nvPr/>
          </p:nvSpPr>
          <p:spPr bwMode="auto">
            <a:xfrm>
              <a:off x="4829" y="1686"/>
              <a:ext cx="323" cy="333"/>
            </a:xfrm>
            <a:prstGeom prst="ellipse">
              <a:avLst/>
            </a:prstGeom>
            <a:gradFill rotWithShape="1">
              <a:gsLst>
                <a:gs pos="0">
                  <a:srgbClr val="E1F2F3"/>
                </a:gs>
                <a:gs pos="100000">
                  <a:srgbClr val="E1F2F3">
                    <a:gamma/>
                    <a:shade val="72157"/>
                    <a:invGamma/>
                  </a:srgbClr>
                </a:gs>
              </a:gsLst>
              <a:lin ang="2700000" scaled="1"/>
            </a:gradFill>
            <a:ln w="38100">
              <a:solidFill>
                <a:schemeClr val="tx1"/>
              </a:solidFill>
              <a:round/>
              <a:headEnd/>
              <a:tailEnd/>
            </a:ln>
            <a:effectLst/>
            <a:extLst>
              <a:ext uri="{AF507438-7753-43e0-B8FC-AC1667EBCBE1}"/>
            </a:extLst>
          </p:spPr>
          <p:txBody>
            <a:bodyPr wrap="none" anchor="ctr"/>
            <a:lstStyle/>
            <a:p>
              <a:pPr algn="ctr" fontAlgn="auto">
                <a:spcBef>
                  <a:spcPts val="0"/>
                </a:spcBef>
                <a:spcAft>
                  <a:spcPts val="0"/>
                </a:spcAft>
                <a:defRPr/>
              </a:pPr>
              <a:r>
                <a:rPr lang="en-US" sz="2400">
                  <a:latin typeface="Tahoma" charset="0"/>
                  <a:ea typeface="+mn-ea"/>
                </a:rPr>
                <a:t>11</a:t>
              </a:r>
            </a:p>
          </p:txBody>
        </p:sp>
        <p:sp>
          <p:nvSpPr>
            <p:cNvPr id="367639" name="Oval 23">
              <a:extLst>
                <a:ext uri="{FF2B5EF4-FFF2-40B4-BE49-F238E27FC236}">
                  <a16:creationId xmlns:a16="http://schemas.microsoft.com/office/drawing/2014/main" id="{C31C87BB-D8D2-6B4B-8EBF-3761CA510208}"/>
                </a:ext>
              </a:extLst>
            </p:cNvPr>
            <p:cNvSpPr>
              <a:spLocks noChangeAspect="1" noChangeArrowheads="1"/>
            </p:cNvSpPr>
            <p:nvPr/>
          </p:nvSpPr>
          <p:spPr bwMode="auto">
            <a:xfrm>
              <a:off x="3666" y="1686"/>
              <a:ext cx="324" cy="333"/>
            </a:xfrm>
            <a:prstGeom prst="ellipse">
              <a:avLst/>
            </a:prstGeom>
            <a:gradFill rotWithShape="1">
              <a:gsLst>
                <a:gs pos="0">
                  <a:srgbClr val="E1F2F3"/>
                </a:gs>
                <a:gs pos="100000">
                  <a:srgbClr val="E1F2F3">
                    <a:gamma/>
                    <a:shade val="72157"/>
                    <a:invGamma/>
                  </a:srgbClr>
                </a:gs>
              </a:gsLst>
              <a:lin ang="2700000" scaled="1"/>
            </a:gradFill>
            <a:ln w="38100">
              <a:solidFill>
                <a:schemeClr val="tx1"/>
              </a:solidFill>
              <a:round/>
              <a:headEnd/>
              <a:tailEnd/>
            </a:ln>
            <a:effectLst/>
            <a:extLst>
              <a:ext uri="{AF507438-7753-43e0-B8FC-AC1667EBCBE1}"/>
            </a:extLst>
          </p:spPr>
          <p:txBody>
            <a:bodyPr wrap="none" anchor="ctr"/>
            <a:lstStyle/>
            <a:p>
              <a:pPr algn="ctr" fontAlgn="auto">
                <a:spcBef>
                  <a:spcPts val="0"/>
                </a:spcBef>
                <a:spcAft>
                  <a:spcPts val="0"/>
                </a:spcAft>
                <a:defRPr/>
              </a:pPr>
              <a:r>
                <a:rPr lang="en-US" sz="2400">
                  <a:latin typeface="Tahoma" charset="0"/>
                  <a:ea typeface="+mn-ea"/>
                </a:rPr>
                <a:t>5</a:t>
              </a:r>
            </a:p>
          </p:txBody>
        </p:sp>
        <p:sp>
          <p:nvSpPr>
            <p:cNvPr id="367640" name="Oval 24">
              <a:extLst>
                <a:ext uri="{FF2B5EF4-FFF2-40B4-BE49-F238E27FC236}">
                  <a16:creationId xmlns:a16="http://schemas.microsoft.com/office/drawing/2014/main" id="{D81018F4-311E-8143-B0A4-8137EC7110D0}"/>
                </a:ext>
              </a:extLst>
            </p:cNvPr>
            <p:cNvSpPr>
              <a:spLocks noChangeAspect="1" noChangeArrowheads="1"/>
            </p:cNvSpPr>
            <p:nvPr/>
          </p:nvSpPr>
          <p:spPr bwMode="auto">
            <a:xfrm>
              <a:off x="4248" y="1152"/>
              <a:ext cx="322" cy="333"/>
            </a:xfrm>
            <a:prstGeom prst="ellipse">
              <a:avLst/>
            </a:prstGeom>
            <a:gradFill rotWithShape="1">
              <a:gsLst>
                <a:gs pos="0">
                  <a:srgbClr val="E1F2F3"/>
                </a:gs>
                <a:gs pos="100000">
                  <a:srgbClr val="E1F2F3">
                    <a:gamma/>
                    <a:shade val="72157"/>
                    <a:invGamma/>
                  </a:srgbClr>
                </a:gs>
              </a:gsLst>
              <a:lin ang="2700000" scaled="1"/>
            </a:gradFill>
            <a:ln w="38100">
              <a:solidFill>
                <a:schemeClr val="tx1"/>
              </a:solidFill>
              <a:round/>
              <a:headEnd/>
              <a:tailEnd/>
            </a:ln>
            <a:effectLst/>
            <a:extLst>
              <a:ext uri="{AF507438-7753-43e0-B8FC-AC1667EBCBE1}"/>
            </a:extLst>
          </p:spPr>
          <p:txBody>
            <a:bodyPr wrap="none" anchor="ctr"/>
            <a:lstStyle/>
            <a:p>
              <a:pPr algn="ctr" fontAlgn="auto">
                <a:spcBef>
                  <a:spcPts val="0"/>
                </a:spcBef>
                <a:spcAft>
                  <a:spcPts val="0"/>
                </a:spcAft>
                <a:defRPr/>
              </a:pPr>
              <a:r>
                <a:rPr lang="en-US" sz="2400">
                  <a:latin typeface="Tahoma" charset="0"/>
                  <a:ea typeface="+mn-ea"/>
                </a:rPr>
                <a:t>8</a:t>
              </a:r>
            </a:p>
          </p:txBody>
        </p:sp>
        <p:cxnSp>
          <p:nvCxnSpPr>
            <p:cNvPr id="7204" name="AutoShape 25">
              <a:extLst>
                <a:ext uri="{FF2B5EF4-FFF2-40B4-BE49-F238E27FC236}">
                  <a16:creationId xmlns:a16="http://schemas.microsoft.com/office/drawing/2014/main" id="{C18A459D-2980-424D-9E62-9560C3B2C71C}"/>
                </a:ext>
              </a:extLst>
            </p:cNvPr>
            <p:cNvCxnSpPr>
              <a:cxnSpLocks noChangeShapeType="1"/>
              <a:stCxn id="367640" idx="3"/>
              <a:endCxn id="367639" idx="0"/>
            </p:cNvCxnSpPr>
            <p:nvPr/>
          </p:nvCxnSpPr>
          <p:spPr bwMode="auto">
            <a:xfrm flipH="1">
              <a:off x="3828" y="1454"/>
              <a:ext cx="467" cy="215"/>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7205" name="AutoShape 26">
              <a:extLst>
                <a:ext uri="{FF2B5EF4-FFF2-40B4-BE49-F238E27FC236}">
                  <a16:creationId xmlns:a16="http://schemas.microsoft.com/office/drawing/2014/main" id="{5D8775EC-5237-774B-A0E2-4E4B1F9630D4}"/>
                </a:ext>
              </a:extLst>
            </p:cNvPr>
            <p:cNvCxnSpPr>
              <a:cxnSpLocks noChangeShapeType="1"/>
              <a:stCxn id="367640" idx="5"/>
              <a:endCxn id="367638" idx="0"/>
            </p:cNvCxnSpPr>
            <p:nvPr/>
          </p:nvCxnSpPr>
          <p:spPr bwMode="auto">
            <a:xfrm>
              <a:off x="4523" y="1454"/>
              <a:ext cx="467" cy="215"/>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7206" name="AutoShape 27">
              <a:extLst>
                <a:ext uri="{FF2B5EF4-FFF2-40B4-BE49-F238E27FC236}">
                  <a16:creationId xmlns:a16="http://schemas.microsoft.com/office/drawing/2014/main" id="{97A4699A-02E7-3A46-9265-200C2AC9016D}"/>
                </a:ext>
              </a:extLst>
            </p:cNvPr>
            <p:cNvCxnSpPr>
              <a:cxnSpLocks noChangeShapeType="1"/>
              <a:stCxn id="367638" idx="3"/>
              <a:endCxn id="367637" idx="0"/>
            </p:cNvCxnSpPr>
            <p:nvPr/>
          </p:nvCxnSpPr>
          <p:spPr bwMode="auto">
            <a:xfrm flipH="1">
              <a:off x="4729" y="1983"/>
              <a:ext cx="147" cy="291"/>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7207" name="AutoShape 28">
              <a:extLst>
                <a:ext uri="{FF2B5EF4-FFF2-40B4-BE49-F238E27FC236}">
                  <a16:creationId xmlns:a16="http://schemas.microsoft.com/office/drawing/2014/main" id="{D9538A9A-4EA7-654F-B7B7-C9E65B2737FE}"/>
                </a:ext>
              </a:extLst>
            </p:cNvPr>
            <p:cNvCxnSpPr>
              <a:cxnSpLocks noChangeShapeType="1"/>
              <a:stCxn id="367638" idx="5"/>
              <a:endCxn id="367636" idx="0"/>
            </p:cNvCxnSpPr>
            <p:nvPr/>
          </p:nvCxnSpPr>
          <p:spPr bwMode="auto">
            <a:xfrm>
              <a:off x="5105" y="1983"/>
              <a:ext cx="158" cy="291"/>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sp>
          <p:nvSpPr>
            <p:cNvPr id="367645" name="Oval 29">
              <a:extLst>
                <a:ext uri="{FF2B5EF4-FFF2-40B4-BE49-F238E27FC236}">
                  <a16:creationId xmlns:a16="http://schemas.microsoft.com/office/drawing/2014/main" id="{649CB47C-A4EB-AD4E-BF52-9003E356B17D}"/>
                </a:ext>
              </a:extLst>
            </p:cNvPr>
            <p:cNvSpPr>
              <a:spLocks noChangeAspect="1" noChangeArrowheads="1"/>
            </p:cNvSpPr>
            <p:nvPr/>
          </p:nvSpPr>
          <p:spPr bwMode="auto">
            <a:xfrm>
              <a:off x="3600" y="2812"/>
              <a:ext cx="324" cy="333"/>
            </a:xfrm>
            <a:prstGeom prst="ellipse">
              <a:avLst/>
            </a:prstGeom>
            <a:gradFill rotWithShape="1">
              <a:gsLst>
                <a:gs pos="0">
                  <a:srgbClr val="E1F2F3"/>
                </a:gs>
                <a:gs pos="100000">
                  <a:srgbClr val="E1F2F3">
                    <a:gamma/>
                    <a:shade val="72157"/>
                    <a:invGamma/>
                  </a:srgbClr>
                </a:gs>
              </a:gsLst>
              <a:lin ang="2700000" scaled="1"/>
            </a:gradFill>
            <a:ln w="38100">
              <a:solidFill>
                <a:schemeClr val="tx1"/>
              </a:solidFill>
              <a:round/>
              <a:headEnd/>
              <a:tailEnd/>
            </a:ln>
            <a:effectLst/>
            <a:extLst>
              <a:ext uri="{AF507438-7753-43e0-B8FC-AC1667EBCBE1}"/>
            </a:extLst>
          </p:spPr>
          <p:txBody>
            <a:bodyPr wrap="none" anchor="ctr"/>
            <a:lstStyle/>
            <a:p>
              <a:pPr algn="ctr" fontAlgn="auto">
                <a:spcBef>
                  <a:spcPts val="0"/>
                </a:spcBef>
                <a:spcAft>
                  <a:spcPts val="0"/>
                </a:spcAft>
                <a:defRPr/>
              </a:pPr>
              <a:r>
                <a:rPr lang="en-US" sz="2400">
                  <a:latin typeface="Tahoma" charset="0"/>
                  <a:ea typeface="+mn-ea"/>
                </a:rPr>
                <a:t>4</a:t>
              </a:r>
            </a:p>
          </p:txBody>
        </p:sp>
        <p:sp>
          <p:nvSpPr>
            <p:cNvPr id="367646" name="Oval 30">
              <a:extLst>
                <a:ext uri="{FF2B5EF4-FFF2-40B4-BE49-F238E27FC236}">
                  <a16:creationId xmlns:a16="http://schemas.microsoft.com/office/drawing/2014/main" id="{D9CAC828-8226-3949-9FC1-1480E9E5F039}"/>
                </a:ext>
              </a:extLst>
            </p:cNvPr>
            <p:cNvSpPr>
              <a:spLocks noChangeAspect="1" noChangeArrowheads="1"/>
            </p:cNvSpPr>
            <p:nvPr/>
          </p:nvSpPr>
          <p:spPr bwMode="auto">
            <a:xfrm>
              <a:off x="3408" y="2287"/>
              <a:ext cx="323" cy="333"/>
            </a:xfrm>
            <a:prstGeom prst="ellipse">
              <a:avLst/>
            </a:prstGeom>
            <a:gradFill rotWithShape="1">
              <a:gsLst>
                <a:gs pos="0">
                  <a:srgbClr val="E1F2F3"/>
                </a:gs>
                <a:gs pos="100000">
                  <a:srgbClr val="E1F2F3">
                    <a:gamma/>
                    <a:shade val="72157"/>
                    <a:invGamma/>
                  </a:srgbClr>
                </a:gs>
              </a:gsLst>
              <a:lin ang="2700000" scaled="1"/>
            </a:gradFill>
            <a:ln w="38100">
              <a:solidFill>
                <a:schemeClr val="tx1"/>
              </a:solidFill>
              <a:round/>
              <a:headEnd/>
              <a:tailEnd/>
            </a:ln>
            <a:effectLst/>
            <a:extLst>
              <a:ext uri="{AF507438-7753-43e0-B8FC-AC1667EBCBE1}"/>
            </a:extLst>
          </p:spPr>
          <p:txBody>
            <a:bodyPr wrap="none" anchor="ctr"/>
            <a:lstStyle/>
            <a:p>
              <a:pPr algn="ctr" fontAlgn="auto">
                <a:spcBef>
                  <a:spcPts val="0"/>
                </a:spcBef>
                <a:spcAft>
                  <a:spcPts val="0"/>
                </a:spcAft>
                <a:defRPr/>
              </a:pPr>
              <a:r>
                <a:rPr lang="en-US" sz="2400">
                  <a:latin typeface="Tahoma" charset="0"/>
                  <a:ea typeface="+mn-ea"/>
                </a:rPr>
                <a:t>2</a:t>
              </a:r>
            </a:p>
          </p:txBody>
        </p:sp>
        <p:cxnSp>
          <p:nvCxnSpPr>
            <p:cNvPr id="7210" name="AutoShape 31">
              <a:extLst>
                <a:ext uri="{FF2B5EF4-FFF2-40B4-BE49-F238E27FC236}">
                  <a16:creationId xmlns:a16="http://schemas.microsoft.com/office/drawing/2014/main" id="{CC8022CB-BA67-E044-8C0A-2091BCB75AAA}"/>
                </a:ext>
              </a:extLst>
            </p:cNvPr>
            <p:cNvCxnSpPr>
              <a:cxnSpLocks noChangeShapeType="1"/>
              <a:stCxn id="367639" idx="3"/>
              <a:endCxn id="367646" idx="0"/>
            </p:cNvCxnSpPr>
            <p:nvPr/>
          </p:nvCxnSpPr>
          <p:spPr bwMode="auto">
            <a:xfrm flipH="1">
              <a:off x="3570" y="1987"/>
              <a:ext cx="144" cy="283"/>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7211" name="AutoShape 32">
              <a:extLst>
                <a:ext uri="{FF2B5EF4-FFF2-40B4-BE49-F238E27FC236}">
                  <a16:creationId xmlns:a16="http://schemas.microsoft.com/office/drawing/2014/main" id="{E205B248-F095-2F49-898B-E8C417159921}"/>
                </a:ext>
              </a:extLst>
            </p:cNvPr>
            <p:cNvCxnSpPr>
              <a:cxnSpLocks noChangeShapeType="1"/>
              <a:stCxn id="367646" idx="5"/>
              <a:endCxn id="367645" idx="0"/>
            </p:cNvCxnSpPr>
            <p:nvPr/>
          </p:nvCxnSpPr>
          <p:spPr bwMode="auto">
            <a:xfrm>
              <a:off x="3684" y="2583"/>
              <a:ext cx="78" cy="217"/>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sp>
          <p:nvSpPr>
            <p:cNvPr id="367649" name="Oval 33">
              <a:extLst>
                <a:ext uri="{FF2B5EF4-FFF2-40B4-BE49-F238E27FC236}">
                  <a16:creationId xmlns:a16="http://schemas.microsoft.com/office/drawing/2014/main" id="{8A529925-7509-1C49-8632-365FA2AB6BC2}"/>
                </a:ext>
              </a:extLst>
            </p:cNvPr>
            <p:cNvSpPr>
              <a:spLocks noChangeAspect="1" noChangeArrowheads="1"/>
            </p:cNvSpPr>
            <p:nvPr/>
          </p:nvSpPr>
          <p:spPr bwMode="auto">
            <a:xfrm>
              <a:off x="3949" y="2304"/>
              <a:ext cx="323" cy="333"/>
            </a:xfrm>
            <a:prstGeom prst="ellipse">
              <a:avLst/>
            </a:prstGeom>
            <a:gradFill rotWithShape="1">
              <a:gsLst>
                <a:gs pos="0">
                  <a:srgbClr val="E1F2F3"/>
                </a:gs>
                <a:gs pos="100000">
                  <a:srgbClr val="E1F2F3">
                    <a:gamma/>
                    <a:shade val="72157"/>
                    <a:invGamma/>
                  </a:srgbClr>
                </a:gs>
              </a:gsLst>
              <a:lin ang="2700000" scaled="1"/>
            </a:gradFill>
            <a:ln w="38100">
              <a:solidFill>
                <a:schemeClr val="tx1"/>
              </a:solidFill>
              <a:round/>
              <a:headEnd/>
              <a:tailEnd/>
            </a:ln>
            <a:effectLst/>
            <a:extLst>
              <a:ext uri="{AF507438-7753-43e0-B8FC-AC1667EBCBE1}"/>
            </a:extLst>
          </p:spPr>
          <p:txBody>
            <a:bodyPr wrap="none" anchor="ctr"/>
            <a:lstStyle/>
            <a:p>
              <a:pPr algn="ctr" fontAlgn="auto">
                <a:spcBef>
                  <a:spcPts val="0"/>
                </a:spcBef>
                <a:spcAft>
                  <a:spcPts val="0"/>
                </a:spcAft>
                <a:defRPr/>
              </a:pPr>
              <a:r>
                <a:rPr lang="en-US" sz="2400">
                  <a:latin typeface="Tahoma" charset="0"/>
                  <a:ea typeface="+mn-ea"/>
                </a:rPr>
                <a:t>7</a:t>
              </a:r>
            </a:p>
          </p:txBody>
        </p:sp>
        <p:cxnSp>
          <p:nvCxnSpPr>
            <p:cNvPr id="7213" name="AutoShape 34">
              <a:extLst>
                <a:ext uri="{FF2B5EF4-FFF2-40B4-BE49-F238E27FC236}">
                  <a16:creationId xmlns:a16="http://schemas.microsoft.com/office/drawing/2014/main" id="{C9A98A37-23F1-D541-BAC8-8E1B86C9BBCF}"/>
                </a:ext>
              </a:extLst>
            </p:cNvPr>
            <p:cNvCxnSpPr>
              <a:cxnSpLocks noChangeShapeType="1"/>
              <a:stCxn id="367639" idx="5"/>
              <a:endCxn id="367649" idx="0"/>
            </p:cNvCxnSpPr>
            <p:nvPr/>
          </p:nvCxnSpPr>
          <p:spPr bwMode="auto">
            <a:xfrm>
              <a:off x="3943" y="1982"/>
              <a:ext cx="168" cy="310"/>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sp>
          <p:nvSpPr>
            <p:cNvPr id="367651" name="Oval 35">
              <a:extLst>
                <a:ext uri="{FF2B5EF4-FFF2-40B4-BE49-F238E27FC236}">
                  <a16:creationId xmlns:a16="http://schemas.microsoft.com/office/drawing/2014/main" id="{6EF1C8D2-2286-CA47-860D-BE438187FF09}"/>
                </a:ext>
              </a:extLst>
            </p:cNvPr>
            <p:cNvSpPr>
              <a:spLocks noChangeAspect="1" noChangeArrowheads="1"/>
            </p:cNvSpPr>
            <p:nvPr/>
          </p:nvSpPr>
          <p:spPr bwMode="auto">
            <a:xfrm>
              <a:off x="5342" y="2832"/>
              <a:ext cx="322" cy="333"/>
            </a:xfrm>
            <a:prstGeom prst="ellipse">
              <a:avLst/>
            </a:prstGeom>
            <a:gradFill rotWithShape="1">
              <a:gsLst>
                <a:gs pos="0">
                  <a:srgbClr val="E1F2F3"/>
                </a:gs>
                <a:gs pos="100000">
                  <a:srgbClr val="E1F2F3">
                    <a:gamma/>
                    <a:shade val="72157"/>
                    <a:invGamma/>
                  </a:srgbClr>
                </a:gs>
              </a:gsLst>
              <a:lin ang="2700000" scaled="1"/>
            </a:gradFill>
            <a:ln w="38100">
              <a:solidFill>
                <a:schemeClr val="tx1"/>
              </a:solidFill>
              <a:round/>
              <a:headEnd/>
              <a:tailEnd/>
            </a:ln>
            <a:effectLst/>
            <a:extLst>
              <a:ext uri="{AF507438-7753-43e0-B8FC-AC1667EBCBE1}"/>
            </a:extLst>
          </p:spPr>
          <p:txBody>
            <a:bodyPr wrap="none" anchor="ctr"/>
            <a:lstStyle/>
            <a:p>
              <a:pPr algn="ctr" fontAlgn="auto">
                <a:spcBef>
                  <a:spcPts val="0"/>
                </a:spcBef>
                <a:spcAft>
                  <a:spcPts val="0"/>
                </a:spcAft>
                <a:defRPr/>
              </a:pPr>
              <a:r>
                <a:rPr lang="en-US" sz="2400">
                  <a:latin typeface="Tahoma" charset="0"/>
                  <a:ea typeface="+mn-ea"/>
                </a:rPr>
                <a:t>20</a:t>
              </a:r>
            </a:p>
          </p:txBody>
        </p:sp>
        <p:cxnSp>
          <p:nvCxnSpPr>
            <p:cNvPr id="7215" name="AutoShape 36">
              <a:extLst>
                <a:ext uri="{FF2B5EF4-FFF2-40B4-BE49-F238E27FC236}">
                  <a16:creationId xmlns:a16="http://schemas.microsoft.com/office/drawing/2014/main" id="{AA884557-681C-224B-A844-516055897192}"/>
                </a:ext>
              </a:extLst>
            </p:cNvPr>
            <p:cNvCxnSpPr>
              <a:cxnSpLocks noChangeShapeType="1"/>
              <a:stCxn id="367636" idx="5"/>
              <a:endCxn id="367651" idx="0"/>
            </p:cNvCxnSpPr>
            <p:nvPr/>
          </p:nvCxnSpPr>
          <p:spPr bwMode="auto">
            <a:xfrm>
              <a:off x="5377" y="2583"/>
              <a:ext cx="126" cy="237"/>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sp>
          <p:nvSpPr>
            <p:cNvPr id="367653" name="Oval 37">
              <a:extLst>
                <a:ext uri="{FF2B5EF4-FFF2-40B4-BE49-F238E27FC236}">
                  <a16:creationId xmlns:a16="http://schemas.microsoft.com/office/drawing/2014/main" id="{D30DF895-304C-F248-9750-A4FC311D795D}"/>
                </a:ext>
              </a:extLst>
            </p:cNvPr>
            <p:cNvSpPr>
              <a:spLocks noChangeAspect="1" noChangeArrowheads="1"/>
            </p:cNvSpPr>
            <p:nvPr/>
          </p:nvSpPr>
          <p:spPr bwMode="auto">
            <a:xfrm>
              <a:off x="5102" y="3360"/>
              <a:ext cx="322" cy="333"/>
            </a:xfrm>
            <a:prstGeom prst="ellipse">
              <a:avLst/>
            </a:prstGeom>
            <a:gradFill rotWithShape="1">
              <a:gsLst>
                <a:gs pos="0">
                  <a:srgbClr val="E1F2F3"/>
                </a:gs>
                <a:gs pos="100000">
                  <a:srgbClr val="E1F2F3">
                    <a:gamma/>
                    <a:shade val="72157"/>
                    <a:invGamma/>
                  </a:srgbClr>
                </a:gs>
              </a:gsLst>
              <a:lin ang="2700000" scaled="1"/>
            </a:gradFill>
            <a:ln w="38100">
              <a:solidFill>
                <a:schemeClr val="tx1"/>
              </a:solidFill>
              <a:round/>
              <a:headEnd/>
              <a:tailEnd/>
            </a:ln>
            <a:effectLst/>
            <a:extLst>
              <a:ext uri="{AF507438-7753-43e0-B8FC-AC1667EBCBE1}"/>
            </a:extLst>
          </p:spPr>
          <p:txBody>
            <a:bodyPr wrap="none" anchor="ctr"/>
            <a:lstStyle/>
            <a:p>
              <a:pPr algn="ctr" fontAlgn="auto">
                <a:spcBef>
                  <a:spcPts val="0"/>
                </a:spcBef>
                <a:spcAft>
                  <a:spcPts val="0"/>
                </a:spcAft>
                <a:defRPr/>
              </a:pPr>
              <a:r>
                <a:rPr lang="en-US" sz="2400">
                  <a:latin typeface="Tahoma" charset="0"/>
                  <a:ea typeface="+mn-ea"/>
                </a:rPr>
                <a:t>18</a:t>
              </a:r>
            </a:p>
          </p:txBody>
        </p:sp>
        <p:cxnSp>
          <p:nvCxnSpPr>
            <p:cNvPr id="7217" name="AutoShape 38">
              <a:extLst>
                <a:ext uri="{FF2B5EF4-FFF2-40B4-BE49-F238E27FC236}">
                  <a16:creationId xmlns:a16="http://schemas.microsoft.com/office/drawing/2014/main" id="{89E0C3D0-F8CF-C94F-BDD8-CBBA895DF3D6}"/>
                </a:ext>
              </a:extLst>
            </p:cNvPr>
            <p:cNvCxnSpPr>
              <a:cxnSpLocks noChangeShapeType="1"/>
              <a:stCxn id="367651" idx="3"/>
              <a:endCxn id="367653" idx="0"/>
            </p:cNvCxnSpPr>
            <p:nvPr/>
          </p:nvCxnSpPr>
          <p:spPr bwMode="auto">
            <a:xfrm flipH="1">
              <a:off x="5263" y="3128"/>
              <a:ext cx="126" cy="220"/>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grpSp>
      <p:sp>
        <p:nvSpPr>
          <p:cNvPr id="367655" name="Oval 39" descr="Is this a binary search tree?&#10;Level 0: 42&#10;&#10;Yes, because it doesn't break the rules!">
            <a:extLst>
              <a:ext uri="{FF2B5EF4-FFF2-40B4-BE49-F238E27FC236}">
                <a16:creationId xmlns:a16="http://schemas.microsoft.com/office/drawing/2014/main" id="{4452863D-9BB6-A341-BFAF-ABA59B6BD970}"/>
              </a:ext>
            </a:extLst>
          </p:cNvPr>
          <p:cNvSpPr>
            <a:spLocks noChangeAspect="1" noChangeArrowheads="1"/>
          </p:cNvSpPr>
          <p:nvPr/>
        </p:nvSpPr>
        <p:spPr bwMode="auto">
          <a:xfrm>
            <a:off x="5427662" y="1128712"/>
            <a:ext cx="511175" cy="528638"/>
          </a:xfrm>
          <a:prstGeom prst="ellipse">
            <a:avLst/>
          </a:prstGeom>
          <a:gradFill rotWithShape="1">
            <a:gsLst>
              <a:gs pos="0">
                <a:srgbClr val="E1F2F3"/>
              </a:gs>
              <a:gs pos="100000">
                <a:srgbClr val="E1F2F3">
                  <a:gamma/>
                  <a:shade val="72157"/>
                  <a:invGamma/>
                </a:srgbClr>
              </a:gs>
            </a:gsLst>
            <a:lin ang="2700000" scaled="1"/>
          </a:gradFill>
          <a:ln w="38100">
            <a:solidFill>
              <a:schemeClr val="tx1"/>
            </a:solidFill>
            <a:round/>
            <a:headEnd/>
            <a:tailEnd/>
          </a:ln>
          <a:effectLst/>
          <a:extLst>
            <a:ext uri="{AF507438-7753-43e0-B8FC-AC1667EBCBE1}"/>
          </a:extLst>
        </p:spPr>
        <p:txBody>
          <a:bodyPr wrap="none" anchor="ctr"/>
          <a:lstStyle/>
          <a:p>
            <a:pPr algn="ctr" fontAlgn="auto">
              <a:spcBef>
                <a:spcPts val="0"/>
              </a:spcBef>
              <a:spcAft>
                <a:spcPts val="0"/>
              </a:spcAft>
              <a:defRPr/>
            </a:pPr>
            <a:r>
              <a:rPr lang="en-US" sz="2400">
                <a:latin typeface="Tahoma" charset="0"/>
                <a:ea typeface="+mn-ea"/>
              </a:rPr>
              <a:t>42</a:t>
            </a:r>
          </a:p>
        </p:txBody>
      </p:sp>
      <p:grpSp>
        <p:nvGrpSpPr>
          <p:cNvPr id="7174" name="Group 57" descr="Is this a binary search tree?&#10;Level 0: -5&#10;Level 1: -1 (left of -5), -7 (right of -5)&#10;&#10;No because -1 is left of -5 and if bigger than -5">
            <a:extLst>
              <a:ext uri="{FF2B5EF4-FFF2-40B4-BE49-F238E27FC236}">
                <a16:creationId xmlns:a16="http://schemas.microsoft.com/office/drawing/2014/main" id="{AB01567C-2A47-1642-BF24-7BE5CD7F5AC8}"/>
              </a:ext>
            </a:extLst>
          </p:cNvPr>
          <p:cNvGrpSpPr>
            <a:grpSpLocks/>
          </p:cNvGrpSpPr>
          <p:nvPr/>
        </p:nvGrpSpPr>
        <p:grpSpPr bwMode="auto">
          <a:xfrm>
            <a:off x="3217862" y="1042987"/>
            <a:ext cx="1360488" cy="1482725"/>
            <a:chOff x="864" y="3146"/>
            <a:chExt cx="857" cy="934"/>
          </a:xfrm>
        </p:grpSpPr>
        <p:sp>
          <p:nvSpPr>
            <p:cNvPr id="367656" name="Oval 40">
              <a:extLst>
                <a:ext uri="{FF2B5EF4-FFF2-40B4-BE49-F238E27FC236}">
                  <a16:creationId xmlns:a16="http://schemas.microsoft.com/office/drawing/2014/main" id="{5983C2FE-4A5A-3D44-B876-774852982089}"/>
                </a:ext>
              </a:extLst>
            </p:cNvPr>
            <p:cNvSpPr>
              <a:spLocks noChangeAspect="1" noChangeArrowheads="1"/>
            </p:cNvSpPr>
            <p:nvPr/>
          </p:nvSpPr>
          <p:spPr bwMode="auto">
            <a:xfrm>
              <a:off x="1399" y="3747"/>
              <a:ext cx="322" cy="333"/>
            </a:xfrm>
            <a:prstGeom prst="ellipse">
              <a:avLst/>
            </a:prstGeom>
            <a:gradFill rotWithShape="1">
              <a:gsLst>
                <a:gs pos="0">
                  <a:srgbClr val="E1F2F3"/>
                </a:gs>
                <a:gs pos="100000">
                  <a:srgbClr val="E1F2F3">
                    <a:gamma/>
                    <a:shade val="72157"/>
                    <a:invGamma/>
                  </a:srgbClr>
                </a:gs>
              </a:gsLst>
              <a:lin ang="2700000" scaled="1"/>
            </a:gradFill>
            <a:ln w="38100">
              <a:solidFill>
                <a:schemeClr val="tx1"/>
              </a:solidFill>
              <a:round/>
              <a:headEnd/>
              <a:tailEnd/>
            </a:ln>
            <a:effectLst/>
            <a:extLst>
              <a:ext uri="{AF507438-7753-43e0-B8FC-AC1667EBCBE1}"/>
            </a:extLst>
          </p:spPr>
          <p:txBody>
            <a:bodyPr wrap="none" anchor="ctr"/>
            <a:lstStyle/>
            <a:p>
              <a:pPr algn="ctr" fontAlgn="auto">
                <a:spcBef>
                  <a:spcPts val="0"/>
                </a:spcBef>
                <a:spcAft>
                  <a:spcPts val="0"/>
                </a:spcAft>
                <a:defRPr/>
              </a:pPr>
              <a:r>
                <a:rPr lang="en-US" sz="2400">
                  <a:latin typeface="Tahoma" charset="0"/>
                  <a:ea typeface="+mn-ea"/>
                </a:rPr>
                <a:t>-7</a:t>
              </a:r>
            </a:p>
          </p:txBody>
        </p:sp>
        <p:sp>
          <p:nvSpPr>
            <p:cNvPr id="367657" name="Oval 41">
              <a:extLst>
                <a:ext uri="{FF2B5EF4-FFF2-40B4-BE49-F238E27FC236}">
                  <a16:creationId xmlns:a16="http://schemas.microsoft.com/office/drawing/2014/main" id="{21EC61C8-6A32-C641-8ED8-A8C73D5DEDC4}"/>
                </a:ext>
              </a:extLst>
            </p:cNvPr>
            <p:cNvSpPr>
              <a:spLocks noChangeAspect="1" noChangeArrowheads="1"/>
            </p:cNvSpPr>
            <p:nvPr/>
          </p:nvSpPr>
          <p:spPr bwMode="auto">
            <a:xfrm>
              <a:off x="864" y="3747"/>
              <a:ext cx="323" cy="333"/>
            </a:xfrm>
            <a:prstGeom prst="ellipse">
              <a:avLst/>
            </a:prstGeom>
            <a:gradFill rotWithShape="1">
              <a:gsLst>
                <a:gs pos="0">
                  <a:srgbClr val="E1F2F3"/>
                </a:gs>
                <a:gs pos="100000">
                  <a:srgbClr val="E1F2F3">
                    <a:gamma/>
                    <a:shade val="72157"/>
                    <a:invGamma/>
                  </a:srgbClr>
                </a:gs>
              </a:gsLst>
              <a:lin ang="2700000" scaled="1"/>
            </a:gradFill>
            <a:ln w="38100">
              <a:solidFill>
                <a:schemeClr val="tx1"/>
              </a:solidFill>
              <a:round/>
              <a:headEnd/>
              <a:tailEnd/>
            </a:ln>
            <a:effectLst/>
            <a:extLst>
              <a:ext uri="{AF507438-7753-43e0-B8FC-AC1667EBCBE1}"/>
            </a:extLst>
          </p:spPr>
          <p:txBody>
            <a:bodyPr wrap="none" anchor="ctr"/>
            <a:lstStyle/>
            <a:p>
              <a:pPr algn="ctr" fontAlgn="auto">
                <a:spcBef>
                  <a:spcPts val="0"/>
                </a:spcBef>
                <a:spcAft>
                  <a:spcPts val="0"/>
                </a:spcAft>
                <a:defRPr/>
              </a:pPr>
              <a:r>
                <a:rPr lang="en-US" sz="2400">
                  <a:latin typeface="Tahoma" charset="0"/>
                  <a:ea typeface="+mn-ea"/>
                </a:rPr>
                <a:t>-1</a:t>
              </a:r>
            </a:p>
          </p:txBody>
        </p:sp>
        <p:sp>
          <p:nvSpPr>
            <p:cNvPr id="367658" name="Oval 42">
              <a:extLst>
                <a:ext uri="{FF2B5EF4-FFF2-40B4-BE49-F238E27FC236}">
                  <a16:creationId xmlns:a16="http://schemas.microsoft.com/office/drawing/2014/main" id="{9D5326F7-7AE8-B04B-A00C-2003C9BAC392}"/>
                </a:ext>
              </a:extLst>
            </p:cNvPr>
            <p:cNvSpPr>
              <a:spLocks noChangeAspect="1" noChangeArrowheads="1"/>
            </p:cNvSpPr>
            <p:nvPr/>
          </p:nvSpPr>
          <p:spPr bwMode="auto">
            <a:xfrm>
              <a:off x="1126" y="3146"/>
              <a:ext cx="323" cy="333"/>
            </a:xfrm>
            <a:prstGeom prst="ellipse">
              <a:avLst/>
            </a:prstGeom>
            <a:gradFill rotWithShape="1">
              <a:gsLst>
                <a:gs pos="0">
                  <a:srgbClr val="E1F2F3"/>
                </a:gs>
                <a:gs pos="100000">
                  <a:srgbClr val="E1F2F3">
                    <a:gamma/>
                    <a:shade val="72157"/>
                    <a:invGamma/>
                  </a:srgbClr>
                </a:gs>
              </a:gsLst>
              <a:lin ang="2700000" scaled="1"/>
            </a:gradFill>
            <a:ln w="38100">
              <a:solidFill>
                <a:schemeClr val="tx1"/>
              </a:solidFill>
              <a:round/>
              <a:headEnd/>
              <a:tailEnd/>
            </a:ln>
            <a:effectLst/>
            <a:extLst>
              <a:ext uri="{AF507438-7753-43e0-B8FC-AC1667EBCBE1}"/>
            </a:extLst>
          </p:spPr>
          <p:txBody>
            <a:bodyPr wrap="none" anchor="ctr"/>
            <a:lstStyle/>
            <a:p>
              <a:pPr algn="ctr" fontAlgn="auto">
                <a:spcBef>
                  <a:spcPts val="0"/>
                </a:spcBef>
                <a:spcAft>
                  <a:spcPts val="0"/>
                </a:spcAft>
                <a:defRPr/>
              </a:pPr>
              <a:r>
                <a:rPr lang="en-US" sz="2400">
                  <a:latin typeface="Tahoma" charset="0"/>
                  <a:ea typeface="+mn-ea"/>
                </a:rPr>
                <a:t>-5</a:t>
              </a:r>
            </a:p>
          </p:txBody>
        </p:sp>
        <p:cxnSp>
          <p:nvCxnSpPr>
            <p:cNvPr id="7197" name="AutoShape 43">
              <a:extLst>
                <a:ext uri="{FF2B5EF4-FFF2-40B4-BE49-F238E27FC236}">
                  <a16:creationId xmlns:a16="http://schemas.microsoft.com/office/drawing/2014/main" id="{33A3D7BF-97D9-4D4F-9DDA-D568D6A41B5F}"/>
                </a:ext>
              </a:extLst>
            </p:cNvPr>
            <p:cNvCxnSpPr>
              <a:cxnSpLocks noChangeShapeType="1"/>
              <a:stCxn id="367658" idx="3"/>
              <a:endCxn id="367657" idx="0"/>
            </p:cNvCxnSpPr>
            <p:nvPr/>
          </p:nvCxnSpPr>
          <p:spPr bwMode="auto">
            <a:xfrm flipH="1">
              <a:off x="1026" y="3443"/>
              <a:ext cx="147" cy="291"/>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7198" name="AutoShape 44">
              <a:extLst>
                <a:ext uri="{FF2B5EF4-FFF2-40B4-BE49-F238E27FC236}">
                  <a16:creationId xmlns:a16="http://schemas.microsoft.com/office/drawing/2014/main" id="{E8E94463-B306-964E-855D-C95C1D810691}"/>
                </a:ext>
              </a:extLst>
            </p:cNvPr>
            <p:cNvCxnSpPr>
              <a:cxnSpLocks noChangeShapeType="1"/>
              <a:stCxn id="367658" idx="5"/>
              <a:endCxn id="367656" idx="0"/>
            </p:cNvCxnSpPr>
            <p:nvPr/>
          </p:nvCxnSpPr>
          <p:spPr bwMode="auto">
            <a:xfrm>
              <a:off x="1402" y="3443"/>
              <a:ext cx="158" cy="291"/>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grpSp>
      <p:grpSp>
        <p:nvGrpSpPr>
          <p:cNvPr id="7175" name="Group 56" descr="Is this a binary search tree?&#10;Level 0: 7.2&#10;Level 1: 1.9 (left of 7.2), 9.6 (right of 7.2)&#10;Level 2: 8.1 (left of 9.6), 21.3 (right of 9.6)&#10;&#10;Yes">
            <a:extLst>
              <a:ext uri="{FF2B5EF4-FFF2-40B4-BE49-F238E27FC236}">
                <a16:creationId xmlns:a16="http://schemas.microsoft.com/office/drawing/2014/main" id="{8039140A-C01F-0E46-9E64-222F504BFC0F}"/>
              </a:ext>
            </a:extLst>
          </p:cNvPr>
          <p:cNvGrpSpPr>
            <a:grpSpLocks/>
          </p:cNvGrpSpPr>
          <p:nvPr/>
        </p:nvGrpSpPr>
        <p:grpSpPr bwMode="auto">
          <a:xfrm>
            <a:off x="3309939" y="4158803"/>
            <a:ext cx="2514600" cy="2330451"/>
            <a:chOff x="2064" y="2640"/>
            <a:chExt cx="1584" cy="1468"/>
          </a:xfrm>
        </p:grpSpPr>
        <p:sp>
          <p:nvSpPr>
            <p:cNvPr id="367661" name="Oval 45">
              <a:extLst>
                <a:ext uri="{FF2B5EF4-FFF2-40B4-BE49-F238E27FC236}">
                  <a16:creationId xmlns:a16="http://schemas.microsoft.com/office/drawing/2014/main" id="{30E0279C-0922-254D-8F50-4ACF856AFEBC}"/>
                </a:ext>
              </a:extLst>
            </p:cNvPr>
            <p:cNvSpPr>
              <a:spLocks noChangeAspect="1" noChangeArrowheads="1"/>
            </p:cNvSpPr>
            <p:nvPr/>
          </p:nvSpPr>
          <p:spPr bwMode="auto">
            <a:xfrm>
              <a:off x="3190" y="3775"/>
              <a:ext cx="458" cy="333"/>
            </a:xfrm>
            <a:prstGeom prst="ellipse">
              <a:avLst/>
            </a:prstGeom>
            <a:gradFill rotWithShape="1">
              <a:gsLst>
                <a:gs pos="0">
                  <a:srgbClr val="E1F2F3"/>
                </a:gs>
                <a:gs pos="100000">
                  <a:srgbClr val="E1F2F3">
                    <a:gamma/>
                    <a:shade val="72157"/>
                    <a:invGamma/>
                  </a:srgbClr>
                </a:gs>
              </a:gsLst>
              <a:lin ang="2700000" scaled="1"/>
            </a:gradFill>
            <a:ln w="38100">
              <a:solidFill>
                <a:schemeClr val="tx1"/>
              </a:solidFill>
              <a:round/>
              <a:headEnd/>
              <a:tailEnd/>
            </a:ln>
            <a:effectLst/>
            <a:extLst>
              <a:ext uri="{AF507438-7753-43e0-B8FC-AC1667EBCBE1}"/>
            </a:extLst>
          </p:spPr>
          <p:txBody>
            <a:bodyPr wrap="none" anchor="ctr"/>
            <a:lstStyle/>
            <a:p>
              <a:pPr algn="ctr" fontAlgn="auto">
                <a:spcBef>
                  <a:spcPts val="0"/>
                </a:spcBef>
                <a:spcAft>
                  <a:spcPts val="0"/>
                </a:spcAft>
                <a:defRPr/>
              </a:pPr>
              <a:r>
                <a:rPr lang="en-US" sz="2400">
                  <a:latin typeface="Tahoma" charset="0"/>
                  <a:ea typeface="+mn-ea"/>
                </a:rPr>
                <a:t>21.3</a:t>
              </a:r>
            </a:p>
          </p:txBody>
        </p:sp>
        <p:sp>
          <p:nvSpPr>
            <p:cNvPr id="367662" name="Oval 46">
              <a:extLst>
                <a:ext uri="{FF2B5EF4-FFF2-40B4-BE49-F238E27FC236}">
                  <a16:creationId xmlns:a16="http://schemas.microsoft.com/office/drawing/2014/main" id="{40033236-4148-164D-B6B2-24DDF1C5546A}"/>
                </a:ext>
              </a:extLst>
            </p:cNvPr>
            <p:cNvSpPr>
              <a:spLocks noChangeAspect="1" noChangeArrowheads="1"/>
            </p:cNvSpPr>
            <p:nvPr/>
          </p:nvSpPr>
          <p:spPr bwMode="auto">
            <a:xfrm>
              <a:off x="2604" y="3775"/>
              <a:ext cx="363" cy="333"/>
            </a:xfrm>
            <a:prstGeom prst="ellipse">
              <a:avLst/>
            </a:prstGeom>
            <a:gradFill rotWithShape="1">
              <a:gsLst>
                <a:gs pos="0">
                  <a:srgbClr val="E1F2F3"/>
                </a:gs>
                <a:gs pos="100000">
                  <a:srgbClr val="E1F2F3">
                    <a:gamma/>
                    <a:shade val="72157"/>
                    <a:invGamma/>
                  </a:srgbClr>
                </a:gs>
              </a:gsLst>
              <a:lin ang="2700000" scaled="1"/>
            </a:gradFill>
            <a:ln w="38100">
              <a:solidFill>
                <a:schemeClr val="tx1"/>
              </a:solidFill>
              <a:round/>
              <a:headEnd/>
              <a:tailEnd/>
            </a:ln>
            <a:effectLst/>
            <a:extLst>
              <a:ext uri="{AF507438-7753-43e0-B8FC-AC1667EBCBE1}"/>
            </a:extLst>
          </p:spPr>
          <p:txBody>
            <a:bodyPr wrap="none" anchor="ctr"/>
            <a:lstStyle/>
            <a:p>
              <a:pPr algn="ctr" fontAlgn="auto">
                <a:spcBef>
                  <a:spcPts val="0"/>
                </a:spcBef>
                <a:spcAft>
                  <a:spcPts val="0"/>
                </a:spcAft>
                <a:defRPr/>
              </a:pPr>
              <a:r>
                <a:rPr lang="en-US" sz="2400">
                  <a:latin typeface="Tahoma" charset="0"/>
                  <a:ea typeface="+mn-ea"/>
                </a:rPr>
                <a:t>8.1</a:t>
              </a:r>
            </a:p>
          </p:txBody>
        </p:sp>
        <p:sp>
          <p:nvSpPr>
            <p:cNvPr id="367663" name="Oval 47">
              <a:extLst>
                <a:ext uri="{FF2B5EF4-FFF2-40B4-BE49-F238E27FC236}">
                  <a16:creationId xmlns:a16="http://schemas.microsoft.com/office/drawing/2014/main" id="{C7F55743-14F3-A94B-8A81-86A91ACA32A6}"/>
                </a:ext>
              </a:extLst>
            </p:cNvPr>
            <p:cNvSpPr>
              <a:spLocks noChangeAspect="1" noChangeArrowheads="1"/>
            </p:cNvSpPr>
            <p:nvPr/>
          </p:nvSpPr>
          <p:spPr bwMode="auto">
            <a:xfrm>
              <a:off x="2884" y="3174"/>
              <a:ext cx="363" cy="333"/>
            </a:xfrm>
            <a:prstGeom prst="ellipse">
              <a:avLst/>
            </a:prstGeom>
            <a:gradFill rotWithShape="1">
              <a:gsLst>
                <a:gs pos="0">
                  <a:srgbClr val="E1F2F3"/>
                </a:gs>
                <a:gs pos="100000">
                  <a:srgbClr val="E1F2F3">
                    <a:gamma/>
                    <a:shade val="72157"/>
                    <a:invGamma/>
                  </a:srgbClr>
                </a:gs>
              </a:gsLst>
              <a:lin ang="2700000" scaled="1"/>
            </a:gradFill>
            <a:ln w="38100">
              <a:solidFill>
                <a:schemeClr val="tx1"/>
              </a:solidFill>
              <a:round/>
              <a:headEnd/>
              <a:tailEnd/>
            </a:ln>
            <a:effectLst/>
            <a:extLst>
              <a:ext uri="{AF507438-7753-43e0-B8FC-AC1667EBCBE1}"/>
            </a:extLst>
          </p:spPr>
          <p:txBody>
            <a:bodyPr wrap="none" anchor="ctr"/>
            <a:lstStyle/>
            <a:p>
              <a:pPr algn="ctr" fontAlgn="auto">
                <a:spcBef>
                  <a:spcPts val="0"/>
                </a:spcBef>
                <a:spcAft>
                  <a:spcPts val="0"/>
                </a:spcAft>
                <a:defRPr/>
              </a:pPr>
              <a:r>
                <a:rPr lang="en-US" sz="2400">
                  <a:latin typeface="Tahoma" charset="0"/>
                  <a:ea typeface="+mn-ea"/>
                </a:rPr>
                <a:t>9.6</a:t>
              </a:r>
            </a:p>
          </p:txBody>
        </p:sp>
        <p:sp>
          <p:nvSpPr>
            <p:cNvPr id="367664" name="Oval 48">
              <a:extLst>
                <a:ext uri="{FF2B5EF4-FFF2-40B4-BE49-F238E27FC236}">
                  <a16:creationId xmlns:a16="http://schemas.microsoft.com/office/drawing/2014/main" id="{56637BE7-9D61-A049-A174-8D280A869523}"/>
                </a:ext>
              </a:extLst>
            </p:cNvPr>
            <p:cNvSpPr>
              <a:spLocks noChangeAspect="1" noChangeArrowheads="1"/>
            </p:cNvSpPr>
            <p:nvPr/>
          </p:nvSpPr>
          <p:spPr bwMode="auto">
            <a:xfrm>
              <a:off x="2064" y="3174"/>
              <a:ext cx="364" cy="333"/>
            </a:xfrm>
            <a:prstGeom prst="ellipse">
              <a:avLst/>
            </a:prstGeom>
            <a:gradFill rotWithShape="1">
              <a:gsLst>
                <a:gs pos="0">
                  <a:srgbClr val="E1F2F3"/>
                </a:gs>
                <a:gs pos="100000">
                  <a:srgbClr val="E1F2F3">
                    <a:gamma/>
                    <a:shade val="72157"/>
                    <a:invGamma/>
                  </a:srgbClr>
                </a:gs>
              </a:gsLst>
              <a:lin ang="2700000" scaled="1"/>
            </a:gradFill>
            <a:ln w="38100">
              <a:solidFill>
                <a:schemeClr val="tx1"/>
              </a:solidFill>
              <a:round/>
              <a:headEnd/>
              <a:tailEnd/>
            </a:ln>
            <a:effectLst/>
            <a:extLst>
              <a:ext uri="{AF507438-7753-43e0-B8FC-AC1667EBCBE1}"/>
            </a:extLst>
          </p:spPr>
          <p:txBody>
            <a:bodyPr wrap="none" anchor="ctr"/>
            <a:lstStyle/>
            <a:p>
              <a:pPr algn="ctr" fontAlgn="auto">
                <a:spcBef>
                  <a:spcPts val="0"/>
                </a:spcBef>
                <a:spcAft>
                  <a:spcPts val="0"/>
                </a:spcAft>
                <a:defRPr/>
              </a:pPr>
              <a:r>
                <a:rPr lang="en-US" sz="2400">
                  <a:latin typeface="Tahoma" charset="0"/>
                  <a:ea typeface="+mn-ea"/>
                </a:rPr>
                <a:t>1.9</a:t>
              </a:r>
            </a:p>
          </p:txBody>
        </p:sp>
        <p:sp>
          <p:nvSpPr>
            <p:cNvPr id="367665" name="Oval 49">
              <a:extLst>
                <a:ext uri="{FF2B5EF4-FFF2-40B4-BE49-F238E27FC236}">
                  <a16:creationId xmlns:a16="http://schemas.microsoft.com/office/drawing/2014/main" id="{EA19A796-5DC0-7F45-92A2-9110AFBCC1A7}"/>
                </a:ext>
              </a:extLst>
            </p:cNvPr>
            <p:cNvSpPr>
              <a:spLocks noChangeAspect="1" noChangeArrowheads="1"/>
            </p:cNvSpPr>
            <p:nvPr/>
          </p:nvSpPr>
          <p:spPr bwMode="auto">
            <a:xfrm>
              <a:off x="2489" y="2640"/>
              <a:ext cx="361" cy="333"/>
            </a:xfrm>
            <a:prstGeom prst="ellipse">
              <a:avLst/>
            </a:prstGeom>
            <a:gradFill rotWithShape="1">
              <a:gsLst>
                <a:gs pos="0">
                  <a:srgbClr val="E1F2F3"/>
                </a:gs>
                <a:gs pos="100000">
                  <a:srgbClr val="E1F2F3">
                    <a:gamma/>
                    <a:shade val="72157"/>
                    <a:invGamma/>
                  </a:srgbClr>
                </a:gs>
              </a:gsLst>
              <a:lin ang="2700000" scaled="1"/>
            </a:gradFill>
            <a:ln w="38100">
              <a:solidFill>
                <a:schemeClr val="tx1"/>
              </a:solidFill>
              <a:round/>
              <a:headEnd/>
              <a:tailEnd/>
            </a:ln>
            <a:effectLst/>
            <a:extLst>
              <a:ext uri="{AF507438-7753-43e0-B8FC-AC1667EBCBE1}"/>
            </a:extLst>
          </p:spPr>
          <p:txBody>
            <a:bodyPr wrap="none" anchor="ctr"/>
            <a:lstStyle/>
            <a:p>
              <a:pPr algn="ctr" fontAlgn="auto">
                <a:spcBef>
                  <a:spcPts val="0"/>
                </a:spcBef>
                <a:spcAft>
                  <a:spcPts val="0"/>
                </a:spcAft>
                <a:defRPr/>
              </a:pPr>
              <a:r>
                <a:rPr lang="en-US" sz="2400" dirty="0">
                  <a:latin typeface="Tahoma" charset="0"/>
                  <a:ea typeface="+mn-ea"/>
                </a:rPr>
                <a:t>7.2</a:t>
              </a:r>
            </a:p>
          </p:txBody>
        </p:sp>
        <p:cxnSp>
          <p:nvCxnSpPr>
            <p:cNvPr id="7190" name="AutoShape 50">
              <a:extLst>
                <a:ext uri="{FF2B5EF4-FFF2-40B4-BE49-F238E27FC236}">
                  <a16:creationId xmlns:a16="http://schemas.microsoft.com/office/drawing/2014/main" id="{D54252E4-E077-114E-BB4B-41E09AD7C7E1}"/>
                </a:ext>
              </a:extLst>
            </p:cNvPr>
            <p:cNvCxnSpPr>
              <a:cxnSpLocks noChangeShapeType="1"/>
              <a:stCxn id="367665" idx="3"/>
              <a:endCxn id="367664" idx="0"/>
            </p:cNvCxnSpPr>
            <p:nvPr/>
          </p:nvCxnSpPr>
          <p:spPr bwMode="auto">
            <a:xfrm flipH="1">
              <a:off x="2246" y="2936"/>
              <a:ext cx="295" cy="226"/>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7191" name="AutoShape 51">
              <a:extLst>
                <a:ext uri="{FF2B5EF4-FFF2-40B4-BE49-F238E27FC236}">
                  <a16:creationId xmlns:a16="http://schemas.microsoft.com/office/drawing/2014/main" id="{87597D8E-2A84-EC4A-9E08-CCE58B77C320}"/>
                </a:ext>
              </a:extLst>
            </p:cNvPr>
            <p:cNvCxnSpPr>
              <a:cxnSpLocks noChangeShapeType="1"/>
              <a:stCxn id="367665" idx="5"/>
              <a:endCxn id="367663" idx="0"/>
            </p:cNvCxnSpPr>
            <p:nvPr/>
          </p:nvCxnSpPr>
          <p:spPr bwMode="auto">
            <a:xfrm>
              <a:off x="2797" y="2936"/>
              <a:ext cx="269" cy="226"/>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7192" name="AutoShape 52">
              <a:extLst>
                <a:ext uri="{FF2B5EF4-FFF2-40B4-BE49-F238E27FC236}">
                  <a16:creationId xmlns:a16="http://schemas.microsoft.com/office/drawing/2014/main" id="{C33B5A23-8989-3A40-9B99-40DED676D6E7}"/>
                </a:ext>
              </a:extLst>
            </p:cNvPr>
            <p:cNvCxnSpPr>
              <a:cxnSpLocks noChangeShapeType="1"/>
              <a:stCxn id="367663" idx="3"/>
              <a:endCxn id="367662" idx="0"/>
            </p:cNvCxnSpPr>
            <p:nvPr/>
          </p:nvCxnSpPr>
          <p:spPr bwMode="auto">
            <a:xfrm flipH="1">
              <a:off x="2786" y="3470"/>
              <a:ext cx="151" cy="293"/>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7193" name="AutoShape 53">
              <a:extLst>
                <a:ext uri="{FF2B5EF4-FFF2-40B4-BE49-F238E27FC236}">
                  <a16:creationId xmlns:a16="http://schemas.microsoft.com/office/drawing/2014/main" id="{CF19DDAB-2DE9-AD4F-A713-ACF62D734C8F}"/>
                </a:ext>
              </a:extLst>
            </p:cNvPr>
            <p:cNvCxnSpPr>
              <a:cxnSpLocks noChangeShapeType="1"/>
              <a:stCxn id="367663" idx="5"/>
              <a:endCxn id="367661" idx="0"/>
            </p:cNvCxnSpPr>
            <p:nvPr/>
          </p:nvCxnSpPr>
          <p:spPr bwMode="auto">
            <a:xfrm>
              <a:off x="3194" y="3470"/>
              <a:ext cx="225" cy="293"/>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grpSp>
      <p:grpSp>
        <p:nvGrpSpPr>
          <p:cNvPr id="367677" name="Group 61">
            <a:extLst>
              <a:ext uri="{FF2B5EF4-FFF2-40B4-BE49-F238E27FC236}">
                <a16:creationId xmlns:a16="http://schemas.microsoft.com/office/drawing/2014/main" id="{9D958BD4-AB57-2346-96CE-CB553648C7F1}"/>
              </a:ext>
              <a:ext uri="{C183D7F6-B498-43B3-948B-1728B52AA6E4}">
                <adec:decorative xmlns:adec="http://schemas.microsoft.com/office/drawing/2017/decorative" val="1"/>
              </a:ext>
            </a:extLst>
          </p:cNvPr>
          <p:cNvGrpSpPr>
            <a:grpSpLocks/>
          </p:cNvGrpSpPr>
          <p:nvPr/>
        </p:nvGrpSpPr>
        <p:grpSpPr bwMode="auto">
          <a:xfrm>
            <a:off x="1828800" y="3657600"/>
            <a:ext cx="685800" cy="685800"/>
            <a:chOff x="1152" y="2304"/>
            <a:chExt cx="432" cy="432"/>
          </a:xfrm>
        </p:grpSpPr>
        <p:sp>
          <p:nvSpPr>
            <p:cNvPr id="367675" name="Line 59">
              <a:extLst>
                <a:ext uri="{FF2B5EF4-FFF2-40B4-BE49-F238E27FC236}">
                  <a16:creationId xmlns:a16="http://schemas.microsoft.com/office/drawing/2014/main" id="{360267BC-7038-6F43-80D3-3FED9C3BE858}"/>
                </a:ext>
              </a:extLst>
            </p:cNvPr>
            <p:cNvSpPr>
              <a:spLocks noChangeShapeType="1"/>
            </p:cNvSpPr>
            <p:nvPr/>
          </p:nvSpPr>
          <p:spPr bwMode="auto">
            <a:xfrm>
              <a:off x="1152" y="2304"/>
              <a:ext cx="432" cy="432"/>
            </a:xfrm>
            <a:prstGeom prst="line">
              <a:avLst/>
            </a:prstGeom>
            <a:noFill/>
            <a:ln w="50800">
              <a:solidFill>
                <a:srgbClr val="FF0000"/>
              </a:solidFill>
              <a:round/>
              <a:headEnd/>
              <a:tailEnd/>
            </a:ln>
            <a:effectLst/>
            <a:extLst>
              <a:ext uri="{909E8E84-426E-40dd-AFC4-6F175D3DCCD1}"/>
              <a:ext uri="{AF507438-7753-43e0-B8FC-AC1667EBCBE1}"/>
            </a:extLst>
          </p:spPr>
          <p:txBody>
            <a:bodyPr/>
            <a:lstStyle/>
            <a:p>
              <a:pPr eaLnBrk="1" fontAlgn="auto" hangingPunct="1">
                <a:spcBef>
                  <a:spcPts val="0"/>
                </a:spcBef>
                <a:spcAft>
                  <a:spcPts val="0"/>
                </a:spcAft>
                <a:defRPr/>
              </a:pPr>
              <a:endParaRPr lang="en-US">
                <a:latin typeface="+mn-lt"/>
                <a:ea typeface="+mn-ea"/>
              </a:endParaRPr>
            </a:p>
          </p:txBody>
        </p:sp>
        <p:sp>
          <p:nvSpPr>
            <p:cNvPr id="367676" name="Line 60">
              <a:extLst>
                <a:ext uri="{FF2B5EF4-FFF2-40B4-BE49-F238E27FC236}">
                  <a16:creationId xmlns:a16="http://schemas.microsoft.com/office/drawing/2014/main" id="{99598FE3-7BB9-C047-82B7-B3A82E7B0C62}"/>
                </a:ext>
              </a:extLst>
            </p:cNvPr>
            <p:cNvSpPr>
              <a:spLocks noChangeShapeType="1"/>
            </p:cNvSpPr>
            <p:nvPr/>
          </p:nvSpPr>
          <p:spPr bwMode="auto">
            <a:xfrm flipV="1">
              <a:off x="1152" y="2304"/>
              <a:ext cx="432" cy="432"/>
            </a:xfrm>
            <a:prstGeom prst="line">
              <a:avLst/>
            </a:prstGeom>
            <a:noFill/>
            <a:ln w="50800">
              <a:solidFill>
                <a:srgbClr val="FF0000"/>
              </a:solidFill>
              <a:round/>
              <a:headEnd/>
              <a:tailEnd/>
            </a:ln>
            <a:effectLst/>
            <a:extLst>
              <a:ext uri="{909E8E84-426E-40dd-AFC4-6F175D3DCCD1}"/>
              <a:ext uri="{AF507438-7753-43e0-B8FC-AC1667EBCBE1}"/>
            </a:extLst>
          </p:spPr>
          <p:txBody>
            <a:bodyPr/>
            <a:lstStyle/>
            <a:p>
              <a:pPr eaLnBrk="1" fontAlgn="auto" hangingPunct="1">
                <a:spcBef>
                  <a:spcPts val="0"/>
                </a:spcBef>
                <a:spcAft>
                  <a:spcPts val="0"/>
                </a:spcAft>
                <a:defRPr/>
              </a:pPr>
              <a:endParaRPr lang="en-US">
                <a:latin typeface="+mn-lt"/>
                <a:ea typeface="+mn-ea"/>
              </a:endParaRPr>
            </a:p>
          </p:txBody>
        </p:sp>
      </p:grpSp>
      <p:grpSp>
        <p:nvGrpSpPr>
          <p:cNvPr id="2" name="Group 1">
            <a:extLst>
              <a:ext uri="{FF2B5EF4-FFF2-40B4-BE49-F238E27FC236}">
                <a16:creationId xmlns:a16="http://schemas.microsoft.com/office/drawing/2014/main" id="{56A390DC-A7DA-4C09-B67E-1F8EF5A285DA}"/>
              </a:ext>
            </a:extLst>
          </p:cNvPr>
          <p:cNvGrpSpPr/>
          <p:nvPr/>
        </p:nvGrpSpPr>
        <p:grpSpPr>
          <a:xfrm>
            <a:off x="3275013" y="1935852"/>
            <a:ext cx="1295400" cy="609600"/>
            <a:chOff x="3429000" y="2743200"/>
            <a:chExt cx="1295400" cy="609600"/>
          </a:xfrm>
        </p:grpSpPr>
        <p:sp>
          <p:nvSpPr>
            <p:cNvPr id="367679" name="Line 63">
              <a:extLst>
                <a:ext uri="{FF2B5EF4-FFF2-40B4-BE49-F238E27FC236}">
                  <a16:creationId xmlns:a16="http://schemas.microsoft.com/office/drawing/2014/main" id="{665B774E-2835-3E4A-B957-A1556649BB6D}"/>
                </a:ext>
              </a:extLst>
            </p:cNvPr>
            <p:cNvSpPr>
              <a:spLocks noChangeShapeType="1"/>
            </p:cNvSpPr>
            <p:nvPr/>
          </p:nvSpPr>
          <p:spPr bwMode="auto">
            <a:xfrm>
              <a:off x="3429000" y="2743200"/>
              <a:ext cx="1295400" cy="609600"/>
            </a:xfrm>
            <a:prstGeom prst="line">
              <a:avLst/>
            </a:prstGeom>
            <a:noFill/>
            <a:ln w="50800">
              <a:solidFill>
                <a:srgbClr val="FF0000"/>
              </a:solidFill>
              <a:round/>
              <a:headEnd/>
              <a:tailEnd/>
            </a:ln>
            <a:effectLst/>
            <a:extLst>
              <a:ext uri="{909E8E84-426E-40dd-AFC4-6F175D3DCCD1}"/>
              <a:ext uri="{AF507438-7753-43e0-B8FC-AC1667EBCBE1}"/>
            </a:extLst>
          </p:spPr>
          <p:txBody>
            <a:bodyPr/>
            <a:lstStyle/>
            <a:p>
              <a:pPr eaLnBrk="1" fontAlgn="auto" hangingPunct="1">
                <a:spcBef>
                  <a:spcPts val="0"/>
                </a:spcBef>
                <a:spcAft>
                  <a:spcPts val="0"/>
                </a:spcAft>
                <a:defRPr/>
              </a:pPr>
              <a:endParaRPr lang="en-US">
                <a:latin typeface="+mn-lt"/>
                <a:ea typeface="+mn-ea"/>
              </a:endParaRPr>
            </a:p>
          </p:txBody>
        </p:sp>
        <p:sp>
          <p:nvSpPr>
            <p:cNvPr id="367680" name="Line 64">
              <a:extLst>
                <a:ext uri="{FF2B5EF4-FFF2-40B4-BE49-F238E27FC236}">
                  <a16:creationId xmlns:a16="http://schemas.microsoft.com/office/drawing/2014/main" id="{CF9D9623-5769-074E-BDE4-B0F6456A546A}"/>
                </a:ext>
              </a:extLst>
            </p:cNvPr>
            <p:cNvSpPr>
              <a:spLocks noChangeShapeType="1"/>
            </p:cNvSpPr>
            <p:nvPr/>
          </p:nvSpPr>
          <p:spPr bwMode="auto">
            <a:xfrm flipV="1">
              <a:off x="3429000" y="2743200"/>
              <a:ext cx="1295400" cy="609600"/>
            </a:xfrm>
            <a:prstGeom prst="line">
              <a:avLst/>
            </a:prstGeom>
            <a:noFill/>
            <a:ln w="50800">
              <a:solidFill>
                <a:srgbClr val="FF0000"/>
              </a:solidFill>
              <a:round/>
              <a:headEnd/>
              <a:tailEnd/>
            </a:ln>
            <a:effectLst/>
            <a:extLst>
              <a:ext uri="{909E8E84-426E-40dd-AFC4-6F175D3DCCD1}"/>
              <a:ext uri="{AF507438-7753-43e0-B8FC-AC1667EBCBE1}"/>
            </a:extLst>
          </p:spPr>
          <p:txBody>
            <a:bodyPr/>
            <a:lstStyle/>
            <a:p>
              <a:pPr eaLnBrk="1" fontAlgn="auto" hangingPunct="1">
                <a:spcBef>
                  <a:spcPts val="0"/>
                </a:spcBef>
                <a:spcAft>
                  <a:spcPts val="0"/>
                </a:spcAft>
                <a:defRPr/>
              </a:pPr>
              <a:endParaRPr lang="en-US">
                <a:latin typeface="+mn-lt"/>
                <a:ea typeface="+mn-ea"/>
              </a:endParaRPr>
            </a:p>
          </p:txBody>
        </p:sp>
      </p:grpSp>
      <p:grpSp>
        <p:nvGrpSpPr>
          <p:cNvPr id="367681" name="Group 65">
            <a:extLst>
              <a:ext uri="{FF2B5EF4-FFF2-40B4-BE49-F238E27FC236}">
                <a16:creationId xmlns:a16="http://schemas.microsoft.com/office/drawing/2014/main" id="{16323F9C-7969-F745-B0F9-DDAB48844CF2}"/>
              </a:ext>
              <a:ext uri="{C183D7F6-B498-43B3-948B-1728B52AA6E4}">
                <adec:decorative xmlns:adec="http://schemas.microsoft.com/office/drawing/2017/decorative" val="1"/>
              </a:ext>
            </a:extLst>
          </p:cNvPr>
          <p:cNvGrpSpPr>
            <a:grpSpLocks/>
          </p:cNvGrpSpPr>
          <p:nvPr/>
        </p:nvGrpSpPr>
        <p:grpSpPr bwMode="auto">
          <a:xfrm>
            <a:off x="8001000" y="5257800"/>
            <a:ext cx="685800" cy="685800"/>
            <a:chOff x="1152" y="2304"/>
            <a:chExt cx="432" cy="432"/>
          </a:xfrm>
        </p:grpSpPr>
        <p:sp>
          <p:nvSpPr>
            <p:cNvPr id="367682" name="Line 66">
              <a:extLst>
                <a:ext uri="{FF2B5EF4-FFF2-40B4-BE49-F238E27FC236}">
                  <a16:creationId xmlns:a16="http://schemas.microsoft.com/office/drawing/2014/main" id="{75797145-45BA-2F42-A719-F444052CF026}"/>
                </a:ext>
              </a:extLst>
            </p:cNvPr>
            <p:cNvSpPr>
              <a:spLocks noChangeShapeType="1"/>
            </p:cNvSpPr>
            <p:nvPr/>
          </p:nvSpPr>
          <p:spPr bwMode="auto">
            <a:xfrm>
              <a:off x="1152" y="2304"/>
              <a:ext cx="432" cy="432"/>
            </a:xfrm>
            <a:prstGeom prst="line">
              <a:avLst/>
            </a:prstGeom>
            <a:noFill/>
            <a:ln w="50800">
              <a:solidFill>
                <a:srgbClr val="FF0000"/>
              </a:solidFill>
              <a:round/>
              <a:headEnd/>
              <a:tailEnd/>
            </a:ln>
            <a:effectLst/>
            <a:extLst>
              <a:ext uri="{909E8E84-426E-40dd-AFC4-6F175D3DCCD1}"/>
              <a:ext uri="{AF507438-7753-43e0-B8FC-AC1667EBCBE1}"/>
            </a:extLst>
          </p:spPr>
          <p:txBody>
            <a:bodyPr/>
            <a:lstStyle/>
            <a:p>
              <a:pPr eaLnBrk="1" fontAlgn="auto" hangingPunct="1">
                <a:spcBef>
                  <a:spcPts val="0"/>
                </a:spcBef>
                <a:spcAft>
                  <a:spcPts val="0"/>
                </a:spcAft>
                <a:defRPr/>
              </a:pPr>
              <a:endParaRPr lang="en-US">
                <a:latin typeface="+mn-lt"/>
                <a:ea typeface="+mn-ea"/>
              </a:endParaRPr>
            </a:p>
          </p:txBody>
        </p:sp>
        <p:sp>
          <p:nvSpPr>
            <p:cNvPr id="367683" name="Line 67">
              <a:extLst>
                <a:ext uri="{FF2B5EF4-FFF2-40B4-BE49-F238E27FC236}">
                  <a16:creationId xmlns:a16="http://schemas.microsoft.com/office/drawing/2014/main" id="{81FCC399-46AC-4449-952C-89F481498722}"/>
                </a:ext>
              </a:extLst>
            </p:cNvPr>
            <p:cNvSpPr>
              <a:spLocks noChangeShapeType="1"/>
            </p:cNvSpPr>
            <p:nvPr/>
          </p:nvSpPr>
          <p:spPr bwMode="auto">
            <a:xfrm flipV="1">
              <a:off x="1152" y="2304"/>
              <a:ext cx="432" cy="432"/>
            </a:xfrm>
            <a:prstGeom prst="line">
              <a:avLst/>
            </a:prstGeom>
            <a:noFill/>
            <a:ln w="50800">
              <a:solidFill>
                <a:srgbClr val="FF0000"/>
              </a:solidFill>
              <a:round/>
              <a:headEnd/>
              <a:tailEnd/>
            </a:ln>
            <a:effectLst/>
            <a:extLst>
              <a:ext uri="{909E8E84-426E-40dd-AFC4-6F175D3DCCD1}"/>
              <a:ext uri="{AF507438-7753-43e0-B8FC-AC1667EBCBE1}"/>
            </a:extLst>
          </p:spPr>
          <p:txBody>
            <a:bodyPr/>
            <a:lstStyle/>
            <a:p>
              <a:pPr eaLnBrk="1" fontAlgn="auto" hangingPunct="1">
                <a:spcBef>
                  <a:spcPts val="0"/>
                </a:spcBef>
                <a:spcAft>
                  <a:spcPts val="0"/>
                </a:spcAft>
                <a:defRPr/>
              </a:pPr>
              <a:endParaRPr lang="en-US">
                <a:latin typeface="+mn-lt"/>
                <a:ea typeface="+mn-ea"/>
              </a:endParaRPr>
            </a:p>
          </p:txBody>
        </p:sp>
      </p:grpSp>
      <p:sp>
        <p:nvSpPr>
          <p:cNvPr id="6" name="TextBox 5">
            <a:extLst>
              <a:ext uri="{FF2B5EF4-FFF2-40B4-BE49-F238E27FC236}">
                <a16:creationId xmlns:a16="http://schemas.microsoft.com/office/drawing/2014/main" id="{1CD6A323-DDAA-4C93-89AC-BAE392C16CCB}"/>
              </a:ext>
              <a:ext uri="{C183D7F6-B498-43B3-948B-1728B52AA6E4}">
                <adec:decorative xmlns:adec="http://schemas.microsoft.com/office/drawing/2017/decorative" val="1"/>
              </a:ext>
            </a:extLst>
          </p:cNvPr>
          <p:cNvSpPr txBox="1"/>
          <p:nvPr/>
        </p:nvSpPr>
        <p:spPr>
          <a:xfrm>
            <a:off x="5915001" y="885281"/>
            <a:ext cx="628698" cy="769441"/>
          </a:xfrm>
          <a:prstGeom prst="rect">
            <a:avLst/>
          </a:prstGeom>
          <a:noFill/>
        </p:spPr>
        <p:txBody>
          <a:bodyPr wrap="none" rtlCol="0">
            <a:spAutoFit/>
          </a:bodyPr>
          <a:lstStyle/>
          <a:p>
            <a:r>
              <a:rPr lang="en-US" sz="4400" dirty="0">
                <a:solidFill>
                  <a:srgbClr val="009900"/>
                </a:solidFill>
                <a:sym typeface="Wingdings" panose="05000000000000000000" pitchFamily="2" charset="2"/>
              </a:rPr>
              <a:t></a:t>
            </a:r>
            <a:endParaRPr lang="en-US" sz="4400" dirty="0">
              <a:solidFill>
                <a:srgbClr val="009900"/>
              </a:solidFill>
            </a:endParaRPr>
          </a:p>
        </p:txBody>
      </p:sp>
      <p:sp>
        <p:nvSpPr>
          <p:cNvPr id="69" name="TextBox 68">
            <a:extLst>
              <a:ext uri="{FF2B5EF4-FFF2-40B4-BE49-F238E27FC236}">
                <a16:creationId xmlns:a16="http://schemas.microsoft.com/office/drawing/2014/main" id="{A502BD3C-7D34-4913-813E-9A134BE6DA03}"/>
              </a:ext>
              <a:ext uri="{C183D7F6-B498-43B3-948B-1728B52AA6E4}">
                <adec:decorative xmlns:adec="http://schemas.microsoft.com/office/drawing/2017/decorative" val="1"/>
              </a:ext>
            </a:extLst>
          </p:cNvPr>
          <p:cNvSpPr txBox="1"/>
          <p:nvPr/>
        </p:nvSpPr>
        <p:spPr>
          <a:xfrm>
            <a:off x="4403191" y="3704047"/>
            <a:ext cx="628698" cy="769441"/>
          </a:xfrm>
          <a:prstGeom prst="rect">
            <a:avLst/>
          </a:prstGeom>
          <a:noFill/>
        </p:spPr>
        <p:txBody>
          <a:bodyPr wrap="none" rtlCol="0">
            <a:spAutoFit/>
          </a:bodyPr>
          <a:lstStyle/>
          <a:p>
            <a:r>
              <a:rPr lang="en-US" sz="4400" dirty="0">
                <a:solidFill>
                  <a:srgbClr val="009900"/>
                </a:solidFill>
                <a:sym typeface="Wingdings" panose="05000000000000000000" pitchFamily="2" charset="2"/>
              </a:rPr>
              <a:t></a:t>
            </a:r>
            <a:endParaRPr lang="en-US" sz="4400" dirty="0">
              <a:solidFill>
                <a:srgbClr val="009900"/>
              </a:solidFill>
            </a:endParaRPr>
          </a:p>
        </p:txBody>
      </p:sp>
      <p:sp>
        <p:nvSpPr>
          <p:cNvPr id="3" name="TextBox 2">
            <a:extLst>
              <a:ext uri="{FF2B5EF4-FFF2-40B4-BE49-F238E27FC236}">
                <a16:creationId xmlns:a16="http://schemas.microsoft.com/office/drawing/2014/main" id="{A19DCE99-D2D5-E62C-227E-0A7D44FDD2B7}"/>
              </a:ext>
            </a:extLst>
          </p:cNvPr>
          <p:cNvSpPr txBox="1"/>
          <p:nvPr/>
        </p:nvSpPr>
        <p:spPr>
          <a:xfrm>
            <a:off x="1425680" y="2717254"/>
            <a:ext cx="452368" cy="769441"/>
          </a:xfrm>
          <a:prstGeom prst="rect">
            <a:avLst/>
          </a:prstGeom>
          <a:noFill/>
        </p:spPr>
        <p:txBody>
          <a:bodyPr wrap="none" rtlCol="0">
            <a:spAutoFit/>
          </a:bodyPr>
          <a:lstStyle/>
          <a:p>
            <a:r>
              <a:rPr lang="en-US" sz="4400" dirty="0">
                <a:solidFill>
                  <a:srgbClr val="0070C0"/>
                </a:solidFill>
                <a:sym typeface="Wingdings" panose="05000000000000000000" pitchFamily="2" charset="2"/>
              </a:rPr>
              <a:t>?</a:t>
            </a:r>
            <a:endParaRPr lang="en-US" sz="4400" dirty="0">
              <a:solidFill>
                <a:srgbClr val="0070C0"/>
              </a:solidFill>
            </a:endParaRPr>
          </a:p>
        </p:txBody>
      </p:sp>
      <p:sp>
        <p:nvSpPr>
          <p:cNvPr id="4" name="TextBox 3">
            <a:extLst>
              <a:ext uri="{FF2B5EF4-FFF2-40B4-BE49-F238E27FC236}">
                <a16:creationId xmlns:a16="http://schemas.microsoft.com/office/drawing/2014/main" id="{ED75CE59-3986-04A7-E695-6A598DB84376}"/>
              </a:ext>
            </a:extLst>
          </p:cNvPr>
          <p:cNvSpPr txBox="1"/>
          <p:nvPr/>
        </p:nvSpPr>
        <p:spPr>
          <a:xfrm>
            <a:off x="3680654" y="1459089"/>
            <a:ext cx="452368" cy="769441"/>
          </a:xfrm>
          <a:prstGeom prst="rect">
            <a:avLst/>
          </a:prstGeom>
          <a:noFill/>
        </p:spPr>
        <p:txBody>
          <a:bodyPr wrap="none" rtlCol="0">
            <a:spAutoFit/>
          </a:bodyPr>
          <a:lstStyle/>
          <a:p>
            <a:r>
              <a:rPr lang="en-US" sz="4400" dirty="0">
                <a:solidFill>
                  <a:srgbClr val="0070C0"/>
                </a:solidFill>
                <a:sym typeface="Wingdings" panose="05000000000000000000" pitchFamily="2" charset="2"/>
              </a:rPr>
              <a:t>?</a:t>
            </a:r>
            <a:endParaRPr lang="en-US" sz="4400" dirty="0">
              <a:solidFill>
                <a:srgbClr val="0070C0"/>
              </a:solidFill>
            </a:endParaRPr>
          </a:p>
        </p:txBody>
      </p:sp>
      <p:sp>
        <p:nvSpPr>
          <p:cNvPr id="5" name="TextBox 4">
            <a:extLst>
              <a:ext uri="{FF2B5EF4-FFF2-40B4-BE49-F238E27FC236}">
                <a16:creationId xmlns:a16="http://schemas.microsoft.com/office/drawing/2014/main" id="{1A628ED0-EDB7-4CA1-C087-BC1FE4B1D4AF}"/>
              </a:ext>
            </a:extLst>
          </p:cNvPr>
          <p:cNvSpPr txBox="1"/>
          <p:nvPr/>
        </p:nvSpPr>
        <p:spPr>
          <a:xfrm>
            <a:off x="5449129" y="1673771"/>
            <a:ext cx="452368" cy="769441"/>
          </a:xfrm>
          <a:prstGeom prst="rect">
            <a:avLst/>
          </a:prstGeom>
          <a:noFill/>
        </p:spPr>
        <p:txBody>
          <a:bodyPr wrap="none" rtlCol="0">
            <a:spAutoFit/>
          </a:bodyPr>
          <a:lstStyle/>
          <a:p>
            <a:r>
              <a:rPr lang="en-US" sz="4400" dirty="0">
                <a:solidFill>
                  <a:srgbClr val="0070C0"/>
                </a:solidFill>
                <a:sym typeface="Wingdings" panose="05000000000000000000" pitchFamily="2" charset="2"/>
              </a:rPr>
              <a:t>?</a:t>
            </a:r>
            <a:endParaRPr lang="en-US" sz="4400" dirty="0">
              <a:solidFill>
                <a:srgbClr val="0070C0"/>
              </a:solidFill>
            </a:endParaRPr>
          </a:p>
        </p:txBody>
      </p:sp>
      <p:sp>
        <p:nvSpPr>
          <p:cNvPr id="7" name="TextBox 6">
            <a:extLst>
              <a:ext uri="{FF2B5EF4-FFF2-40B4-BE49-F238E27FC236}">
                <a16:creationId xmlns:a16="http://schemas.microsoft.com/office/drawing/2014/main" id="{692133DA-8020-3D26-60FE-86F25555B2C5}"/>
              </a:ext>
            </a:extLst>
          </p:cNvPr>
          <p:cNvSpPr txBox="1"/>
          <p:nvPr/>
        </p:nvSpPr>
        <p:spPr>
          <a:xfrm>
            <a:off x="6786632" y="2551609"/>
            <a:ext cx="452368" cy="769441"/>
          </a:xfrm>
          <a:prstGeom prst="rect">
            <a:avLst/>
          </a:prstGeom>
          <a:noFill/>
        </p:spPr>
        <p:txBody>
          <a:bodyPr wrap="none" rtlCol="0">
            <a:spAutoFit/>
          </a:bodyPr>
          <a:lstStyle/>
          <a:p>
            <a:r>
              <a:rPr lang="en-US" sz="4400" dirty="0">
                <a:solidFill>
                  <a:srgbClr val="0070C0"/>
                </a:solidFill>
                <a:sym typeface="Wingdings" panose="05000000000000000000" pitchFamily="2" charset="2"/>
              </a:rPr>
              <a:t>?</a:t>
            </a:r>
            <a:endParaRPr lang="en-US" sz="4400" dirty="0">
              <a:solidFill>
                <a:srgbClr val="0070C0"/>
              </a:solidFill>
            </a:endParaRPr>
          </a:p>
        </p:txBody>
      </p:sp>
      <p:sp>
        <p:nvSpPr>
          <p:cNvPr id="8" name="TextBox 7">
            <a:extLst>
              <a:ext uri="{FF2B5EF4-FFF2-40B4-BE49-F238E27FC236}">
                <a16:creationId xmlns:a16="http://schemas.microsoft.com/office/drawing/2014/main" id="{C8254451-0B8A-91F1-3769-F241B6AA84A4}"/>
              </a:ext>
            </a:extLst>
          </p:cNvPr>
          <p:cNvSpPr txBox="1"/>
          <p:nvPr/>
        </p:nvSpPr>
        <p:spPr>
          <a:xfrm>
            <a:off x="4037842" y="4691112"/>
            <a:ext cx="452368" cy="769441"/>
          </a:xfrm>
          <a:prstGeom prst="rect">
            <a:avLst/>
          </a:prstGeom>
          <a:noFill/>
        </p:spPr>
        <p:txBody>
          <a:bodyPr wrap="none" rtlCol="0">
            <a:spAutoFit/>
          </a:bodyPr>
          <a:lstStyle/>
          <a:p>
            <a:r>
              <a:rPr lang="en-US" sz="4400" dirty="0">
                <a:solidFill>
                  <a:srgbClr val="0070C0"/>
                </a:solidFill>
                <a:sym typeface="Wingdings" panose="05000000000000000000" pitchFamily="2" charset="2"/>
              </a:rPr>
              <a:t>?</a:t>
            </a:r>
            <a:endParaRPr lang="en-US" sz="4400" dirty="0">
              <a:solidFill>
                <a:srgbClr val="0070C0"/>
              </a:solidFill>
            </a:endParaRPr>
          </a:p>
        </p:txBody>
      </p:sp>
    </p:spTree>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3" presetClass="entr" presetSubtype="16" fill="hold" nodeType="clickEffect">
                                  <p:stCondLst>
                                    <p:cond delay="0"/>
                                  </p:stCondLst>
                                  <p:childTnLst>
                                    <p:set>
                                      <p:cBhvr>
                                        <p:cTn id="10" dur="1" fill="hold">
                                          <p:stCondLst>
                                            <p:cond delay="0"/>
                                          </p:stCondLst>
                                        </p:cTn>
                                        <p:tgtEl>
                                          <p:spTgt spid="367677"/>
                                        </p:tgtEl>
                                        <p:attrNameLst>
                                          <p:attrName>style.visibility</p:attrName>
                                        </p:attrNameLst>
                                      </p:cBhvr>
                                      <p:to>
                                        <p:strVal val="visible"/>
                                      </p:to>
                                    </p:set>
                                    <p:anim calcmode="lin" valueType="num">
                                      <p:cBhvr>
                                        <p:cTn id="11" dur="1000" fill="hold"/>
                                        <p:tgtEl>
                                          <p:spTgt spid="367677"/>
                                        </p:tgtEl>
                                        <p:attrNameLst>
                                          <p:attrName>ppt_w</p:attrName>
                                        </p:attrNameLst>
                                      </p:cBhvr>
                                      <p:tavLst>
                                        <p:tav tm="0">
                                          <p:val>
                                            <p:fltVal val="0"/>
                                          </p:val>
                                        </p:tav>
                                        <p:tav tm="100000">
                                          <p:val>
                                            <p:strVal val="#ppt_w"/>
                                          </p:val>
                                        </p:tav>
                                      </p:tavLst>
                                    </p:anim>
                                    <p:anim calcmode="lin" valueType="num">
                                      <p:cBhvr>
                                        <p:cTn id="12" dur="1000" fill="hold"/>
                                        <p:tgtEl>
                                          <p:spTgt spid="367677"/>
                                        </p:tgtEl>
                                        <p:attrNameLst>
                                          <p:attrName>ppt_h</p:attrName>
                                        </p:attrNameLst>
                                      </p:cBhvr>
                                      <p:tavLst>
                                        <p:tav tm="0">
                                          <p:val>
                                            <p:fltVal val="0"/>
                                          </p:val>
                                        </p:tav>
                                        <p:tav tm="100000">
                                          <p:val>
                                            <p:strVal val="#ppt_h"/>
                                          </p:val>
                                        </p:tav>
                                      </p:tavLst>
                                    </p:anim>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4"/>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2"/>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5"/>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6"/>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7"/>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367681"/>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8"/>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6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69" grpId="0"/>
      <p:bldP spid="3" grpId="0"/>
      <p:bldP spid="4" grpId="0"/>
      <p:bldP spid="5" grpId="0"/>
      <p:bldP spid="7" grpId="0"/>
      <p:bldP spid="8"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1" name="WordArt 2"/>
          <p:cNvSpPr>
            <a:spLocks noChangeArrowheads="1" noChangeShapeType="1" noTextEdit="1"/>
          </p:cNvSpPr>
          <p:nvPr/>
        </p:nvSpPr>
        <p:spPr bwMode="auto">
          <a:xfrm>
            <a:off x="1524000" y="1447800"/>
            <a:ext cx="6248400" cy="3124200"/>
          </a:xfrm>
          <a:prstGeom prst="rect">
            <a:avLst/>
          </a:prstGeom>
        </p:spPr>
        <p:txBody>
          <a:bodyPr wrap="none" fromWordArt="1">
            <a:prstTxWarp prst="textPlain">
              <a:avLst>
                <a:gd name="adj" fmla="val 50000"/>
              </a:avLst>
            </a:prstTxWarp>
          </a:bodyPr>
          <a:lstStyle/>
          <a:p>
            <a:pPr algn="ctr"/>
            <a:r>
              <a:rPr lang="en-US" sz="3600" kern="10">
                <a:ln w="9525">
                  <a:solidFill>
                    <a:srgbClr val="FFFF99"/>
                  </a:solidFill>
                  <a:round/>
                  <a:headEnd type="none" w="sm" len="sm"/>
                  <a:tailEnd type="none" w="sm" len="sm"/>
                </a:ln>
                <a:solidFill>
                  <a:srgbClr val="0000FF"/>
                </a:solidFill>
                <a:effectLst>
                  <a:outerShdw dist="35921" dir="2700000" algn="ctr" rotWithShape="0">
                    <a:srgbClr val="C0C0C0"/>
                  </a:outerShdw>
                </a:effectLst>
                <a:latin typeface="Impact"/>
              </a:rPr>
              <a:t>Printing a</a:t>
            </a:r>
          </a:p>
          <a:p>
            <a:pPr algn="ctr"/>
            <a:r>
              <a:rPr lang="en-US" sz="3600" kern="10">
                <a:ln w="9525">
                  <a:solidFill>
                    <a:srgbClr val="FFFF99"/>
                  </a:solidFill>
                  <a:round/>
                  <a:headEnd type="none" w="sm" len="sm"/>
                  <a:tailEnd type="none" w="sm" len="sm"/>
                </a:ln>
                <a:solidFill>
                  <a:srgbClr val="0000FF"/>
                </a:solidFill>
                <a:effectLst>
                  <a:outerShdw dist="35921" dir="2700000" algn="ctr" rotWithShape="0">
                    <a:srgbClr val="C0C0C0"/>
                  </a:outerShdw>
                </a:effectLst>
                <a:latin typeface="Impact"/>
              </a:rPr>
              <a:t>Search Tree</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5" name="Text Box 2"/>
          <p:cNvSpPr txBox="1">
            <a:spLocks noChangeArrowheads="1"/>
          </p:cNvSpPr>
          <p:nvPr/>
        </p:nvSpPr>
        <p:spPr bwMode="auto">
          <a:xfrm>
            <a:off x="1219200" y="3733800"/>
            <a:ext cx="7162800" cy="132343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Tahoma" pitchFamily="34" charset="0"/>
              </a:defRPr>
            </a:lvl1pPr>
            <a:lvl2pPr marL="742950" indent="-285750">
              <a:defRPr sz="2400">
                <a:solidFill>
                  <a:schemeClr val="tx1"/>
                </a:solidFill>
                <a:latin typeface="Tahoma" pitchFamily="34" charset="0"/>
              </a:defRPr>
            </a:lvl2pPr>
            <a:lvl3pPr marL="1143000" indent="-228600">
              <a:defRPr sz="2400">
                <a:solidFill>
                  <a:schemeClr val="tx1"/>
                </a:solidFill>
                <a:latin typeface="Tahoma" pitchFamily="34" charset="0"/>
              </a:defRPr>
            </a:lvl3pPr>
            <a:lvl4pPr marL="1600200" indent="-228600">
              <a:defRPr sz="2400">
                <a:solidFill>
                  <a:schemeClr val="tx1"/>
                </a:solidFill>
                <a:latin typeface="Tahoma" pitchFamily="34" charset="0"/>
              </a:defRPr>
            </a:lvl4pPr>
            <a:lvl5pPr marL="2057400" indent="-228600">
              <a:defRPr sz="2400">
                <a:solidFill>
                  <a:schemeClr val="tx1"/>
                </a:solidFill>
                <a:latin typeface="Tahoma" pitchFamily="34" charset="0"/>
              </a:defRPr>
            </a:lvl5pPr>
            <a:lvl6pPr marL="2514600" indent="-228600" eaLnBrk="0" fontAlgn="base" hangingPunct="0">
              <a:spcBef>
                <a:spcPct val="0"/>
              </a:spcBef>
              <a:spcAft>
                <a:spcPct val="0"/>
              </a:spcAft>
              <a:defRPr sz="2400">
                <a:solidFill>
                  <a:schemeClr val="tx1"/>
                </a:solidFill>
                <a:latin typeface="Tahoma" pitchFamily="34" charset="0"/>
              </a:defRPr>
            </a:lvl6pPr>
            <a:lvl7pPr marL="2971800" indent="-228600" eaLnBrk="0" fontAlgn="base" hangingPunct="0">
              <a:spcBef>
                <a:spcPct val="0"/>
              </a:spcBef>
              <a:spcAft>
                <a:spcPct val="0"/>
              </a:spcAft>
              <a:defRPr sz="2400">
                <a:solidFill>
                  <a:schemeClr val="tx1"/>
                </a:solidFill>
                <a:latin typeface="Tahoma" pitchFamily="34" charset="0"/>
              </a:defRPr>
            </a:lvl7pPr>
            <a:lvl8pPr marL="3429000" indent="-228600" eaLnBrk="0" fontAlgn="base" hangingPunct="0">
              <a:spcBef>
                <a:spcPct val="0"/>
              </a:spcBef>
              <a:spcAft>
                <a:spcPct val="0"/>
              </a:spcAft>
              <a:defRPr sz="2400">
                <a:solidFill>
                  <a:schemeClr val="tx1"/>
                </a:solidFill>
                <a:latin typeface="Tahoma" pitchFamily="34" charset="0"/>
              </a:defRPr>
            </a:lvl8pPr>
            <a:lvl9pPr marL="3886200" indent="-228600" eaLnBrk="0" fontAlgn="base" hangingPunct="0">
              <a:spcBef>
                <a:spcPct val="0"/>
              </a:spcBef>
              <a:spcAft>
                <a:spcPct val="0"/>
              </a:spcAft>
              <a:defRPr sz="2400">
                <a:solidFill>
                  <a:schemeClr val="tx1"/>
                </a:solidFill>
                <a:latin typeface="Tahoma" pitchFamily="34" charset="0"/>
              </a:defRPr>
            </a:lvl9pPr>
          </a:lstStyle>
          <a:p>
            <a:r>
              <a:rPr lang="en-US" sz="2000" b="1" dirty="0"/>
              <a:t>Level order (i.e. one level at a time):  </a:t>
            </a:r>
          </a:p>
          <a:p>
            <a:endParaRPr lang="en-US" sz="2000" b="1" dirty="0"/>
          </a:p>
          <a:p>
            <a:pPr algn="ctr"/>
            <a:r>
              <a:rPr lang="en-US" sz="2000" b="1" dirty="0"/>
              <a:t>90 50 120 40 65 100 150 30 45 70</a:t>
            </a:r>
            <a:br>
              <a:rPr lang="en-US" sz="2000" b="1" dirty="0"/>
            </a:br>
            <a:endParaRPr lang="en-US" sz="2000" b="1" dirty="0"/>
          </a:p>
        </p:txBody>
      </p:sp>
      <p:grpSp>
        <p:nvGrpSpPr>
          <p:cNvPr id="3" name="Group 2" descr="A binary tree with four levels and ten nodes:&#10;&#10;Row 0: 90&#10;Row 1:&#10; 90 has two children: 50 as a left child and 120 as a right child&#10;Row 2:&#10; 50 has two children: 40 as a left child and 65 as a right child&#10; 120 has two children: 100 as a left child and 150 as a right child&#10;Row 3:&#10;   40 has two children: 30 as a left child and 45 as a right child&#10;    65 only has a right child, 70&#10;">
            <a:extLst>
              <a:ext uri="{FF2B5EF4-FFF2-40B4-BE49-F238E27FC236}">
                <a16:creationId xmlns:a16="http://schemas.microsoft.com/office/drawing/2014/main" id="{265E67B8-0950-F13B-D692-0CEB4A5A556B}"/>
              </a:ext>
            </a:extLst>
          </p:cNvPr>
          <p:cNvGrpSpPr/>
          <p:nvPr/>
        </p:nvGrpSpPr>
        <p:grpSpPr>
          <a:xfrm>
            <a:off x="838200" y="1066800"/>
            <a:ext cx="7129463" cy="2057400"/>
            <a:chOff x="838200" y="1066800"/>
            <a:chExt cx="7129463" cy="2057400"/>
          </a:xfrm>
        </p:grpSpPr>
        <p:sp>
          <p:nvSpPr>
            <p:cNvPr id="28676" name="Oval 3"/>
            <p:cNvSpPr>
              <a:spLocks noChangeArrowheads="1"/>
            </p:cNvSpPr>
            <p:nvPr/>
          </p:nvSpPr>
          <p:spPr bwMode="auto">
            <a:xfrm>
              <a:off x="3505200" y="2667000"/>
              <a:ext cx="804863" cy="457200"/>
            </a:xfrm>
            <a:prstGeom prst="ellipse">
              <a:avLst/>
            </a:prstGeom>
            <a:solidFill>
              <a:srgbClr val="CCFFCC"/>
            </a:solidFill>
            <a:ln w="1270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t>70</a:t>
              </a:r>
            </a:p>
          </p:txBody>
        </p:sp>
        <p:sp>
          <p:nvSpPr>
            <p:cNvPr id="28677" name="Oval 4"/>
            <p:cNvSpPr>
              <a:spLocks noChangeArrowheads="1"/>
            </p:cNvSpPr>
            <p:nvPr/>
          </p:nvSpPr>
          <p:spPr bwMode="auto">
            <a:xfrm>
              <a:off x="2133600" y="1600200"/>
              <a:ext cx="804863" cy="457200"/>
            </a:xfrm>
            <a:prstGeom prst="ellipse">
              <a:avLst/>
            </a:prstGeom>
            <a:solidFill>
              <a:srgbClr val="CCFFCC"/>
            </a:solidFill>
            <a:ln w="1270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t>50</a:t>
              </a:r>
            </a:p>
          </p:txBody>
        </p:sp>
        <p:sp>
          <p:nvSpPr>
            <p:cNvPr id="28678" name="Oval 5"/>
            <p:cNvSpPr>
              <a:spLocks noChangeArrowheads="1"/>
            </p:cNvSpPr>
            <p:nvPr/>
          </p:nvSpPr>
          <p:spPr bwMode="auto">
            <a:xfrm>
              <a:off x="1295400" y="2133600"/>
              <a:ext cx="804863" cy="457200"/>
            </a:xfrm>
            <a:prstGeom prst="ellipse">
              <a:avLst/>
            </a:prstGeom>
            <a:solidFill>
              <a:srgbClr val="CCFFCC"/>
            </a:solidFill>
            <a:ln w="1270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t>40</a:t>
              </a:r>
            </a:p>
          </p:txBody>
        </p:sp>
        <p:sp>
          <p:nvSpPr>
            <p:cNvPr id="28679" name="Oval 6"/>
            <p:cNvSpPr>
              <a:spLocks noChangeArrowheads="1"/>
            </p:cNvSpPr>
            <p:nvPr/>
          </p:nvSpPr>
          <p:spPr bwMode="auto">
            <a:xfrm>
              <a:off x="2971800" y="2133600"/>
              <a:ext cx="804863" cy="457200"/>
            </a:xfrm>
            <a:prstGeom prst="ellipse">
              <a:avLst/>
            </a:prstGeom>
            <a:solidFill>
              <a:srgbClr val="CCFFCC"/>
            </a:solidFill>
            <a:ln w="1270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t>65</a:t>
              </a:r>
            </a:p>
          </p:txBody>
        </p:sp>
        <p:sp>
          <p:nvSpPr>
            <p:cNvPr id="28680" name="Oval 7"/>
            <p:cNvSpPr>
              <a:spLocks noChangeArrowheads="1"/>
            </p:cNvSpPr>
            <p:nvPr/>
          </p:nvSpPr>
          <p:spPr bwMode="auto">
            <a:xfrm>
              <a:off x="6324600" y="1600200"/>
              <a:ext cx="804863" cy="457200"/>
            </a:xfrm>
            <a:prstGeom prst="ellipse">
              <a:avLst/>
            </a:prstGeom>
            <a:solidFill>
              <a:srgbClr val="CCFFCC"/>
            </a:solidFill>
            <a:ln w="1270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t>120</a:t>
              </a:r>
            </a:p>
          </p:txBody>
        </p:sp>
        <p:sp>
          <p:nvSpPr>
            <p:cNvPr id="28681" name="Oval 8"/>
            <p:cNvSpPr>
              <a:spLocks noChangeArrowheads="1"/>
            </p:cNvSpPr>
            <p:nvPr/>
          </p:nvSpPr>
          <p:spPr bwMode="auto">
            <a:xfrm>
              <a:off x="5486400" y="2133600"/>
              <a:ext cx="804863" cy="457200"/>
            </a:xfrm>
            <a:prstGeom prst="ellipse">
              <a:avLst/>
            </a:prstGeom>
            <a:solidFill>
              <a:srgbClr val="CCFFCC"/>
            </a:solidFill>
            <a:ln w="1270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t>100</a:t>
              </a:r>
            </a:p>
          </p:txBody>
        </p:sp>
        <p:sp>
          <p:nvSpPr>
            <p:cNvPr id="28682" name="Oval 9"/>
            <p:cNvSpPr>
              <a:spLocks noChangeArrowheads="1"/>
            </p:cNvSpPr>
            <p:nvPr/>
          </p:nvSpPr>
          <p:spPr bwMode="auto">
            <a:xfrm>
              <a:off x="7162800" y="2133600"/>
              <a:ext cx="804863" cy="457200"/>
            </a:xfrm>
            <a:prstGeom prst="ellipse">
              <a:avLst/>
            </a:prstGeom>
            <a:solidFill>
              <a:srgbClr val="CCFFCC"/>
            </a:solidFill>
            <a:ln w="1270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t>150</a:t>
              </a:r>
            </a:p>
          </p:txBody>
        </p:sp>
        <p:sp>
          <p:nvSpPr>
            <p:cNvPr id="28683" name="Oval 10"/>
            <p:cNvSpPr>
              <a:spLocks noChangeArrowheads="1"/>
            </p:cNvSpPr>
            <p:nvPr/>
          </p:nvSpPr>
          <p:spPr bwMode="auto">
            <a:xfrm>
              <a:off x="838200" y="2667000"/>
              <a:ext cx="804863" cy="457200"/>
            </a:xfrm>
            <a:prstGeom prst="ellipse">
              <a:avLst/>
            </a:prstGeom>
            <a:solidFill>
              <a:srgbClr val="CCFFCC"/>
            </a:solidFill>
            <a:ln w="1270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t>30</a:t>
              </a:r>
            </a:p>
          </p:txBody>
        </p:sp>
        <p:sp>
          <p:nvSpPr>
            <p:cNvPr id="28684" name="Oval 11"/>
            <p:cNvSpPr>
              <a:spLocks noChangeArrowheads="1"/>
            </p:cNvSpPr>
            <p:nvPr/>
          </p:nvSpPr>
          <p:spPr bwMode="auto">
            <a:xfrm>
              <a:off x="1828800" y="2667000"/>
              <a:ext cx="804863" cy="457200"/>
            </a:xfrm>
            <a:prstGeom prst="ellipse">
              <a:avLst/>
            </a:prstGeom>
            <a:solidFill>
              <a:srgbClr val="CCFFCC"/>
            </a:solidFill>
            <a:ln w="1270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t>45</a:t>
              </a:r>
            </a:p>
          </p:txBody>
        </p:sp>
        <p:sp>
          <p:nvSpPr>
            <p:cNvPr id="28685" name="Oval 12"/>
            <p:cNvSpPr>
              <a:spLocks noChangeArrowheads="1"/>
            </p:cNvSpPr>
            <p:nvPr/>
          </p:nvSpPr>
          <p:spPr bwMode="auto">
            <a:xfrm>
              <a:off x="4267200" y="1066800"/>
              <a:ext cx="804863" cy="457200"/>
            </a:xfrm>
            <a:prstGeom prst="ellipse">
              <a:avLst/>
            </a:prstGeom>
            <a:solidFill>
              <a:srgbClr val="CCFFCC"/>
            </a:solidFill>
            <a:ln w="1270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t>90</a:t>
              </a:r>
            </a:p>
          </p:txBody>
        </p:sp>
        <p:sp>
          <p:nvSpPr>
            <p:cNvPr id="28686" name="Line 13"/>
            <p:cNvSpPr>
              <a:spLocks noChangeShapeType="1"/>
            </p:cNvSpPr>
            <p:nvPr/>
          </p:nvSpPr>
          <p:spPr bwMode="auto">
            <a:xfrm flipH="1">
              <a:off x="2895600" y="1371600"/>
              <a:ext cx="1371600" cy="304800"/>
            </a:xfrm>
            <a:prstGeom prst="line">
              <a:avLst/>
            </a:prstGeom>
            <a:noFill/>
            <a:ln w="25400">
              <a:solidFill>
                <a:srgbClr val="FF0000"/>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8687" name="Line 14"/>
            <p:cNvSpPr>
              <a:spLocks noChangeShapeType="1"/>
            </p:cNvSpPr>
            <p:nvPr/>
          </p:nvSpPr>
          <p:spPr bwMode="auto">
            <a:xfrm>
              <a:off x="5105400" y="1371600"/>
              <a:ext cx="1219200" cy="304800"/>
            </a:xfrm>
            <a:prstGeom prst="line">
              <a:avLst/>
            </a:prstGeom>
            <a:noFill/>
            <a:ln w="25400">
              <a:solidFill>
                <a:srgbClr val="FF0000"/>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8688" name="Line 15"/>
            <p:cNvSpPr>
              <a:spLocks noChangeShapeType="1"/>
            </p:cNvSpPr>
            <p:nvPr/>
          </p:nvSpPr>
          <p:spPr bwMode="auto">
            <a:xfrm flipH="1">
              <a:off x="1981200" y="1981200"/>
              <a:ext cx="228600" cy="152400"/>
            </a:xfrm>
            <a:prstGeom prst="line">
              <a:avLst/>
            </a:prstGeom>
            <a:noFill/>
            <a:ln w="25400">
              <a:solidFill>
                <a:srgbClr val="FF0000"/>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8689" name="Line 16"/>
            <p:cNvSpPr>
              <a:spLocks noChangeShapeType="1"/>
            </p:cNvSpPr>
            <p:nvPr/>
          </p:nvSpPr>
          <p:spPr bwMode="auto">
            <a:xfrm flipH="1">
              <a:off x="6172200" y="1981200"/>
              <a:ext cx="228600" cy="152400"/>
            </a:xfrm>
            <a:prstGeom prst="line">
              <a:avLst/>
            </a:prstGeom>
            <a:noFill/>
            <a:ln w="25400">
              <a:solidFill>
                <a:srgbClr val="FF0000"/>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8690" name="Line 17"/>
            <p:cNvSpPr>
              <a:spLocks noChangeShapeType="1"/>
            </p:cNvSpPr>
            <p:nvPr/>
          </p:nvSpPr>
          <p:spPr bwMode="auto">
            <a:xfrm>
              <a:off x="2819400" y="1981200"/>
              <a:ext cx="304800" cy="152400"/>
            </a:xfrm>
            <a:prstGeom prst="line">
              <a:avLst/>
            </a:prstGeom>
            <a:noFill/>
            <a:ln w="25400">
              <a:solidFill>
                <a:srgbClr val="FF0000"/>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8691" name="Line 18"/>
            <p:cNvSpPr>
              <a:spLocks noChangeShapeType="1"/>
            </p:cNvSpPr>
            <p:nvPr/>
          </p:nvSpPr>
          <p:spPr bwMode="auto">
            <a:xfrm>
              <a:off x="7086600" y="1981200"/>
              <a:ext cx="304800" cy="152400"/>
            </a:xfrm>
            <a:prstGeom prst="line">
              <a:avLst/>
            </a:prstGeom>
            <a:noFill/>
            <a:ln w="25400">
              <a:solidFill>
                <a:srgbClr val="FF0000"/>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sp>
        <p:nvSpPr>
          <p:cNvPr id="28692" name="WordArt 19"/>
          <p:cNvSpPr>
            <a:spLocks noChangeArrowheads="1" noChangeShapeType="1" noTextEdit="1"/>
          </p:cNvSpPr>
          <p:nvPr/>
        </p:nvSpPr>
        <p:spPr bwMode="auto">
          <a:xfrm>
            <a:off x="1828800" y="228600"/>
            <a:ext cx="4953000" cy="457200"/>
          </a:xfrm>
          <a:prstGeom prst="rect">
            <a:avLst/>
          </a:prstGeom>
        </p:spPr>
        <p:txBody>
          <a:bodyPr wrap="none" fromWordArt="1">
            <a:prstTxWarp prst="textPlain">
              <a:avLst>
                <a:gd name="adj" fmla="val 50000"/>
              </a:avLst>
            </a:prstTxWarp>
          </a:bodyPr>
          <a:lstStyle/>
          <a:p>
            <a:pPr algn="ctr"/>
            <a:r>
              <a:rPr lang="en-US" sz="3600" kern="10" dirty="0">
                <a:ln w="9525">
                  <a:solidFill>
                    <a:srgbClr val="FFFF99"/>
                  </a:solidFill>
                  <a:round/>
                  <a:headEnd type="none" w="sm" len="sm"/>
                  <a:tailEnd type="none" w="sm" len="sm"/>
                </a:ln>
                <a:solidFill>
                  <a:srgbClr val="0000FF"/>
                </a:solidFill>
                <a:effectLst>
                  <a:outerShdw dist="35921" dir="2700000" algn="ctr" rotWithShape="0">
                    <a:srgbClr val="C0C0C0"/>
                  </a:outerShdw>
                </a:effectLst>
                <a:latin typeface="Impact"/>
              </a:rPr>
              <a:t>Level Order</a:t>
            </a:r>
          </a:p>
        </p:txBody>
      </p:sp>
      <p:sp>
        <p:nvSpPr>
          <p:cNvPr id="2" name="Rectangle 1"/>
          <p:cNvSpPr/>
          <p:nvPr/>
        </p:nvSpPr>
        <p:spPr>
          <a:xfrm>
            <a:off x="1229046" y="5410200"/>
            <a:ext cx="3541932" cy="461665"/>
          </a:xfrm>
          <a:prstGeom prst="rect">
            <a:avLst/>
          </a:prstGeom>
        </p:spPr>
        <p:txBody>
          <a:bodyPr wrap="none">
            <a:spAutoFit/>
          </a:bodyPr>
          <a:lstStyle/>
          <a:p>
            <a:r>
              <a:rPr lang="en-US" dirty="0" err="1"/>
              <a:t>System.out.println</a:t>
            </a:r>
            <a:r>
              <a:rPr lang="en-US" dirty="0"/>
              <a:t>(tree);</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5" name="Text Box 2"/>
          <p:cNvSpPr txBox="1">
            <a:spLocks noChangeArrowheads="1"/>
          </p:cNvSpPr>
          <p:nvPr/>
        </p:nvSpPr>
        <p:spPr bwMode="auto">
          <a:xfrm>
            <a:off x="1219200" y="3733800"/>
            <a:ext cx="7162800" cy="19383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Tahoma" pitchFamily="34" charset="0"/>
              </a:defRPr>
            </a:lvl1pPr>
            <a:lvl2pPr marL="742950" indent="-285750">
              <a:defRPr sz="2400">
                <a:solidFill>
                  <a:schemeClr val="tx1"/>
                </a:solidFill>
                <a:latin typeface="Tahoma" pitchFamily="34" charset="0"/>
              </a:defRPr>
            </a:lvl2pPr>
            <a:lvl3pPr marL="1143000" indent="-228600">
              <a:defRPr sz="2400">
                <a:solidFill>
                  <a:schemeClr val="tx1"/>
                </a:solidFill>
                <a:latin typeface="Tahoma" pitchFamily="34" charset="0"/>
              </a:defRPr>
            </a:lvl3pPr>
            <a:lvl4pPr marL="1600200" indent="-228600">
              <a:defRPr sz="2400">
                <a:solidFill>
                  <a:schemeClr val="tx1"/>
                </a:solidFill>
                <a:latin typeface="Tahoma" pitchFamily="34" charset="0"/>
              </a:defRPr>
            </a:lvl4pPr>
            <a:lvl5pPr marL="2057400" indent="-228600">
              <a:defRPr sz="2400">
                <a:solidFill>
                  <a:schemeClr val="tx1"/>
                </a:solidFill>
                <a:latin typeface="Tahoma" pitchFamily="34" charset="0"/>
              </a:defRPr>
            </a:lvl5pPr>
            <a:lvl6pPr marL="2514600" indent="-228600" eaLnBrk="0" fontAlgn="base" hangingPunct="0">
              <a:spcBef>
                <a:spcPct val="0"/>
              </a:spcBef>
              <a:spcAft>
                <a:spcPct val="0"/>
              </a:spcAft>
              <a:defRPr sz="2400">
                <a:solidFill>
                  <a:schemeClr val="tx1"/>
                </a:solidFill>
                <a:latin typeface="Tahoma" pitchFamily="34" charset="0"/>
              </a:defRPr>
            </a:lvl6pPr>
            <a:lvl7pPr marL="2971800" indent="-228600" eaLnBrk="0" fontAlgn="base" hangingPunct="0">
              <a:spcBef>
                <a:spcPct val="0"/>
              </a:spcBef>
              <a:spcAft>
                <a:spcPct val="0"/>
              </a:spcAft>
              <a:defRPr sz="2400">
                <a:solidFill>
                  <a:schemeClr val="tx1"/>
                </a:solidFill>
                <a:latin typeface="Tahoma" pitchFamily="34" charset="0"/>
              </a:defRPr>
            </a:lvl7pPr>
            <a:lvl8pPr marL="3429000" indent="-228600" eaLnBrk="0" fontAlgn="base" hangingPunct="0">
              <a:spcBef>
                <a:spcPct val="0"/>
              </a:spcBef>
              <a:spcAft>
                <a:spcPct val="0"/>
              </a:spcAft>
              <a:defRPr sz="2400">
                <a:solidFill>
                  <a:schemeClr val="tx1"/>
                </a:solidFill>
                <a:latin typeface="Tahoma" pitchFamily="34" charset="0"/>
              </a:defRPr>
            </a:lvl8pPr>
            <a:lvl9pPr marL="3886200" indent="-228600" eaLnBrk="0" fontAlgn="base" hangingPunct="0">
              <a:spcBef>
                <a:spcPct val="0"/>
              </a:spcBef>
              <a:spcAft>
                <a:spcPct val="0"/>
              </a:spcAft>
              <a:defRPr sz="2400">
                <a:solidFill>
                  <a:schemeClr val="tx1"/>
                </a:solidFill>
                <a:latin typeface="Tahoma" pitchFamily="34" charset="0"/>
              </a:defRPr>
            </a:lvl9pPr>
          </a:lstStyle>
          <a:p>
            <a:r>
              <a:rPr lang="en-US" sz="2000" b="1"/>
              <a:t>IN-ORDER  Traversal:  </a:t>
            </a:r>
          </a:p>
          <a:p>
            <a:endParaRPr lang="en-US" sz="2000" b="1"/>
          </a:p>
          <a:p>
            <a:pPr algn="ctr"/>
            <a:r>
              <a:rPr lang="en-US" sz="2000" b="1"/>
              <a:t>Left branch, Node, Right branch</a:t>
            </a:r>
          </a:p>
          <a:p>
            <a:endParaRPr lang="en-US" sz="2000" b="1"/>
          </a:p>
          <a:p>
            <a:pPr algn="ctr"/>
            <a:r>
              <a:rPr lang="en-US" sz="2000" b="1"/>
              <a:t>30 40 45 50 65 70 </a:t>
            </a:r>
            <a:r>
              <a:rPr lang="en-US" sz="2000" b="1">
                <a:solidFill>
                  <a:srgbClr val="FF0000"/>
                </a:solidFill>
              </a:rPr>
              <a:t>90</a:t>
            </a:r>
            <a:r>
              <a:rPr lang="en-US" sz="2000" b="1"/>
              <a:t> 100 120 150</a:t>
            </a:r>
            <a:br>
              <a:rPr lang="en-US" sz="2000" b="1"/>
            </a:br>
            <a:endParaRPr lang="en-US" sz="2000" b="1"/>
          </a:p>
        </p:txBody>
      </p:sp>
      <p:grpSp>
        <p:nvGrpSpPr>
          <p:cNvPr id="2" name="Group 1" descr="A binary tree with four levels and ten nodes:&#10;&#10;Row 0: 90&#10;Row 1:&#10; 90 has two children: 50 as a left child and 120 as a right child&#10;Row 2:&#10; 50 has two children: 40 as a left child and 65 as a right child&#10; 120 has two children: 100 as a left child and 150 as a right child&#10;Row 3:&#10;   40 has two children: 30 as a left child and 45 as a right child&#10;    65 only has a right child, 70&#10;">
            <a:extLst>
              <a:ext uri="{FF2B5EF4-FFF2-40B4-BE49-F238E27FC236}">
                <a16:creationId xmlns:a16="http://schemas.microsoft.com/office/drawing/2014/main" id="{F97A7A48-61C9-89FC-0CDA-53973C7B9B65}"/>
              </a:ext>
            </a:extLst>
          </p:cNvPr>
          <p:cNvGrpSpPr/>
          <p:nvPr/>
        </p:nvGrpSpPr>
        <p:grpSpPr>
          <a:xfrm>
            <a:off x="838200" y="1066800"/>
            <a:ext cx="7129463" cy="2057400"/>
            <a:chOff x="838200" y="1066800"/>
            <a:chExt cx="7129463" cy="2057400"/>
          </a:xfrm>
        </p:grpSpPr>
        <p:sp>
          <p:nvSpPr>
            <p:cNvPr id="28676" name="Oval 3"/>
            <p:cNvSpPr>
              <a:spLocks noChangeArrowheads="1"/>
            </p:cNvSpPr>
            <p:nvPr/>
          </p:nvSpPr>
          <p:spPr bwMode="auto">
            <a:xfrm>
              <a:off x="3505200" y="2667000"/>
              <a:ext cx="804863" cy="457200"/>
            </a:xfrm>
            <a:prstGeom prst="ellipse">
              <a:avLst/>
            </a:prstGeom>
            <a:solidFill>
              <a:srgbClr val="CCFFCC"/>
            </a:solidFill>
            <a:ln w="1270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t>70</a:t>
              </a:r>
            </a:p>
          </p:txBody>
        </p:sp>
        <p:sp>
          <p:nvSpPr>
            <p:cNvPr id="28677" name="Oval 4"/>
            <p:cNvSpPr>
              <a:spLocks noChangeArrowheads="1"/>
            </p:cNvSpPr>
            <p:nvPr/>
          </p:nvSpPr>
          <p:spPr bwMode="auto">
            <a:xfrm>
              <a:off x="2133600" y="1600200"/>
              <a:ext cx="804863" cy="457200"/>
            </a:xfrm>
            <a:prstGeom prst="ellipse">
              <a:avLst/>
            </a:prstGeom>
            <a:solidFill>
              <a:srgbClr val="CCFFCC"/>
            </a:solidFill>
            <a:ln w="1270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t>50</a:t>
              </a:r>
            </a:p>
          </p:txBody>
        </p:sp>
        <p:sp>
          <p:nvSpPr>
            <p:cNvPr id="28678" name="Oval 5"/>
            <p:cNvSpPr>
              <a:spLocks noChangeArrowheads="1"/>
            </p:cNvSpPr>
            <p:nvPr/>
          </p:nvSpPr>
          <p:spPr bwMode="auto">
            <a:xfrm>
              <a:off x="1295400" y="2133600"/>
              <a:ext cx="804863" cy="457200"/>
            </a:xfrm>
            <a:prstGeom prst="ellipse">
              <a:avLst/>
            </a:prstGeom>
            <a:solidFill>
              <a:srgbClr val="CCFFCC"/>
            </a:solidFill>
            <a:ln w="1270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t>40</a:t>
              </a:r>
            </a:p>
          </p:txBody>
        </p:sp>
        <p:sp>
          <p:nvSpPr>
            <p:cNvPr id="28679" name="Oval 6"/>
            <p:cNvSpPr>
              <a:spLocks noChangeArrowheads="1"/>
            </p:cNvSpPr>
            <p:nvPr/>
          </p:nvSpPr>
          <p:spPr bwMode="auto">
            <a:xfrm>
              <a:off x="2971800" y="2133600"/>
              <a:ext cx="804863" cy="457200"/>
            </a:xfrm>
            <a:prstGeom prst="ellipse">
              <a:avLst/>
            </a:prstGeom>
            <a:solidFill>
              <a:srgbClr val="CCFFCC"/>
            </a:solidFill>
            <a:ln w="1270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t>65</a:t>
              </a:r>
            </a:p>
          </p:txBody>
        </p:sp>
        <p:sp>
          <p:nvSpPr>
            <p:cNvPr id="28680" name="Oval 7"/>
            <p:cNvSpPr>
              <a:spLocks noChangeArrowheads="1"/>
            </p:cNvSpPr>
            <p:nvPr/>
          </p:nvSpPr>
          <p:spPr bwMode="auto">
            <a:xfrm>
              <a:off x="6324600" y="1600200"/>
              <a:ext cx="804863" cy="457200"/>
            </a:xfrm>
            <a:prstGeom prst="ellipse">
              <a:avLst/>
            </a:prstGeom>
            <a:solidFill>
              <a:srgbClr val="CCFFCC"/>
            </a:solidFill>
            <a:ln w="1270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t>120</a:t>
              </a:r>
            </a:p>
          </p:txBody>
        </p:sp>
        <p:sp>
          <p:nvSpPr>
            <p:cNvPr id="28681" name="Oval 8"/>
            <p:cNvSpPr>
              <a:spLocks noChangeArrowheads="1"/>
            </p:cNvSpPr>
            <p:nvPr/>
          </p:nvSpPr>
          <p:spPr bwMode="auto">
            <a:xfrm>
              <a:off x="5486400" y="2133600"/>
              <a:ext cx="804863" cy="457200"/>
            </a:xfrm>
            <a:prstGeom prst="ellipse">
              <a:avLst/>
            </a:prstGeom>
            <a:solidFill>
              <a:srgbClr val="CCFFCC"/>
            </a:solidFill>
            <a:ln w="1270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t>100</a:t>
              </a:r>
            </a:p>
          </p:txBody>
        </p:sp>
        <p:sp>
          <p:nvSpPr>
            <p:cNvPr id="28682" name="Oval 9"/>
            <p:cNvSpPr>
              <a:spLocks noChangeArrowheads="1"/>
            </p:cNvSpPr>
            <p:nvPr/>
          </p:nvSpPr>
          <p:spPr bwMode="auto">
            <a:xfrm>
              <a:off x="7162800" y="2133600"/>
              <a:ext cx="804863" cy="457200"/>
            </a:xfrm>
            <a:prstGeom prst="ellipse">
              <a:avLst/>
            </a:prstGeom>
            <a:solidFill>
              <a:srgbClr val="CCFFCC"/>
            </a:solidFill>
            <a:ln w="1270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t>150</a:t>
              </a:r>
            </a:p>
          </p:txBody>
        </p:sp>
        <p:sp>
          <p:nvSpPr>
            <p:cNvPr id="28683" name="Oval 10"/>
            <p:cNvSpPr>
              <a:spLocks noChangeArrowheads="1"/>
            </p:cNvSpPr>
            <p:nvPr/>
          </p:nvSpPr>
          <p:spPr bwMode="auto">
            <a:xfrm>
              <a:off x="838200" y="2667000"/>
              <a:ext cx="804863" cy="457200"/>
            </a:xfrm>
            <a:prstGeom prst="ellipse">
              <a:avLst/>
            </a:prstGeom>
            <a:solidFill>
              <a:srgbClr val="CCFFCC"/>
            </a:solidFill>
            <a:ln w="1270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t>30</a:t>
              </a:r>
            </a:p>
          </p:txBody>
        </p:sp>
        <p:sp>
          <p:nvSpPr>
            <p:cNvPr id="28684" name="Oval 11"/>
            <p:cNvSpPr>
              <a:spLocks noChangeArrowheads="1"/>
            </p:cNvSpPr>
            <p:nvPr/>
          </p:nvSpPr>
          <p:spPr bwMode="auto">
            <a:xfrm>
              <a:off x="1828800" y="2667000"/>
              <a:ext cx="804863" cy="457200"/>
            </a:xfrm>
            <a:prstGeom prst="ellipse">
              <a:avLst/>
            </a:prstGeom>
            <a:solidFill>
              <a:srgbClr val="CCFFCC"/>
            </a:solidFill>
            <a:ln w="1270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t>45</a:t>
              </a:r>
            </a:p>
          </p:txBody>
        </p:sp>
        <p:sp>
          <p:nvSpPr>
            <p:cNvPr id="28685" name="Oval 12"/>
            <p:cNvSpPr>
              <a:spLocks noChangeArrowheads="1"/>
            </p:cNvSpPr>
            <p:nvPr/>
          </p:nvSpPr>
          <p:spPr bwMode="auto">
            <a:xfrm>
              <a:off x="4267200" y="1066800"/>
              <a:ext cx="804863" cy="457200"/>
            </a:xfrm>
            <a:prstGeom prst="ellipse">
              <a:avLst/>
            </a:prstGeom>
            <a:solidFill>
              <a:srgbClr val="CCFFCC"/>
            </a:solidFill>
            <a:ln w="1270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t>90</a:t>
              </a:r>
            </a:p>
          </p:txBody>
        </p:sp>
        <p:sp>
          <p:nvSpPr>
            <p:cNvPr id="28686" name="Line 13"/>
            <p:cNvSpPr>
              <a:spLocks noChangeShapeType="1"/>
            </p:cNvSpPr>
            <p:nvPr/>
          </p:nvSpPr>
          <p:spPr bwMode="auto">
            <a:xfrm flipH="1">
              <a:off x="2895600" y="1371600"/>
              <a:ext cx="1371600" cy="304800"/>
            </a:xfrm>
            <a:prstGeom prst="line">
              <a:avLst/>
            </a:prstGeom>
            <a:noFill/>
            <a:ln w="25400">
              <a:solidFill>
                <a:srgbClr val="FF0000"/>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8687" name="Line 14"/>
            <p:cNvSpPr>
              <a:spLocks noChangeShapeType="1"/>
            </p:cNvSpPr>
            <p:nvPr/>
          </p:nvSpPr>
          <p:spPr bwMode="auto">
            <a:xfrm>
              <a:off x="5105400" y="1371600"/>
              <a:ext cx="1219200" cy="304800"/>
            </a:xfrm>
            <a:prstGeom prst="line">
              <a:avLst/>
            </a:prstGeom>
            <a:noFill/>
            <a:ln w="25400">
              <a:solidFill>
                <a:srgbClr val="FF0000"/>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8688" name="Line 15"/>
            <p:cNvSpPr>
              <a:spLocks noChangeShapeType="1"/>
            </p:cNvSpPr>
            <p:nvPr/>
          </p:nvSpPr>
          <p:spPr bwMode="auto">
            <a:xfrm flipH="1">
              <a:off x="1981200" y="1981200"/>
              <a:ext cx="228600" cy="152400"/>
            </a:xfrm>
            <a:prstGeom prst="line">
              <a:avLst/>
            </a:prstGeom>
            <a:noFill/>
            <a:ln w="25400">
              <a:solidFill>
                <a:srgbClr val="FF0000"/>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8689" name="Line 16"/>
            <p:cNvSpPr>
              <a:spLocks noChangeShapeType="1"/>
            </p:cNvSpPr>
            <p:nvPr/>
          </p:nvSpPr>
          <p:spPr bwMode="auto">
            <a:xfrm flipH="1">
              <a:off x="6172200" y="1981200"/>
              <a:ext cx="228600" cy="152400"/>
            </a:xfrm>
            <a:prstGeom prst="line">
              <a:avLst/>
            </a:prstGeom>
            <a:noFill/>
            <a:ln w="25400">
              <a:solidFill>
                <a:srgbClr val="FF0000"/>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8690" name="Line 17"/>
            <p:cNvSpPr>
              <a:spLocks noChangeShapeType="1"/>
            </p:cNvSpPr>
            <p:nvPr/>
          </p:nvSpPr>
          <p:spPr bwMode="auto">
            <a:xfrm>
              <a:off x="2819400" y="1981200"/>
              <a:ext cx="304800" cy="152400"/>
            </a:xfrm>
            <a:prstGeom prst="line">
              <a:avLst/>
            </a:prstGeom>
            <a:noFill/>
            <a:ln w="25400">
              <a:solidFill>
                <a:srgbClr val="FF0000"/>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8691" name="Line 18"/>
            <p:cNvSpPr>
              <a:spLocks noChangeShapeType="1"/>
            </p:cNvSpPr>
            <p:nvPr/>
          </p:nvSpPr>
          <p:spPr bwMode="auto">
            <a:xfrm>
              <a:off x="7086600" y="1981200"/>
              <a:ext cx="304800" cy="152400"/>
            </a:xfrm>
            <a:prstGeom prst="line">
              <a:avLst/>
            </a:prstGeom>
            <a:noFill/>
            <a:ln w="25400">
              <a:solidFill>
                <a:srgbClr val="FF0000"/>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sp>
        <p:nvSpPr>
          <p:cNvPr id="28692" name="WordArt 19"/>
          <p:cNvSpPr>
            <a:spLocks noChangeArrowheads="1" noChangeShapeType="1" noTextEdit="1"/>
          </p:cNvSpPr>
          <p:nvPr/>
        </p:nvSpPr>
        <p:spPr bwMode="auto">
          <a:xfrm>
            <a:off x="1828800" y="228600"/>
            <a:ext cx="4953000" cy="457200"/>
          </a:xfrm>
          <a:prstGeom prst="rect">
            <a:avLst/>
          </a:prstGeom>
        </p:spPr>
        <p:txBody>
          <a:bodyPr wrap="none" fromWordArt="1">
            <a:prstTxWarp prst="textPlain">
              <a:avLst>
                <a:gd name="adj" fmla="val 50000"/>
              </a:avLst>
            </a:prstTxWarp>
          </a:bodyPr>
          <a:lstStyle/>
          <a:p>
            <a:pPr algn="ctr"/>
            <a:r>
              <a:rPr lang="en-US" sz="3600" kern="10">
                <a:ln w="9525">
                  <a:solidFill>
                    <a:srgbClr val="FFFF99"/>
                  </a:solidFill>
                  <a:round/>
                  <a:headEnd type="none" w="sm" len="sm"/>
                  <a:tailEnd type="none" w="sm" len="sm"/>
                </a:ln>
                <a:solidFill>
                  <a:srgbClr val="0000FF"/>
                </a:solidFill>
                <a:effectLst>
                  <a:outerShdw dist="35921" dir="2700000" algn="ctr" rotWithShape="0">
                    <a:srgbClr val="C0C0C0"/>
                  </a:outerShdw>
                </a:effectLst>
                <a:latin typeface="Impact"/>
              </a:rPr>
              <a:t>Tree Traversals</a:t>
            </a:r>
          </a:p>
        </p:txBody>
      </p:sp>
    </p:spTree>
    <p:extLst>
      <p:ext uri="{BB962C8B-B14F-4D97-AF65-F5344CB8AC3E}">
        <p14:creationId xmlns:p14="http://schemas.microsoft.com/office/powerpoint/2010/main" val="366430697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descr="A binary tree with four levels and ten nodes:&#10;&#10;Row 0: 90&#10;Row 1:&#10; 90 has two children: 50 as a left child and 120 as a right child&#10;Row 2:&#10; 50 has two children: 40 as a left child and 65 as a right child&#10; 120 has two children: 100 as a left child and 150 as a right child&#10;Row 3:&#10;   40 has two children: 30 as a left child and 45 as a right child&#10;    65 only has a right child, 70&#10;">
            <a:extLst>
              <a:ext uri="{FF2B5EF4-FFF2-40B4-BE49-F238E27FC236}">
                <a16:creationId xmlns:a16="http://schemas.microsoft.com/office/drawing/2014/main" id="{9760E1D2-81CC-8A74-47AA-8815D1212778}"/>
              </a:ext>
            </a:extLst>
          </p:cNvPr>
          <p:cNvGrpSpPr/>
          <p:nvPr/>
        </p:nvGrpSpPr>
        <p:grpSpPr>
          <a:xfrm>
            <a:off x="838200" y="1066800"/>
            <a:ext cx="7129463" cy="2057400"/>
            <a:chOff x="838200" y="1066800"/>
            <a:chExt cx="7129463" cy="2057400"/>
          </a:xfrm>
        </p:grpSpPr>
        <p:sp>
          <p:nvSpPr>
            <p:cNvPr id="29699" name="Oval 3"/>
            <p:cNvSpPr>
              <a:spLocks noChangeArrowheads="1"/>
            </p:cNvSpPr>
            <p:nvPr/>
          </p:nvSpPr>
          <p:spPr bwMode="auto">
            <a:xfrm>
              <a:off x="3505200" y="2667000"/>
              <a:ext cx="804863" cy="457200"/>
            </a:xfrm>
            <a:prstGeom prst="ellipse">
              <a:avLst/>
            </a:prstGeom>
            <a:solidFill>
              <a:srgbClr val="CCFFCC"/>
            </a:solidFill>
            <a:ln w="1270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t>70</a:t>
              </a:r>
            </a:p>
          </p:txBody>
        </p:sp>
        <p:sp>
          <p:nvSpPr>
            <p:cNvPr id="29700" name="Oval 4"/>
            <p:cNvSpPr>
              <a:spLocks noChangeArrowheads="1"/>
            </p:cNvSpPr>
            <p:nvPr/>
          </p:nvSpPr>
          <p:spPr bwMode="auto">
            <a:xfrm>
              <a:off x="2133600" y="1600200"/>
              <a:ext cx="804863" cy="457200"/>
            </a:xfrm>
            <a:prstGeom prst="ellipse">
              <a:avLst/>
            </a:prstGeom>
            <a:solidFill>
              <a:srgbClr val="CCFFCC"/>
            </a:solidFill>
            <a:ln w="1270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t>50</a:t>
              </a:r>
            </a:p>
          </p:txBody>
        </p:sp>
        <p:sp>
          <p:nvSpPr>
            <p:cNvPr id="29701" name="Oval 5"/>
            <p:cNvSpPr>
              <a:spLocks noChangeArrowheads="1"/>
            </p:cNvSpPr>
            <p:nvPr/>
          </p:nvSpPr>
          <p:spPr bwMode="auto">
            <a:xfrm>
              <a:off x="1295400" y="2133600"/>
              <a:ext cx="804863" cy="457200"/>
            </a:xfrm>
            <a:prstGeom prst="ellipse">
              <a:avLst/>
            </a:prstGeom>
            <a:solidFill>
              <a:srgbClr val="CCFFCC"/>
            </a:solidFill>
            <a:ln w="1270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t>40</a:t>
              </a:r>
            </a:p>
          </p:txBody>
        </p:sp>
        <p:sp>
          <p:nvSpPr>
            <p:cNvPr id="29702" name="Oval 6"/>
            <p:cNvSpPr>
              <a:spLocks noChangeArrowheads="1"/>
            </p:cNvSpPr>
            <p:nvPr/>
          </p:nvSpPr>
          <p:spPr bwMode="auto">
            <a:xfrm>
              <a:off x="2971800" y="2133600"/>
              <a:ext cx="804863" cy="457200"/>
            </a:xfrm>
            <a:prstGeom prst="ellipse">
              <a:avLst/>
            </a:prstGeom>
            <a:solidFill>
              <a:srgbClr val="CCFFCC"/>
            </a:solidFill>
            <a:ln w="1270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t>65</a:t>
              </a:r>
            </a:p>
          </p:txBody>
        </p:sp>
        <p:sp>
          <p:nvSpPr>
            <p:cNvPr id="29703" name="Oval 7"/>
            <p:cNvSpPr>
              <a:spLocks noChangeArrowheads="1"/>
            </p:cNvSpPr>
            <p:nvPr/>
          </p:nvSpPr>
          <p:spPr bwMode="auto">
            <a:xfrm>
              <a:off x="6324600" y="1600200"/>
              <a:ext cx="804863" cy="457200"/>
            </a:xfrm>
            <a:prstGeom prst="ellipse">
              <a:avLst/>
            </a:prstGeom>
            <a:solidFill>
              <a:srgbClr val="CCFFCC"/>
            </a:solidFill>
            <a:ln w="1270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t>120</a:t>
              </a:r>
            </a:p>
          </p:txBody>
        </p:sp>
        <p:sp>
          <p:nvSpPr>
            <p:cNvPr id="29704" name="Oval 8"/>
            <p:cNvSpPr>
              <a:spLocks noChangeArrowheads="1"/>
            </p:cNvSpPr>
            <p:nvPr/>
          </p:nvSpPr>
          <p:spPr bwMode="auto">
            <a:xfrm>
              <a:off x="5486400" y="2133600"/>
              <a:ext cx="804863" cy="457200"/>
            </a:xfrm>
            <a:prstGeom prst="ellipse">
              <a:avLst/>
            </a:prstGeom>
            <a:solidFill>
              <a:srgbClr val="CCFFCC"/>
            </a:solidFill>
            <a:ln w="1270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t>100</a:t>
              </a:r>
            </a:p>
          </p:txBody>
        </p:sp>
        <p:sp>
          <p:nvSpPr>
            <p:cNvPr id="29705" name="Oval 9"/>
            <p:cNvSpPr>
              <a:spLocks noChangeArrowheads="1"/>
            </p:cNvSpPr>
            <p:nvPr/>
          </p:nvSpPr>
          <p:spPr bwMode="auto">
            <a:xfrm>
              <a:off x="7162800" y="2133600"/>
              <a:ext cx="804863" cy="457200"/>
            </a:xfrm>
            <a:prstGeom prst="ellipse">
              <a:avLst/>
            </a:prstGeom>
            <a:solidFill>
              <a:srgbClr val="CCFFCC"/>
            </a:solidFill>
            <a:ln w="1270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t>150</a:t>
              </a:r>
            </a:p>
          </p:txBody>
        </p:sp>
        <p:sp>
          <p:nvSpPr>
            <p:cNvPr id="29706" name="Oval 10"/>
            <p:cNvSpPr>
              <a:spLocks noChangeArrowheads="1"/>
            </p:cNvSpPr>
            <p:nvPr/>
          </p:nvSpPr>
          <p:spPr bwMode="auto">
            <a:xfrm>
              <a:off x="838200" y="2667000"/>
              <a:ext cx="804863" cy="457200"/>
            </a:xfrm>
            <a:prstGeom prst="ellipse">
              <a:avLst/>
            </a:prstGeom>
            <a:solidFill>
              <a:srgbClr val="CCFFCC"/>
            </a:solidFill>
            <a:ln w="1270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t>30</a:t>
              </a:r>
            </a:p>
          </p:txBody>
        </p:sp>
        <p:sp>
          <p:nvSpPr>
            <p:cNvPr id="29707" name="Oval 11"/>
            <p:cNvSpPr>
              <a:spLocks noChangeArrowheads="1"/>
            </p:cNvSpPr>
            <p:nvPr/>
          </p:nvSpPr>
          <p:spPr bwMode="auto">
            <a:xfrm>
              <a:off x="1828800" y="2667000"/>
              <a:ext cx="804863" cy="457200"/>
            </a:xfrm>
            <a:prstGeom prst="ellipse">
              <a:avLst/>
            </a:prstGeom>
            <a:solidFill>
              <a:srgbClr val="CCFFCC"/>
            </a:solidFill>
            <a:ln w="1270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t>45</a:t>
              </a:r>
            </a:p>
          </p:txBody>
        </p:sp>
        <p:sp>
          <p:nvSpPr>
            <p:cNvPr id="29708" name="Oval 12"/>
            <p:cNvSpPr>
              <a:spLocks noChangeArrowheads="1"/>
            </p:cNvSpPr>
            <p:nvPr/>
          </p:nvSpPr>
          <p:spPr bwMode="auto">
            <a:xfrm>
              <a:off x="4267200" y="1066800"/>
              <a:ext cx="804863" cy="457200"/>
            </a:xfrm>
            <a:prstGeom prst="ellipse">
              <a:avLst/>
            </a:prstGeom>
            <a:solidFill>
              <a:srgbClr val="CCFFCC"/>
            </a:solidFill>
            <a:ln w="1270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t>90</a:t>
              </a:r>
            </a:p>
          </p:txBody>
        </p:sp>
        <p:sp>
          <p:nvSpPr>
            <p:cNvPr id="29709" name="Line 13"/>
            <p:cNvSpPr>
              <a:spLocks noChangeShapeType="1"/>
            </p:cNvSpPr>
            <p:nvPr/>
          </p:nvSpPr>
          <p:spPr bwMode="auto">
            <a:xfrm flipH="1">
              <a:off x="2895600" y="1371600"/>
              <a:ext cx="1371600" cy="304800"/>
            </a:xfrm>
            <a:prstGeom prst="line">
              <a:avLst/>
            </a:prstGeom>
            <a:noFill/>
            <a:ln w="25400">
              <a:solidFill>
                <a:srgbClr val="FF0000"/>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9710" name="Line 14"/>
            <p:cNvSpPr>
              <a:spLocks noChangeShapeType="1"/>
            </p:cNvSpPr>
            <p:nvPr/>
          </p:nvSpPr>
          <p:spPr bwMode="auto">
            <a:xfrm>
              <a:off x="5105400" y="1371600"/>
              <a:ext cx="1219200" cy="304800"/>
            </a:xfrm>
            <a:prstGeom prst="line">
              <a:avLst/>
            </a:prstGeom>
            <a:noFill/>
            <a:ln w="25400">
              <a:solidFill>
                <a:srgbClr val="FF0000"/>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9711" name="Line 15"/>
            <p:cNvSpPr>
              <a:spLocks noChangeShapeType="1"/>
            </p:cNvSpPr>
            <p:nvPr/>
          </p:nvSpPr>
          <p:spPr bwMode="auto">
            <a:xfrm flipH="1">
              <a:off x="1981200" y="1981200"/>
              <a:ext cx="228600" cy="152400"/>
            </a:xfrm>
            <a:prstGeom prst="line">
              <a:avLst/>
            </a:prstGeom>
            <a:noFill/>
            <a:ln w="25400">
              <a:solidFill>
                <a:srgbClr val="FF0000"/>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9712" name="Line 16"/>
            <p:cNvSpPr>
              <a:spLocks noChangeShapeType="1"/>
            </p:cNvSpPr>
            <p:nvPr/>
          </p:nvSpPr>
          <p:spPr bwMode="auto">
            <a:xfrm flipH="1">
              <a:off x="6172200" y="1981200"/>
              <a:ext cx="228600" cy="152400"/>
            </a:xfrm>
            <a:prstGeom prst="line">
              <a:avLst/>
            </a:prstGeom>
            <a:noFill/>
            <a:ln w="25400">
              <a:solidFill>
                <a:srgbClr val="FF0000"/>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9713" name="Line 17"/>
            <p:cNvSpPr>
              <a:spLocks noChangeShapeType="1"/>
            </p:cNvSpPr>
            <p:nvPr/>
          </p:nvSpPr>
          <p:spPr bwMode="auto">
            <a:xfrm>
              <a:off x="2819400" y="1981200"/>
              <a:ext cx="304800" cy="152400"/>
            </a:xfrm>
            <a:prstGeom prst="line">
              <a:avLst/>
            </a:prstGeom>
            <a:noFill/>
            <a:ln w="25400">
              <a:solidFill>
                <a:srgbClr val="FF0000"/>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9714" name="Line 18"/>
            <p:cNvSpPr>
              <a:spLocks noChangeShapeType="1"/>
            </p:cNvSpPr>
            <p:nvPr/>
          </p:nvSpPr>
          <p:spPr bwMode="auto">
            <a:xfrm>
              <a:off x="7086600" y="1981200"/>
              <a:ext cx="304800" cy="152400"/>
            </a:xfrm>
            <a:prstGeom prst="line">
              <a:avLst/>
            </a:prstGeom>
            <a:noFill/>
            <a:ln w="25400">
              <a:solidFill>
                <a:srgbClr val="FF0000"/>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sp>
        <p:nvSpPr>
          <p:cNvPr id="29715" name="WordArt 19"/>
          <p:cNvSpPr>
            <a:spLocks noChangeArrowheads="1" noChangeShapeType="1" noTextEdit="1"/>
          </p:cNvSpPr>
          <p:nvPr/>
        </p:nvSpPr>
        <p:spPr bwMode="auto">
          <a:xfrm>
            <a:off x="1828800" y="228600"/>
            <a:ext cx="4953000" cy="457200"/>
          </a:xfrm>
          <a:prstGeom prst="rect">
            <a:avLst/>
          </a:prstGeom>
        </p:spPr>
        <p:txBody>
          <a:bodyPr wrap="none" fromWordArt="1">
            <a:prstTxWarp prst="textPlain">
              <a:avLst>
                <a:gd name="adj" fmla="val 50000"/>
              </a:avLst>
            </a:prstTxWarp>
          </a:bodyPr>
          <a:lstStyle/>
          <a:p>
            <a:pPr algn="ctr"/>
            <a:r>
              <a:rPr lang="en-US" sz="3600" kern="10">
                <a:ln w="9525">
                  <a:solidFill>
                    <a:srgbClr val="FFFF99"/>
                  </a:solidFill>
                  <a:round/>
                  <a:headEnd type="none" w="sm" len="sm"/>
                  <a:tailEnd type="none" w="sm" len="sm"/>
                </a:ln>
                <a:solidFill>
                  <a:srgbClr val="0000FF"/>
                </a:solidFill>
                <a:effectLst>
                  <a:outerShdw dist="35921" dir="2700000" algn="ctr" rotWithShape="0">
                    <a:srgbClr val="C0C0C0"/>
                  </a:outerShdw>
                </a:effectLst>
                <a:latin typeface="Impact"/>
              </a:rPr>
              <a:t>Tree Traversals</a:t>
            </a:r>
          </a:p>
        </p:txBody>
      </p:sp>
      <p:sp>
        <p:nvSpPr>
          <p:cNvPr id="29716" name="Text Box 2"/>
          <p:cNvSpPr txBox="1">
            <a:spLocks noChangeArrowheads="1"/>
          </p:cNvSpPr>
          <p:nvPr/>
        </p:nvSpPr>
        <p:spPr bwMode="auto">
          <a:xfrm>
            <a:off x="1219200" y="3886200"/>
            <a:ext cx="7162800" cy="19383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Tahoma" pitchFamily="34" charset="0"/>
              </a:defRPr>
            </a:lvl1pPr>
            <a:lvl2pPr marL="742950" indent="-285750">
              <a:defRPr sz="2400">
                <a:solidFill>
                  <a:schemeClr val="tx1"/>
                </a:solidFill>
                <a:latin typeface="Tahoma" pitchFamily="34" charset="0"/>
              </a:defRPr>
            </a:lvl2pPr>
            <a:lvl3pPr marL="1143000" indent="-228600">
              <a:defRPr sz="2400">
                <a:solidFill>
                  <a:schemeClr val="tx1"/>
                </a:solidFill>
                <a:latin typeface="Tahoma" pitchFamily="34" charset="0"/>
              </a:defRPr>
            </a:lvl3pPr>
            <a:lvl4pPr marL="1600200" indent="-228600">
              <a:defRPr sz="2400">
                <a:solidFill>
                  <a:schemeClr val="tx1"/>
                </a:solidFill>
                <a:latin typeface="Tahoma" pitchFamily="34" charset="0"/>
              </a:defRPr>
            </a:lvl4pPr>
            <a:lvl5pPr marL="2057400" indent="-228600">
              <a:defRPr sz="2400">
                <a:solidFill>
                  <a:schemeClr val="tx1"/>
                </a:solidFill>
                <a:latin typeface="Tahoma" pitchFamily="34" charset="0"/>
              </a:defRPr>
            </a:lvl5pPr>
            <a:lvl6pPr marL="2514600" indent="-228600" eaLnBrk="0" fontAlgn="base" hangingPunct="0">
              <a:spcBef>
                <a:spcPct val="0"/>
              </a:spcBef>
              <a:spcAft>
                <a:spcPct val="0"/>
              </a:spcAft>
              <a:defRPr sz="2400">
                <a:solidFill>
                  <a:schemeClr val="tx1"/>
                </a:solidFill>
                <a:latin typeface="Tahoma" pitchFamily="34" charset="0"/>
              </a:defRPr>
            </a:lvl6pPr>
            <a:lvl7pPr marL="2971800" indent="-228600" eaLnBrk="0" fontAlgn="base" hangingPunct="0">
              <a:spcBef>
                <a:spcPct val="0"/>
              </a:spcBef>
              <a:spcAft>
                <a:spcPct val="0"/>
              </a:spcAft>
              <a:defRPr sz="2400">
                <a:solidFill>
                  <a:schemeClr val="tx1"/>
                </a:solidFill>
                <a:latin typeface="Tahoma" pitchFamily="34" charset="0"/>
              </a:defRPr>
            </a:lvl7pPr>
            <a:lvl8pPr marL="3429000" indent="-228600" eaLnBrk="0" fontAlgn="base" hangingPunct="0">
              <a:spcBef>
                <a:spcPct val="0"/>
              </a:spcBef>
              <a:spcAft>
                <a:spcPct val="0"/>
              </a:spcAft>
              <a:defRPr sz="2400">
                <a:solidFill>
                  <a:schemeClr val="tx1"/>
                </a:solidFill>
                <a:latin typeface="Tahoma" pitchFamily="34" charset="0"/>
              </a:defRPr>
            </a:lvl8pPr>
            <a:lvl9pPr marL="3886200" indent="-228600" eaLnBrk="0" fontAlgn="base" hangingPunct="0">
              <a:spcBef>
                <a:spcPct val="0"/>
              </a:spcBef>
              <a:spcAft>
                <a:spcPct val="0"/>
              </a:spcAft>
              <a:defRPr sz="2400">
                <a:solidFill>
                  <a:schemeClr val="tx1"/>
                </a:solidFill>
                <a:latin typeface="Tahoma" pitchFamily="34" charset="0"/>
              </a:defRPr>
            </a:lvl9pPr>
          </a:lstStyle>
          <a:p>
            <a:r>
              <a:rPr lang="en-US" sz="2000" b="1">
                <a:solidFill>
                  <a:srgbClr val="660066"/>
                </a:solidFill>
              </a:rPr>
              <a:t>PRE-ORDER  Traversal:  </a:t>
            </a:r>
          </a:p>
          <a:p>
            <a:endParaRPr lang="en-US" sz="2000" b="1">
              <a:solidFill>
                <a:srgbClr val="660066"/>
              </a:solidFill>
            </a:endParaRPr>
          </a:p>
          <a:p>
            <a:pPr algn="ctr"/>
            <a:r>
              <a:rPr lang="en-US" sz="2000" b="1">
                <a:solidFill>
                  <a:srgbClr val="660066"/>
                </a:solidFill>
              </a:rPr>
              <a:t>Node, Left branch, Right branch</a:t>
            </a:r>
          </a:p>
          <a:p>
            <a:endParaRPr lang="en-US" sz="2000" b="1">
              <a:solidFill>
                <a:srgbClr val="660066"/>
              </a:solidFill>
            </a:endParaRPr>
          </a:p>
          <a:p>
            <a:pPr algn="ctr"/>
            <a:r>
              <a:rPr lang="en-US" sz="2000" b="1">
                <a:solidFill>
                  <a:srgbClr val="660066"/>
                </a:solidFill>
              </a:rPr>
              <a:t>90 50 40 30 45 65 70 120 100 150</a:t>
            </a:r>
            <a:br>
              <a:rPr lang="en-US" sz="2000" b="1"/>
            </a:br>
            <a:endParaRPr lang="en-US" sz="2000" b="1"/>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descr="A binary tree with four levels and ten nodes:&#10;&#10;Row 0: 90&#10;Row 1:&#10; 90 has two children: 50 as a left child and 120 as a right child&#10;Row 2:&#10; 50 has two children: 40 as a left child and 65 as a right child&#10; 120 has two children: 100 as a left child and 150 as a right child&#10;Row 3:&#10;   40 has two children: 30 as a left child and 45 as a right child&#10;    65 only has a right child, 70&#10;">
            <a:extLst>
              <a:ext uri="{FF2B5EF4-FFF2-40B4-BE49-F238E27FC236}">
                <a16:creationId xmlns:a16="http://schemas.microsoft.com/office/drawing/2014/main" id="{C1ECF923-8942-0535-5245-39C5DEB37622}"/>
              </a:ext>
            </a:extLst>
          </p:cNvPr>
          <p:cNvGrpSpPr/>
          <p:nvPr/>
        </p:nvGrpSpPr>
        <p:grpSpPr>
          <a:xfrm>
            <a:off x="838200" y="1066800"/>
            <a:ext cx="7129463" cy="2057400"/>
            <a:chOff x="838200" y="1066800"/>
            <a:chExt cx="7129463" cy="2057400"/>
          </a:xfrm>
        </p:grpSpPr>
        <p:sp>
          <p:nvSpPr>
            <p:cNvPr id="30723" name="Oval 3"/>
            <p:cNvSpPr>
              <a:spLocks noChangeArrowheads="1"/>
            </p:cNvSpPr>
            <p:nvPr/>
          </p:nvSpPr>
          <p:spPr bwMode="auto">
            <a:xfrm>
              <a:off x="3505200" y="2667000"/>
              <a:ext cx="804863" cy="457200"/>
            </a:xfrm>
            <a:prstGeom prst="ellipse">
              <a:avLst/>
            </a:prstGeom>
            <a:solidFill>
              <a:srgbClr val="CCFFCC"/>
            </a:solidFill>
            <a:ln w="1270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t>70</a:t>
              </a:r>
            </a:p>
          </p:txBody>
        </p:sp>
        <p:sp>
          <p:nvSpPr>
            <p:cNvPr id="30724" name="Oval 4"/>
            <p:cNvSpPr>
              <a:spLocks noChangeArrowheads="1"/>
            </p:cNvSpPr>
            <p:nvPr/>
          </p:nvSpPr>
          <p:spPr bwMode="auto">
            <a:xfrm>
              <a:off x="2133600" y="1600200"/>
              <a:ext cx="804863" cy="457200"/>
            </a:xfrm>
            <a:prstGeom prst="ellipse">
              <a:avLst/>
            </a:prstGeom>
            <a:solidFill>
              <a:srgbClr val="CCFFCC"/>
            </a:solidFill>
            <a:ln w="1270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t>50</a:t>
              </a:r>
            </a:p>
          </p:txBody>
        </p:sp>
        <p:sp>
          <p:nvSpPr>
            <p:cNvPr id="30725" name="Oval 5"/>
            <p:cNvSpPr>
              <a:spLocks noChangeArrowheads="1"/>
            </p:cNvSpPr>
            <p:nvPr/>
          </p:nvSpPr>
          <p:spPr bwMode="auto">
            <a:xfrm>
              <a:off x="1295400" y="2133600"/>
              <a:ext cx="804863" cy="457200"/>
            </a:xfrm>
            <a:prstGeom prst="ellipse">
              <a:avLst/>
            </a:prstGeom>
            <a:solidFill>
              <a:srgbClr val="CCFFCC"/>
            </a:solidFill>
            <a:ln w="1270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t>40</a:t>
              </a:r>
            </a:p>
          </p:txBody>
        </p:sp>
        <p:sp>
          <p:nvSpPr>
            <p:cNvPr id="30726" name="Oval 6"/>
            <p:cNvSpPr>
              <a:spLocks noChangeArrowheads="1"/>
            </p:cNvSpPr>
            <p:nvPr/>
          </p:nvSpPr>
          <p:spPr bwMode="auto">
            <a:xfrm>
              <a:off x="2971800" y="2133600"/>
              <a:ext cx="804863" cy="457200"/>
            </a:xfrm>
            <a:prstGeom prst="ellipse">
              <a:avLst/>
            </a:prstGeom>
            <a:solidFill>
              <a:srgbClr val="CCFFCC"/>
            </a:solidFill>
            <a:ln w="1270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t>65</a:t>
              </a:r>
            </a:p>
          </p:txBody>
        </p:sp>
        <p:sp>
          <p:nvSpPr>
            <p:cNvPr id="30727" name="Oval 7"/>
            <p:cNvSpPr>
              <a:spLocks noChangeArrowheads="1"/>
            </p:cNvSpPr>
            <p:nvPr/>
          </p:nvSpPr>
          <p:spPr bwMode="auto">
            <a:xfrm>
              <a:off x="6324600" y="1600200"/>
              <a:ext cx="804863" cy="457200"/>
            </a:xfrm>
            <a:prstGeom prst="ellipse">
              <a:avLst/>
            </a:prstGeom>
            <a:solidFill>
              <a:srgbClr val="CCFFCC"/>
            </a:solidFill>
            <a:ln w="1270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t>120</a:t>
              </a:r>
            </a:p>
          </p:txBody>
        </p:sp>
        <p:sp>
          <p:nvSpPr>
            <p:cNvPr id="30728" name="Oval 8"/>
            <p:cNvSpPr>
              <a:spLocks noChangeArrowheads="1"/>
            </p:cNvSpPr>
            <p:nvPr/>
          </p:nvSpPr>
          <p:spPr bwMode="auto">
            <a:xfrm>
              <a:off x="5486400" y="2133600"/>
              <a:ext cx="804863" cy="457200"/>
            </a:xfrm>
            <a:prstGeom prst="ellipse">
              <a:avLst/>
            </a:prstGeom>
            <a:solidFill>
              <a:srgbClr val="CCFFCC"/>
            </a:solidFill>
            <a:ln w="1270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t>100</a:t>
              </a:r>
            </a:p>
          </p:txBody>
        </p:sp>
        <p:sp>
          <p:nvSpPr>
            <p:cNvPr id="30729" name="Oval 9"/>
            <p:cNvSpPr>
              <a:spLocks noChangeArrowheads="1"/>
            </p:cNvSpPr>
            <p:nvPr/>
          </p:nvSpPr>
          <p:spPr bwMode="auto">
            <a:xfrm>
              <a:off x="7162800" y="2133600"/>
              <a:ext cx="804863" cy="457200"/>
            </a:xfrm>
            <a:prstGeom prst="ellipse">
              <a:avLst/>
            </a:prstGeom>
            <a:solidFill>
              <a:srgbClr val="CCFFCC"/>
            </a:solidFill>
            <a:ln w="1270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t>150</a:t>
              </a:r>
            </a:p>
          </p:txBody>
        </p:sp>
        <p:sp>
          <p:nvSpPr>
            <p:cNvPr id="30730" name="Oval 10"/>
            <p:cNvSpPr>
              <a:spLocks noChangeArrowheads="1"/>
            </p:cNvSpPr>
            <p:nvPr/>
          </p:nvSpPr>
          <p:spPr bwMode="auto">
            <a:xfrm>
              <a:off x="838200" y="2667000"/>
              <a:ext cx="804863" cy="457200"/>
            </a:xfrm>
            <a:prstGeom prst="ellipse">
              <a:avLst/>
            </a:prstGeom>
            <a:solidFill>
              <a:srgbClr val="CCFFCC"/>
            </a:solidFill>
            <a:ln w="1270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t>30</a:t>
              </a:r>
            </a:p>
          </p:txBody>
        </p:sp>
        <p:sp>
          <p:nvSpPr>
            <p:cNvPr id="30731" name="Oval 11"/>
            <p:cNvSpPr>
              <a:spLocks noChangeArrowheads="1"/>
            </p:cNvSpPr>
            <p:nvPr/>
          </p:nvSpPr>
          <p:spPr bwMode="auto">
            <a:xfrm>
              <a:off x="1828800" y="2667000"/>
              <a:ext cx="804863" cy="457200"/>
            </a:xfrm>
            <a:prstGeom prst="ellipse">
              <a:avLst/>
            </a:prstGeom>
            <a:solidFill>
              <a:srgbClr val="CCFFCC"/>
            </a:solidFill>
            <a:ln w="1270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t>45</a:t>
              </a:r>
            </a:p>
          </p:txBody>
        </p:sp>
        <p:sp>
          <p:nvSpPr>
            <p:cNvPr id="30732" name="Oval 12"/>
            <p:cNvSpPr>
              <a:spLocks noChangeArrowheads="1"/>
            </p:cNvSpPr>
            <p:nvPr/>
          </p:nvSpPr>
          <p:spPr bwMode="auto">
            <a:xfrm>
              <a:off x="4267200" y="1066800"/>
              <a:ext cx="804863" cy="457200"/>
            </a:xfrm>
            <a:prstGeom prst="ellipse">
              <a:avLst/>
            </a:prstGeom>
            <a:solidFill>
              <a:srgbClr val="CCFFCC"/>
            </a:solidFill>
            <a:ln w="1270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t>90</a:t>
              </a:r>
            </a:p>
          </p:txBody>
        </p:sp>
        <p:sp>
          <p:nvSpPr>
            <p:cNvPr id="30733" name="Line 13"/>
            <p:cNvSpPr>
              <a:spLocks noChangeShapeType="1"/>
            </p:cNvSpPr>
            <p:nvPr/>
          </p:nvSpPr>
          <p:spPr bwMode="auto">
            <a:xfrm flipH="1">
              <a:off x="2895600" y="1371600"/>
              <a:ext cx="1371600" cy="304800"/>
            </a:xfrm>
            <a:prstGeom prst="line">
              <a:avLst/>
            </a:prstGeom>
            <a:noFill/>
            <a:ln w="25400">
              <a:solidFill>
                <a:srgbClr val="FF0000"/>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0734" name="Line 14"/>
            <p:cNvSpPr>
              <a:spLocks noChangeShapeType="1"/>
            </p:cNvSpPr>
            <p:nvPr/>
          </p:nvSpPr>
          <p:spPr bwMode="auto">
            <a:xfrm>
              <a:off x="5105400" y="1371600"/>
              <a:ext cx="1219200" cy="304800"/>
            </a:xfrm>
            <a:prstGeom prst="line">
              <a:avLst/>
            </a:prstGeom>
            <a:noFill/>
            <a:ln w="25400">
              <a:solidFill>
                <a:srgbClr val="FF0000"/>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0735" name="Line 15"/>
            <p:cNvSpPr>
              <a:spLocks noChangeShapeType="1"/>
            </p:cNvSpPr>
            <p:nvPr/>
          </p:nvSpPr>
          <p:spPr bwMode="auto">
            <a:xfrm flipH="1">
              <a:off x="1981200" y="1981200"/>
              <a:ext cx="228600" cy="152400"/>
            </a:xfrm>
            <a:prstGeom prst="line">
              <a:avLst/>
            </a:prstGeom>
            <a:noFill/>
            <a:ln w="25400">
              <a:solidFill>
                <a:srgbClr val="FF0000"/>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0736" name="Line 16"/>
            <p:cNvSpPr>
              <a:spLocks noChangeShapeType="1"/>
            </p:cNvSpPr>
            <p:nvPr/>
          </p:nvSpPr>
          <p:spPr bwMode="auto">
            <a:xfrm flipH="1">
              <a:off x="6172200" y="1981200"/>
              <a:ext cx="228600" cy="152400"/>
            </a:xfrm>
            <a:prstGeom prst="line">
              <a:avLst/>
            </a:prstGeom>
            <a:noFill/>
            <a:ln w="25400">
              <a:solidFill>
                <a:srgbClr val="FF0000"/>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0737" name="Line 17"/>
            <p:cNvSpPr>
              <a:spLocks noChangeShapeType="1"/>
            </p:cNvSpPr>
            <p:nvPr/>
          </p:nvSpPr>
          <p:spPr bwMode="auto">
            <a:xfrm>
              <a:off x="2819400" y="1981200"/>
              <a:ext cx="304800" cy="152400"/>
            </a:xfrm>
            <a:prstGeom prst="line">
              <a:avLst/>
            </a:prstGeom>
            <a:noFill/>
            <a:ln w="25400">
              <a:solidFill>
                <a:srgbClr val="FF0000"/>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0738" name="Line 18"/>
            <p:cNvSpPr>
              <a:spLocks noChangeShapeType="1"/>
            </p:cNvSpPr>
            <p:nvPr/>
          </p:nvSpPr>
          <p:spPr bwMode="auto">
            <a:xfrm>
              <a:off x="7086600" y="1981200"/>
              <a:ext cx="304800" cy="152400"/>
            </a:xfrm>
            <a:prstGeom prst="line">
              <a:avLst/>
            </a:prstGeom>
            <a:noFill/>
            <a:ln w="25400">
              <a:solidFill>
                <a:srgbClr val="FF0000"/>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sp>
        <p:nvSpPr>
          <p:cNvPr id="30739" name="WordArt 19"/>
          <p:cNvSpPr>
            <a:spLocks noChangeArrowheads="1" noChangeShapeType="1" noTextEdit="1"/>
          </p:cNvSpPr>
          <p:nvPr/>
        </p:nvSpPr>
        <p:spPr bwMode="auto">
          <a:xfrm>
            <a:off x="1828800" y="228600"/>
            <a:ext cx="4953000" cy="457200"/>
          </a:xfrm>
          <a:prstGeom prst="rect">
            <a:avLst/>
          </a:prstGeom>
        </p:spPr>
        <p:txBody>
          <a:bodyPr wrap="none" fromWordArt="1">
            <a:prstTxWarp prst="textPlain">
              <a:avLst>
                <a:gd name="adj" fmla="val 50000"/>
              </a:avLst>
            </a:prstTxWarp>
          </a:bodyPr>
          <a:lstStyle/>
          <a:p>
            <a:pPr algn="ctr"/>
            <a:r>
              <a:rPr lang="en-US" sz="3600" kern="10">
                <a:ln w="9525">
                  <a:solidFill>
                    <a:srgbClr val="FFFF99"/>
                  </a:solidFill>
                  <a:round/>
                  <a:headEnd type="none" w="sm" len="sm"/>
                  <a:tailEnd type="none" w="sm" len="sm"/>
                </a:ln>
                <a:solidFill>
                  <a:srgbClr val="0000FF"/>
                </a:solidFill>
                <a:effectLst>
                  <a:outerShdw dist="35921" dir="2700000" algn="ctr" rotWithShape="0">
                    <a:srgbClr val="C0C0C0"/>
                  </a:outerShdw>
                </a:effectLst>
                <a:latin typeface="Impact"/>
              </a:rPr>
              <a:t>Tree Traversals</a:t>
            </a:r>
          </a:p>
        </p:txBody>
      </p:sp>
      <p:sp>
        <p:nvSpPr>
          <p:cNvPr id="30740" name="Text Box 2"/>
          <p:cNvSpPr txBox="1">
            <a:spLocks noChangeArrowheads="1"/>
          </p:cNvSpPr>
          <p:nvPr/>
        </p:nvSpPr>
        <p:spPr bwMode="auto">
          <a:xfrm>
            <a:off x="1219200" y="4006850"/>
            <a:ext cx="7162800" cy="16319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Tahoma" pitchFamily="34" charset="0"/>
              </a:defRPr>
            </a:lvl1pPr>
            <a:lvl2pPr marL="742950" indent="-285750">
              <a:defRPr sz="2400">
                <a:solidFill>
                  <a:schemeClr val="tx1"/>
                </a:solidFill>
                <a:latin typeface="Tahoma" pitchFamily="34" charset="0"/>
              </a:defRPr>
            </a:lvl2pPr>
            <a:lvl3pPr marL="1143000" indent="-228600">
              <a:defRPr sz="2400">
                <a:solidFill>
                  <a:schemeClr val="tx1"/>
                </a:solidFill>
                <a:latin typeface="Tahoma" pitchFamily="34" charset="0"/>
              </a:defRPr>
            </a:lvl3pPr>
            <a:lvl4pPr marL="1600200" indent="-228600">
              <a:defRPr sz="2400">
                <a:solidFill>
                  <a:schemeClr val="tx1"/>
                </a:solidFill>
                <a:latin typeface="Tahoma" pitchFamily="34" charset="0"/>
              </a:defRPr>
            </a:lvl4pPr>
            <a:lvl5pPr marL="2057400" indent="-228600">
              <a:defRPr sz="2400">
                <a:solidFill>
                  <a:schemeClr val="tx1"/>
                </a:solidFill>
                <a:latin typeface="Tahoma" pitchFamily="34" charset="0"/>
              </a:defRPr>
            </a:lvl5pPr>
            <a:lvl6pPr marL="2514600" indent="-228600" eaLnBrk="0" fontAlgn="base" hangingPunct="0">
              <a:spcBef>
                <a:spcPct val="0"/>
              </a:spcBef>
              <a:spcAft>
                <a:spcPct val="0"/>
              </a:spcAft>
              <a:defRPr sz="2400">
                <a:solidFill>
                  <a:schemeClr val="tx1"/>
                </a:solidFill>
                <a:latin typeface="Tahoma" pitchFamily="34" charset="0"/>
              </a:defRPr>
            </a:lvl6pPr>
            <a:lvl7pPr marL="2971800" indent="-228600" eaLnBrk="0" fontAlgn="base" hangingPunct="0">
              <a:spcBef>
                <a:spcPct val="0"/>
              </a:spcBef>
              <a:spcAft>
                <a:spcPct val="0"/>
              </a:spcAft>
              <a:defRPr sz="2400">
                <a:solidFill>
                  <a:schemeClr val="tx1"/>
                </a:solidFill>
                <a:latin typeface="Tahoma" pitchFamily="34" charset="0"/>
              </a:defRPr>
            </a:lvl7pPr>
            <a:lvl8pPr marL="3429000" indent="-228600" eaLnBrk="0" fontAlgn="base" hangingPunct="0">
              <a:spcBef>
                <a:spcPct val="0"/>
              </a:spcBef>
              <a:spcAft>
                <a:spcPct val="0"/>
              </a:spcAft>
              <a:defRPr sz="2400">
                <a:solidFill>
                  <a:schemeClr val="tx1"/>
                </a:solidFill>
                <a:latin typeface="Tahoma" pitchFamily="34" charset="0"/>
              </a:defRPr>
            </a:lvl8pPr>
            <a:lvl9pPr marL="3886200" indent="-228600" eaLnBrk="0" fontAlgn="base" hangingPunct="0">
              <a:spcBef>
                <a:spcPct val="0"/>
              </a:spcBef>
              <a:spcAft>
                <a:spcPct val="0"/>
              </a:spcAft>
              <a:defRPr sz="2400">
                <a:solidFill>
                  <a:schemeClr val="tx1"/>
                </a:solidFill>
                <a:latin typeface="Tahoma" pitchFamily="34" charset="0"/>
              </a:defRPr>
            </a:lvl9pPr>
          </a:lstStyle>
          <a:p>
            <a:r>
              <a:rPr lang="en-US" sz="2000" b="1"/>
              <a:t>POST-ORDER Traversal:  </a:t>
            </a:r>
          </a:p>
          <a:p>
            <a:endParaRPr lang="en-US" sz="2000" b="1"/>
          </a:p>
          <a:p>
            <a:pPr algn="ctr"/>
            <a:r>
              <a:rPr lang="en-US" sz="2000" b="1"/>
              <a:t>Left branch, Right branch, Node</a:t>
            </a:r>
          </a:p>
          <a:p>
            <a:endParaRPr lang="en-US" sz="2000" b="1"/>
          </a:p>
          <a:p>
            <a:pPr algn="ctr"/>
            <a:r>
              <a:rPr lang="en-US" sz="2000" b="1"/>
              <a:t>30 45 40 70 65 50 100 150 120 90</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descr="A binary tree with four levels and ten nodes:&#10;&#10;Row 0: 90&#10;Row 1:&#10; 90 has two children: 50 as a left child and 120 as a right child&#10;Row 2:&#10; 50 has two children: 40 as a left child and 65 as a right child&#10; 120 has two children: 100 as a left child and 150 as a right child&#10;Row 3:&#10;   40 has two children: 30 as a left child and 45 as a right child&#10;    65 only has a right child, 70&#10;">
            <a:extLst>
              <a:ext uri="{FF2B5EF4-FFF2-40B4-BE49-F238E27FC236}">
                <a16:creationId xmlns:a16="http://schemas.microsoft.com/office/drawing/2014/main" id="{F71A16DC-416B-16A4-4235-CFE8444DC5A0}"/>
              </a:ext>
            </a:extLst>
          </p:cNvPr>
          <p:cNvGrpSpPr/>
          <p:nvPr/>
        </p:nvGrpSpPr>
        <p:grpSpPr>
          <a:xfrm>
            <a:off x="838200" y="1066800"/>
            <a:ext cx="7129463" cy="2057400"/>
            <a:chOff x="838200" y="1066800"/>
            <a:chExt cx="7129463" cy="2057400"/>
          </a:xfrm>
        </p:grpSpPr>
        <p:sp>
          <p:nvSpPr>
            <p:cNvPr id="31747" name="Oval 3"/>
            <p:cNvSpPr>
              <a:spLocks noChangeArrowheads="1"/>
            </p:cNvSpPr>
            <p:nvPr/>
          </p:nvSpPr>
          <p:spPr bwMode="auto">
            <a:xfrm>
              <a:off x="3505200" y="2667000"/>
              <a:ext cx="804863" cy="457200"/>
            </a:xfrm>
            <a:prstGeom prst="ellipse">
              <a:avLst/>
            </a:prstGeom>
            <a:solidFill>
              <a:srgbClr val="CCFFCC"/>
            </a:solidFill>
            <a:ln w="1270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t>70</a:t>
              </a:r>
            </a:p>
          </p:txBody>
        </p:sp>
        <p:sp>
          <p:nvSpPr>
            <p:cNvPr id="31748" name="Oval 4"/>
            <p:cNvSpPr>
              <a:spLocks noChangeArrowheads="1"/>
            </p:cNvSpPr>
            <p:nvPr/>
          </p:nvSpPr>
          <p:spPr bwMode="auto">
            <a:xfrm>
              <a:off x="2133600" y="1600200"/>
              <a:ext cx="804863" cy="457200"/>
            </a:xfrm>
            <a:prstGeom prst="ellipse">
              <a:avLst/>
            </a:prstGeom>
            <a:solidFill>
              <a:srgbClr val="CCFFCC"/>
            </a:solidFill>
            <a:ln w="1270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t>50</a:t>
              </a:r>
            </a:p>
          </p:txBody>
        </p:sp>
        <p:sp>
          <p:nvSpPr>
            <p:cNvPr id="31749" name="Oval 5"/>
            <p:cNvSpPr>
              <a:spLocks noChangeArrowheads="1"/>
            </p:cNvSpPr>
            <p:nvPr/>
          </p:nvSpPr>
          <p:spPr bwMode="auto">
            <a:xfrm>
              <a:off x="1295400" y="2133600"/>
              <a:ext cx="804863" cy="457200"/>
            </a:xfrm>
            <a:prstGeom prst="ellipse">
              <a:avLst/>
            </a:prstGeom>
            <a:solidFill>
              <a:srgbClr val="CCFFCC"/>
            </a:solidFill>
            <a:ln w="1270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t>40</a:t>
              </a:r>
            </a:p>
          </p:txBody>
        </p:sp>
        <p:sp>
          <p:nvSpPr>
            <p:cNvPr id="31750" name="Oval 6"/>
            <p:cNvSpPr>
              <a:spLocks noChangeArrowheads="1"/>
            </p:cNvSpPr>
            <p:nvPr/>
          </p:nvSpPr>
          <p:spPr bwMode="auto">
            <a:xfrm>
              <a:off x="2971800" y="2133600"/>
              <a:ext cx="804863" cy="457200"/>
            </a:xfrm>
            <a:prstGeom prst="ellipse">
              <a:avLst/>
            </a:prstGeom>
            <a:solidFill>
              <a:srgbClr val="CCFFCC"/>
            </a:solidFill>
            <a:ln w="1270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t>65</a:t>
              </a:r>
            </a:p>
          </p:txBody>
        </p:sp>
        <p:sp>
          <p:nvSpPr>
            <p:cNvPr id="31751" name="Oval 7"/>
            <p:cNvSpPr>
              <a:spLocks noChangeArrowheads="1"/>
            </p:cNvSpPr>
            <p:nvPr/>
          </p:nvSpPr>
          <p:spPr bwMode="auto">
            <a:xfrm>
              <a:off x="6324600" y="1600200"/>
              <a:ext cx="804863" cy="457200"/>
            </a:xfrm>
            <a:prstGeom prst="ellipse">
              <a:avLst/>
            </a:prstGeom>
            <a:solidFill>
              <a:srgbClr val="CCFFCC"/>
            </a:solidFill>
            <a:ln w="1270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t>120</a:t>
              </a:r>
            </a:p>
          </p:txBody>
        </p:sp>
        <p:sp>
          <p:nvSpPr>
            <p:cNvPr id="31752" name="Oval 8"/>
            <p:cNvSpPr>
              <a:spLocks noChangeArrowheads="1"/>
            </p:cNvSpPr>
            <p:nvPr/>
          </p:nvSpPr>
          <p:spPr bwMode="auto">
            <a:xfrm>
              <a:off x="5486400" y="2133600"/>
              <a:ext cx="804863" cy="457200"/>
            </a:xfrm>
            <a:prstGeom prst="ellipse">
              <a:avLst/>
            </a:prstGeom>
            <a:solidFill>
              <a:srgbClr val="CCFFCC"/>
            </a:solidFill>
            <a:ln w="1270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t>100</a:t>
              </a:r>
            </a:p>
          </p:txBody>
        </p:sp>
        <p:sp>
          <p:nvSpPr>
            <p:cNvPr id="31753" name="Oval 9"/>
            <p:cNvSpPr>
              <a:spLocks noChangeArrowheads="1"/>
            </p:cNvSpPr>
            <p:nvPr/>
          </p:nvSpPr>
          <p:spPr bwMode="auto">
            <a:xfrm>
              <a:off x="7162800" y="2133600"/>
              <a:ext cx="804863" cy="457200"/>
            </a:xfrm>
            <a:prstGeom prst="ellipse">
              <a:avLst/>
            </a:prstGeom>
            <a:solidFill>
              <a:srgbClr val="CCFFCC"/>
            </a:solidFill>
            <a:ln w="1270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t>150</a:t>
              </a:r>
            </a:p>
          </p:txBody>
        </p:sp>
        <p:sp>
          <p:nvSpPr>
            <p:cNvPr id="31754" name="Oval 10"/>
            <p:cNvSpPr>
              <a:spLocks noChangeArrowheads="1"/>
            </p:cNvSpPr>
            <p:nvPr/>
          </p:nvSpPr>
          <p:spPr bwMode="auto">
            <a:xfrm>
              <a:off x="838200" y="2667000"/>
              <a:ext cx="804863" cy="457200"/>
            </a:xfrm>
            <a:prstGeom prst="ellipse">
              <a:avLst/>
            </a:prstGeom>
            <a:solidFill>
              <a:srgbClr val="CCFFCC"/>
            </a:solidFill>
            <a:ln w="1270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t>30</a:t>
              </a:r>
            </a:p>
          </p:txBody>
        </p:sp>
        <p:sp>
          <p:nvSpPr>
            <p:cNvPr id="31755" name="Oval 11"/>
            <p:cNvSpPr>
              <a:spLocks noChangeArrowheads="1"/>
            </p:cNvSpPr>
            <p:nvPr/>
          </p:nvSpPr>
          <p:spPr bwMode="auto">
            <a:xfrm>
              <a:off x="1828800" y="2667000"/>
              <a:ext cx="804863" cy="457200"/>
            </a:xfrm>
            <a:prstGeom prst="ellipse">
              <a:avLst/>
            </a:prstGeom>
            <a:solidFill>
              <a:srgbClr val="CCFFCC"/>
            </a:solidFill>
            <a:ln w="1270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t>45</a:t>
              </a:r>
            </a:p>
          </p:txBody>
        </p:sp>
        <p:sp>
          <p:nvSpPr>
            <p:cNvPr id="31756" name="Oval 12"/>
            <p:cNvSpPr>
              <a:spLocks noChangeArrowheads="1"/>
            </p:cNvSpPr>
            <p:nvPr/>
          </p:nvSpPr>
          <p:spPr bwMode="auto">
            <a:xfrm>
              <a:off x="4267200" y="1066800"/>
              <a:ext cx="804863" cy="457200"/>
            </a:xfrm>
            <a:prstGeom prst="ellipse">
              <a:avLst/>
            </a:prstGeom>
            <a:solidFill>
              <a:srgbClr val="CCFFCC"/>
            </a:solidFill>
            <a:ln w="1270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t>90</a:t>
              </a:r>
            </a:p>
          </p:txBody>
        </p:sp>
        <p:sp>
          <p:nvSpPr>
            <p:cNvPr id="31757" name="Line 13"/>
            <p:cNvSpPr>
              <a:spLocks noChangeShapeType="1"/>
            </p:cNvSpPr>
            <p:nvPr/>
          </p:nvSpPr>
          <p:spPr bwMode="auto">
            <a:xfrm flipH="1">
              <a:off x="2895600" y="1371600"/>
              <a:ext cx="1371600" cy="304800"/>
            </a:xfrm>
            <a:prstGeom prst="line">
              <a:avLst/>
            </a:prstGeom>
            <a:noFill/>
            <a:ln w="25400">
              <a:solidFill>
                <a:srgbClr val="FF0000"/>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1758" name="Line 14"/>
            <p:cNvSpPr>
              <a:spLocks noChangeShapeType="1"/>
            </p:cNvSpPr>
            <p:nvPr/>
          </p:nvSpPr>
          <p:spPr bwMode="auto">
            <a:xfrm>
              <a:off x="5105400" y="1371600"/>
              <a:ext cx="1219200" cy="304800"/>
            </a:xfrm>
            <a:prstGeom prst="line">
              <a:avLst/>
            </a:prstGeom>
            <a:noFill/>
            <a:ln w="25400">
              <a:solidFill>
                <a:srgbClr val="FF0000"/>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1759" name="Line 15"/>
            <p:cNvSpPr>
              <a:spLocks noChangeShapeType="1"/>
            </p:cNvSpPr>
            <p:nvPr/>
          </p:nvSpPr>
          <p:spPr bwMode="auto">
            <a:xfrm flipH="1">
              <a:off x="1981200" y="1981200"/>
              <a:ext cx="228600" cy="152400"/>
            </a:xfrm>
            <a:prstGeom prst="line">
              <a:avLst/>
            </a:prstGeom>
            <a:noFill/>
            <a:ln w="25400">
              <a:solidFill>
                <a:srgbClr val="FF0000"/>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1760" name="Line 16"/>
            <p:cNvSpPr>
              <a:spLocks noChangeShapeType="1"/>
            </p:cNvSpPr>
            <p:nvPr/>
          </p:nvSpPr>
          <p:spPr bwMode="auto">
            <a:xfrm flipH="1">
              <a:off x="6172200" y="1981200"/>
              <a:ext cx="228600" cy="152400"/>
            </a:xfrm>
            <a:prstGeom prst="line">
              <a:avLst/>
            </a:prstGeom>
            <a:noFill/>
            <a:ln w="25400">
              <a:solidFill>
                <a:srgbClr val="FF0000"/>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1761" name="Line 17"/>
            <p:cNvSpPr>
              <a:spLocks noChangeShapeType="1"/>
            </p:cNvSpPr>
            <p:nvPr/>
          </p:nvSpPr>
          <p:spPr bwMode="auto">
            <a:xfrm>
              <a:off x="2819400" y="1981200"/>
              <a:ext cx="304800" cy="152400"/>
            </a:xfrm>
            <a:prstGeom prst="line">
              <a:avLst/>
            </a:prstGeom>
            <a:noFill/>
            <a:ln w="25400">
              <a:solidFill>
                <a:srgbClr val="FF0000"/>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1762" name="Line 18"/>
            <p:cNvSpPr>
              <a:spLocks noChangeShapeType="1"/>
            </p:cNvSpPr>
            <p:nvPr/>
          </p:nvSpPr>
          <p:spPr bwMode="auto">
            <a:xfrm>
              <a:off x="7086600" y="1981200"/>
              <a:ext cx="304800" cy="152400"/>
            </a:xfrm>
            <a:prstGeom prst="line">
              <a:avLst/>
            </a:prstGeom>
            <a:noFill/>
            <a:ln w="25400">
              <a:solidFill>
                <a:srgbClr val="FF0000"/>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sp>
        <p:nvSpPr>
          <p:cNvPr id="31763" name="WordArt 19"/>
          <p:cNvSpPr>
            <a:spLocks noChangeArrowheads="1" noChangeShapeType="1" noTextEdit="1"/>
          </p:cNvSpPr>
          <p:nvPr/>
        </p:nvSpPr>
        <p:spPr bwMode="auto">
          <a:xfrm>
            <a:off x="1828800" y="228600"/>
            <a:ext cx="4953000" cy="457200"/>
          </a:xfrm>
          <a:prstGeom prst="rect">
            <a:avLst/>
          </a:prstGeom>
        </p:spPr>
        <p:txBody>
          <a:bodyPr wrap="none" fromWordArt="1">
            <a:prstTxWarp prst="textPlain">
              <a:avLst>
                <a:gd name="adj" fmla="val 50000"/>
              </a:avLst>
            </a:prstTxWarp>
          </a:bodyPr>
          <a:lstStyle/>
          <a:p>
            <a:pPr algn="ctr"/>
            <a:r>
              <a:rPr lang="en-US" sz="3600" kern="10">
                <a:ln w="9525">
                  <a:solidFill>
                    <a:srgbClr val="FFFF99"/>
                  </a:solidFill>
                  <a:round/>
                  <a:headEnd type="none" w="sm" len="sm"/>
                  <a:tailEnd type="none" w="sm" len="sm"/>
                </a:ln>
                <a:solidFill>
                  <a:srgbClr val="0000FF"/>
                </a:solidFill>
                <a:effectLst>
                  <a:outerShdw dist="35921" dir="2700000" algn="ctr" rotWithShape="0">
                    <a:srgbClr val="C0C0C0"/>
                  </a:outerShdw>
                </a:effectLst>
                <a:latin typeface="Impact"/>
              </a:rPr>
              <a:t>Tree Traversals</a:t>
            </a:r>
          </a:p>
        </p:txBody>
      </p:sp>
      <p:sp>
        <p:nvSpPr>
          <p:cNvPr id="31764" name="Text Box 2"/>
          <p:cNvSpPr txBox="1">
            <a:spLocks noChangeArrowheads="1"/>
          </p:cNvSpPr>
          <p:nvPr/>
        </p:nvSpPr>
        <p:spPr bwMode="auto">
          <a:xfrm>
            <a:off x="1239838" y="4114800"/>
            <a:ext cx="7162800" cy="16319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Tahoma" pitchFamily="34" charset="0"/>
              </a:defRPr>
            </a:lvl1pPr>
            <a:lvl2pPr marL="742950" indent="-285750">
              <a:defRPr sz="2400">
                <a:solidFill>
                  <a:schemeClr val="tx1"/>
                </a:solidFill>
                <a:latin typeface="Tahoma" pitchFamily="34" charset="0"/>
              </a:defRPr>
            </a:lvl2pPr>
            <a:lvl3pPr marL="1143000" indent="-228600">
              <a:defRPr sz="2400">
                <a:solidFill>
                  <a:schemeClr val="tx1"/>
                </a:solidFill>
                <a:latin typeface="Tahoma" pitchFamily="34" charset="0"/>
              </a:defRPr>
            </a:lvl3pPr>
            <a:lvl4pPr marL="1600200" indent="-228600">
              <a:defRPr sz="2400">
                <a:solidFill>
                  <a:schemeClr val="tx1"/>
                </a:solidFill>
                <a:latin typeface="Tahoma" pitchFamily="34" charset="0"/>
              </a:defRPr>
            </a:lvl4pPr>
            <a:lvl5pPr marL="2057400" indent="-228600">
              <a:defRPr sz="2400">
                <a:solidFill>
                  <a:schemeClr val="tx1"/>
                </a:solidFill>
                <a:latin typeface="Tahoma" pitchFamily="34" charset="0"/>
              </a:defRPr>
            </a:lvl5pPr>
            <a:lvl6pPr marL="2514600" indent="-228600" eaLnBrk="0" fontAlgn="base" hangingPunct="0">
              <a:spcBef>
                <a:spcPct val="0"/>
              </a:spcBef>
              <a:spcAft>
                <a:spcPct val="0"/>
              </a:spcAft>
              <a:defRPr sz="2400">
                <a:solidFill>
                  <a:schemeClr val="tx1"/>
                </a:solidFill>
                <a:latin typeface="Tahoma" pitchFamily="34" charset="0"/>
              </a:defRPr>
            </a:lvl6pPr>
            <a:lvl7pPr marL="2971800" indent="-228600" eaLnBrk="0" fontAlgn="base" hangingPunct="0">
              <a:spcBef>
                <a:spcPct val="0"/>
              </a:spcBef>
              <a:spcAft>
                <a:spcPct val="0"/>
              </a:spcAft>
              <a:defRPr sz="2400">
                <a:solidFill>
                  <a:schemeClr val="tx1"/>
                </a:solidFill>
                <a:latin typeface="Tahoma" pitchFamily="34" charset="0"/>
              </a:defRPr>
            </a:lvl7pPr>
            <a:lvl8pPr marL="3429000" indent="-228600" eaLnBrk="0" fontAlgn="base" hangingPunct="0">
              <a:spcBef>
                <a:spcPct val="0"/>
              </a:spcBef>
              <a:spcAft>
                <a:spcPct val="0"/>
              </a:spcAft>
              <a:defRPr sz="2400">
                <a:solidFill>
                  <a:schemeClr val="tx1"/>
                </a:solidFill>
                <a:latin typeface="Tahoma" pitchFamily="34" charset="0"/>
              </a:defRPr>
            </a:lvl8pPr>
            <a:lvl9pPr marL="3886200" indent="-228600" eaLnBrk="0" fontAlgn="base" hangingPunct="0">
              <a:spcBef>
                <a:spcPct val="0"/>
              </a:spcBef>
              <a:spcAft>
                <a:spcPct val="0"/>
              </a:spcAft>
              <a:defRPr sz="2400">
                <a:solidFill>
                  <a:schemeClr val="tx1"/>
                </a:solidFill>
                <a:latin typeface="Tahoma" pitchFamily="34" charset="0"/>
              </a:defRPr>
            </a:lvl9pPr>
          </a:lstStyle>
          <a:p>
            <a:r>
              <a:rPr lang="en-US" sz="2000" b="1" dirty="0">
                <a:solidFill>
                  <a:srgbClr val="003366"/>
                </a:solidFill>
              </a:rPr>
              <a:t>REV-ORDER Traversal:  </a:t>
            </a:r>
          </a:p>
          <a:p>
            <a:endParaRPr lang="en-US" sz="2000" b="1" dirty="0">
              <a:solidFill>
                <a:srgbClr val="003366"/>
              </a:solidFill>
            </a:endParaRPr>
          </a:p>
          <a:p>
            <a:pPr algn="ctr"/>
            <a:r>
              <a:rPr lang="en-US" sz="2000" b="1" dirty="0">
                <a:solidFill>
                  <a:srgbClr val="003366"/>
                </a:solidFill>
              </a:rPr>
              <a:t>Right branch, Node</a:t>
            </a:r>
            <a:r>
              <a:rPr lang="en-US" sz="2000" b="1">
                <a:solidFill>
                  <a:srgbClr val="003366"/>
                </a:solidFill>
              </a:rPr>
              <a:t>, Left branch</a:t>
            </a:r>
            <a:endParaRPr lang="en-US" sz="2000" b="1" dirty="0">
              <a:solidFill>
                <a:srgbClr val="003366"/>
              </a:solidFill>
            </a:endParaRPr>
          </a:p>
          <a:p>
            <a:endParaRPr lang="en-US" sz="2000" b="1" dirty="0">
              <a:solidFill>
                <a:srgbClr val="003366"/>
              </a:solidFill>
            </a:endParaRPr>
          </a:p>
          <a:p>
            <a:pPr algn="ctr"/>
            <a:r>
              <a:rPr lang="en-US" sz="2000" b="1" dirty="0">
                <a:solidFill>
                  <a:srgbClr val="003366"/>
                </a:solidFill>
              </a:rPr>
              <a:t>150 120 100 90 70 65 50 45 40 30</a:t>
            </a:r>
            <a:endParaRPr lang="en-US" sz="2000" b="1"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432F94FB-425B-4C2E-9DDE-C3B69F659996}"/>
              </a:ext>
            </a:extLst>
          </p:cNvPr>
          <p:cNvSpPr>
            <a:spLocks noChangeArrowheads="1"/>
          </p:cNvSpPr>
          <p:nvPr/>
        </p:nvSpPr>
        <p:spPr bwMode="auto">
          <a:xfrm>
            <a:off x="266700" y="1135028"/>
            <a:ext cx="8610600" cy="5478423"/>
          </a:xfrm>
          <a:prstGeom prst="rect">
            <a:avLst/>
          </a:prstGeom>
          <a:solidFill>
            <a:srgbClr val="EFF0F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lvl1pPr>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342900" indent="-342900">
              <a:spcAft>
                <a:spcPts val="1200"/>
              </a:spcAft>
              <a:buFont typeface="Arial" panose="020B0604020202020204" pitchFamily="34" charset="0"/>
              <a:buChar char="•"/>
            </a:pPr>
            <a:r>
              <a:rPr lang="en-US" sz="2800" dirty="0"/>
              <a:t>Pre-order traversal while duplicating nodes and values can make a complete duplicate of a binary tree. </a:t>
            </a:r>
          </a:p>
          <a:p>
            <a:pPr marL="342900" indent="-342900">
              <a:spcAft>
                <a:spcPts val="1200"/>
              </a:spcAft>
              <a:buFont typeface="Arial" panose="020B0604020202020204" pitchFamily="34" charset="0"/>
              <a:buChar char="•"/>
            </a:pPr>
            <a:r>
              <a:rPr lang="en-US" sz="2800" dirty="0"/>
              <a:t>In-order traversal is very commonly used on binary search trees because it returns values from the underlying set in order, according to the comparator that set up the binary search tree (hence the name).</a:t>
            </a:r>
          </a:p>
          <a:p>
            <a:pPr marL="342900" indent="-342900">
              <a:spcAft>
                <a:spcPts val="1200"/>
              </a:spcAft>
              <a:buFont typeface="Arial" panose="020B0604020202020204" pitchFamily="34" charset="0"/>
              <a:buChar char="•"/>
            </a:pPr>
            <a:r>
              <a:rPr lang="en-US" sz="2800" dirty="0"/>
              <a:t>Post-order traversal while deleting or freeing nodes and values can delete or free an entire binary tree</a:t>
            </a:r>
            <a:r>
              <a:rPr lang="en-US" sz="2800"/>
              <a:t>. </a:t>
            </a:r>
            <a:br>
              <a:rPr lang="en-US" sz="2800"/>
            </a:br>
            <a:r>
              <a:rPr lang="en-US" sz="2800"/>
              <a:t>If </a:t>
            </a:r>
            <a:r>
              <a:rPr lang="en-US" sz="2800" dirty="0"/>
              <a:t>you don't use post-order traversal during deletion, then you lose the references you need for deleting the child trees</a:t>
            </a:r>
          </a:p>
        </p:txBody>
      </p:sp>
      <p:sp>
        <p:nvSpPr>
          <p:cNvPr id="3" name="Rectangle 2">
            <a:extLst>
              <a:ext uri="{FF2B5EF4-FFF2-40B4-BE49-F238E27FC236}">
                <a16:creationId xmlns:a16="http://schemas.microsoft.com/office/drawing/2014/main" id="{023628EB-C53A-4D73-83D1-F7BF5A4226A8}"/>
              </a:ext>
            </a:extLst>
          </p:cNvPr>
          <p:cNvSpPr>
            <a:spLocks noChangeArrowheads="1"/>
          </p:cNvSpPr>
          <p:nvPr/>
        </p:nvSpPr>
        <p:spPr bwMode="auto">
          <a:xfrm>
            <a:off x="381000" y="228600"/>
            <a:ext cx="8610600" cy="830997"/>
          </a:xfrm>
          <a:prstGeom prst="rect">
            <a:avLst/>
          </a:prstGeom>
          <a:solidFill>
            <a:srgbClr val="EFF0F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lvl1pPr>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5400" b="0" i="0" u="none" strike="noStrike" cap="none" normalizeH="0" baseline="0" dirty="0">
                <a:ln>
                  <a:noFill/>
                </a:ln>
                <a:solidFill>
                  <a:srgbClr val="242729"/>
                </a:solidFill>
                <a:effectLst/>
                <a:latin typeface="Arial" panose="020B0604020202020204" pitchFamily="34" charset="0"/>
                <a:cs typeface="Arial" panose="020B0604020202020204" pitchFamily="34" charset="0"/>
              </a:rPr>
              <a:t>Why?</a:t>
            </a:r>
            <a:endParaRPr kumimoji="0" lang="en-US" altLang="en-US" sz="80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401344296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432F94FB-425B-4C2E-9DDE-C3B69F659996}"/>
              </a:ext>
            </a:extLst>
          </p:cNvPr>
          <p:cNvSpPr>
            <a:spLocks noChangeArrowheads="1"/>
          </p:cNvSpPr>
          <p:nvPr/>
        </p:nvSpPr>
        <p:spPr bwMode="auto">
          <a:xfrm>
            <a:off x="266700" y="1321137"/>
            <a:ext cx="8610600" cy="5106206"/>
          </a:xfrm>
          <a:prstGeom prst="rect">
            <a:avLst/>
          </a:prstGeom>
          <a:solidFill>
            <a:srgbClr val="EFF0F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lvl1pPr>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800" b="0" i="0" u="none" strike="noStrike" cap="none" normalizeH="0" baseline="0" dirty="0">
                <a:ln>
                  <a:noFill/>
                </a:ln>
                <a:solidFill>
                  <a:srgbClr val="242729"/>
                </a:solidFill>
                <a:effectLst/>
                <a:latin typeface="Arial" panose="020B0604020202020204" pitchFamily="34" charset="0"/>
                <a:cs typeface="Arial" panose="020B0604020202020204" pitchFamily="34" charset="0"/>
              </a:rPr>
              <a:t>To translate between the tree and some serial representation.  Suppose you have this parse tree:</a:t>
            </a:r>
            <a:endParaRPr kumimoji="0" lang="en-US" altLang="en-US" sz="1800" b="0" i="0" u="none" strike="noStrike" cap="none" normalizeH="0" baseline="0" dirty="0">
              <a:ln>
                <a:noFill/>
              </a:ln>
              <a:solidFill>
                <a:srgbClr val="242729"/>
              </a:solidFill>
              <a:effectLst/>
              <a:latin typeface="Consolas" panose="020B0609020204030204" pitchFamily="49" charset="0"/>
            </a:endParaRPr>
          </a:p>
          <a:p>
            <a:pPr marL="3200400" marR="0" lvl="0" algn="l" defTabSz="914400" rtl="0" eaLnBrk="0" fontAlgn="base" latinLnBrk="0" hangingPunct="0">
              <a:lnSpc>
                <a:spcPct val="150000"/>
              </a:lnSpc>
              <a:spcBef>
                <a:spcPct val="0"/>
              </a:spcBef>
              <a:spcAft>
                <a:spcPct val="0"/>
              </a:spcAft>
              <a:buClrTx/>
              <a:buSzTx/>
              <a:buFontTx/>
              <a:buNone/>
              <a:tabLst/>
            </a:pPr>
            <a:r>
              <a:rPr kumimoji="0" lang="en-US" altLang="en-US" sz="1800" b="0" i="0" u="none" strike="noStrike" cap="none" normalizeH="0" baseline="0" dirty="0">
                <a:ln>
                  <a:noFill/>
                </a:ln>
                <a:solidFill>
                  <a:srgbClr val="242729"/>
                </a:solidFill>
                <a:effectLst/>
                <a:latin typeface="Consolas" panose="020B0609020204030204" pitchFamily="49" charset="0"/>
              </a:rPr>
              <a:t>    *</a:t>
            </a:r>
          </a:p>
          <a:p>
            <a:pPr marL="3200400" marR="0" lvl="0" algn="l" defTabSz="914400" rtl="0" eaLnBrk="0" fontAlgn="base" latinLnBrk="0" hangingPunct="0">
              <a:lnSpc>
                <a:spcPct val="100000"/>
              </a:lnSpc>
              <a:spcBef>
                <a:spcPct val="0"/>
              </a:spcBef>
              <a:spcAft>
                <a:spcPct val="0"/>
              </a:spcAft>
              <a:buClrTx/>
              <a:buSzTx/>
              <a:buFontTx/>
              <a:buNone/>
              <a:tabLst/>
            </a:pPr>
            <a:r>
              <a:rPr lang="en-US" altLang="en-US" sz="1800" dirty="0">
                <a:solidFill>
                  <a:srgbClr val="242729"/>
                </a:solidFill>
                <a:latin typeface="Consolas" panose="020B0609020204030204" pitchFamily="49" charset="0"/>
              </a:rPr>
              <a:t>  </a:t>
            </a:r>
            <a:r>
              <a:rPr kumimoji="0" lang="en-US" altLang="en-US" sz="1800" b="0" i="0" u="none" strike="noStrike" cap="none" normalizeH="0" baseline="0" dirty="0">
                <a:ln>
                  <a:noFill/>
                </a:ln>
                <a:solidFill>
                  <a:srgbClr val="242729"/>
                </a:solidFill>
                <a:effectLst/>
                <a:latin typeface="Consolas" panose="020B0609020204030204" pitchFamily="49" charset="0"/>
              </a:rPr>
              <a:t> / \ </a:t>
            </a:r>
          </a:p>
          <a:p>
            <a:pPr marL="3200400" marR="0" lvl="0" algn="l" defTabSz="914400" rtl="0" eaLnBrk="0" fontAlgn="base" latinLnBrk="0" hangingPunct="0">
              <a:lnSpc>
                <a:spcPct val="100000"/>
              </a:lnSpc>
              <a:spcBef>
                <a:spcPct val="0"/>
              </a:spcBef>
              <a:spcAft>
                <a:spcPct val="0"/>
              </a:spcAft>
              <a:buClrTx/>
              <a:buSzTx/>
              <a:buFontTx/>
              <a:buNone/>
              <a:tabLst/>
            </a:pPr>
            <a:r>
              <a:rPr lang="en-US" altLang="en-US" sz="1800" dirty="0">
                <a:solidFill>
                  <a:srgbClr val="242729"/>
                </a:solidFill>
                <a:latin typeface="Consolas" panose="020B0609020204030204" pitchFamily="49" charset="0"/>
              </a:rPr>
              <a:t> </a:t>
            </a:r>
            <a:r>
              <a:rPr lang="en-US" altLang="en-US" sz="1100" dirty="0">
                <a:solidFill>
                  <a:srgbClr val="242729"/>
                </a:solidFill>
                <a:latin typeface="Consolas" panose="020B0609020204030204" pitchFamily="49" charset="0"/>
              </a:rPr>
              <a:t> </a:t>
            </a:r>
            <a:r>
              <a:rPr lang="en-US" altLang="en-US" sz="1800" dirty="0">
                <a:solidFill>
                  <a:srgbClr val="242729"/>
                </a:solidFill>
                <a:latin typeface="Consolas" panose="020B0609020204030204" pitchFamily="49" charset="0"/>
              </a:rPr>
              <a:t> </a:t>
            </a:r>
            <a:r>
              <a:rPr kumimoji="0" lang="en-US" altLang="en-US" sz="1800" b="0" i="0" u="none" strike="noStrike" cap="none" normalizeH="0" baseline="0" dirty="0">
                <a:ln>
                  <a:noFill/>
                </a:ln>
                <a:solidFill>
                  <a:srgbClr val="242729"/>
                </a:solidFill>
                <a:effectLst/>
                <a:latin typeface="Consolas" panose="020B0609020204030204" pitchFamily="49" charset="0"/>
              </a:rPr>
              <a:t>+ </a:t>
            </a:r>
            <a:r>
              <a:rPr kumimoji="0" lang="en-US" altLang="en-US" sz="700" b="0" i="0" u="none" strike="noStrike" cap="none" normalizeH="0" baseline="0" dirty="0">
                <a:ln>
                  <a:noFill/>
                </a:ln>
                <a:solidFill>
                  <a:srgbClr val="242729"/>
                </a:solidFill>
                <a:effectLst/>
                <a:latin typeface="Consolas" panose="020B0609020204030204" pitchFamily="49" charset="0"/>
              </a:rPr>
              <a:t> </a:t>
            </a:r>
            <a:r>
              <a:rPr kumimoji="0" lang="en-US" altLang="en-US" sz="1800" b="0" i="0" u="none" strike="noStrike" cap="none" normalizeH="0" baseline="0" dirty="0">
                <a:ln>
                  <a:noFill/>
                </a:ln>
                <a:solidFill>
                  <a:srgbClr val="242729"/>
                </a:solidFill>
                <a:effectLst/>
                <a:latin typeface="Consolas" panose="020B0609020204030204" pitchFamily="49" charset="0"/>
              </a:rPr>
              <a:t> \ </a:t>
            </a:r>
          </a:p>
          <a:p>
            <a:pPr marL="3200400" marR="0" lvl="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rgbClr val="242729"/>
                </a:solidFill>
                <a:effectLst/>
                <a:latin typeface="Consolas" panose="020B0609020204030204" pitchFamily="49" charset="0"/>
              </a:rPr>
              <a:t> </a:t>
            </a:r>
            <a:r>
              <a:rPr kumimoji="0" lang="en-US" altLang="en-US" sz="1100" b="0" i="0" u="none" strike="noStrike" cap="none" normalizeH="0" baseline="0" dirty="0">
                <a:ln>
                  <a:noFill/>
                </a:ln>
                <a:solidFill>
                  <a:srgbClr val="242729"/>
                </a:solidFill>
                <a:effectLst/>
                <a:latin typeface="Consolas" panose="020B0609020204030204" pitchFamily="49" charset="0"/>
              </a:rPr>
              <a:t> </a:t>
            </a:r>
            <a:r>
              <a:rPr kumimoji="0" lang="en-US" altLang="en-US" sz="1800" b="0" i="0" u="none" strike="noStrike" cap="none" normalizeH="0" baseline="0" dirty="0">
                <a:ln>
                  <a:noFill/>
                </a:ln>
                <a:solidFill>
                  <a:srgbClr val="242729"/>
                </a:solidFill>
                <a:effectLst/>
                <a:latin typeface="Consolas" panose="020B0609020204030204" pitchFamily="49" charset="0"/>
              </a:rPr>
              <a:t>/ \ </a:t>
            </a:r>
            <a:r>
              <a:rPr kumimoji="0" lang="en-US" altLang="en-US" sz="600" b="0" i="0" u="none" strike="noStrike" cap="none" normalizeH="0" baseline="0" dirty="0">
                <a:ln>
                  <a:noFill/>
                </a:ln>
                <a:solidFill>
                  <a:srgbClr val="242729"/>
                </a:solidFill>
                <a:effectLst/>
                <a:latin typeface="Consolas" panose="020B0609020204030204" pitchFamily="49" charset="0"/>
              </a:rPr>
              <a:t> </a:t>
            </a:r>
            <a:r>
              <a:rPr kumimoji="0" lang="en-US" altLang="en-US" sz="1800" b="0" i="0" u="none" strike="noStrike" cap="none" normalizeH="0" baseline="0" dirty="0">
                <a:ln>
                  <a:noFill/>
                </a:ln>
                <a:solidFill>
                  <a:srgbClr val="242729"/>
                </a:solidFill>
                <a:effectLst/>
                <a:latin typeface="Consolas" panose="020B0609020204030204" pitchFamily="49" charset="0"/>
              </a:rPr>
              <a:t> \ </a:t>
            </a:r>
          </a:p>
          <a:p>
            <a:pPr marL="3200400" marR="0" lvl="0" algn="l" defTabSz="914400" rtl="0" eaLnBrk="0" fontAlgn="base" latinLnBrk="0" hangingPunct="0">
              <a:lnSpc>
                <a:spcPct val="100000"/>
              </a:lnSpc>
              <a:spcBef>
                <a:spcPct val="0"/>
              </a:spcBef>
              <a:spcAft>
                <a:spcPct val="0"/>
              </a:spcAft>
              <a:buClrTx/>
              <a:buSzTx/>
              <a:buFontTx/>
              <a:buNone/>
              <a:tabLst/>
            </a:pPr>
            <a:r>
              <a:rPr lang="en-US" altLang="en-US" sz="1400" dirty="0">
                <a:solidFill>
                  <a:srgbClr val="242729"/>
                </a:solidFill>
                <a:latin typeface="Consolas" panose="020B0609020204030204" pitchFamily="49" charset="0"/>
              </a:rPr>
              <a:t> </a:t>
            </a:r>
            <a:r>
              <a:rPr kumimoji="0" lang="en-US" altLang="en-US" sz="1800" b="0" i="0" u="none" strike="noStrike" cap="none" normalizeH="0" baseline="0" dirty="0">
                <a:ln>
                  <a:noFill/>
                </a:ln>
                <a:solidFill>
                  <a:srgbClr val="242729"/>
                </a:solidFill>
                <a:effectLst/>
                <a:latin typeface="Consolas" panose="020B0609020204030204" pitchFamily="49" charset="0"/>
              </a:rPr>
              <a:t>A </a:t>
            </a:r>
            <a:r>
              <a:rPr kumimoji="0" lang="en-US" altLang="en-US" sz="1400" b="0" i="0" u="none" strike="noStrike" cap="none" normalizeH="0" baseline="0" dirty="0">
                <a:ln>
                  <a:noFill/>
                </a:ln>
                <a:solidFill>
                  <a:srgbClr val="242729"/>
                </a:solidFill>
                <a:effectLst/>
                <a:latin typeface="Consolas" panose="020B0609020204030204" pitchFamily="49" charset="0"/>
              </a:rPr>
              <a:t> </a:t>
            </a:r>
            <a:r>
              <a:rPr kumimoji="0" lang="en-US" altLang="en-US" sz="1800" b="0" i="0" u="none" strike="noStrike" cap="none" normalizeH="0" baseline="0" dirty="0">
                <a:ln>
                  <a:noFill/>
                </a:ln>
                <a:solidFill>
                  <a:srgbClr val="242729"/>
                </a:solidFill>
                <a:effectLst/>
                <a:latin typeface="Consolas" panose="020B0609020204030204" pitchFamily="49" charset="0"/>
              </a:rPr>
              <a:t> B  C </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400" b="0" i="0" u="none" strike="noStrike" cap="none" normalizeH="0" baseline="0" dirty="0">
              <a:ln>
                <a:noFill/>
              </a:ln>
              <a:solidFill>
                <a:schemeClr val="tx1"/>
              </a:solidFill>
              <a:effectLst/>
            </a:endParaRPr>
          </a:p>
          <a:p>
            <a:pPr lvl="0">
              <a:lnSpc>
                <a:spcPct val="150000"/>
              </a:lnSpc>
            </a:pPr>
            <a:r>
              <a:rPr kumimoji="0" lang="en-US" altLang="en-US" sz="2800" b="0" i="0" u="none" strike="noStrike" cap="none" normalizeH="0" baseline="0" dirty="0">
                <a:ln>
                  <a:noFill/>
                </a:ln>
                <a:solidFill>
                  <a:srgbClr val="242729"/>
                </a:solidFill>
                <a:effectLst/>
                <a:latin typeface="Arial" panose="020B0604020202020204" pitchFamily="34" charset="0"/>
                <a:cs typeface="Arial" panose="020B0604020202020204" pitchFamily="34" charset="0"/>
              </a:rPr>
              <a:t>You could serialize it as</a:t>
            </a:r>
            <a:r>
              <a:rPr lang="en-US" altLang="en-US" sz="2800" dirty="0">
                <a:solidFill>
                  <a:srgbClr val="242729"/>
                </a:solidFill>
                <a:cs typeface="Arial" panose="020B0604020202020204" pitchFamily="34" charset="0"/>
              </a:rPr>
              <a:t>:</a:t>
            </a:r>
            <a:endParaRPr kumimoji="0" lang="en-US" altLang="en-US" sz="2800" b="0" i="0" u="none" strike="noStrike" cap="none" normalizeH="0" baseline="0" dirty="0">
              <a:ln>
                <a:noFill/>
              </a:ln>
              <a:solidFill>
                <a:srgbClr val="242729"/>
              </a:solidFill>
              <a:effectLst/>
              <a:latin typeface="Arial" panose="020B0604020202020204" pitchFamily="34" charset="0"/>
              <a:cs typeface="Arial" panose="020B0604020202020204" pitchFamily="34" charset="0"/>
            </a:endParaRPr>
          </a:p>
          <a:p>
            <a:pPr marL="914400" lvl="0">
              <a:lnSpc>
                <a:spcPct val="150000"/>
              </a:lnSpc>
            </a:pPr>
            <a:r>
              <a:rPr kumimoji="0" lang="en-US" altLang="en-US" sz="2000" b="0" i="0" u="none" strike="noStrike" cap="none" normalizeH="0" baseline="0" dirty="0">
                <a:ln>
                  <a:noFill/>
                </a:ln>
                <a:solidFill>
                  <a:srgbClr val="242729"/>
                </a:solidFill>
                <a:effectLst/>
                <a:latin typeface="Consolas" panose="020B0609020204030204" pitchFamily="49" charset="0"/>
                <a:cs typeface="Arial" panose="020B0604020202020204" pitchFamily="34" charset="0"/>
              </a:rPr>
              <a:t>* + A B C</a:t>
            </a:r>
            <a:r>
              <a:rPr kumimoji="0" lang="en-US" altLang="en-US" sz="2800" b="0" i="0" u="none" strike="noStrike" cap="none" normalizeH="0" baseline="0" dirty="0">
                <a:ln>
                  <a:noFill/>
                </a:ln>
                <a:solidFill>
                  <a:srgbClr val="242729"/>
                </a:solidFill>
                <a:effectLst/>
                <a:latin typeface="Arial" panose="020B0604020202020204" pitchFamily="34" charset="0"/>
                <a:cs typeface="Arial" panose="020B0604020202020204" pitchFamily="34" charset="0"/>
              </a:rPr>
              <a:t> by walking it in prefix order, or as</a:t>
            </a:r>
          </a:p>
          <a:p>
            <a:pPr marL="914400" lvl="0">
              <a:lnSpc>
                <a:spcPct val="150000"/>
              </a:lnSpc>
            </a:pPr>
            <a:r>
              <a:rPr kumimoji="0" lang="en-US" altLang="en-US" sz="2000" b="0" i="0" u="none" strike="noStrike" cap="none" normalizeH="0" baseline="0" dirty="0">
                <a:ln>
                  <a:noFill/>
                </a:ln>
                <a:solidFill>
                  <a:srgbClr val="242729"/>
                </a:solidFill>
                <a:effectLst/>
                <a:latin typeface="Consolas" panose="020B0609020204030204" pitchFamily="49" charset="0"/>
                <a:cs typeface="Arial" panose="020B0604020202020204" pitchFamily="34" charset="0"/>
              </a:rPr>
              <a:t>A B + C *</a:t>
            </a:r>
            <a:r>
              <a:rPr kumimoji="0" lang="en-US" altLang="en-US" sz="2800" b="0" i="0" u="none" strike="noStrike" cap="none" normalizeH="0" baseline="0" dirty="0">
                <a:ln>
                  <a:noFill/>
                </a:ln>
                <a:solidFill>
                  <a:srgbClr val="242729"/>
                </a:solidFill>
                <a:effectLst/>
                <a:latin typeface="Arial" panose="020B0604020202020204" pitchFamily="34" charset="0"/>
                <a:cs typeface="Arial" panose="020B0604020202020204" pitchFamily="34" charset="0"/>
              </a:rPr>
              <a:t> by walking it in postfix order or as </a:t>
            </a:r>
          </a:p>
          <a:p>
            <a:pPr marL="914400" lvl="0">
              <a:lnSpc>
                <a:spcPct val="150000"/>
              </a:lnSpc>
            </a:pPr>
            <a:r>
              <a:rPr lang="en-US" altLang="en-US" sz="2000" dirty="0">
                <a:solidFill>
                  <a:srgbClr val="242729"/>
                </a:solidFill>
                <a:latin typeface="Consolas" panose="020B0609020204030204" pitchFamily="49" charset="0"/>
                <a:cs typeface="Arial" panose="020B0604020202020204" pitchFamily="34" charset="0"/>
              </a:rPr>
              <a:t>(A + B) * C </a:t>
            </a:r>
            <a:r>
              <a:rPr kumimoji="0" lang="en-US" altLang="en-US" sz="2800" b="0" i="0" u="none" strike="noStrike" cap="none" normalizeH="0" baseline="0" dirty="0">
                <a:ln>
                  <a:noFill/>
                </a:ln>
                <a:solidFill>
                  <a:srgbClr val="242729"/>
                </a:solidFill>
                <a:effectLst/>
                <a:latin typeface="Arial" panose="020B0604020202020204" pitchFamily="34" charset="0"/>
                <a:cs typeface="Arial" panose="020B0604020202020204" pitchFamily="34" charset="0"/>
              </a:rPr>
              <a:t>by walking </a:t>
            </a:r>
            <a:r>
              <a:rPr lang="en-US" altLang="en-US" sz="2800" dirty="0">
                <a:solidFill>
                  <a:srgbClr val="242729"/>
                </a:solidFill>
                <a:cs typeface="Arial" panose="020B0604020202020204" pitchFamily="34" charset="0"/>
              </a:rPr>
              <a:t>in order. </a:t>
            </a:r>
            <a:r>
              <a:rPr kumimoji="0" lang="en-US" altLang="en-US" sz="2800" b="0" i="0" u="none" strike="noStrike" cap="none" normalizeH="0" baseline="0" dirty="0">
                <a:ln>
                  <a:noFill/>
                </a:ln>
                <a:solidFill>
                  <a:srgbClr val="242729"/>
                </a:solidFill>
                <a:effectLst/>
                <a:latin typeface="Arial" panose="020B0604020202020204" pitchFamily="34" charset="0"/>
                <a:cs typeface="Arial" panose="020B0604020202020204" pitchFamily="34" charset="0"/>
              </a:rPr>
              <a:t> </a:t>
            </a:r>
          </a:p>
        </p:txBody>
      </p:sp>
      <p:sp>
        <p:nvSpPr>
          <p:cNvPr id="3" name="Rectangle 2">
            <a:extLst>
              <a:ext uri="{FF2B5EF4-FFF2-40B4-BE49-F238E27FC236}">
                <a16:creationId xmlns:a16="http://schemas.microsoft.com/office/drawing/2014/main" id="{023628EB-C53A-4D73-83D1-F7BF5A4226A8}"/>
              </a:ext>
            </a:extLst>
          </p:cNvPr>
          <p:cNvSpPr>
            <a:spLocks noChangeArrowheads="1"/>
          </p:cNvSpPr>
          <p:nvPr/>
        </p:nvSpPr>
        <p:spPr bwMode="auto">
          <a:xfrm>
            <a:off x="2209800" y="228600"/>
            <a:ext cx="4495800" cy="830997"/>
          </a:xfrm>
          <a:prstGeom prst="rect">
            <a:avLst/>
          </a:prstGeom>
          <a:solidFill>
            <a:srgbClr val="EFF0F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lvl1pPr>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5400" b="0" i="0" u="none" strike="noStrike" cap="none" normalizeH="0" baseline="0" dirty="0">
                <a:ln>
                  <a:noFill/>
                </a:ln>
                <a:solidFill>
                  <a:srgbClr val="242729"/>
                </a:solidFill>
                <a:effectLst/>
                <a:latin typeface="Arial" panose="020B0604020202020204" pitchFamily="34" charset="0"/>
                <a:cs typeface="Arial" panose="020B0604020202020204" pitchFamily="34" charset="0"/>
              </a:rPr>
              <a:t>Why?</a:t>
            </a:r>
            <a:endParaRPr kumimoji="0" lang="en-US" altLang="en-US" sz="80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63201884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1" name="Rectangle 2"/>
          <p:cNvSpPr>
            <a:spLocks noChangeArrowheads="1"/>
          </p:cNvSpPr>
          <p:nvPr/>
        </p:nvSpPr>
        <p:spPr bwMode="auto">
          <a:xfrm>
            <a:off x="533400" y="1080343"/>
            <a:ext cx="6157913" cy="50783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lang="en-US" sz="2800" b="1" dirty="0"/>
              <a:t>public void</a:t>
            </a:r>
            <a:r>
              <a:rPr lang="en-US" sz="2800" dirty="0"/>
              <a:t> </a:t>
            </a:r>
            <a:r>
              <a:rPr lang="en-US" sz="2800" dirty="0" err="1"/>
              <a:t>inOrder</a:t>
            </a:r>
            <a:r>
              <a:rPr lang="en-US" sz="2800" dirty="0"/>
              <a:t>() {</a:t>
            </a:r>
          </a:p>
          <a:p>
            <a:r>
              <a:rPr lang="en-US" sz="2800" b="1" dirty="0"/>
              <a:t>   </a:t>
            </a:r>
            <a:r>
              <a:rPr lang="en-US" sz="2800" b="1" dirty="0" err="1"/>
              <a:t>inOrder</a:t>
            </a:r>
            <a:r>
              <a:rPr lang="en-US" sz="2800" b="1" dirty="0"/>
              <a:t>(root);</a:t>
            </a:r>
            <a:endParaRPr lang="en-US" sz="2800" dirty="0"/>
          </a:p>
          <a:p>
            <a:r>
              <a:rPr lang="en-US" sz="2800" dirty="0"/>
              <a:t>}</a:t>
            </a:r>
          </a:p>
          <a:p>
            <a:endParaRPr lang="en-US" sz="1600" dirty="0"/>
          </a:p>
          <a:p>
            <a:r>
              <a:rPr lang="en-US" sz="2800" b="1" dirty="0"/>
              <a:t>private void</a:t>
            </a:r>
            <a:r>
              <a:rPr lang="en-US" sz="2800" dirty="0"/>
              <a:t> </a:t>
            </a:r>
            <a:r>
              <a:rPr lang="en-US" sz="2800" dirty="0" err="1"/>
              <a:t>inOrder</a:t>
            </a:r>
            <a:r>
              <a:rPr lang="en-US" sz="2800" dirty="0"/>
              <a:t>(</a:t>
            </a:r>
            <a:r>
              <a:rPr lang="en-US" sz="2800" dirty="0" err="1"/>
              <a:t>TreeNode</a:t>
            </a:r>
            <a:r>
              <a:rPr lang="en-US" sz="2800" dirty="0"/>
              <a:t> tree) {</a:t>
            </a:r>
          </a:p>
          <a:p>
            <a:r>
              <a:rPr lang="en-US" sz="2800" b="1" dirty="0"/>
              <a:t>   if</a:t>
            </a:r>
            <a:r>
              <a:rPr lang="en-US" sz="2800" dirty="0"/>
              <a:t> (tree != null){</a:t>
            </a:r>
          </a:p>
          <a:p>
            <a:r>
              <a:rPr lang="en-US" sz="2800" dirty="0"/>
              <a:t>	</a:t>
            </a:r>
            <a:r>
              <a:rPr lang="en-US" sz="2800" dirty="0" err="1"/>
              <a:t>inOrder</a:t>
            </a:r>
            <a:r>
              <a:rPr lang="en-US" sz="2800" dirty="0"/>
              <a:t>(</a:t>
            </a:r>
            <a:r>
              <a:rPr lang="en-US" sz="2800" dirty="0" err="1"/>
              <a:t>tree.getLeft</a:t>
            </a:r>
            <a:r>
              <a:rPr lang="en-US" sz="2800" dirty="0"/>
              <a:t>());</a:t>
            </a:r>
          </a:p>
          <a:p>
            <a:r>
              <a:rPr lang="en-US" sz="2800" dirty="0"/>
              <a:t>	</a:t>
            </a:r>
            <a:r>
              <a:rPr lang="en-US" sz="2800" dirty="0" err="1"/>
              <a:t>out.print</a:t>
            </a:r>
            <a:r>
              <a:rPr lang="en-US" sz="2800" dirty="0"/>
              <a:t>(</a:t>
            </a:r>
            <a:r>
              <a:rPr lang="en-US" sz="2800" dirty="0" err="1"/>
              <a:t>tree.getValue</a:t>
            </a:r>
            <a:r>
              <a:rPr lang="en-US" sz="2800" dirty="0"/>
              <a:t>() + " ");</a:t>
            </a:r>
          </a:p>
          <a:p>
            <a:r>
              <a:rPr lang="en-US" sz="2800" dirty="0"/>
              <a:t>	</a:t>
            </a:r>
            <a:r>
              <a:rPr lang="en-US" sz="2800" dirty="0" err="1"/>
              <a:t>inOrder</a:t>
            </a:r>
            <a:r>
              <a:rPr lang="en-US" sz="2800" dirty="0"/>
              <a:t>(</a:t>
            </a:r>
            <a:r>
              <a:rPr lang="en-US" sz="2800" dirty="0" err="1"/>
              <a:t>tree.getRight</a:t>
            </a:r>
            <a:r>
              <a:rPr lang="en-US" sz="2800" dirty="0"/>
              <a:t>());</a:t>
            </a:r>
          </a:p>
          <a:p>
            <a:r>
              <a:rPr lang="en-US" sz="2800" dirty="0"/>
              <a:t>   }</a:t>
            </a:r>
          </a:p>
          <a:p>
            <a:r>
              <a:rPr lang="en-US" sz="2800" dirty="0"/>
              <a:t>}</a:t>
            </a:r>
          </a:p>
        </p:txBody>
      </p:sp>
      <p:sp>
        <p:nvSpPr>
          <p:cNvPr id="32772" name="WordArt 3"/>
          <p:cNvSpPr>
            <a:spLocks noChangeArrowheads="1" noChangeShapeType="1" noTextEdit="1"/>
          </p:cNvSpPr>
          <p:nvPr/>
        </p:nvSpPr>
        <p:spPr bwMode="auto">
          <a:xfrm>
            <a:off x="2514600" y="304800"/>
            <a:ext cx="3833813" cy="530208"/>
          </a:xfrm>
          <a:prstGeom prst="rect">
            <a:avLst/>
          </a:prstGeom>
        </p:spPr>
        <p:txBody>
          <a:bodyPr wrap="none" fromWordArt="1">
            <a:prstTxWarp prst="textPlain">
              <a:avLst>
                <a:gd name="adj" fmla="val 50000"/>
              </a:avLst>
            </a:prstTxWarp>
          </a:bodyPr>
          <a:lstStyle/>
          <a:p>
            <a:pPr algn="ctr"/>
            <a:r>
              <a:rPr lang="en-US" sz="3600" kern="10" dirty="0">
                <a:ln w="9525">
                  <a:solidFill>
                    <a:srgbClr val="FFCC99"/>
                  </a:solidFill>
                  <a:round/>
                  <a:headEnd type="none" w="sm" len="sm"/>
                  <a:tailEnd type="none" w="sm" len="sm"/>
                </a:ln>
                <a:solidFill>
                  <a:srgbClr val="0000FF"/>
                </a:solidFill>
                <a:effectLst>
                  <a:outerShdw dist="35921" dir="2700000" algn="ctr" rotWithShape="0">
                    <a:srgbClr val="C0C0C0"/>
                  </a:outerShdw>
                </a:effectLst>
                <a:latin typeface="Impact"/>
              </a:rPr>
              <a:t>In Order 1</a:t>
            </a:r>
          </a:p>
        </p:txBody>
      </p:sp>
      <p:sp>
        <p:nvSpPr>
          <p:cNvPr id="32774" name="WordArt 5"/>
          <p:cNvSpPr>
            <a:spLocks noChangeArrowheads="1" noChangeShapeType="1" noTextEdit="1"/>
          </p:cNvSpPr>
          <p:nvPr/>
        </p:nvSpPr>
        <p:spPr bwMode="auto">
          <a:xfrm>
            <a:off x="7010400" y="3810000"/>
            <a:ext cx="1828800" cy="1600200"/>
          </a:xfrm>
          <a:prstGeom prst="rect">
            <a:avLst/>
          </a:prstGeom>
        </p:spPr>
        <p:txBody>
          <a:bodyPr wrap="none" fromWordArt="1">
            <a:prstTxWarp prst="textPlain">
              <a:avLst>
                <a:gd name="adj" fmla="val 50000"/>
              </a:avLst>
            </a:prstTxWarp>
          </a:bodyPr>
          <a:lstStyle/>
          <a:p>
            <a:pPr algn="ctr"/>
            <a:r>
              <a:rPr lang="en-US" sz="3600" kern="10" dirty="0">
                <a:ln w="19050">
                  <a:solidFill>
                    <a:srgbClr val="99CCFF"/>
                  </a:solidFill>
                  <a:round/>
                  <a:headEnd type="none" w="sm" len="sm"/>
                  <a:tailEnd type="none" w="sm" len="sm"/>
                </a:ln>
                <a:solidFill>
                  <a:srgbClr val="0066CC"/>
                </a:solidFill>
                <a:effectLst>
                  <a:outerShdw dist="35921" dir="2700000" algn="ctr" rotWithShape="0">
                    <a:srgbClr val="990000"/>
                  </a:outerShdw>
                </a:effectLst>
                <a:latin typeface="Impact"/>
              </a:rPr>
              <a:t>LEFT </a:t>
            </a:r>
          </a:p>
          <a:p>
            <a:pPr algn="ctr"/>
            <a:r>
              <a:rPr lang="en-US" sz="3600" kern="10" dirty="0">
                <a:ln w="19050">
                  <a:solidFill>
                    <a:srgbClr val="99CCFF"/>
                  </a:solidFill>
                  <a:round/>
                  <a:headEnd type="none" w="sm" len="sm"/>
                  <a:tailEnd type="none" w="sm" len="sm"/>
                </a:ln>
                <a:solidFill>
                  <a:srgbClr val="0066CC"/>
                </a:solidFill>
                <a:effectLst>
                  <a:outerShdw dist="35921" dir="2700000" algn="ctr" rotWithShape="0">
                    <a:srgbClr val="990000"/>
                  </a:outerShdw>
                </a:effectLst>
                <a:latin typeface="Impact"/>
              </a:rPr>
              <a:t>DATA</a:t>
            </a:r>
          </a:p>
          <a:p>
            <a:pPr algn="ctr"/>
            <a:r>
              <a:rPr lang="en-US" sz="3600" kern="10" dirty="0">
                <a:ln w="19050">
                  <a:solidFill>
                    <a:srgbClr val="99CCFF"/>
                  </a:solidFill>
                  <a:round/>
                  <a:headEnd type="none" w="sm" len="sm"/>
                  <a:tailEnd type="none" w="sm" len="sm"/>
                </a:ln>
                <a:solidFill>
                  <a:srgbClr val="0066CC"/>
                </a:solidFill>
                <a:effectLst>
                  <a:outerShdw dist="35921" dir="2700000" algn="ctr" rotWithShape="0">
                    <a:srgbClr val="990000"/>
                  </a:outerShdw>
                </a:effectLst>
                <a:latin typeface="Impact"/>
              </a:rPr>
              <a:t>RIGHT</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1" name="Rectangle 2"/>
          <p:cNvSpPr>
            <a:spLocks noChangeArrowheads="1"/>
          </p:cNvSpPr>
          <p:nvPr/>
        </p:nvSpPr>
        <p:spPr bwMode="auto">
          <a:xfrm>
            <a:off x="533400" y="1080343"/>
            <a:ext cx="6157913" cy="5509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lang="en-US" sz="2800" b="1" dirty="0"/>
              <a:t>public void</a:t>
            </a:r>
            <a:r>
              <a:rPr lang="en-US" sz="2800" dirty="0"/>
              <a:t> </a:t>
            </a:r>
            <a:r>
              <a:rPr lang="en-US" sz="2800" dirty="0" err="1"/>
              <a:t>inOrder</a:t>
            </a:r>
            <a:r>
              <a:rPr lang="en-US" sz="2800" dirty="0"/>
              <a:t>() {</a:t>
            </a:r>
          </a:p>
          <a:p>
            <a:r>
              <a:rPr lang="en-US" sz="2800" b="1" dirty="0"/>
              <a:t>   </a:t>
            </a:r>
            <a:r>
              <a:rPr lang="en-US" sz="2800" b="1" dirty="0" err="1"/>
              <a:t>inOrder</a:t>
            </a:r>
            <a:r>
              <a:rPr lang="en-US" sz="2800" b="1" dirty="0"/>
              <a:t>(root);</a:t>
            </a:r>
            <a:endParaRPr lang="en-US" sz="2800" dirty="0"/>
          </a:p>
          <a:p>
            <a:r>
              <a:rPr lang="en-US" sz="2800" dirty="0"/>
              <a:t>}</a:t>
            </a:r>
          </a:p>
          <a:p>
            <a:endParaRPr lang="en-US" sz="1600" dirty="0"/>
          </a:p>
          <a:p>
            <a:r>
              <a:rPr lang="en-US" sz="2800" b="1" dirty="0"/>
              <a:t>private void</a:t>
            </a:r>
            <a:r>
              <a:rPr lang="en-US" sz="2800" dirty="0"/>
              <a:t> </a:t>
            </a:r>
            <a:r>
              <a:rPr lang="en-US" sz="2800" dirty="0" err="1"/>
              <a:t>inOrder</a:t>
            </a:r>
            <a:r>
              <a:rPr lang="en-US" sz="2800" dirty="0"/>
              <a:t>(</a:t>
            </a:r>
            <a:r>
              <a:rPr lang="en-US" sz="2800" dirty="0" err="1"/>
              <a:t>TreeNode</a:t>
            </a:r>
            <a:r>
              <a:rPr lang="en-US" sz="2800" dirty="0"/>
              <a:t> tree) {</a:t>
            </a:r>
          </a:p>
          <a:p>
            <a:r>
              <a:rPr lang="en-US" sz="2800" b="1" dirty="0"/>
              <a:t>   if</a:t>
            </a:r>
            <a:r>
              <a:rPr lang="en-US" sz="2800" dirty="0"/>
              <a:t> (tree == null){</a:t>
            </a:r>
            <a:br>
              <a:rPr lang="en-US" sz="2800" dirty="0"/>
            </a:br>
            <a:r>
              <a:rPr lang="en-US" sz="2800" dirty="0"/>
              <a:t>     return;</a:t>
            </a:r>
          </a:p>
          <a:p>
            <a:r>
              <a:rPr lang="en-US" sz="2800" dirty="0"/>
              <a:t>   }</a:t>
            </a:r>
          </a:p>
          <a:p>
            <a:r>
              <a:rPr lang="en-US" sz="2800" dirty="0"/>
              <a:t>   </a:t>
            </a:r>
            <a:r>
              <a:rPr lang="en-US" sz="2800" dirty="0" err="1"/>
              <a:t>inOrder</a:t>
            </a:r>
            <a:r>
              <a:rPr lang="en-US" sz="2800" dirty="0"/>
              <a:t>(</a:t>
            </a:r>
            <a:r>
              <a:rPr lang="en-US" sz="2800" dirty="0" err="1"/>
              <a:t>tree.getLeft</a:t>
            </a:r>
            <a:r>
              <a:rPr lang="en-US" sz="2800" dirty="0"/>
              <a:t>());</a:t>
            </a:r>
          </a:p>
          <a:p>
            <a:r>
              <a:rPr lang="en-US" sz="2800" dirty="0"/>
              <a:t>   </a:t>
            </a:r>
            <a:r>
              <a:rPr lang="en-US" sz="2800" dirty="0" err="1"/>
              <a:t>out.print</a:t>
            </a:r>
            <a:r>
              <a:rPr lang="en-US" sz="2800" dirty="0"/>
              <a:t>(</a:t>
            </a:r>
            <a:r>
              <a:rPr lang="en-US" sz="2800" dirty="0" err="1"/>
              <a:t>tree.getValue</a:t>
            </a:r>
            <a:r>
              <a:rPr lang="en-US" sz="2800" dirty="0"/>
              <a:t>() + " ");</a:t>
            </a:r>
          </a:p>
          <a:p>
            <a:r>
              <a:rPr lang="en-US" sz="2800" dirty="0"/>
              <a:t>   </a:t>
            </a:r>
            <a:r>
              <a:rPr lang="en-US" sz="2800" dirty="0" err="1"/>
              <a:t>inOrder</a:t>
            </a:r>
            <a:r>
              <a:rPr lang="en-US" sz="2800" dirty="0"/>
              <a:t>(</a:t>
            </a:r>
            <a:r>
              <a:rPr lang="en-US" sz="2800" dirty="0" err="1"/>
              <a:t>tree.getRight</a:t>
            </a:r>
            <a:r>
              <a:rPr lang="en-US" sz="2800" dirty="0"/>
              <a:t>());</a:t>
            </a:r>
          </a:p>
          <a:p>
            <a:r>
              <a:rPr lang="en-US" sz="2800" dirty="0"/>
              <a:t>}</a:t>
            </a:r>
          </a:p>
        </p:txBody>
      </p:sp>
      <p:sp>
        <p:nvSpPr>
          <p:cNvPr id="32774" name="WordArt 5"/>
          <p:cNvSpPr>
            <a:spLocks noChangeArrowheads="1" noChangeShapeType="1" noTextEdit="1"/>
          </p:cNvSpPr>
          <p:nvPr/>
        </p:nvSpPr>
        <p:spPr bwMode="auto">
          <a:xfrm>
            <a:off x="7010400" y="3810000"/>
            <a:ext cx="1828800" cy="1600200"/>
          </a:xfrm>
          <a:prstGeom prst="rect">
            <a:avLst/>
          </a:prstGeom>
        </p:spPr>
        <p:txBody>
          <a:bodyPr wrap="none" fromWordArt="1">
            <a:prstTxWarp prst="textPlain">
              <a:avLst>
                <a:gd name="adj" fmla="val 50000"/>
              </a:avLst>
            </a:prstTxWarp>
          </a:bodyPr>
          <a:lstStyle/>
          <a:p>
            <a:pPr algn="ctr"/>
            <a:r>
              <a:rPr lang="en-US" sz="3600" kern="10" dirty="0">
                <a:ln w="19050">
                  <a:solidFill>
                    <a:srgbClr val="99CCFF"/>
                  </a:solidFill>
                  <a:round/>
                  <a:headEnd type="none" w="sm" len="sm"/>
                  <a:tailEnd type="none" w="sm" len="sm"/>
                </a:ln>
                <a:solidFill>
                  <a:srgbClr val="0066CC"/>
                </a:solidFill>
                <a:effectLst>
                  <a:outerShdw dist="35921" dir="2700000" algn="ctr" rotWithShape="0">
                    <a:srgbClr val="990000"/>
                  </a:outerShdw>
                </a:effectLst>
                <a:latin typeface="Impact"/>
              </a:rPr>
              <a:t>LEFT </a:t>
            </a:r>
          </a:p>
          <a:p>
            <a:pPr algn="ctr"/>
            <a:r>
              <a:rPr lang="en-US" sz="3600" kern="10" dirty="0">
                <a:ln w="19050">
                  <a:solidFill>
                    <a:srgbClr val="99CCFF"/>
                  </a:solidFill>
                  <a:round/>
                  <a:headEnd type="none" w="sm" len="sm"/>
                  <a:tailEnd type="none" w="sm" len="sm"/>
                </a:ln>
                <a:solidFill>
                  <a:srgbClr val="0066CC"/>
                </a:solidFill>
                <a:effectLst>
                  <a:outerShdw dist="35921" dir="2700000" algn="ctr" rotWithShape="0">
                    <a:srgbClr val="990000"/>
                  </a:outerShdw>
                </a:effectLst>
                <a:latin typeface="Impact"/>
              </a:rPr>
              <a:t>DATA</a:t>
            </a:r>
          </a:p>
          <a:p>
            <a:pPr algn="ctr"/>
            <a:r>
              <a:rPr lang="en-US" sz="3600" kern="10" dirty="0">
                <a:ln w="19050">
                  <a:solidFill>
                    <a:srgbClr val="99CCFF"/>
                  </a:solidFill>
                  <a:round/>
                  <a:headEnd type="none" w="sm" len="sm"/>
                  <a:tailEnd type="none" w="sm" len="sm"/>
                </a:ln>
                <a:solidFill>
                  <a:srgbClr val="0066CC"/>
                </a:solidFill>
                <a:effectLst>
                  <a:outerShdw dist="35921" dir="2700000" algn="ctr" rotWithShape="0">
                    <a:srgbClr val="990000"/>
                  </a:outerShdw>
                </a:effectLst>
                <a:latin typeface="Impact"/>
              </a:rPr>
              <a:t>RIGHT</a:t>
            </a:r>
          </a:p>
        </p:txBody>
      </p:sp>
      <p:sp>
        <p:nvSpPr>
          <p:cNvPr id="2" name="WordArt 3">
            <a:extLst>
              <a:ext uri="{FF2B5EF4-FFF2-40B4-BE49-F238E27FC236}">
                <a16:creationId xmlns:a16="http://schemas.microsoft.com/office/drawing/2014/main" id="{5E9FDCD6-E062-08DF-F80D-E12D6991C5A0}"/>
              </a:ext>
            </a:extLst>
          </p:cNvPr>
          <p:cNvSpPr>
            <a:spLocks noChangeArrowheads="1" noChangeShapeType="1" noTextEdit="1"/>
          </p:cNvSpPr>
          <p:nvPr/>
        </p:nvSpPr>
        <p:spPr bwMode="auto">
          <a:xfrm>
            <a:off x="2881313" y="266076"/>
            <a:ext cx="3810000" cy="526915"/>
          </a:xfrm>
          <a:prstGeom prst="rect">
            <a:avLst/>
          </a:prstGeom>
        </p:spPr>
        <p:txBody>
          <a:bodyPr wrap="none" fromWordArt="1">
            <a:prstTxWarp prst="textPlain">
              <a:avLst>
                <a:gd name="adj" fmla="val 50000"/>
              </a:avLst>
            </a:prstTxWarp>
          </a:bodyPr>
          <a:lstStyle/>
          <a:p>
            <a:pPr algn="ctr"/>
            <a:r>
              <a:rPr lang="en-US" sz="3600" kern="10" dirty="0">
                <a:ln w="9525">
                  <a:solidFill>
                    <a:srgbClr val="FFCC99"/>
                  </a:solidFill>
                  <a:round/>
                  <a:headEnd type="none" w="sm" len="sm"/>
                  <a:tailEnd type="none" w="sm" len="sm"/>
                </a:ln>
                <a:solidFill>
                  <a:srgbClr val="0000FF"/>
                </a:solidFill>
                <a:effectLst>
                  <a:outerShdw dist="35921" dir="2700000" algn="ctr" rotWithShape="0">
                    <a:srgbClr val="C0C0C0"/>
                  </a:outerShdw>
                </a:effectLst>
                <a:latin typeface="Impact"/>
              </a:rPr>
              <a:t>In Order 2</a:t>
            </a:r>
          </a:p>
        </p:txBody>
      </p:sp>
    </p:spTree>
    <p:extLst>
      <p:ext uri="{BB962C8B-B14F-4D97-AF65-F5344CB8AC3E}">
        <p14:creationId xmlns:p14="http://schemas.microsoft.com/office/powerpoint/2010/main" val="365626318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9" name="Rectangle 2"/>
          <p:cNvSpPr>
            <a:spLocks noChangeArrowheads="1"/>
          </p:cNvSpPr>
          <p:nvPr/>
        </p:nvSpPr>
        <p:spPr bwMode="auto">
          <a:xfrm>
            <a:off x="533400" y="402134"/>
            <a:ext cx="7924800" cy="56938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lang="en-US" sz="2800" b="1" dirty="0"/>
              <a:t>public String </a:t>
            </a:r>
            <a:r>
              <a:rPr lang="en-US" sz="2800" b="1" dirty="0" err="1"/>
              <a:t>toString</a:t>
            </a:r>
            <a:r>
              <a:rPr lang="en-US" sz="2800" b="1" dirty="0"/>
              <a:t>()</a:t>
            </a:r>
          </a:p>
          <a:p>
            <a:r>
              <a:rPr lang="en-US" sz="2800" dirty="0"/>
              <a:t>{</a:t>
            </a:r>
          </a:p>
          <a:p>
            <a:r>
              <a:rPr lang="en-US" sz="2800" dirty="0"/>
              <a:t>   return </a:t>
            </a:r>
            <a:r>
              <a:rPr lang="en-US" sz="2800" dirty="0" err="1"/>
              <a:t>toString</a:t>
            </a:r>
            <a:r>
              <a:rPr lang="en-US" sz="2800" dirty="0"/>
              <a:t>(root);</a:t>
            </a:r>
          </a:p>
          <a:p>
            <a:r>
              <a:rPr lang="en-US" sz="2800" dirty="0"/>
              <a:t>}</a:t>
            </a:r>
          </a:p>
          <a:p>
            <a:endParaRPr lang="en-US" sz="2800" b="1" dirty="0"/>
          </a:p>
          <a:p>
            <a:r>
              <a:rPr lang="en-US" sz="2800" b="1" dirty="0"/>
              <a:t>private String </a:t>
            </a:r>
            <a:r>
              <a:rPr lang="en-US" sz="2800" b="1" dirty="0" err="1"/>
              <a:t>toString</a:t>
            </a:r>
            <a:r>
              <a:rPr lang="en-US" sz="2800" b="1" dirty="0"/>
              <a:t>(</a:t>
            </a:r>
            <a:r>
              <a:rPr lang="en-US" sz="2800" b="1" dirty="0" err="1"/>
              <a:t>TreeNode</a:t>
            </a:r>
            <a:r>
              <a:rPr lang="en-US" sz="2800" b="1" dirty="0"/>
              <a:t> tree)</a:t>
            </a:r>
          </a:p>
          <a:p>
            <a:r>
              <a:rPr lang="en-US" sz="2800" dirty="0"/>
              <a:t>{</a:t>
            </a:r>
          </a:p>
          <a:p>
            <a:r>
              <a:rPr lang="en-US" sz="2800" dirty="0"/>
              <a:t>   if (tree != null)</a:t>
            </a:r>
          </a:p>
          <a:p>
            <a:r>
              <a:rPr lang="en-US" sz="2800" dirty="0"/>
              <a:t>      return </a:t>
            </a:r>
            <a:r>
              <a:rPr lang="en-US" sz="2800" b="1" dirty="0" err="1"/>
              <a:t>toString</a:t>
            </a:r>
            <a:r>
              <a:rPr lang="en-US" sz="2800" b="1" dirty="0"/>
              <a:t>(</a:t>
            </a:r>
            <a:r>
              <a:rPr lang="en-US" sz="2800" b="1" dirty="0" err="1"/>
              <a:t>tree.getLeft</a:t>
            </a:r>
            <a:r>
              <a:rPr lang="en-US" sz="2800" b="1" dirty="0"/>
              <a:t>()) </a:t>
            </a:r>
            <a:r>
              <a:rPr lang="en-US" sz="2800" dirty="0"/>
              <a:t>+ " " </a:t>
            </a:r>
          </a:p>
          <a:p>
            <a:r>
              <a:rPr lang="en-US" sz="2800" dirty="0"/>
              <a:t>	+ </a:t>
            </a:r>
            <a:r>
              <a:rPr lang="en-US" sz="2800" b="1" dirty="0" err="1"/>
              <a:t>tree.getValue</a:t>
            </a:r>
            <a:r>
              <a:rPr lang="en-US" sz="2800" b="1" dirty="0"/>
              <a:t>() </a:t>
            </a:r>
            <a:r>
              <a:rPr lang="en-US" sz="2800" dirty="0"/>
              <a:t>+ " " +</a:t>
            </a:r>
          </a:p>
          <a:p>
            <a:r>
              <a:rPr lang="en-US" sz="2800" dirty="0"/>
              <a:t>   	</a:t>
            </a:r>
            <a:r>
              <a:rPr lang="en-US" sz="2800" b="1" dirty="0"/>
              <a:t> </a:t>
            </a:r>
            <a:r>
              <a:rPr lang="en-US" sz="2800" b="1" dirty="0" err="1"/>
              <a:t>toString</a:t>
            </a:r>
            <a:r>
              <a:rPr lang="en-US" sz="2800" b="1" dirty="0"/>
              <a:t>(</a:t>
            </a:r>
            <a:r>
              <a:rPr lang="en-US" sz="2800" b="1" dirty="0" err="1"/>
              <a:t>tree.getRight</a:t>
            </a:r>
            <a:r>
              <a:rPr lang="en-US" sz="2800" b="1" dirty="0"/>
              <a:t>())</a:t>
            </a:r>
            <a:r>
              <a:rPr lang="en-US" sz="2800" dirty="0"/>
              <a:t>;</a:t>
            </a:r>
          </a:p>
          <a:p>
            <a:r>
              <a:rPr lang="en-US" sz="2800" dirty="0"/>
              <a:t>   return "";</a:t>
            </a:r>
          </a:p>
          <a:p>
            <a:r>
              <a:rPr lang="en-US" sz="2800" dirty="0"/>
              <a:t>}</a:t>
            </a:r>
          </a:p>
        </p:txBody>
      </p:sp>
      <p:sp>
        <p:nvSpPr>
          <p:cNvPr id="34820" name="WordArt 3"/>
          <p:cNvSpPr>
            <a:spLocks noChangeArrowheads="1" noChangeShapeType="1" noTextEdit="1"/>
          </p:cNvSpPr>
          <p:nvPr/>
        </p:nvSpPr>
        <p:spPr bwMode="auto">
          <a:xfrm>
            <a:off x="5638800" y="113766"/>
            <a:ext cx="3352800" cy="536448"/>
          </a:xfrm>
          <a:prstGeom prst="rect">
            <a:avLst/>
          </a:prstGeom>
        </p:spPr>
        <p:txBody>
          <a:bodyPr wrap="none" fromWordArt="1">
            <a:prstTxWarp prst="textPlain">
              <a:avLst>
                <a:gd name="adj" fmla="val 50000"/>
              </a:avLst>
            </a:prstTxWarp>
          </a:bodyPr>
          <a:lstStyle/>
          <a:p>
            <a:pPr algn="ctr"/>
            <a:r>
              <a:rPr lang="en-US" sz="3600" kern="10" dirty="0" err="1">
                <a:ln w="9525">
                  <a:solidFill>
                    <a:srgbClr val="FFCC99"/>
                  </a:solidFill>
                  <a:round/>
                  <a:headEnd type="none" w="sm" len="sm"/>
                  <a:tailEnd type="none" w="sm" len="sm"/>
                </a:ln>
                <a:solidFill>
                  <a:srgbClr val="0000FF"/>
                </a:solidFill>
                <a:effectLst>
                  <a:outerShdw dist="35921" dir="2700000" algn="ctr" rotWithShape="0">
                    <a:srgbClr val="C0C0C0"/>
                  </a:outerShdw>
                </a:effectLst>
                <a:latin typeface="Impact"/>
              </a:rPr>
              <a:t>toString</a:t>
            </a:r>
            <a:endParaRPr lang="en-US" sz="3600" kern="10" dirty="0">
              <a:ln w="9525">
                <a:solidFill>
                  <a:srgbClr val="FFCC99"/>
                </a:solidFill>
                <a:round/>
                <a:headEnd type="none" w="sm" len="sm"/>
                <a:tailEnd type="none" w="sm" len="sm"/>
              </a:ln>
              <a:solidFill>
                <a:srgbClr val="0000FF"/>
              </a:solidFill>
              <a:effectLst>
                <a:outerShdw dist="35921" dir="2700000" algn="ctr" rotWithShape="0">
                  <a:srgbClr val="C0C0C0"/>
                </a:outerShdw>
              </a:effectLst>
              <a:latin typeface="Impact"/>
            </a:endParaRPr>
          </a:p>
        </p:txBody>
      </p:sp>
      <p:sp>
        <p:nvSpPr>
          <p:cNvPr id="34821" name="WordArt 4"/>
          <p:cNvSpPr>
            <a:spLocks noChangeArrowheads="1" noChangeShapeType="1" noTextEdit="1"/>
          </p:cNvSpPr>
          <p:nvPr/>
        </p:nvSpPr>
        <p:spPr bwMode="auto">
          <a:xfrm>
            <a:off x="1600200" y="5943600"/>
            <a:ext cx="7010400" cy="600075"/>
          </a:xfrm>
          <a:prstGeom prst="rect">
            <a:avLst/>
          </a:prstGeom>
        </p:spPr>
        <p:txBody>
          <a:bodyPr wrap="none" fromWordArt="1">
            <a:prstTxWarp prst="textSlantUp">
              <a:avLst>
                <a:gd name="adj" fmla="val 32056"/>
              </a:avLst>
            </a:prstTxWarp>
          </a:bodyPr>
          <a:lstStyle/>
          <a:p>
            <a:pPr algn="ctr"/>
            <a:r>
              <a:rPr lang="en-US" sz="3600" kern="10" dirty="0">
                <a:ln w="9525">
                  <a:solidFill>
                    <a:srgbClr val="CC99FF"/>
                  </a:solidFill>
                  <a:round/>
                  <a:headEnd type="none" w="sm" len="sm"/>
                  <a:tailEnd type="none" w="sm" len="sm"/>
                </a:ln>
                <a:gradFill rotWithShape="1">
                  <a:gsLst>
                    <a:gs pos="0">
                      <a:srgbClr val="6600CC"/>
                    </a:gs>
                    <a:gs pos="100000">
                      <a:srgbClr val="CC00CC"/>
                    </a:gs>
                  </a:gsLst>
                  <a:lin ang="5400000" scaled="1"/>
                </a:gradFill>
                <a:effectLst>
                  <a:outerShdw dist="53882" dir="2700000" algn="ctr" rotWithShape="0">
                    <a:srgbClr val="9999FF"/>
                  </a:outerShdw>
                </a:effectLst>
                <a:latin typeface="Impact"/>
              </a:rPr>
              <a:t>Data is in the MIDDLE!!!</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3" name="WordArt 2"/>
          <p:cNvSpPr>
            <a:spLocks noChangeArrowheads="1" noChangeShapeType="1" noTextEdit="1"/>
          </p:cNvSpPr>
          <p:nvPr/>
        </p:nvSpPr>
        <p:spPr bwMode="auto">
          <a:xfrm>
            <a:off x="3581400" y="1066800"/>
            <a:ext cx="2667000" cy="533400"/>
          </a:xfrm>
          <a:prstGeom prst="rect">
            <a:avLst/>
          </a:prstGeom>
        </p:spPr>
        <p:txBody>
          <a:bodyPr wrap="none" fromWordArt="1">
            <a:prstTxWarp prst="textPlain">
              <a:avLst>
                <a:gd name="adj" fmla="val 50000"/>
              </a:avLst>
            </a:prstTxWarp>
          </a:bodyPr>
          <a:lstStyle/>
          <a:p>
            <a:pPr algn="ctr"/>
            <a:r>
              <a:rPr lang="en-US" sz="3600" kern="10">
                <a:ln w="9525">
                  <a:solidFill>
                    <a:srgbClr val="FFFF00"/>
                  </a:solidFill>
                  <a:round/>
                  <a:headEnd type="none" w="sm" len="sm"/>
                  <a:tailEnd type="none" w="sm" len="sm"/>
                </a:ln>
                <a:solidFill>
                  <a:srgbClr val="008000"/>
                </a:solidFill>
                <a:effectLst>
                  <a:outerShdw dist="35921" dir="2700000" algn="ctr" rotWithShape="0">
                    <a:srgbClr val="C0C0C0"/>
                  </a:outerShdw>
                </a:effectLst>
                <a:latin typeface="Impact"/>
              </a:rPr>
              <a:t>In-Order</a:t>
            </a:r>
          </a:p>
        </p:txBody>
      </p:sp>
      <p:sp>
        <p:nvSpPr>
          <p:cNvPr id="35844" name="WordArt 3"/>
          <p:cNvSpPr>
            <a:spLocks noChangeArrowheads="1" noChangeShapeType="1" noTextEdit="1"/>
          </p:cNvSpPr>
          <p:nvPr/>
        </p:nvSpPr>
        <p:spPr bwMode="auto">
          <a:xfrm>
            <a:off x="6477000" y="990600"/>
            <a:ext cx="1828800" cy="990600"/>
          </a:xfrm>
          <a:prstGeom prst="rect">
            <a:avLst/>
          </a:prstGeom>
        </p:spPr>
        <p:txBody>
          <a:bodyPr wrap="none" fromWordArt="1">
            <a:prstTxWarp prst="textPlain">
              <a:avLst>
                <a:gd name="adj" fmla="val 50000"/>
              </a:avLst>
            </a:prstTxWarp>
          </a:bodyPr>
          <a:lstStyle/>
          <a:p>
            <a:pPr algn="ctr"/>
            <a:r>
              <a:rPr lang="en-US" sz="3600" kern="10">
                <a:ln w="19050">
                  <a:solidFill>
                    <a:srgbClr val="99CCFF"/>
                  </a:solidFill>
                  <a:round/>
                  <a:headEnd type="none" w="sm" len="sm"/>
                  <a:tailEnd type="none" w="sm" len="sm"/>
                </a:ln>
                <a:solidFill>
                  <a:srgbClr val="0066CC"/>
                </a:solidFill>
                <a:effectLst>
                  <a:outerShdw dist="35921" dir="2700000" algn="ctr" rotWithShape="0">
                    <a:srgbClr val="990000"/>
                  </a:outerShdw>
                </a:effectLst>
                <a:latin typeface="Impact"/>
              </a:rPr>
              <a:t>LEFT </a:t>
            </a:r>
          </a:p>
          <a:p>
            <a:pPr algn="ctr"/>
            <a:r>
              <a:rPr lang="en-US" sz="3600" kern="10">
                <a:ln w="19050">
                  <a:solidFill>
                    <a:srgbClr val="99CCFF"/>
                  </a:solidFill>
                  <a:round/>
                  <a:headEnd type="none" w="sm" len="sm"/>
                  <a:tailEnd type="none" w="sm" len="sm"/>
                </a:ln>
                <a:solidFill>
                  <a:srgbClr val="0066CC"/>
                </a:solidFill>
                <a:effectLst>
                  <a:outerShdw dist="35921" dir="2700000" algn="ctr" rotWithShape="0">
                    <a:srgbClr val="990000"/>
                  </a:outerShdw>
                </a:effectLst>
                <a:latin typeface="Impact"/>
              </a:rPr>
              <a:t>DATA</a:t>
            </a:r>
          </a:p>
          <a:p>
            <a:pPr algn="ctr"/>
            <a:r>
              <a:rPr lang="en-US" sz="3600" kern="10">
                <a:ln w="19050">
                  <a:solidFill>
                    <a:srgbClr val="99CCFF"/>
                  </a:solidFill>
                  <a:round/>
                  <a:headEnd type="none" w="sm" len="sm"/>
                  <a:tailEnd type="none" w="sm" len="sm"/>
                </a:ln>
                <a:solidFill>
                  <a:srgbClr val="0066CC"/>
                </a:solidFill>
                <a:effectLst>
                  <a:outerShdw dist="35921" dir="2700000" algn="ctr" rotWithShape="0">
                    <a:srgbClr val="990000"/>
                  </a:outerShdw>
                </a:effectLst>
                <a:latin typeface="Impact"/>
              </a:rPr>
              <a:t>RIGHT</a:t>
            </a:r>
          </a:p>
        </p:txBody>
      </p:sp>
      <p:sp>
        <p:nvSpPr>
          <p:cNvPr id="35845" name="WordArt 4"/>
          <p:cNvSpPr>
            <a:spLocks noChangeArrowheads="1" noChangeShapeType="1" noTextEdit="1"/>
          </p:cNvSpPr>
          <p:nvPr/>
        </p:nvSpPr>
        <p:spPr bwMode="auto">
          <a:xfrm>
            <a:off x="457200" y="2286000"/>
            <a:ext cx="2590800" cy="609600"/>
          </a:xfrm>
          <a:prstGeom prst="rect">
            <a:avLst/>
          </a:prstGeom>
        </p:spPr>
        <p:txBody>
          <a:bodyPr wrap="none" fromWordArt="1">
            <a:prstTxWarp prst="textPlain">
              <a:avLst>
                <a:gd name="adj" fmla="val 50000"/>
              </a:avLst>
            </a:prstTxWarp>
          </a:bodyPr>
          <a:lstStyle/>
          <a:p>
            <a:pPr algn="ctr"/>
            <a:r>
              <a:rPr lang="en-US" sz="3600" kern="10">
                <a:ln w="9525">
                  <a:solidFill>
                    <a:srgbClr val="FFFF00"/>
                  </a:solidFill>
                  <a:round/>
                  <a:headEnd type="none" w="sm" len="sm"/>
                  <a:tailEnd type="none" w="sm" len="sm"/>
                </a:ln>
                <a:solidFill>
                  <a:srgbClr val="008000"/>
                </a:solidFill>
                <a:effectLst>
                  <a:outerShdw dist="35921" dir="2700000" algn="ctr" rotWithShape="0">
                    <a:srgbClr val="C0C0C0"/>
                  </a:outerShdw>
                </a:effectLst>
                <a:latin typeface="Impact"/>
              </a:rPr>
              <a:t>Pre-Order</a:t>
            </a:r>
          </a:p>
        </p:txBody>
      </p:sp>
      <p:sp>
        <p:nvSpPr>
          <p:cNvPr id="35846" name="WordArt 5"/>
          <p:cNvSpPr>
            <a:spLocks noChangeArrowheads="1" noChangeShapeType="1" noTextEdit="1"/>
          </p:cNvSpPr>
          <p:nvPr/>
        </p:nvSpPr>
        <p:spPr bwMode="auto">
          <a:xfrm>
            <a:off x="3352800" y="2133600"/>
            <a:ext cx="1676400" cy="1066800"/>
          </a:xfrm>
          <a:prstGeom prst="rect">
            <a:avLst/>
          </a:prstGeom>
        </p:spPr>
        <p:txBody>
          <a:bodyPr wrap="none" fromWordArt="1">
            <a:prstTxWarp prst="textPlain">
              <a:avLst>
                <a:gd name="adj" fmla="val 50000"/>
              </a:avLst>
            </a:prstTxWarp>
          </a:bodyPr>
          <a:lstStyle/>
          <a:p>
            <a:pPr algn="ctr"/>
            <a:r>
              <a:rPr lang="en-US" sz="3600" kern="10">
                <a:ln w="19050">
                  <a:solidFill>
                    <a:srgbClr val="99CCFF"/>
                  </a:solidFill>
                  <a:round/>
                  <a:headEnd type="none" w="sm" len="sm"/>
                  <a:tailEnd type="none" w="sm" len="sm"/>
                </a:ln>
                <a:solidFill>
                  <a:srgbClr val="0066CC"/>
                </a:solidFill>
                <a:effectLst>
                  <a:outerShdw dist="35921" dir="2700000" algn="ctr" rotWithShape="0">
                    <a:srgbClr val="990000"/>
                  </a:outerShdw>
                </a:effectLst>
                <a:latin typeface="Impact"/>
              </a:rPr>
              <a:t>DATA</a:t>
            </a:r>
          </a:p>
          <a:p>
            <a:pPr algn="ctr"/>
            <a:r>
              <a:rPr lang="en-US" sz="3600" kern="10">
                <a:ln w="19050">
                  <a:solidFill>
                    <a:srgbClr val="99CCFF"/>
                  </a:solidFill>
                  <a:round/>
                  <a:headEnd type="none" w="sm" len="sm"/>
                  <a:tailEnd type="none" w="sm" len="sm"/>
                </a:ln>
                <a:solidFill>
                  <a:srgbClr val="0066CC"/>
                </a:solidFill>
                <a:effectLst>
                  <a:outerShdw dist="35921" dir="2700000" algn="ctr" rotWithShape="0">
                    <a:srgbClr val="990000"/>
                  </a:outerShdw>
                </a:effectLst>
                <a:latin typeface="Impact"/>
              </a:rPr>
              <a:t>LEFT </a:t>
            </a:r>
          </a:p>
          <a:p>
            <a:pPr algn="ctr"/>
            <a:r>
              <a:rPr lang="en-US" sz="3600" kern="10">
                <a:ln w="19050">
                  <a:solidFill>
                    <a:srgbClr val="99CCFF"/>
                  </a:solidFill>
                  <a:round/>
                  <a:headEnd type="none" w="sm" len="sm"/>
                  <a:tailEnd type="none" w="sm" len="sm"/>
                </a:ln>
                <a:solidFill>
                  <a:srgbClr val="0066CC"/>
                </a:solidFill>
                <a:effectLst>
                  <a:outerShdw dist="35921" dir="2700000" algn="ctr" rotWithShape="0">
                    <a:srgbClr val="990000"/>
                  </a:outerShdw>
                </a:effectLst>
                <a:latin typeface="Impact"/>
              </a:rPr>
              <a:t>RIGHT</a:t>
            </a:r>
          </a:p>
        </p:txBody>
      </p:sp>
      <p:sp>
        <p:nvSpPr>
          <p:cNvPr id="35847" name="WordArt 6"/>
          <p:cNvSpPr>
            <a:spLocks noChangeArrowheads="1" noChangeShapeType="1" noTextEdit="1"/>
          </p:cNvSpPr>
          <p:nvPr/>
        </p:nvSpPr>
        <p:spPr bwMode="auto">
          <a:xfrm>
            <a:off x="3733800" y="3733800"/>
            <a:ext cx="2590800" cy="609600"/>
          </a:xfrm>
          <a:prstGeom prst="rect">
            <a:avLst/>
          </a:prstGeom>
        </p:spPr>
        <p:txBody>
          <a:bodyPr wrap="none" fromWordArt="1">
            <a:prstTxWarp prst="textPlain">
              <a:avLst>
                <a:gd name="adj" fmla="val 50000"/>
              </a:avLst>
            </a:prstTxWarp>
          </a:bodyPr>
          <a:lstStyle/>
          <a:p>
            <a:pPr algn="ctr"/>
            <a:r>
              <a:rPr lang="en-US" sz="3600" kern="10">
                <a:ln w="9525">
                  <a:solidFill>
                    <a:srgbClr val="FFFF00"/>
                  </a:solidFill>
                  <a:round/>
                  <a:headEnd type="none" w="sm" len="sm"/>
                  <a:tailEnd type="none" w="sm" len="sm"/>
                </a:ln>
                <a:solidFill>
                  <a:srgbClr val="008000"/>
                </a:solidFill>
                <a:effectLst>
                  <a:outerShdw dist="35921" dir="2700000" algn="ctr" rotWithShape="0">
                    <a:srgbClr val="C0C0C0"/>
                  </a:outerShdw>
                </a:effectLst>
                <a:latin typeface="Impact"/>
              </a:rPr>
              <a:t>Post-Order</a:t>
            </a:r>
          </a:p>
        </p:txBody>
      </p:sp>
      <p:sp>
        <p:nvSpPr>
          <p:cNvPr id="35848" name="WordArt 7"/>
          <p:cNvSpPr>
            <a:spLocks noChangeArrowheads="1" noChangeShapeType="1" noTextEdit="1"/>
          </p:cNvSpPr>
          <p:nvPr/>
        </p:nvSpPr>
        <p:spPr bwMode="auto">
          <a:xfrm>
            <a:off x="6553200" y="3429000"/>
            <a:ext cx="1905000" cy="1143000"/>
          </a:xfrm>
          <a:prstGeom prst="rect">
            <a:avLst/>
          </a:prstGeom>
        </p:spPr>
        <p:txBody>
          <a:bodyPr wrap="none" fromWordArt="1">
            <a:prstTxWarp prst="textPlain">
              <a:avLst>
                <a:gd name="adj" fmla="val 50000"/>
              </a:avLst>
            </a:prstTxWarp>
          </a:bodyPr>
          <a:lstStyle/>
          <a:p>
            <a:pPr algn="ctr"/>
            <a:r>
              <a:rPr lang="en-US" sz="3600" kern="10">
                <a:ln w="19050">
                  <a:solidFill>
                    <a:srgbClr val="99CCFF"/>
                  </a:solidFill>
                  <a:round/>
                  <a:headEnd type="none" w="sm" len="sm"/>
                  <a:tailEnd type="none" w="sm" len="sm"/>
                </a:ln>
                <a:solidFill>
                  <a:srgbClr val="0066CC"/>
                </a:solidFill>
                <a:effectLst>
                  <a:outerShdw dist="35921" dir="2700000" algn="ctr" rotWithShape="0">
                    <a:srgbClr val="990000"/>
                  </a:outerShdw>
                </a:effectLst>
                <a:latin typeface="Impact"/>
              </a:rPr>
              <a:t>LEFT </a:t>
            </a:r>
          </a:p>
          <a:p>
            <a:pPr algn="ctr"/>
            <a:r>
              <a:rPr lang="en-US" sz="3600" kern="10">
                <a:ln w="19050">
                  <a:solidFill>
                    <a:srgbClr val="99CCFF"/>
                  </a:solidFill>
                  <a:round/>
                  <a:headEnd type="none" w="sm" len="sm"/>
                  <a:tailEnd type="none" w="sm" len="sm"/>
                </a:ln>
                <a:solidFill>
                  <a:srgbClr val="0066CC"/>
                </a:solidFill>
                <a:effectLst>
                  <a:outerShdw dist="35921" dir="2700000" algn="ctr" rotWithShape="0">
                    <a:srgbClr val="990000"/>
                  </a:outerShdw>
                </a:effectLst>
                <a:latin typeface="Impact"/>
              </a:rPr>
              <a:t>RIGHT</a:t>
            </a:r>
          </a:p>
          <a:p>
            <a:pPr algn="ctr"/>
            <a:r>
              <a:rPr lang="en-US" sz="3600" kern="10">
                <a:ln w="19050">
                  <a:solidFill>
                    <a:srgbClr val="99CCFF"/>
                  </a:solidFill>
                  <a:round/>
                  <a:headEnd type="none" w="sm" len="sm"/>
                  <a:tailEnd type="none" w="sm" len="sm"/>
                </a:ln>
                <a:solidFill>
                  <a:srgbClr val="0066CC"/>
                </a:solidFill>
                <a:effectLst>
                  <a:outerShdw dist="35921" dir="2700000" algn="ctr" rotWithShape="0">
                    <a:srgbClr val="990000"/>
                  </a:outerShdw>
                </a:effectLst>
                <a:latin typeface="Impact"/>
              </a:rPr>
              <a:t>DATA</a:t>
            </a:r>
          </a:p>
        </p:txBody>
      </p:sp>
      <p:sp>
        <p:nvSpPr>
          <p:cNvPr id="35849" name="WordArt 8"/>
          <p:cNvSpPr>
            <a:spLocks noChangeArrowheads="1" noChangeShapeType="1" noTextEdit="1"/>
          </p:cNvSpPr>
          <p:nvPr/>
        </p:nvSpPr>
        <p:spPr bwMode="auto">
          <a:xfrm>
            <a:off x="1828800" y="5410200"/>
            <a:ext cx="3429000" cy="609600"/>
          </a:xfrm>
          <a:prstGeom prst="rect">
            <a:avLst/>
          </a:prstGeom>
        </p:spPr>
        <p:txBody>
          <a:bodyPr wrap="none" fromWordArt="1">
            <a:prstTxWarp prst="textPlain">
              <a:avLst>
                <a:gd name="adj" fmla="val 50000"/>
              </a:avLst>
            </a:prstTxWarp>
          </a:bodyPr>
          <a:lstStyle/>
          <a:p>
            <a:pPr algn="ctr"/>
            <a:r>
              <a:rPr lang="en-US" sz="3600" kern="10">
                <a:ln w="9525">
                  <a:solidFill>
                    <a:srgbClr val="FFFF00"/>
                  </a:solidFill>
                  <a:round/>
                  <a:headEnd type="none" w="sm" len="sm"/>
                  <a:tailEnd type="none" w="sm" len="sm"/>
                </a:ln>
                <a:solidFill>
                  <a:srgbClr val="008000"/>
                </a:solidFill>
                <a:effectLst>
                  <a:outerShdw dist="35921" dir="2700000" algn="ctr" rotWithShape="0">
                    <a:srgbClr val="C0C0C0"/>
                  </a:outerShdw>
                </a:effectLst>
                <a:latin typeface="Impact"/>
              </a:rPr>
              <a:t>Reverse-Order</a:t>
            </a:r>
          </a:p>
        </p:txBody>
      </p:sp>
      <p:sp>
        <p:nvSpPr>
          <p:cNvPr id="35850" name="WordArt 9"/>
          <p:cNvSpPr>
            <a:spLocks noChangeArrowheads="1" noChangeShapeType="1" noTextEdit="1"/>
          </p:cNvSpPr>
          <p:nvPr/>
        </p:nvSpPr>
        <p:spPr bwMode="auto">
          <a:xfrm>
            <a:off x="5486400" y="5105400"/>
            <a:ext cx="1981200" cy="1066800"/>
          </a:xfrm>
          <a:prstGeom prst="rect">
            <a:avLst/>
          </a:prstGeom>
        </p:spPr>
        <p:txBody>
          <a:bodyPr wrap="none" fromWordArt="1">
            <a:prstTxWarp prst="textPlain">
              <a:avLst>
                <a:gd name="adj" fmla="val 50000"/>
              </a:avLst>
            </a:prstTxWarp>
          </a:bodyPr>
          <a:lstStyle/>
          <a:p>
            <a:pPr algn="ctr"/>
            <a:r>
              <a:rPr lang="en-US" sz="3600" kern="10">
                <a:ln w="19050">
                  <a:solidFill>
                    <a:srgbClr val="99CCFF"/>
                  </a:solidFill>
                  <a:round/>
                  <a:headEnd type="none" w="sm" len="sm"/>
                  <a:tailEnd type="none" w="sm" len="sm"/>
                </a:ln>
                <a:solidFill>
                  <a:srgbClr val="0066CC"/>
                </a:solidFill>
                <a:effectLst>
                  <a:outerShdw dist="35921" dir="2700000" algn="ctr" rotWithShape="0">
                    <a:srgbClr val="990000"/>
                  </a:outerShdw>
                </a:effectLst>
                <a:latin typeface="Impact"/>
              </a:rPr>
              <a:t>RIGHT </a:t>
            </a:r>
          </a:p>
          <a:p>
            <a:pPr algn="ctr"/>
            <a:r>
              <a:rPr lang="en-US" sz="3600" kern="10">
                <a:ln w="19050">
                  <a:solidFill>
                    <a:srgbClr val="99CCFF"/>
                  </a:solidFill>
                  <a:round/>
                  <a:headEnd type="none" w="sm" len="sm"/>
                  <a:tailEnd type="none" w="sm" len="sm"/>
                </a:ln>
                <a:solidFill>
                  <a:srgbClr val="0066CC"/>
                </a:solidFill>
                <a:effectLst>
                  <a:outerShdw dist="35921" dir="2700000" algn="ctr" rotWithShape="0">
                    <a:srgbClr val="990000"/>
                  </a:outerShdw>
                </a:effectLst>
                <a:latin typeface="Impact"/>
              </a:rPr>
              <a:t>DATA</a:t>
            </a:r>
          </a:p>
          <a:p>
            <a:pPr algn="ctr"/>
            <a:r>
              <a:rPr lang="en-US" sz="3600" kern="10">
                <a:ln w="19050">
                  <a:solidFill>
                    <a:srgbClr val="99CCFF"/>
                  </a:solidFill>
                  <a:round/>
                  <a:headEnd type="none" w="sm" len="sm"/>
                  <a:tailEnd type="none" w="sm" len="sm"/>
                </a:ln>
                <a:solidFill>
                  <a:srgbClr val="0066CC"/>
                </a:solidFill>
                <a:effectLst>
                  <a:outerShdw dist="35921" dir="2700000" algn="ctr" rotWithShape="0">
                    <a:srgbClr val="990000"/>
                  </a:outerShdw>
                </a:effectLst>
                <a:latin typeface="Impact"/>
              </a:rPr>
              <a:t>LEFT</a:t>
            </a:r>
          </a:p>
        </p:txBody>
      </p:sp>
      <p:sp>
        <p:nvSpPr>
          <p:cNvPr id="35851" name="WordArt 10"/>
          <p:cNvSpPr>
            <a:spLocks noChangeArrowheads="1" noChangeShapeType="1" noTextEdit="1"/>
          </p:cNvSpPr>
          <p:nvPr/>
        </p:nvSpPr>
        <p:spPr bwMode="auto">
          <a:xfrm>
            <a:off x="1066800" y="152400"/>
            <a:ext cx="6858000" cy="609600"/>
          </a:xfrm>
          <a:prstGeom prst="rect">
            <a:avLst/>
          </a:prstGeom>
        </p:spPr>
        <p:txBody>
          <a:bodyPr wrap="none" fromWordArt="1">
            <a:prstTxWarp prst="textPlain">
              <a:avLst>
                <a:gd name="adj" fmla="val 50000"/>
              </a:avLst>
            </a:prstTxWarp>
          </a:bodyPr>
          <a:lstStyle/>
          <a:p>
            <a:pPr algn="ctr"/>
            <a:r>
              <a:rPr lang="en-US" sz="3600" kern="10">
                <a:ln w="12700">
                  <a:solidFill>
                    <a:srgbClr val="EAEAEA"/>
                  </a:solidFill>
                  <a:round/>
                  <a:headEnd type="none" w="sm" len="sm"/>
                  <a:tailEnd type="none" w="sm" len="sm"/>
                </a:ln>
                <a:gradFill rotWithShape="1">
                  <a:gsLst>
                    <a:gs pos="0">
                      <a:srgbClr val="A603AB"/>
                    </a:gs>
                    <a:gs pos="12000">
                      <a:srgbClr val="E81766"/>
                    </a:gs>
                    <a:gs pos="27000">
                      <a:srgbClr val="EE3F17"/>
                    </a:gs>
                    <a:gs pos="48000">
                      <a:srgbClr val="FFFF00"/>
                    </a:gs>
                    <a:gs pos="64999">
                      <a:srgbClr val="1A8D48"/>
                    </a:gs>
                    <a:gs pos="78999">
                      <a:srgbClr val="0819FB"/>
                    </a:gs>
                    <a:gs pos="100000">
                      <a:srgbClr val="A603AB"/>
                    </a:gs>
                  </a:gsLst>
                  <a:lin ang="0" scaled="1"/>
                </a:gradFill>
                <a:effectLst>
                  <a:outerShdw dist="35921" dir="2700000" sy="50000" kx="2115830" algn="bl" rotWithShape="0">
                    <a:srgbClr val="C0C0C0"/>
                  </a:outerShdw>
                </a:effectLst>
                <a:latin typeface="Arial Black"/>
              </a:rPr>
              <a:t>Binary Tree Traversals</a:t>
            </a:r>
          </a:p>
        </p:txBody>
      </p:sp>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MMPROD_UIDATA" val="&lt;database version=&quot;9.0&quot;&gt;&lt;object type=&quot;1&quot; unique_id=&quot;10001&quot;&gt;&lt;object type=&quot;2&quot; unique_id=&quot;10002&quot;&gt;&lt;object type=&quot;3&quot; unique_id=&quot;10003&quot;&gt;&lt;property id=&quot;20148&quot; value=&quot;5&quot;/&gt;&lt;property id=&quot;20300&quot; value=&quot;Slide 1&quot;/&gt;&lt;property id=&quot;20307&quot; value=&quot;256&quot;/&gt;&lt;/object&gt;&lt;object type=&quot;3&quot; unique_id=&quot;10004&quot;&gt;&lt;property id=&quot;20148&quot; value=&quot;5&quot;/&gt;&lt;property id=&quot;20300&quot; value=&quot;Slide 2&quot;/&gt;&lt;property id=&quot;20307&quot; value=&quot;351&quot;/&gt;&lt;/object&gt;&lt;object type=&quot;3&quot; unique_id=&quot;10005&quot;&gt;&lt;property id=&quot;20148&quot; value=&quot;5&quot;/&gt;&lt;property id=&quot;20300&quot; value=&quot;Slide 3&quot;/&gt;&lt;property id=&quot;20307&quot; value=&quot;352&quot;/&gt;&lt;/object&gt;&lt;object type=&quot;3&quot; unique_id=&quot;10006&quot;&gt;&lt;property id=&quot;20148&quot; value=&quot;5&quot;/&gt;&lt;property id=&quot;20300&quot; value=&quot;Slide 4&quot;/&gt;&lt;property id=&quot;20307&quot; value=&quot;364&quot;/&gt;&lt;/object&gt;&lt;object type=&quot;3&quot; unique_id=&quot;10007&quot;&gt;&lt;property id=&quot;20148&quot; value=&quot;5&quot;/&gt;&lt;property id=&quot;20300&quot; value=&quot;Slide 5&quot;/&gt;&lt;property id=&quot;20307&quot; value=&quot;337&quot;/&gt;&lt;/object&gt;&lt;object type=&quot;3&quot; unique_id=&quot;10008&quot;&gt;&lt;property id=&quot;20148&quot; value=&quot;5&quot;/&gt;&lt;property id=&quot;20300&quot; value=&quot;Slide 6&quot;/&gt;&lt;property id=&quot;20307&quot; value=&quot;365&quot;/&gt;&lt;/object&gt;&lt;object type=&quot;3&quot; unique_id=&quot;10009&quot;&gt;&lt;property id=&quot;20148&quot; value=&quot;5&quot;/&gt;&lt;property id=&quot;20300&quot; value=&quot;Slide 7&quot;/&gt;&lt;property id=&quot;20307&quot; value=&quot;356&quot;/&gt;&lt;/object&gt;&lt;object type=&quot;3&quot; unique_id=&quot;10010&quot;&gt;&lt;property id=&quot;20148&quot; value=&quot;5&quot;/&gt;&lt;property id=&quot;20300&quot; value=&quot;Slide 8&quot;/&gt;&lt;property id=&quot;20307&quot; value=&quot;355&quot;/&gt;&lt;/object&gt;&lt;object type=&quot;3&quot; unique_id=&quot;10011&quot;&gt;&lt;property id=&quot;20148&quot; value=&quot;5&quot;/&gt;&lt;property id=&quot;20300&quot; value=&quot;Slide 9&quot;/&gt;&lt;property id=&quot;20307&quot; value=&quot;341&quot;/&gt;&lt;/object&gt;&lt;object type=&quot;3&quot; unique_id=&quot;10012&quot;&gt;&lt;property id=&quot;20148&quot; value=&quot;5&quot;/&gt;&lt;property id=&quot;20300&quot; value=&quot;Slide 10&quot;/&gt;&lt;property id=&quot;20307&quot; value=&quot;264&quot;/&gt;&lt;/object&gt;&lt;object type=&quot;3&quot; unique_id=&quot;10013&quot;&gt;&lt;property id=&quot;20148&quot; value=&quot;5&quot;/&gt;&lt;property id=&quot;20300&quot; value=&quot;Slide 11&quot;/&gt;&lt;property id=&quot;20307&quot; value=&quot;357&quot;/&gt;&lt;/object&gt;&lt;object type=&quot;3&quot; unique_id=&quot;10014&quot;&gt;&lt;property id=&quot;20148&quot; value=&quot;5&quot;/&gt;&lt;property id=&quot;20300&quot; value=&quot;Slide 12&quot;/&gt;&lt;property id=&quot;20307&quot; value=&quot;342&quot;/&gt;&lt;/object&gt;&lt;object type=&quot;3&quot; unique_id=&quot;10015&quot;&gt;&lt;property id=&quot;20148&quot; value=&quot;5&quot;/&gt;&lt;property id=&quot;20300&quot; value=&quot;Slide 13&quot;/&gt;&lt;property id=&quot;20307&quot; value=&quot;349&quot;/&gt;&lt;/object&gt;&lt;object type=&quot;3&quot; unique_id=&quot;10016&quot;&gt;&lt;property id=&quot;20148&quot; value=&quot;5&quot;/&gt;&lt;property id=&quot;20300&quot; value=&quot;Slide 14&quot;/&gt;&lt;property id=&quot;20307&quot; value=&quot;343&quot;/&gt;&lt;/object&gt;&lt;object type=&quot;3&quot; unique_id=&quot;10017&quot;&gt;&lt;property id=&quot;20148&quot; value=&quot;5&quot;/&gt;&lt;property id=&quot;20300&quot; value=&quot;Slide 15&quot;/&gt;&lt;property id=&quot;20307&quot; value=&quot;344&quot;/&gt;&lt;/object&gt;&lt;object type=&quot;3&quot; unique_id=&quot;10018&quot;&gt;&lt;property id=&quot;20148&quot; value=&quot;5&quot;/&gt;&lt;property id=&quot;20300&quot; value=&quot;Slide 16&quot;/&gt;&lt;property id=&quot;20307&quot; value=&quot;345&quot;/&gt;&lt;/object&gt;&lt;object type=&quot;3&quot; unique_id=&quot;10019&quot;&gt;&lt;property id=&quot;20148&quot; value=&quot;5&quot;/&gt;&lt;property id=&quot;20300&quot; value=&quot;Slide 17&quot;/&gt;&lt;property id=&quot;20307&quot; value=&quot;348&quot;/&gt;&lt;/object&gt;&lt;object type=&quot;3&quot; unique_id=&quot;10020&quot;&gt;&lt;property id=&quot;20148&quot; value=&quot;5&quot;/&gt;&lt;property id=&quot;20300&quot; value=&quot;Slide 18&quot;/&gt;&lt;property id=&quot;20307&quot; value=&quot;346&quot;/&gt;&lt;/object&gt;&lt;object type=&quot;3&quot; unique_id=&quot;10021&quot;&gt;&lt;property id=&quot;20148&quot; value=&quot;5&quot;/&gt;&lt;property id=&quot;20300&quot; value=&quot;Slide 19&quot;/&gt;&lt;property id=&quot;20307&quot; value=&quot;347&quot;/&gt;&lt;/object&gt;&lt;object type=&quot;3&quot; unique_id=&quot;10022&quot;&gt;&lt;property id=&quot;20148&quot; value=&quot;5&quot;/&gt;&lt;property id=&quot;20300&quot; value=&quot;Slide 20&quot;/&gt;&lt;property id=&quot;20307&quot; value=&quot;333&quot;/&gt;&lt;/object&gt;&lt;object type=&quot;3&quot; unique_id=&quot;10023&quot;&gt;&lt;property id=&quot;20148&quot; value=&quot;5&quot;/&gt;&lt;property id=&quot;20300&quot; value=&quot;Slide 21&quot;/&gt;&lt;property id=&quot;20307&quot; value=&quot;257&quot;/&gt;&lt;/object&gt;&lt;object type=&quot;3&quot; unique_id=&quot;10024&quot;&gt;&lt;property id=&quot;20148&quot; value=&quot;5&quot;/&gt;&lt;property id=&quot;20300&quot; value=&quot;Slide 22&quot;/&gt;&lt;property id=&quot;20307&quot; value=&quot;334&quot;/&gt;&lt;/object&gt;&lt;object type=&quot;3&quot; unique_id=&quot;10025&quot;&gt;&lt;property id=&quot;20148&quot; value=&quot;5&quot;/&gt;&lt;property id=&quot;20300&quot; value=&quot;Slide 23&quot;/&gt;&lt;property id=&quot;20307&quot; value=&quot;358&quot;/&gt;&lt;/object&gt;&lt;object type=&quot;3&quot; unique_id=&quot;10026&quot;&gt;&lt;property id=&quot;20148&quot; value=&quot;5&quot;/&gt;&lt;property id=&quot;20300&quot; value=&quot;Slide 24&quot;/&gt;&lt;property id=&quot;20307&quot; value=&quot;359&quot;/&gt;&lt;/object&gt;&lt;object type=&quot;3&quot; unique_id=&quot;10027&quot;&gt;&lt;property id=&quot;20148&quot; value=&quot;5&quot;/&gt;&lt;property id=&quot;20300&quot; value=&quot;Slide 25&quot;/&gt;&lt;property id=&quot;20307&quot; value=&quot;360&quot;/&gt;&lt;/object&gt;&lt;object type=&quot;3&quot; unique_id=&quot;10028&quot;&gt;&lt;property id=&quot;20148&quot; value=&quot;5&quot;/&gt;&lt;property id=&quot;20300&quot; value=&quot;Slide 26&quot;/&gt;&lt;property id=&quot;20307&quot; value=&quot;322&quot;/&gt;&lt;/object&gt;&lt;object type=&quot;3&quot; unique_id=&quot;10029&quot;&gt;&lt;property id=&quot;20148&quot; value=&quot;5&quot;/&gt;&lt;property id=&quot;20300&quot; value=&quot;Slide 27&quot;/&gt;&lt;property id=&quot;20307&quot; value=&quot;323&quot;/&gt;&lt;/object&gt;&lt;object type=&quot;3&quot; unique_id=&quot;10030&quot;&gt;&lt;property id=&quot;20148&quot; value=&quot;5&quot;/&gt;&lt;property id=&quot;20300&quot; value=&quot;Slide 28&quot;/&gt;&lt;property id=&quot;20307&quot; value=&quot;379&quot;/&gt;&lt;/object&gt;&lt;object type=&quot;3&quot; unique_id=&quot;10031&quot;&gt;&lt;property id=&quot;20148&quot; value=&quot;5&quot;/&gt;&lt;property id=&quot;20300&quot; value=&quot;Slide 29&quot;/&gt;&lt;property id=&quot;20307&quot; value=&quot;380&quot;/&gt;&lt;/object&gt;&lt;object type=&quot;3&quot; unique_id=&quot;10032&quot;&gt;&lt;property id=&quot;20148&quot; value=&quot;5&quot;/&gt;&lt;property id=&quot;20300&quot; value=&quot;Slide 30&quot;/&gt;&lt;property id=&quot;20307&quot; value=&quot;381&quot;/&gt;&lt;/object&gt;&lt;object type=&quot;3&quot; unique_id=&quot;10033&quot;&gt;&lt;property id=&quot;20148&quot; value=&quot;5&quot;/&gt;&lt;property id=&quot;20300&quot; value=&quot;Slide 31&quot;/&gt;&lt;property id=&quot;20307&quot; value=&quot;362&quot;/&gt;&lt;/object&gt;&lt;object type=&quot;3&quot; unique_id=&quot;10034&quot;&gt;&lt;property id=&quot;20148&quot; value=&quot;5&quot;/&gt;&lt;property id=&quot;20300&quot; value=&quot;Slide 32&quot;/&gt;&lt;property id=&quot;20307&quot; value=&quot;363&quot;/&gt;&lt;/object&gt;&lt;object type=&quot;3&quot; unique_id=&quot;10035&quot;&gt;&lt;property id=&quot;20148&quot; value=&quot;5&quot;/&gt;&lt;property id=&quot;20300&quot; value=&quot;Slide 33&quot;/&gt;&lt;property id=&quot;20307&quot; value=&quot;368&quot;/&gt;&lt;/object&gt;&lt;object type=&quot;3&quot; unique_id=&quot;10036&quot;&gt;&lt;property id=&quot;20148&quot; value=&quot;5&quot;/&gt;&lt;property id=&quot;20300&quot; value=&quot;Slide 34&quot;/&gt;&lt;property id=&quot;20307&quot; value=&quot;328&quot;/&gt;&lt;/object&gt;&lt;object type=&quot;3&quot; unique_id=&quot;10037&quot;&gt;&lt;property id=&quot;20148&quot; value=&quot;5&quot;/&gt;&lt;property id=&quot;20300&quot; value=&quot;Slide 35&quot;/&gt;&lt;property id=&quot;20307&quot; value=&quot;369&quot;/&gt;&lt;/object&gt;&lt;object type=&quot;3&quot; unique_id=&quot;10038&quot;&gt;&lt;property id=&quot;20148&quot; value=&quot;5&quot;/&gt;&lt;property id=&quot;20300&quot; value=&quot;Slide 36&quot;/&gt;&lt;property id=&quot;20307&quot; value=&quot;373&quot;/&gt;&lt;/object&gt;&lt;object type=&quot;3&quot; unique_id=&quot;10039&quot;&gt;&lt;property id=&quot;20148&quot; value=&quot;5&quot;/&gt;&lt;property id=&quot;20300&quot; value=&quot;Slide 37&quot;/&gt;&lt;property id=&quot;20307&quot; value=&quot;374&quot;/&gt;&lt;/object&gt;&lt;object type=&quot;3&quot; unique_id=&quot;10040&quot;&gt;&lt;property id=&quot;20148&quot; value=&quot;5&quot;/&gt;&lt;property id=&quot;20300&quot; value=&quot;Slide 38&quot;/&gt;&lt;property id=&quot;20307&quot; value=&quot;375&quot;/&gt;&lt;/object&gt;&lt;object type=&quot;3&quot; unique_id=&quot;10041&quot;&gt;&lt;property id=&quot;20148&quot; value=&quot;5&quot;/&gt;&lt;property id=&quot;20300&quot; value=&quot;Slide 39&quot;/&gt;&lt;property id=&quot;20307&quot; value=&quot;376&quot;/&gt;&lt;/object&gt;&lt;object type=&quot;3&quot; unique_id=&quot;10042&quot;&gt;&lt;property id=&quot;20148&quot; value=&quot;5&quot;/&gt;&lt;property id=&quot;20300&quot; value=&quot;Slide 40&quot;/&gt;&lt;property id=&quot;20307&quot; value=&quot;329&quot;/&gt;&lt;/object&gt;&lt;object type=&quot;3&quot; unique_id=&quot;10043&quot;&gt;&lt;property id=&quot;20148&quot; value=&quot;5&quot;/&gt;&lt;property id=&quot;20300&quot; value=&quot;Slide 41&quot;/&gt;&lt;property id=&quot;20307&quot; value=&quot;366&quot;/&gt;&lt;/object&gt;&lt;object type=&quot;3&quot; unique_id=&quot;10044&quot;&gt;&lt;property id=&quot;20148&quot; value=&quot;5&quot;/&gt;&lt;property id=&quot;20300&quot; value=&quot;Slide 42&quot;/&gt;&lt;property id=&quot;20307&quot; value=&quot;336&quot;/&gt;&lt;/object&gt;&lt;object type=&quot;3&quot; unique_id=&quot;10045&quot;&gt;&lt;property id=&quot;20148&quot; value=&quot;5&quot;/&gt;&lt;property id=&quot;20300&quot; value=&quot;Slide 43&quot;/&gt;&lt;property id=&quot;20307&quot; value=&quot;330&quot;/&gt;&lt;/object&gt;&lt;object type=&quot;3&quot; unique_id=&quot;10046&quot;&gt;&lt;property id=&quot;20148&quot; value=&quot;5&quot;/&gt;&lt;property id=&quot;20300&quot; value=&quot;Slide 44&quot;/&gt;&lt;property id=&quot;20307&quot; value=&quot;367&quot;/&gt;&lt;/object&gt;&lt;object type=&quot;3&quot; unique_id=&quot;10047&quot;&gt;&lt;property id=&quot;20148&quot; value=&quot;5&quot;/&gt;&lt;property id=&quot;20300&quot; value=&quot;Slide 45&quot;/&gt;&lt;property id=&quot;20307&quot; value=&quot;316&quot;/&gt;&lt;/object&gt;&lt;object type=&quot;3&quot; unique_id=&quot;10048&quot;&gt;&lt;property id=&quot;20148&quot; value=&quot;5&quot;/&gt;&lt;property id=&quot;20300&quot; value=&quot;Slide 46&quot;/&gt;&lt;property id=&quot;20307&quot; value=&quot;279&quot;/&gt;&lt;/object&gt;&lt;object type=&quot;3&quot; unique_id=&quot;10049&quot;&gt;&lt;property id=&quot;20148&quot; value=&quot;5&quot;/&gt;&lt;property id=&quot;20300&quot; value=&quot;Slide 47&quot;/&gt;&lt;property id=&quot;20307&quot; value=&quot;378&quot;/&gt;&lt;/object&gt;&lt;object type=&quot;3&quot; unique_id=&quot;10050&quot;&gt;&lt;property id=&quot;20148&quot; value=&quot;5&quot;/&gt;&lt;property id=&quot;20300&quot; value=&quot;Slide 48&quot;/&gt;&lt;property id=&quot;20307&quot; value=&quot;382&quot;/&gt;&lt;/object&gt;&lt;object type=&quot;3&quot; unique_id=&quot;10051&quot;&gt;&lt;property id=&quot;20148&quot; value=&quot;5&quot;/&gt;&lt;property id=&quot;20300&quot; value=&quot;Slide 49&quot;/&gt;&lt;property id=&quot;20307&quot; value=&quot;307&quot;/&gt;&lt;/object&gt;&lt;object type=&quot;3&quot; unique_id=&quot;10052&quot;&gt;&lt;property id=&quot;20148&quot; value=&quot;5&quot;/&gt;&lt;property id=&quot;20300&quot; value=&quot;Slide 50&quot;/&gt;&lt;property id=&quot;20307&quot; value=&quot;377&quot;/&gt;&lt;/object&gt;&lt;object type=&quot;3&quot; unique_id=&quot;10053&quot;&gt;&lt;property id=&quot;20148&quot; value=&quot;5&quot;/&gt;&lt;property id=&quot;20300&quot; value=&quot;Slide 51&quot;/&gt;&lt;property id=&quot;20307&quot; value=&quot;312&quot;/&gt;&lt;/object&gt;&lt;object type=&quot;3&quot; unique_id=&quot;10054&quot;&gt;&lt;property id=&quot;20148&quot; value=&quot;5&quot;/&gt;&lt;property id=&quot;20300&quot; value=&quot;Slide 52&quot;/&gt;&lt;property id=&quot;20307&quot; value=&quot;372&quot;/&gt;&lt;/object&gt;&lt;object type=&quot;3&quot; unique_id=&quot;10055&quot;&gt;&lt;property id=&quot;20148&quot; value=&quot;5&quot;/&gt;&lt;property id=&quot;20300&quot; value=&quot;Slide 53&quot;/&gt;&lt;property id=&quot;20307&quot; value=&quot;332&quot;/&gt;&lt;/object&gt;&lt;object type=&quot;3&quot; unique_id=&quot;10056&quot;&gt;&lt;property id=&quot;20148&quot; value=&quot;5&quot;/&gt;&lt;property id=&quot;20300&quot; value=&quot;Slide 54&quot;/&gt;&lt;property id=&quot;20307&quot; value=&quot;272&quot;/&gt;&lt;/object&gt;&lt;object type=&quot;3&quot; unique_id=&quot;10057&quot;&gt;&lt;property id=&quot;20148&quot; value=&quot;5&quot;/&gt;&lt;property id=&quot;20300&quot; value=&quot;Slide 55&quot;/&gt;&lt;property id=&quot;20307&quot; value=&quot;280&quot;/&gt;&lt;/object&gt;&lt;object type=&quot;3&quot; unique_id=&quot;10058&quot;&gt;&lt;property id=&quot;20148&quot; value=&quot;5&quot;/&gt;&lt;property id=&quot;20300&quot; value=&quot;Slide 56&quot;/&gt;&lt;property id=&quot;20307&quot; value=&quot;384&quot;/&gt;&lt;/object&gt;&lt;object type=&quot;3&quot; unique_id=&quot;10059&quot;&gt;&lt;property id=&quot;20148&quot; value=&quot;5&quot;/&gt;&lt;property id=&quot;20300&quot; value=&quot;Slide 57&quot;/&gt;&lt;property id=&quot;20307&quot; value=&quot;315&quot;/&gt;&lt;/object&gt;&lt;object type=&quot;3&quot; unique_id=&quot;10060&quot;&gt;&lt;property id=&quot;20148&quot; value=&quot;5&quot;/&gt;&lt;property id=&quot;20300&quot; value=&quot;Slide 58&quot;/&gt;&lt;property id=&quot;20307&quot; value=&quot;314&quot;/&gt;&lt;/object&gt;&lt;object type=&quot;3&quot; unique_id=&quot;10061&quot;&gt;&lt;property id=&quot;20148&quot; value=&quot;5&quot;/&gt;&lt;property id=&quot;20300&quot; value=&quot;Slide 59&quot;/&gt;&lt;property id=&quot;20307&quot; value=&quot;339&quot;/&gt;&lt;/object&gt;&lt;object type=&quot;3&quot; unique_id=&quot;10062&quot;&gt;&lt;property id=&quot;20148&quot; value=&quot;5&quot;/&gt;&lt;property id=&quot;20300&quot; value=&quot;Slide 60&quot;/&gt;&lt;property id=&quot;20307&quot; value=&quot;353&quot;/&gt;&lt;/object&gt;&lt;object type=&quot;3&quot; unique_id=&quot;10063&quot;&gt;&lt;property id=&quot;20148&quot; value=&quot;5&quot;/&gt;&lt;property id=&quot;20300&quot; value=&quot;Slide 61&quot;/&gt;&lt;property id=&quot;20307&quot; value=&quot;338&quot;/&gt;&lt;/object&gt;&lt;object type=&quot;3&quot; unique_id=&quot;10064&quot;&gt;&lt;property id=&quot;20148&quot; value=&quot;5&quot;/&gt;&lt;property id=&quot;20300&quot; value=&quot;Slide 62&quot;/&gt;&lt;property id=&quot;20307&quot; value=&quot;383&quot;/&gt;&lt;/object&gt;&lt;object type=&quot;3&quot; unique_id=&quot;10065&quot;&gt;&lt;property id=&quot;20148&quot; value=&quot;5&quot;/&gt;&lt;property id=&quot;20300&quot; value=&quot;Slide 63&quot;/&gt;&lt;property id=&quot;20307&quot; value=&quot;318&quot;/&gt;&lt;/object&gt;&lt;/object&gt;&lt;object type=&quot;8&quot; unique_id=&quot;10130&quot;&gt;&lt;/object&gt;&lt;/object&gt;&lt;/database&gt;"/>
  <p:tag name="MMPROD_NEXTUNIQUEID" val="10009"/>
  <p:tag name="SECTOMILLISECCONVERTED" val="1"/>
</p:tagLst>
</file>

<file path=ppt/theme/theme1.xml><?xml version="1.0" encoding="utf-8"?>
<a:theme xmlns:a="http://schemas.openxmlformats.org/drawingml/2006/main" name="Default Design">
  <a:themeElements>
    <a:clrScheme name="Default Design 1">
      <a:dk1>
        <a:srgbClr val="000000"/>
      </a:dk1>
      <a:lt1>
        <a:srgbClr val="FFFFFF"/>
      </a:lt1>
      <a:dk2>
        <a:srgbClr val="000000"/>
      </a:dk2>
      <a:lt2>
        <a:srgbClr val="969696"/>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Default Design">
      <a:majorFont>
        <a:latin typeface="Times New Roman"/>
        <a:ea typeface=""/>
        <a:cs typeface=""/>
      </a:majorFont>
      <a:minorFont>
        <a:latin typeface="Times New Roman"/>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12700" cap="flat" cmpd="sng" algn="ctr">
          <a:solidFill>
            <a:schemeClr val="tx1"/>
          </a:solidFill>
          <a:prstDash val="solid"/>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400" b="0" i="0" u="none" strike="noStrike" cap="none" normalizeH="0" baseline="0" smtClean="0">
            <a:ln>
              <a:noFill/>
            </a:ln>
            <a:solidFill>
              <a:schemeClr val="tx1"/>
            </a:solidFill>
            <a:effectLst/>
            <a:latin typeface="Tahoma" pitchFamily="34" charset="0"/>
          </a:defRPr>
        </a:defPPr>
      </a:lstStyle>
    </a:spDef>
    <a:lnDef>
      <a:spPr bwMode="auto">
        <a:xfrm>
          <a:off x="0" y="0"/>
          <a:ext cx="1" cy="1"/>
        </a:xfrm>
        <a:custGeom>
          <a:avLst/>
          <a:gdLst/>
          <a:ahLst/>
          <a:cxnLst/>
          <a:rect l="0" t="0" r="0" b="0"/>
          <a:pathLst/>
        </a:custGeom>
        <a:solidFill>
          <a:schemeClr val="accent1"/>
        </a:solidFill>
        <a:ln w="12700" cap="flat" cmpd="sng" algn="ctr">
          <a:solidFill>
            <a:schemeClr val="tx1"/>
          </a:solidFill>
          <a:prstDash val="solid"/>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400" b="0" i="0" u="none" strike="noStrike" cap="none" normalizeH="0" baseline="0" smtClean="0">
            <a:ln>
              <a:noFill/>
            </a:ln>
            <a:solidFill>
              <a:schemeClr val="tx1"/>
            </a:solidFill>
            <a:effectLst/>
            <a:latin typeface="Tahoma" pitchFamily="34" charset="0"/>
          </a:defRPr>
        </a:defPPr>
      </a:lstStyle>
    </a:lnDef>
  </a:objectDefaults>
  <a:extraClrSchemeLst>
    <a:extraClrScheme>
      <a:clrScheme name="Default Design 1">
        <a:dk1>
          <a:srgbClr val="000000"/>
        </a:dk1>
        <a:lt1>
          <a:srgbClr val="FFFFFF"/>
        </a:lt1>
        <a:dk2>
          <a:srgbClr val="000000"/>
        </a:dk2>
        <a:lt2>
          <a:srgbClr val="969696"/>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Default Design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33"/>
        </a:hlink>
        <a:folHlink>
          <a:srgbClr val="969696"/>
        </a:folHlink>
      </a:clrScheme>
      <a:clrMap bg1="dk2" tx1="lt1" bg2="dk1" tx2="lt2" accent1="accent1" accent2="accent2" accent3="accent3" accent4="accent4" accent5="accent5" accent6="accent6" hlink="hlink" folHlink="folHlink"/>
    </a:extraClrScheme>
    <a:extraClrScheme>
      <a:clrScheme name="Default Design 3">
        <a:dk1>
          <a:srgbClr val="000000"/>
        </a:dk1>
        <a:lt1>
          <a:srgbClr val="FFFFCC"/>
        </a:lt1>
        <a:dk2>
          <a:srgbClr val="999933"/>
        </a:dk2>
        <a:lt2>
          <a:srgbClr val="808000"/>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FFFFFF"/>
        </a:lt1>
        <a:dk2>
          <a:srgbClr val="000000"/>
        </a:dk2>
        <a:lt2>
          <a:srgbClr val="393939"/>
        </a:lt2>
        <a:accent1>
          <a:srgbClr val="CBCBCB"/>
        </a:accent1>
        <a:accent2>
          <a:srgbClr val="868686"/>
        </a:accent2>
        <a:accent3>
          <a:srgbClr val="FFFFFF"/>
        </a:accent3>
        <a:accent4>
          <a:srgbClr val="000000"/>
        </a:accent4>
        <a:accent5>
          <a:srgbClr val="E2E2E2"/>
        </a:accent5>
        <a:accent6>
          <a:srgbClr val="797979"/>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FF"/>
        </a:lt1>
        <a:dk2>
          <a:srgbClr val="000000"/>
        </a:dk2>
        <a:lt2>
          <a:srgbClr val="9F9F9F"/>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Default Design 6">
        <a:dk1>
          <a:srgbClr val="000000"/>
        </a:dk1>
        <a:lt1>
          <a:srgbClr val="FFFFFF"/>
        </a:lt1>
        <a:dk2>
          <a:srgbClr val="000000"/>
        </a:dk2>
        <a:lt2>
          <a:srgbClr val="868686"/>
        </a:lt2>
        <a:accent1>
          <a:srgbClr val="CBCBCB"/>
        </a:accent1>
        <a:accent2>
          <a:srgbClr val="0066FF"/>
        </a:accent2>
        <a:accent3>
          <a:srgbClr val="FFFFFF"/>
        </a:accent3>
        <a:accent4>
          <a:srgbClr val="000000"/>
        </a:accent4>
        <a:accent5>
          <a:srgbClr val="E2E2E2"/>
        </a:accent5>
        <a:accent6>
          <a:srgbClr val="005CE7"/>
        </a:accent6>
        <a:hlink>
          <a:srgbClr val="FF0033"/>
        </a:hlink>
        <a:folHlink>
          <a:srgbClr val="009900"/>
        </a:folHlink>
      </a:clrScheme>
      <a:clrMap bg1="lt1" tx1="dk1" bg2="lt2" tx2="dk2" accent1="accent1" accent2="accent2" accent3="accent3" accent4="accent4" accent5="accent5" accent6="accent6" hlink="hlink" folHlink="folHlink"/>
    </a:extraClrScheme>
    <a:extraClrScheme>
      <a:clrScheme name="Default Design 7">
        <a:dk1>
          <a:srgbClr val="000000"/>
        </a:dk1>
        <a:lt1>
          <a:srgbClr val="FFFFFF"/>
        </a:lt1>
        <a:dk2>
          <a:srgbClr val="000000"/>
        </a:dk2>
        <a:lt2>
          <a:srgbClr val="969696"/>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2617</TotalTime>
  <Words>2696</Words>
  <Application>Microsoft Office PowerPoint</Application>
  <PresentationFormat>On-screen Show (4:3)</PresentationFormat>
  <Paragraphs>498</Paragraphs>
  <Slides>38</Slides>
  <Notes>32</Notes>
  <HiddenSlides>0</HiddenSlides>
  <MMClips>0</MMClips>
  <ScaleCrop>false</ScaleCrop>
  <HeadingPairs>
    <vt:vector size="6" baseType="variant">
      <vt:variant>
        <vt:lpstr>Fonts Used</vt:lpstr>
      </vt:variant>
      <vt:variant>
        <vt:i4>13</vt:i4>
      </vt:variant>
      <vt:variant>
        <vt:lpstr>Theme</vt:lpstr>
      </vt:variant>
      <vt:variant>
        <vt:i4>1</vt:i4>
      </vt:variant>
      <vt:variant>
        <vt:lpstr>Slide Titles</vt:lpstr>
      </vt:variant>
      <vt:variant>
        <vt:i4>38</vt:i4>
      </vt:variant>
    </vt:vector>
  </HeadingPairs>
  <TitlesOfParts>
    <vt:vector size="52" baseType="lpstr">
      <vt:lpstr>MS PGothic</vt:lpstr>
      <vt:lpstr>Abadi</vt:lpstr>
      <vt:lpstr>Aptos Black</vt:lpstr>
      <vt:lpstr>Arial</vt:lpstr>
      <vt:lpstr>Arial Black</vt:lpstr>
      <vt:lpstr>Cambria Math</vt:lpstr>
      <vt:lpstr>Consolas</vt:lpstr>
      <vt:lpstr>Impact</vt:lpstr>
      <vt:lpstr>Sitka Small</vt:lpstr>
      <vt:lpstr>Tahoma</vt:lpstr>
      <vt:lpstr>Times New Roman</vt:lpstr>
      <vt:lpstr>Wingdings</vt:lpstr>
      <vt:lpstr>ヒラギノ明朝 ProN W3</vt:lpstr>
      <vt:lpstr>Default Design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Binary Search Tree (BST)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www.apluscompsci.com</Manager>
  <Company>A+ Computer Science</Company>
  <LinksUpToDate>false</LinksUpToDate>
  <SharedDoc>false</SharedDoc>
  <HyperlinkBase>www.apluscompsci.com</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Binary Trees</dc:title>
  <dc:subject>Binary Trees</dc:subject>
  <dc:creator>A+ Computer Science</dc:creator>
  <cp:keywords>www.apluscompsci.com</cp:keywords>
  <dc:description>Binary Trees_x000d_
©A+ Computer Science_x000d_
www.apluscompsci.com</dc:description>
  <cp:lastModifiedBy>Weldon Jasik</cp:lastModifiedBy>
  <cp:revision>500</cp:revision>
  <cp:lastPrinted>2000-11-07T14:58:20Z</cp:lastPrinted>
  <dcterms:created xsi:type="dcterms:W3CDTF">2000-01-19T01:43:11Z</dcterms:created>
  <dcterms:modified xsi:type="dcterms:W3CDTF">2025-02-10T15:57:52Z</dcterms:modified>
  <cp:category>www.apluscompsci.com</cp:category>
</cp:coreProperties>
</file>