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>
  <p:sldMasterIdLst>
    <p:sldMasterId id="2147483648" r:id="rId1"/>
    <p:sldMasterId id="2147483660" r:id="rId2"/>
  </p:sldMasterIdLst>
  <p:notesMasterIdLst>
    <p:notesMasterId r:id="rId63"/>
  </p:notesMasterIdLst>
  <p:handoutMasterIdLst>
    <p:handoutMasterId r:id="rId64"/>
  </p:handoutMasterIdLst>
  <p:sldIdLst>
    <p:sldId id="295" r:id="rId3"/>
    <p:sldId id="395" r:id="rId4"/>
    <p:sldId id="341" r:id="rId5"/>
    <p:sldId id="399" r:id="rId6"/>
    <p:sldId id="400" r:id="rId7"/>
    <p:sldId id="394" r:id="rId8"/>
    <p:sldId id="396" r:id="rId9"/>
    <p:sldId id="439" r:id="rId10"/>
    <p:sldId id="446" r:id="rId11"/>
    <p:sldId id="441" r:id="rId12"/>
    <p:sldId id="442" r:id="rId13"/>
    <p:sldId id="443" r:id="rId14"/>
    <p:sldId id="447" r:id="rId15"/>
    <p:sldId id="438" r:id="rId16"/>
    <p:sldId id="293" r:id="rId17"/>
    <p:sldId id="417" r:id="rId18"/>
    <p:sldId id="258" r:id="rId19"/>
    <p:sldId id="445" r:id="rId20"/>
    <p:sldId id="418" r:id="rId21"/>
    <p:sldId id="388" r:id="rId22"/>
    <p:sldId id="311" r:id="rId23"/>
    <p:sldId id="312" r:id="rId24"/>
    <p:sldId id="383" r:id="rId25"/>
    <p:sldId id="389" r:id="rId26"/>
    <p:sldId id="317" r:id="rId27"/>
    <p:sldId id="365" r:id="rId28"/>
    <p:sldId id="409" r:id="rId29"/>
    <p:sldId id="419" r:id="rId30"/>
    <p:sldId id="422" r:id="rId31"/>
    <p:sldId id="424" r:id="rId32"/>
    <p:sldId id="427" r:id="rId33"/>
    <p:sldId id="428" r:id="rId34"/>
    <p:sldId id="385" r:id="rId35"/>
    <p:sldId id="384" r:id="rId36"/>
    <p:sldId id="386" r:id="rId37"/>
    <p:sldId id="391" r:id="rId38"/>
    <p:sldId id="437" r:id="rId39"/>
    <p:sldId id="435" r:id="rId40"/>
    <p:sldId id="415" r:id="rId41"/>
    <p:sldId id="411" r:id="rId42"/>
    <p:sldId id="412" r:id="rId43"/>
    <p:sldId id="413" r:id="rId44"/>
    <p:sldId id="302" r:id="rId45"/>
    <p:sldId id="287" r:id="rId46"/>
    <p:sldId id="361" r:id="rId47"/>
    <p:sldId id="407" r:id="rId48"/>
    <p:sldId id="408" r:id="rId49"/>
    <p:sldId id="380" r:id="rId50"/>
    <p:sldId id="444" r:id="rId51"/>
    <p:sldId id="432" r:id="rId52"/>
    <p:sldId id="430" r:id="rId53"/>
    <p:sldId id="433" r:id="rId54"/>
    <p:sldId id="434" r:id="rId55"/>
    <p:sldId id="271" r:id="rId56"/>
    <p:sldId id="416" r:id="rId57"/>
    <p:sldId id="320" r:id="rId58"/>
    <p:sldId id="279" r:id="rId59"/>
    <p:sldId id="272" r:id="rId60"/>
    <p:sldId id="318" r:id="rId61"/>
    <p:sldId id="322" r:id="rId62"/>
  </p:sldIdLst>
  <p:sldSz cx="9144000" cy="6858000" type="screen4x3"/>
  <p:notesSz cx="6858000" cy="91440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sz="2000" kern="1200">
        <a:solidFill>
          <a:schemeClr val="tx1"/>
        </a:solidFill>
        <a:latin typeface="Tahoma" panose="020B0604030504040204" pitchFamily="34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sz="2000" kern="1200">
        <a:solidFill>
          <a:schemeClr val="tx1"/>
        </a:solidFill>
        <a:latin typeface="Tahoma" panose="020B0604030504040204" pitchFamily="34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sz="2000" kern="1200">
        <a:solidFill>
          <a:schemeClr val="tx1"/>
        </a:solidFill>
        <a:latin typeface="Tahoma" panose="020B0604030504040204" pitchFamily="34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sz="2000" kern="1200">
        <a:solidFill>
          <a:schemeClr val="tx1"/>
        </a:solidFill>
        <a:latin typeface="Tahoma" panose="020B0604030504040204" pitchFamily="34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sz="2000" kern="1200">
        <a:solidFill>
          <a:schemeClr val="tx1"/>
        </a:solidFill>
        <a:latin typeface="Tahoma" panose="020B0604030504040204" pitchFamily="34" charset="0"/>
        <a:ea typeface="+mn-ea"/>
        <a:cs typeface="+mn-cs"/>
      </a:defRPr>
    </a:lvl5pPr>
    <a:lvl6pPr marL="2286000" algn="l" defTabSz="914400" rtl="0" eaLnBrk="1" latinLnBrk="0" hangingPunct="1">
      <a:defRPr sz="2000" kern="1200">
        <a:solidFill>
          <a:schemeClr val="tx1"/>
        </a:solidFill>
        <a:latin typeface="Tahoma" panose="020B0604030504040204" pitchFamily="34" charset="0"/>
        <a:ea typeface="+mn-ea"/>
        <a:cs typeface="+mn-cs"/>
      </a:defRPr>
    </a:lvl6pPr>
    <a:lvl7pPr marL="2743200" algn="l" defTabSz="914400" rtl="0" eaLnBrk="1" latinLnBrk="0" hangingPunct="1">
      <a:defRPr sz="2000" kern="1200">
        <a:solidFill>
          <a:schemeClr val="tx1"/>
        </a:solidFill>
        <a:latin typeface="Tahoma" panose="020B0604030504040204" pitchFamily="34" charset="0"/>
        <a:ea typeface="+mn-ea"/>
        <a:cs typeface="+mn-cs"/>
      </a:defRPr>
    </a:lvl7pPr>
    <a:lvl8pPr marL="3200400" algn="l" defTabSz="914400" rtl="0" eaLnBrk="1" latinLnBrk="0" hangingPunct="1">
      <a:defRPr sz="2000" kern="1200">
        <a:solidFill>
          <a:schemeClr val="tx1"/>
        </a:solidFill>
        <a:latin typeface="Tahoma" panose="020B0604030504040204" pitchFamily="34" charset="0"/>
        <a:ea typeface="+mn-ea"/>
        <a:cs typeface="+mn-cs"/>
      </a:defRPr>
    </a:lvl8pPr>
    <a:lvl9pPr marL="3657600" algn="l" defTabSz="914400" rtl="0" eaLnBrk="1" latinLnBrk="0" hangingPunct="1">
      <a:defRPr sz="2000" kern="1200">
        <a:solidFill>
          <a:schemeClr val="tx1"/>
        </a:solidFill>
        <a:latin typeface="Tahoma" panose="020B060403050404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CC"/>
    <a:srgbClr val="336633"/>
    <a:srgbClr val="330099"/>
    <a:srgbClr val="0000FF"/>
    <a:srgbClr val="E7F6EF"/>
    <a:srgbClr val="CBECDE"/>
    <a:srgbClr val="A50021"/>
    <a:srgbClr val="CC3300"/>
    <a:srgbClr val="336699"/>
    <a:srgbClr val="FFFF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40" autoAdjust="0"/>
    <p:restoredTop sz="74497" autoAdjust="0"/>
  </p:normalViewPr>
  <p:slideViewPr>
    <p:cSldViewPr snapToGrid="0">
      <p:cViewPr varScale="1">
        <p:scale>
          <a:sx n="60" d="100"/>
          <a:sy n="60" d="100"/>
        </p:scale>
        <p:origin x="1363" y="53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-638"/>
    </p:cViewPr>
  </p:notesTextViewPr>
  <p:sorterViewPr>
    <p:cViewPr>
      <p:scale>
        <a:sx n="66" d="100"/>
        <a:sy n="66" d="100"/>
      </p:scale>
      <p:origin x="0" y="1980"/>
    </p:cViewPr>
  </p:sorterViewPr>
  <p:notesViewPr>
    <p:cSldViewPr snapToGrid="0">
      <p:cViewPr varScale="1">
        <p:scale>
          <a:sx n="60" d="100"/>
          <a:sy n="60" d="100"/>
        </p:scale>
        <p:origin x="-2490" y="-84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50" Type="http://schemas.openxmlformats.org/officeDocument/2006/relationships/slide" Target="slides/slide48.xml"/><Relationship Id="rId55" Type="http://schemas.openxmlformats.org/officeDocument/2006/relationships/slide" Target="slides/slide53.xml"/><Relationship Id="rId63" Type="http://schemas.openxmlformats.org/officeDocument/2006/relationships/notesMaster" Target="notesMasters/notesMaster1.xml"/><Relationship Id="rId68" Type="http://schemas.openxmlformats.org/officeDocument/2006/relationships/tableStyles" Target="tableStyles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slide" Target="slides/slide51.xml"/><Relationship Id="rId58" Type="http://schemas.openxmlformats.org/officeDocument/2006/relationships/slide" Target="slides/slide56.xml"/><Relationship Id="rId66" Type="http://schemas.openxmlformats.org/officeDocument/2006/relationships/viewProps" Target="viewProps.xml"/><Relationship Id="rId5" Type="http://schemas.openxmlformats.org/officeDocument/2006/relationships/slide" Target="slides/slide3.xml"/><Relationship Id="rId61" Type="http://schemas.openxmlformats.org/officeDocument/2006/relationships/slide" Target="slides/slide59.xml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slide" Target="slides/slide54.xml"/><Relationship Id="rId64" Type="http://schemas.openxmlformats.org/officeDocument/2006/relationships/handoutMaster" Target="handoutMasters/handoutMaster1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slide" Target="slides/slide57.xml"/><Relationship Id="rId67" Type="http://schemas.openxmlformats.org/officeDocument/2006/relationships/theme" Target="theme/theme1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slide" Target="slides/slide52.xml"/><Relationship Id="rId62" Type="http://schemas.openxmlformats.org/officeDocument/2006/relationships/slide" Target="slides/slide6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slide" Target="slides/slide55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slide" Target="slides/slide58.xml"/><Relationship Id="rId65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slide" Target="slides/slide37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>
            <a:extLst>
              <a:ext uri="{FF2B5EF4-FFF2-40B4-BE49-F238E27FC236}">
                <a16:creationId xmlns:a16="http://schemas.microsoft.com/office/drawing/2014/main" id="{3A81C265-B1C2-471B-B18F-DD82EF45B822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2075" tIns="46038" rIns="92075" bIns="46038" numCol="1" anchor="t" anchorCtr="0" compatLnSpc="1">
            <a:prstTxWarp prst="textNoShape">
              <a:avLst/>
            </a:prstTxWarp>
          </a:bodyPr>
          <a:lstStyle>
            <a:lvl1pPr eaLnBrk="0" hangingPunct="0">
              <a:defRPr sz="1200">
                <a:latin typeface="Times New Roman" pitchFamily="18" charset="0"/>
              </a:defRPr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3075" name="Rectangle 3">
            <a:extLst>
              <a:ext uri="{FF2B5EF4-FFF2-40B4-BE49-F238E27FC236}">
                <a16:creationId xmlns:a16="http://schemas.microsoft.com/office/drawing/2014/main" id="{C079320B-1D61-4E30-ADCA-008473734345}"/>
              </a:ext>
            </a:extLst>
          </p:cNvPr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8620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2075" tIns="46038" rIns="92075" bIns="46038" numCol="1" anchor="t" anchorCtr="0" compatLnSpc="1">
            <a:prstTxWarp prst="textNoShape">
              <a:avLst/>
            </a:prstTxWarp>
          </a:bodyPr>
          <a:lstStyle>
            <a:lvl1pPr algn="r" eaLnBrk="0" hangingPunct="0">
              <a:defRPr sz="1200">
                <a:latin typeface="Times New Roman" pitchFamily="18" charset="0"/>
              </a:defRPr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3076" name="Rectangle 4">
            <a:extLst>
              <a:ext uri="{FF2B5EF4-FFF2-40B4-BE49-F238E27FC236}">
                <a16:creationId xmlns:a16="http://schemas.microsoft.com/office/drawing/2014/main" id="{B15ECF5B-F8C0-4CF7-8C65-84BA085BDC2E}"/>
              </a:ext>
            </a:extLst>
          </p:cNvPr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2075" tIns="46038" rIns="92075" bIns="46038" numCol="1" anchor="b" anchorCtr="0" compatLnSpc="1">
            <a:prstTxWarp prst="textNoShape">
              <a:avLst/>
            </a:prstTxWarp>
          </a:bodyPr>
          <a:lstStyle>
            <a:lvl1pPr eaLnBrk="0" hangingPunct="0">
              <a:defRPr sz="1200">
                <a:latin typeface="Times New Roman" pitchFamily="18" charset="0"/>
              </a:defRPr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3077" name="Rectangle 5">
            <a:extLst>
              <a:ext uri="{FF2B5EF4-FFF2-40B4-BE49-F238E27FC236}">
                <a16:creationId xmlns:a16="http://schemas.microsoft.com/office/drawing/2014/main" id="{03A3E004-1F63-40F0-9663-8858D997242C}"/>
              </a:ext>
            </a:extLst>
          </p:cNvPr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2075" tIns="46038" rIns="92075" bIns="46038" numCol="1" anchor="b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Times New Roman" panose="02020603050405020304" pitchFamily="18" charset="0"/>
              </a:defRPr>
            </a:lvl1pPr>
          </a:lstStyle>
          <a:p>
            <a:fld id="{432E2B96-9C06-4A8B-9DEE-BF176AD5E0C2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>
            <a:extLst>
              <a:ext uri="{FF2B5EF4-FFF2-40B4-BE49-F238E27FC236}">
                <a16:creationId xmlns:a16="http://schemas.microsoft.com/office/drawing/2014/main" id="{65E1C7FE-6D5D-4926-B791-A5A073EB604E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4099" name="Rectangle 3">
            <a:extLst>
              <a:ext uri="{FF2B5EF4-FFF2-40B4-BE49-F238E27FC236}">
                <a16:creationId xmlns:a16="http://schemas.microsoft.com/office/drawing/2014/main" id="{E57C2E5F-0F77-45B3-BFAD-730BE9C679C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eaLnBrk="1" hangingPunct="1"/>
            <a:endParaRPr lang="en-US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B339F086-A443-49B0-833A-45202E3A930C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44588" y="687388"/>
            <a:ext cx="4568825" cy="3425825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4E219260-F2BF-4AE8-8775-299BC8A0A59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</p:spPr>
        <p:txBody>
          <a:bodyPr/>
          <a:lstStyle/>
          <a:p>
            <a:pPr eaLnBrk="1" hangingPunct="1"/>
            <a:endParaRPr lang="en-US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>
            <a:extLst>
              <a:ext uri="{FF2B5EF4-FFF2-40B4-BE49-F238E27FC236}">
                <a16:creationId xmlns:a16="http://schemas.microsoft.com/office/drawing/2014/main" id="{8C781927-0204-421F-9C4A-74F74D11B4B8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44588" y="687388"/>
            <a:ext cx="4568825" cy="3425825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1267" name="Rectangle 3">
            <a:extLst>
              <a:ext uri="{FF2B5EF4-FFF2-40B4-BE49-F238E27FC236}">
                <a16:creationId xmlns:a16="http://schemas.microsoft.com/office/drawing/2014/main" id="{7E79801D-234D-4184-9EBD-DE0AADE9C61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</p:spPr>
        <p:txBody>
          <a:bodyPr/>
          <a:lstStyle/>
          <a:p>
            <a:pPr eaLnBrk="1" hangingPunct="1"/>
            <a:endParaRPr lang="en-US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>
            <a:extLst>
              <a:ext uri="{FF2B5EF4-FFF2-40B4-BE49-F238E27FC236}">
                <a16:creationId xmlns:a16="http://schemas.microsoft.com/office/drawing/2014/main" id="{AD4CC514-51AA-4CD9-A097-DAE1FEE36A09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13315" name="Rectangle 3">
            <a:extLst>
              <a:ext uri="{FF2B5EF4-FFF2-40B4-BE49-F238E27FC236}">
                <a16:creationId xmlns:a16="http://schemas.microsoft.com/office/drawing/2014/main" id="{13E52E4E-39E9-4C18-843C-450C4F580D2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eaLnBrk="1" hangingPunct="1"/>
            <a:endParaRPr lang="en-US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2">
            <a:extLst>
              <a:ext uri="{FF2B5EF4-FFF2-40B4-BE49-F238E27FC236}">
                <a16:creationId xmlns:a16="http://schemas.microsoft.com/office/drawing/2014/main" id="{D994E341-00A5-48BB-9CB8-1F00AF268AE1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44588" y="687388"/>
            <a:ext cx="4568825" cy="3425825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5363" name="Rectangle 3">
            <a:extLst>
              <a:ext uri="{FF2B5EF4-FFF2-40B4-BE49-F238E27FC236}">
                <a16:creationId xmlns:a16="http://schemas.microsoft.com/office/drawing/2014/main" id="{455C2CF8-B73A-44F1-93DE-BE0A4E8C1D9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</p:spPr>
        <p:txBody>
          <a:bodyPr/>
          <a:lstStyle/>
          <a:p>
            <a:pPr eaLnBrk="1" hangingPunct="1"/>
            <a:endParaRPr lang="en-US" alt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2">
            <a:extLst>
              <a:ext uri="{FF2B5EF4-FFF2-40B4-BE49-F238E27FC236}">
                <a16:creationId xmlns:a16="http://schemas.microsoft.com/office/drawing/2014/main" id="{3E064823-4023-4638-9026-0D7DC392DDC1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44588" y="687388"/>
            <a:ext cx="4568825" cy="3425825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7411" name="Rectangle 3">
            <a:extLst>
              <a:ext uri="{FF2B5EF4-FFF2-40B4-BE49-F238E27FC236}">
                <a16:creationId xmlns:a16="http://schemas.microsoft.com/office/drawing/2014/main" id="{1BC4CE4D-3C45-45B7-8887-CB276A1276C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</p:spPr>
        <p:txBody>
          <a:bodyPr/>
          <a:lstStyle/>
          <a:p>
            <a:pPr eaLnBrk="1" hangingPunct="1"/>
            <a:endParaRPr lang="en-US" alt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353833"/>
                </a:solidFill>
                <a:effectLst/>
                <a:cs typeface="Arial" panose="020B0604020202020204" pitchFamily="34" charset="0"/>
              </a:rPr>
              <a:t>Generic list algorithms are encouraged to check whether the given list is an 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353833"/>
                </a:solidFill>
                <a:effectLst/>
                <a:latin typeface="Arial Unicode MS"/>
                <a:cs typeface="Arial" panose="020B0604020202020204" pitchFamily="34" charset="0"/>
              </a:rPr>
              <a:t>instanceof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353833"/>
                </a:solidFill>
                <a:effectLst/>
                <a:cs typeface="Arial" panose="020B0604020202020204" pitchFamily="34" charset="0"/>
              </a:rPr>
              <a:t> this interface before applying an algorithm that would provide poor performance if it were applied to a sequential access list, and to alter their behavior if necessary to guarantee acceptable performance.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400005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353833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As a rule of thumb, a 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353833"/>
                </a:solidFill>
                <a:effectLst/>
                <a:latin typeface="Arial Unicode MS"/>
                <a:cs typeface="Arial" panose="020B0604020202020204" pitchFamily="34" charset="0"/>
              </a:rPr>
              <a:t>List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353833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implementation should implement the </a:t>
            </a:r>
            <a:r>
              <a:rPr lang="en-US" altLang="en-US" dirty="0" err="1">
                <a:solidFill>
                  <a:srgbClr val="353833"/>
                </a:solidFill>
                <a:cs typeface="Arial" panose="020B0604020202020204" pitchFamily="34" charset="0"/>
              </a:rPr>
              <a:t>RandomAccess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353833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interface if, for typical instances of the class, the first loop runs faster than the second loop.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1263202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353833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As a rule of thumb, a 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353833"/>
                </a:solidFill>
                <a:effectLst/>
                <a:latin typeface="Arial Unicode MS"/>
                <a:cs typeface="Arial" panose="020B0604020202020204" pitchFamily="34" charset="0"/>
              </a:rPr>
              <a:t>List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353833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implementation should implement the </a:t>
            </a:r>
            <a:r>
              <a:rPr lang="en-US" altLang="en-US" dirty="0" err="1">
                <a:solidFill>
                  <a:srgbClr val="353833"/>
                </a:solidFill>
                <a:cs typeface="Arial" panose="020B0604020202020204" pitchFamily="34" charset="0"/>
              </a:rPr>
              <a:t>RandomAccess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353833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interface if, for typical instances of the class, the first loop runs faster than the second loop.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97250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>
            <a:extLst>
              <a:ext uri="{FF2B5EF4-FFF2-40B4-BE49-F238E27FC236}">
                <a16:creationId xmlns:a16="http://schemas.microsoft.com/office/drawing/2014/main" id="{19E576DC-6DB4-4542-9148-85BEECA1017F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25603" name="Rectangle 3">
            <a:extLst>
              <a:ext uri="{FF2B5EF4-FFF2-40B4-BE49-F238E27FC236}">
                <a16:creationId xmlns:a16="http://schemas.microsoft.com/office/drawing/2014/main" id="{14833FEA-F53C-4FE8-A51A-3ECBE46CF2C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eaLnBrk="1" hangingPunct="1"/>
            <a:endParaRPr lang="en-US" alt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Rectangle 2">
            <a:extLst>
              <a:ext uri="{FF2B5EF4-FFF2-40B4-BE49-F238E27FC236}">
                <a16:creationId xmlns:a16="http://schemas.microsoft.com/office/drawing/2014/main" id="{2036EBB4-7F48-4E22-98D8-07B6AE5A5E8F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27651" name="Rectangle 3">
            <a:extLst>
              <a:ext uri="{FF2B5EF4-FFF2-40B4-BE49-F238E27FC236}">
                <a16:creationId xmlns:a16="http://schemas.microsoft.com/office/drawing/2014/main" id="{B3DB2B02-83C6-4523-BE7F-85F7AE50113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eaLnBrk="1" hangingPunct="1"/>
            <a:endParaRPr lang="en-US" alt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2">
            <a:extLst>
              <a:ext uri="{FF2B5EF4-FFF2-40B4-BE49-F238E27FC236}">
                <a16:creationId xmlns:a16="http://schemas.microsoft.com/office/drawing/2014/main" id="{C7805699-0433-4C85-97D3-24686370B015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29699" name="Rectangle 3">
            <a:extLst>
              <a:ext uri="{FF2B5EF4-FFF2-40B4-BE49-F238E27FC236}">
                <a16:creationId xmlns:a16="http://schemas.microsoft.com/office/drawing/2014/main" id="{187FF283-508F-4D33-B08D-8538F48ADA0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eaLnBrk="1" hangingPunct="1"/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61684917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2">
            <a:extLst>
              <a:ext uri="{FF2B5EF4-FFF2-40B4-BE49-F238E27FC236}">
                <a16:creationId xmlns:a16="http://schemas.microsoft.com/office/drawing/2014/main" id="{C7805699-0433-4C85-97D3-24686370B015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29699" name="Rectangle 3">
            <a:extLst>
              <a:ext uri="{FF2B5EF4-FFF2-40B4-BE49-F238E27FC236}">
                <a16:creationId xmlns:a16="http://schemas.microsoft.com/office/drawing/2014/main" id="{187FF283-508F-4D33-B08D-8538F48ADA0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eaLnBrk="1" hangingPunct="1"/>
            <a:endParaRPr lang="en-US" alt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Rectangle 2">
            <a:extLst>
              <a:ext uri="{FF2B5EF4-FFF2-40B4-BE49-F238E27FC236}">
                <a16:creationId xmlns:a16="http://schemas.microsoft.com/office/drawing/2014/main" id="{702D8EB7-D755-4600-B528-6FFB7C9ECE50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31747" name="Rectangle 3">
            <a:extLst>
              <a:ext uri="{FF2B5EF4-FFF2-40B4-BE49-F238E27FC236}">
                <a16:creationId xmlns:a16="http://schemas.microsoft.com/office/drawing/2014/main" id="{F84C0684-5E9A-4DE3-AA93-16FB5ADC5A55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eaLnBrk="1" hangingPunct="1"/>
            <a:endParaRPr lang="en-US" alt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Rectangle 2">
            <a:extLst>
              <a:ext uri="{FF2B5EF4-FFF2-40B4-BE49-F238E27FC236}">
                <a16:creationId xmlns:a16="http://schemas.microsoft.com/office/drawing/2014/main" id="{6FC505B1-EF2F-4A46-8FA9-AC13D76D321A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33795" name="Rectangle 3">
            <a:extLst>
              <a:ext uri="{FF2B5EF4-FFF2-40B4-BE49-F238E27FC236}">
                <a16:creationId xmlns:a16="http://schemas.microsoft.com/office/drawing/2014/main" id="{D829EDC9-D5B1-4579-9744-6F7A44138D01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eaLnBrk="1" hangingPunct="1"/>
            <a:endParaRPr lang="en-US" alt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Rectangle 2">
            <a:extLst>
              <a:ext uri="{FF2B5EF4-FFF2-40B4-BE49-F238E27FC236}">
                <a16:creationId xmlns:a16="http://schemas.microsoft.com/office/drawing/2014/main" id="{CBF7306C-0BAD-49CA-97B5-EB426F7EBC2A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35843" name="Rectangle 3">
            <a:extLst>
              <a:ext uri="{FF2B5EF4-FFF2-40B4-BE49-F238E27FC236}">
                <a16:creationId xmlns:a16="http://schemas.microsoft.com/office/drawing/2014/main" id="{DF377936-0AC3-4A33-B9FA-B575A007D3AD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eaLnBrk="1" hangingPunct="1"/>
            <a:endParaRPr lang="en-US" alt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8" name="Rectangle 2">
            <a:extLst>
              <a:ext uri="{FF2B5EF4-FFF2-40B4-BE49-F238E27FC236}">
                <a16:creationId xmlns:a16="http://schemas.microsoft.com/office/drawing/2014/main" id="{06CF32E0-6CB3-444C-9653-D2749797DE17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39939" name="Rectangle 3">
            <a:extLst>
              <a:ext uri="{FF2B5EF4-FFF2-40B4-BE49-F238E27FC236}">
                <a16:creationId xmlns:a16="http://schemas.microsoft.com/office/drawing/2014/main" id="{B66CD9A4-6460-42CA-9BB1-59D60E07F9A1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eaLnBrk="1" hangingPunct="1"/>
            <a:endParaRPr lang="en-US" alt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6" name="Rectangle 2">
            <a:extLst>
              <a:ext uri="{FF2B5EF4-FFF2-40B4-BE49-F238E27FC236}">
                <a16:creationId xmlns:a16="http://schemas.microsoft.com/office/drawing/2014/main" id="{8486F1AD-5519-42AB-9116-0BEA9523B20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41987" name="Rectangle 3">
            <a:extLst>
              <a:ext uri="{FF2B5EF4-FFF2-40B4-BE49-F238E27FC236}">
                <a16:creationId xmlns:a16="http://schemas.microsoft.com/office/drawing/2014/main" id="{BBEEBCFA-4105-4E1A-9BFF-6F1DEA8C356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eaLnBrk="1" hangingPunct="1"/>
            <a:endParaRPr lang="en-US" alt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82" name="Rectangle 2">
            <a:extLst>
              <a:ext uri="{FF2B5EF4-FFF2-40B4-BE49-F238E27FC236}">
                <a16:creationId xmlns:a16="http://schemas.microsoft.com/office/drawing/2014/main" id="{35AD3AB9-CB8A-451F-9505-0EDC74EF491C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46083" name="Rectangle 3">
            <a:extLst>
              <a:ext uri="{FF2B5EF4-FFF2-40B4-BE49-F238E27FC236}">
                <a16:creationId xmlns:a16="http://schemas.microsoft.com/office/drawing/2014/main" id="{70C20E36-57B2-43F3-A731-FF01AED6F89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eaLnBrk="1" hangingPunct="1"/>
            <a:endParaRPr lang="en-US" alt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30" name="Rectangle 2">
            <a:extLst>
              <a:ext uri="{FF2B5EF4-FFF2-40B4-BE49-F238E27FC236}">
                <a16:creationId xmlns:a16="http://schemas.microsoft.com/office/drawing/2014/main" id="{975E26B8-6D24-43AA-8A04-CCACE779D56D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48131" name="Rectangle 3">
            <a:extLst>
              <a:ext uri="{FF2B5EF4-FFF2-40B4-BE49-F238E27FC236}">
                <a16:creationId xmlns:a16="http://schemas.microsoft.com/office/drawing/2014/main" id="{CCAC2BC8-C57B-4833-BDB5-84A1A6A5134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eaLnBrk="1" hangingPunct="1"/>
            <a:endParaRPr lang="en-US" alt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78" name="Rectangle 2">
            <a:extLst>
              <a:ext uri="{FF2B5EF4-FFF2-40B4-BE49-F238E27FC236}">
                <a16:creationId xmlns:a16="http://schemas.microsoft.com/office/drawing/2014/main" id="{A547579A-EDF0-44CB-8187-C596E907D70F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50179" name="Rectangle 3">
            <a:extLst>
              <a:ext uri="{FF2B5EF4-FFF2-40B4-BE49-F238E27FC236}">
                <a16:creationId xmlns:a16="http://schemas.microsoft.com/office/drawing/2014/main" id="{73BA74A2-D5EF-41E7-817E-F0A7DB09AA7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eaLnBrk="1" hangingPunct="1"/>
            <a:endParaRPr lang="en-US" altLang="en-U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4" name="Rectangle 2">
            <a:extLst>
              <a:ext uri="{FF2B5EF4-FFF2-40B4-BE49-F238E27FC236}">
                <a16:creationId xmlns:a16="http://schemas.microsoft.com/office/drawing/2014/main" id="{3E06D021-24B6-4F47-A1D7-96132A88AE41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54275" name="Rectangle 3">
            <a:extLst>
              <a:ext uri="{FF2B5EF4-FFF2-40B4-BE49-F238E27FC236}">
                <a16:creationId xmlns:a16="http://schemas.microsoft.com/office/drawing/2014/main" id="{8D6D36A0-427A-4B38-8A9D-ADE43875871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eaLnBrk="1" hangingPunct="1"/>
            <a:endParaRPr lang="en-US" altLang="en-US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2" name="Rectangle 2">
            <a:extLst>
              <a:ext uri="{FF2B5EF4-FFF2-40B4-BE49-F238E27FC236}">
                <a16:creationId xmlns:a16="http://schemas.microsoft.com/office/drawing/2014/main" id="{01B2C66C-8921-4C21-B3D8-11FA0D05A03D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56323" name="Rectangle 3">
            <a:extLst>
              <a:ext uri="{FF2B5EF4-FFF2-40B4-BE49-F238E27FC236}">
                <a16:creationId xmlns:a16="http://schemas.microsoft.com/office/drawing/2014/main" id="{1B7F3D1D-1FD0-4E86-A3E5-D5987C1439E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eaLnBrk="1" hangingPunct="1"/>
            <a:endParaRPr lang="en-US" altLang="en-US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18" name="Rectangle 2">
            <a:extLst>
              <a:ext uri="{FF2B5EF4-FFF2-40B4-BE49-F238E27FC236}">
                <a16:creationId xmlns:a16="http://schemas.microsoft.com/office/drawing/2014/main" id="{CBD96D12-DEF8-44BD-8BED-7A86F9273E3B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60419" name="Rectangle 3">
            <a:extLst>
              <a:ext uri="{FF2B5EF4-FFF2-40B4-BE49-F238E27FC236}">
                <a16:creationId xmlns:a16="http://schemas.microsoft.com/office/drawing/2014/main" id="{3C02A26C-C626-4B63-A790-FE6A9343F33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eaLnBrk="1" hangingPunct="1"/>
            <a:endParaRPr lang="en-US" altLang="en-US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>
            <a:extLst>
              <a:ext uri="{FF2B5EF4-FFF2-40B4-BE49-F238E27FC236}">
                <a16:creationId xmlns:a16="http://schemas.microsoft.com/office/drawing/2014/main" id="{97BDF265-0DEB-42E4-B899-9D28C7411AB3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64515" name="Rectangle 3">
            <a:extLst>
              <a:ext uri="{FF2B5EF4-FFF2-40B4-BE49-F238E27FC236}">
                <a16:creationId xmlns:a16="http://schemas.microsoft.com/office/drawing/2014/main" id="{41EACA4D-ADEE-48A8-9D64-6F5C1179AB15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eaLnBrk="1" hangingPunct="1"/>
            <a:endParaRPr lang="en-US" altLang="en-US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10" name="Rectangle 2">
            <a:extLst>
              <a:ext uri="{FF2B5EF4-FFF2-40B4-BE49-F238E27FC236}">
                <a16:creationId xmlns:a16="http://schemas.microsoft.com/office/drawing/2014/main" id="{4F280ABB-2FAB-4B03-B32D-F23A46D54BE5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68611" name="Rectangle 3">
            <a:extLst>
              <a:ext uri="{FF2B5EF4-FFF2-40B4-BE49-F238E27FC236}">
                <a16:creationId xmlns:a16="http://schemas.microsoft.com/office/drawing/2014/main" id="{8D4A7B84-F0F5-4398-80D0-ACD132C3CBB4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eaLnBrk="1" hangingPunct="1"/>
            <a:endParaRPr lang="en-US" altLang="en-US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58" name="Rectangle 2">
            <a:extLst>
              <a:ext uri="{FF2B5EF4-FFF2-40B4-BE49-F238E27FC236}">
                <a16:creationId xmlns:a16="http://schemas.microsoft.com/office/drawing/2014/main" id="{13CDC9E2-9BC8-4964-9978-796A6FDFBF28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70659" name="Rectangle 3">
            <a:extLst>
              <a:ext uri="{FF2B5EF4-FFF2-40B4-BE49-F238E27FC236}">
                <a16:creationId xmlns:a16="http://schemas.microsoft.com/office/drawing/2014/main" id="{D07AB225-00CD-4A30-8777-8E0B89E955D5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eaLnBrk="1" hangingPunct="1"/>
            <a:endParaRPr lang="en-US" altLang="en-US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706" name="Rectangle 2">
            <a:extLst>
              <a:ext uri="{FF2B5EF4-FFF2-40B4-BE49-F238E27FC236}">
                <a16:creationId xmlns:a16="http://schemas.microsoft.com/office/drawing/2014/main" id="{7AE3A6ED-1353-47D9-8A31-B7C2B66C3AA5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72707" name="Rectangle 3">
            <a:extLst>
              <a:ext uri="{FF2B5EF4-FFF2-40B4-BE49-F238E27FC236}">
                <a16:creationId xmlns:a16="http://schemas.microsoft.com/office/drawing/2014/main" id="{498FB0CC-135C-4CC1-BB4C-9EDE4457827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eaLnBrk="1" hangingPunct="1"/>
            <a:endParaRPr lang="en-US" altLang="en-US"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754" name="Rectangle 2">
            <a:extLst>
              <a:ext uri="{FF2B5EF4-FFF2-40B4-BE49-F238E27FC236}">
                <a16:creationId xmlns:a16="http://schemas.microsoft.com/office/drawing/2014/main" id="{F7FE691D-D430-4B9C-92DF-F06CA6EF079E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74755" name="Rectangle 3">
            <a:extLst>
              <a:ext uri="{FF2B5EF4-FFF2-40B4-BE49-F238E27FC236}">
                <a16:creationId xmlns:a16="http://schemas.microsoft.com/office/drawing/2014/main" id="{89A17BA6-F522-4117-81CB-59F40BC455B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eaLnBrk="1" hangingPunct="1"/>
            <a:endParaRPr lang="en-US" altLang="en-US"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802" name="Rectangle 2">
            <a:extLst>
              <a:ext uri="{FF2B5EF4-FFF2-40B4-BE49-F238E27FC236}">
                <a16:creationId xmlns:a16="http://schemas.microsoft.com/office/drawing/2014/main" id="{39417E8C-C55D-40A3-AC02-BE7769F3EADF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76803" name="Rectangle 3">
            <a:extLst>
              <a:ext uri="{FF2B5EF4-FFF2-40B4-BE49-F238E27FC236}">
                <a16:creationId xmlns:a16="http://schemas.microsoft.com/office/drawing/2014/main" id="{D1713B39-E74A-43DA-85B1-6D8409C7537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eaLnBrk="1" hangingPunct="1"/>
            <a:endParaRPr lang="en-US" altLang="en-US"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898" name="Rectangle 2">
            <a:extLst>
              <a:ext uri="{FF2B5EF4-FFF2-40B4-BE49-F238E27FC236}">
                <a16:creationId xmlns:a16="http://schemas.microsoft.com/office/drawing/2014/main" id="{FC42A7DA-1C85-4836-B8CD-0AA5CE6EAB48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80899" name="Rectangle 3">
            <a:extLst>
              <a:ext uri="{FF2B5EF4-FFF2-40B4-BE49-F238E27FC236}">
                <a16:creationId xmlns:a16="http://schemas.microsoft.com/office/drawing/2014/main" id="{6D11B2A9-B9A1-4AB0-B379-B5E556E4485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eaLnBrk="1" hangingPunct="1"/>
            <a:endParaRPr lang="en-US" altLang="en-US"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946" name="Rectangle 2">
            <a:extLst>
              <a:ext uri="{FF2B5EF4-FFF2-40B4-BE49-F238E27FC236}">
                <a16:creationId xmlns:a16="http://schemas.microsoft.com/office/drawing/2014/main" id="{D6EFE5B0-2310-49BA-884C-90AA81EF2B06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82947" name="Rectangle 3">
            <a:extLst>
              <a:ext uri="{FF2B5EF4-FFF2-40B4-BE49-F238E27FC236}">
                <a16:creationId xmlns:a16="http://schemas.microsoft.com/office/drawing/2014/main" id="{72B08312-5DE5-4023-A5AF-5D95634DD12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eaLnBrk="1" hangingPunct="1"/>
            <a:endParaRPr lang="en-US" altLang="en-US"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042" name="Rectangle 2">
            <a:extLst>
              <a:ext uri="{FF2B5EF4-FFF2-40B4-BE49-F238E27FC236}">
                <a16:creationId xmlns:a16="http://schemas.microsoft.com/office/drawing/2014/main" id="{8F363CB8-54D0-4115-84A7-0EADB1A1C9C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87043" name="Rectangle 3">
            <a:extLst>
              <a:ext uri="{FF2B5EF4-FFF2-40B4-BE49-F238E27FC236}">
                <a16:creationId xmlns:a16="http://schemas.microsoft.com/office/drawing/2014/main" id="{79E6E853-74F7-46A3-8276-C0B3E9EA783D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eaLnBrk="1" hangingPunct="1"/>
            <a:endParaRPr lang="en-US" altLang="en-US"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090" name="Rectangle 2">
            <a:extLst>
              <a:ext uri="{FF2B5EF4-FFF2-40B4-BE49-F238E27FC236}">
                <a16:creationId xmlns:a16="http://schemas.microsoft.com/office/drawing/2014/main" id="{8FE93C88-8456-427D-8858-2A7323E4964E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89091" name="Rectangle 3">
            <a:extLst>
              <a:ext uri="{FF2B5EF4-FFF2-40B4-BE49-F238E27FC236}">
                <a16:creationId xmlns:a16="http://schemas.microsoft.com/office/drawing/2014/main" id="{F76605AF-A518-4F14-B7D1-45CA7B615AE5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eaLnBrk="1" hangingPunct="1"/>
            <a:endParaRPr lang="en-US" altLang="en-US"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138" name="Rectangle 2">
            <a:extLst>
              <a:ext uri="{FF2B5EF4-FFF2-40B4-BE49-F238E27FC236}">
                <a16:creationId xmlns:a16="http://schemas.microsoft.com/office/drawing/2014/main" id="{5897559A-88B8-4520-A094-6EB59179F471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91139" name="Rectangle 3">
            <a:extLst>
              <a:ext uri="{FF2B5EF4-FFF2-40B4-BE49-F238E27FC236}">
                <a16:creationId xmlns:a16="http://schemas.microsoft.com/office/drawing/2014/main" id="{D962C533-9C57-48BE-BBA0-8BEF2968D2E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eaLnBrk="1" hangingPunct="1"/>
            <a:endParaRPr lang="en-US" altLang="en-US"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186" name="Rectangle 2">
            <a:extLst>
              <a:ext uri="{FF2B5EF4-FFF2-40B4-BE49-F238E27FC236}">
                <a16:creationId xmlns:a16="http://schemas.microsoft.com/office/drawing/2014/main" id="{4048CB39-79E3-4732-90D4-5C428336669F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93187" name="Rectangle 3">
            <a:extLst>
              <a:ext uri="{FF2B5EF4-FFF2-40B4-BE49-F238E27FC236}">
                <a16:creationId xmlns:a16="http://schemas.microsoft.com/office/drawing/2014/main" id="{1E929AE7-C291-4976-84C4-7A1513A7659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eaLnBrk="1" hangingPunct="1"/>
            <a:endParaRPr lang="en-US" altLang="en-US"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234" name="Rectangle 2">
            <a:extLst>
              <a:ext uri="{FF2B5EF4-FFF2-40B4-BE49-F238E27FC236}">
                <a16:creationId xmlns:a16="http://schemas.microsoft.com/office/drawing/2014/main" id="{0E2E3F61-1856-49AB-8EC4-20735987A911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95235" name="Rectangle 3">
            <a:extLst>
              <a:ext uri="{FF2B5EF4-FFF2-40B4-BE49-F238E27FC236}">
                <a16:creationId xmlns:a16="http://schemas.microsoft.com/office/drawing/2014/main" id="{3A38FB7A-781B-4E71-8EF3-21A340B4A7F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eaLnBrk="1" hangingPunct="1"/>
            <a:endParaRPr lang="en-US" altLang="en-US"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282" name="Rectangle 2">
            <a:extLst>
              <a:ext uri="{FF2B5EF4-FFF2-40B4-BE49-F238E27FC236}">
                <a16:creationId xmlns:a16="http://schemas.microsoft.com/office/drawing/2014/main" id="{85F5496A-BAC3-4CA7-B8A2-6BA505B7FC0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97283" name="Rectangle 3">
            <a:extLst>
              <a:ext uri="{FF2B5EF4-FFF2-40B4-BE49-F238E27FC236}">
                <a16:creationId xmlns:a16="http://schemas.microsoft.com/office/drawing/2014/main" id="{8CC72AA4-1A19-41C9-BB35-537C608AEF2D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eaLnBrk="1" hangingPunct="1"/>
            <a:endParaRPr lang="en-US" altLang="en-US"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Rectangle 2">
            <a:extLst>
              <a:ext uri="{FF2B5EF4-FFF2-40B4-BE49-F238E27FC236}">
                <a16:creationId xmlns:a16="http://schemas.microsoft.com/office/drawing/2014/main" id="{14B7BB3B-E665-42DA-ACE9-DC707B78F182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99331" name="Rectangle 3">
            <a:extLst>
              <a:ext uri="{FF2B5EF4-FFF2-40B4-BE49-F238E27FC236}">
                <a16:creationId xmlns:a16="http://schemas.microsoft.com/office/drawing/2014/main" id="{44FB0FA2-0C59-4F96-A775-5357AA3806C1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eaLnBrk="1" hangingPunct="1"/>
            <a:endParaRPr lang="en-US" altLang="en-US"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378" name="Rectangle 2">
            <a:extLst>
              <a:ext uri="{FF2B5EF4-FFF2-40B4-BE49-F238E27FC236}">
                <a16:creationId xmlns:a16="http://schemas.microsoft.com/office/drawing/2014/main" id="{7AC1389D-1B22-4FC9-BC8B-EFA6A4ED15C1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101379" name="Rectangle 3">
            <a:extLst>
              <a:ext uri="{FF2B5EF4-FFF2-40B4-BE49-F238E27FC236}">
                <a16:creationId xmlns:a16="http://schemas.microsoft.com/office/drawing/2014/main" id="{DBA5850B-2CCF-46CF-9B69-23AB3327410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eaLnBrk="1" hangingPunct="1"/>
            <a:endParaRPr lang="en-US" altLang="en-US"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26" name="Rectangle 2">
            <a:extLst>
              <a:ext uri="{FF2B5EF4-FFF2-40B4-BE49-F238E27FC236}">
                <a16:creationId xmlns:a16="http://schemas.microsoft.com/office/drawing/2014/main" id="{58E31030-D472-46D3-95F0-ECC052095660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103427" name="Rectangle 3">
            <a:extLst>
              <a:ext uri="{FF2B5EF4-FFF2-40B4-BE49-F238E27FC236}">
                <a16:creationId xmlns:a16="http://schemas.microsoft.com/office/drawing/2014/main" id="{A6613620-CE0F-4CEC-AA49-6DDD9ECCB38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eaLnBrk="1" hangingPunct="1"/>
            <a:r>
              <a:rPr lang="en-US" altLang="en-US" dirty="0"/>
              <a:t>The linked list:</a:t>
            </a:r>
          </a:p>
          <a:p>
            <a:pPr eaLnBrk="1" hangingPunct="1"/>
            <a:r>
              <a:rPr lang="en-US" altLang="en-US" dirty="0"/>
              <a:t>front = previous = 0xF17</a:t>
            </a:r>
          </a:p>
          <a:p>
            <a:pPr eaLnBrk="1" hangingPunct="1"/>
            <a:r>
              <a:rPr lang="en-US" altLang="en-US" dirty="0"/>
              <a:t>0xF17 --&gt; pig, 0xF21</a:t>
            </a:r>
          </a:p>
          <a:p>
            <a:pPr eaLnBrk="1" hangingPunct="1"/>
            <a:r>
              <a:rPr lang="en-US" altLang="en-US" dirty="0"/>
              <a:t>Current = 0xF21</a:t>
            </a:r>
          </a:p>
          <a:p>
            <a:pPr eaLnBrk="1" hangingPunct="1"/>
            <a:r>
              <a:rPr lang="en-US" altLang="en-US" dirty="0"/>
              <a:t>0xF21 --&gt; dog, 0xFEA</a:t>
            </a:r>
          </a:p>
          <a:p>
            <a:pPr eaLnBrk="1" hangingPunct="1"/>
            <a:r>
              <a:rPr lang="en-US" altLang="en-US" dirty="0"/>
              <a:t>0xFEA --&gt; cat, null</a:t>
            </a:r>
          </a:p>
          <a:p>
            <a:pPr eaLnBrk="1" hangingPunct="1"/>
            <a:endParaRPr lang="en-US" altLang="en-US" dirty="0"/>
          </a:p>
          <a:p>
            <a:pPr eaLnBrk="1" hangingPunct="1"/>
            <a:r>
              <a:rPr lang="en-US" altLang="en-US" dirty="0"/>
              <a:t>After running: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1200" b="1" dirty="0" err="1">
                <a:solidFill>
                  <a:srgbClr val="FF6600"/>
                </a:solidFill>
                <a:latin typeface="Tahoma" panose="020B0604030504040204" pitchFamily="34" charset="0"/>
              </a:rPr>
              <a:t>previous.setNext</a:t>
            </a:r>
            <a:r>
              <a:rPr lang="en-US" altLang="en-US" sz="1200" b="1" dirty="0">
                <a:solidFill>
                  <a:srgbClr val="FF6600"/>
                </a:solidFill>
                <a:latin typeface="Tahoma" panose="020B0604030504040204" pitchFamily="34" charset="0"/>
              </a:rPr>
              <a:t>(</a:t>
            </a:r>
            <a:r>
              <a:rPr lang="en-US" altLang="en-US" sz="1200" b="1" dirty="0" err="1">
                <a:solidFill>
                  <a:srgbClr val="FF6600"/>
                </a:solidFill>
                <a:latin typeface="Tahoma" panose="020B0604030504040204" pitchFamily="34" charset="0"/>
              </a:rPr>
              <a:t>current.getNext</a:t>
            </a:r>
            <a:r>
              <a:rPr lang="en-US" altLang="en-US" sz="1200" b="1" dirty="0">
                <a:solidFill>
                  <a:srgbClr val="FF6600"/>
                </a:solidFill>
                <a:latin typeface="Tahoma" panose="020B0604030504040204" pitchFamily="34" charset="0"/>
              </a:rPr>
              <a:t>());</a:t>
            </a:r>
            <a:r>
              <a:rPr lang="en-US" altLang="en-US" sz="1000" b="1" dirty="0">
                <a:latin typeface="Courier New" panose="02070309020205020404" pitchFamily="49" charset="0"/>
              </a:rPr>
              <a:t> 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1000" b="1" dirty="0">
                <a:latin typeface="Courier New" panose="02070309020205020404" pitchFamily="49" charset="0"/>
              </a:rPr>
              <a:t>The “pig” node now stores a reference to the “cat” node. Current still stores a reference to the “dog” node that we’re removing.</a:t>
            </a:r>
          </a:p>
          <a:p>
            <a:pPr eaLnBrk="1" hangingPunct="1"/>
            <a:r>
              <a:rPr lang="en-US" altLang="en-US" dirty="0"/>
              <a:t>front = previous = 0xF17</a:t>
            </a:r>
          </a:p>
          <a:p>
            <a:pPr eaLnBrk="1" hangingPunct="1"/>
            <a:r>
              <a:rPr lang="en-US" altLang="en-US" dirty="0"/>
              <a:t>0xF17 --&gt; pig, 0xFEA</a:t>
            </a:r>
          </a:p>
          <a:p>
            <a:pPr eaLnBrk="1" hangingPunct="1"/>
            <a:r>
              <a:rPr lang="en-US" altLang="en-US" dirty="0"/>
              <a:t>current = 0xF21</a:t>
            </a:r>
          </a:p>
          <a:p>
            <a:pPr eaLnBrk="1" hangingPunct="1"/>
            <a:r>
              <a:rPr lang="en-US" altLang="en-US" dirty="0"/>
              <a:t>0xF21 --&gt; dog, 0xFEA</a:t>
            </a:r>
          </a:p>
          <a:p>
            <a:pPr eaLnBrk="1" hangingPunct="1"/>
            <a:r>
              <a:rPr lang="en-US" altLang="en-US" dirty="0"/>
              <a:t>0xFEA --&gt; cat, null</a:t>
            </a: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474" name="Rectangle 2">
            <a:extLst>
              <a:ext uri="{FF2B5EF4-FFF2-40B4-BE49-F238E27FC236}">
                <a16:creationId xmlns:a16="http://schemas.microsoft.com/office/drawing/2014/main" id="{F81AEBB1-11F6-4D41-AB55-3666DB342996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105475" name="Rectangle 3">
            <a:extLst>
              <a:ext uri="{FF2B5EF4-FFF2-40B4-BE49-F238E27FC236}">
                <a16:creationId xmlns:a16="http://schemas.microsoft.com/office/drawing/2014/main" id="{F2BCDFD0-FF17-4735-BE45-CE6B0C872B5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eaLnBrk="1" hangingPunct="1"/>
            <a:endParaRPr lang="en-US" altLang="en-US"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26" name="Rectangle 2">
            <a:extLst>
              <a:ext uri="{FF2B5EF4-FFF2-40B4-BE49-F238E27FC236}">
                <a16:creationId xmlns:a16="http://schemas.microsoft.com/office/drawing/2014/main" id="{58E31030-D472-46D3-95F0-ECC052095660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103427" name="Rectangle 3">
            <a:extLst>
              <a:ext uri="{FF2B5EF4-FFF2-40B4-BE49-F238E27FC236}">
                <a16:creationId xmlns:a16="http://schemas.microsoft.com/office/drawing/2014/main" id="{A6613620-CE0F-4CEC-AA49-6DDD9ECCB38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eaLnBrk="1" hangingPunct="1"/>
            <a:r>
              <a:rPr lang="en-US" altLang="en-US" dirty="0"/>
              <a:t>The linked list:</a:t>
            </a:r>
          </a:p>
          <a:p>
            <a:pPr eaLnBrk="1" hangingPunct="1"/>
            <a:r>
              <a:rPr lang="en-US" altLang="en-US" dirty="0"/>
              <a:t>front = previous = 0xF17</a:t>
            </a:r>
          </a:p>
          <a:p>
            <a:pPr eaLnBrk="1" hangingPunct="1"/>
            <a:r>
              <a:rPr lang="en-US" altLang="en-US" dirty="0"/>
              <a:t>0xF17 --&gt; pig, 0xFEA</a:t>
            </a:r>
          </a:p>
          <a:p>
            <a:pPr eaLnBrk="1" hangingPunct="1"/>
            <a:r>
              <a:rPr lang="en-US" altLang="en-US" dirty="0"/>
              <a:t>current = 0xF21</a:t>
            </a:r>
          </a:p>
          <a:p>
            <a:pPr eaLnBrk="1" hangingPunct="1"/>
            <a:r>
              <a:rPr lang="en-US" altLang="en-US" dirty="0"/>
              <a:t>0xF21 --&gt; dog, 0xFEA</a:t>
            </a:r>
          </a:p>
          <a:p>
            <a:pPr eaLnBrk="1" hangingPunct="1"/>
            <a:r>
              <a:rPr lang="en-US" altLang="en-US" dirty="0"/>
              <a:t>0xFEA --&gt; cat, null</a:t>
            </a:r>
          </a:p>
          <a:p>
            <a:pPr eaLnBrk="1" hangingPunct="1"/>
            <a:endParaRPr lang="en-US" altLang="en-US" dirty="0"/>
          </a:p>
          <a:p>
            <a:pPr eaLnBrk="1" hangingPunct="1"/>
            <a:r>
              <a:rPr lang="en-US" altLang="en-US" dirty="0"/>
              <a:t>After running: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1200" b="1" dirty="0">
                <a:solidFill>
                  <a:srgbClr val="FF6600"/>
                </a:solidFill>
                <a:latin typeface="Tahoma" panose="020B0604030504040204" pitchFamily="34" charset="0"/>
              </a:rPr>
              <a:t>current = </a:t>
            </a:r>
            <a:r>
              <a:rPr lang="en-US" altLang="en-US" sz="1200" b="1" dirty="0" err="1">
                <a:solidFill>
                  <a:srgbClr val="FF6600"/>
                </a:solidFill>
                <a:latin typeface="Tahoma" panose="020B0604030504040204" pitchFamily="34" charset="0"/>
              </a:rPr>
              <a:t>previous.getNext</a:t>
            </a:r>
            <a:r>
              <a:rPr lang="en-US" altLang="en-US" sz="1200" b="1" dirty="0">
                <a:solidFill>
                  <a:srgbClr val="FF6600"/>
                </a:solidFill>
                <a:latin typeface="Tahoma" panose="020B0604030504040204" pitchFamily="34" charset="0"/>
              </a:rPr>
              <a:t>();</a:t>
            </a:r>
            <a:endParaRPr lang="en-US" altLang="en-US" sz="1000" b="1" dirty="0">
              <a:latin typeface="Courier New" panose="02070309020205020404" pitchFamily="49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1000" b="1" dirty="0">
                <a:latin typeface="Courier New" panose="02070309020205020404" pitchFamily="49" charset="0"/>
              </a:rPr>
              <a:t>Since the “pig” node now stores a reference to the “cat” node, now current does, too. So we’ve lost </a:t>
            </a:r>
            <a:r>
              <a:rPr lang="en-US" altLang="en-US" sz="1000" b="1">
                <a:latin typeface="Courier New" panose="02070309020205020404" pitchFamily="49" charset="0"/>
              </a:rPr>
              <a:t>all access to the “dog” node.</a:t>
            </a:r>
            <a:endParaRPr lang="en-US" altLang="en-US" sz="1000" b="1" dirty="0">
              <a:latin typeface="Courier New" panose="02070309020205020404" pitchFamily="49" charset="0"/>
            </a:endParaRPr>
          </a:p>
          <a:p>
            <a:pPr eaLnBrk="1" hangingPunct="1"/>
            <a:r>
              <a:rPr lang="en-US" altLang="en-US" dirty="0"/>
              <a:t>front = previous = 0xF17</a:t>
            </a:r>
          </a:p>
          <a:p>
            <a:pPr eaLnBrk="1" hangingPunct="1"/>
            <a:r>
              <a:rPr lang="en-US" altLang="en-US" dirty="0"/>
              <a:t>0xF17 --&gt; pig, 0xFEA</a:t>
            </a:r>
          </a:p>
          <a:p>
            <a:pPr eaLnBrk="1" hangingPunct="1"/>
            <a:r>
              <a:rPr lang="en-US" altLang="en-US" dirty="0"/>
              <a:t>current = 0xFEA</a:t>
            </a:r>
          </a:p>
          <a:p>
            <a:pPr eaLnBrk="1" hangingPunct="1"/>
            <a:r>
              <a:rPr lang="en-US" altLang="en-US" dirty="0"/>
              <a:t>0xFEA --&gt; cat, null</a:t>
            </a:r>
          </a:p>
          <a:p>
            <a:pPr eaLnBrk="1" hangingPunct="1"/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3730462689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570" name="Rectangle 2">
            <a:extLst>
              <a:ext uri="{FF2B5EF4-FFF2-40B4-BE49-F238E27FC236}">
                <a16:creationId xmlns:a16="http://schemas.microsoft.com/office/drawing/2014/main" id="{EE70D2F4-8005-4666-BC3D-E5522E922CE2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109571" name="Rectangle 3">
            <a:extLst>
              <a:ext uri="{FF2B5EF4-FFF2-40B4-BE49-F238E27FC236}">
                <a16:creationId xmlns:a16="http://schemas.microsoft.com/office/drawing/2014/main" id="{A05F7BEA-553F-44B6-94B8-93DC28CB749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eaLnBrk="1" hangingPunct="1"/>
            <a:endParaRPr lang="en-US" altLang="en-US"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618" name="Rectangle 2">
            <a:extLst>
              <a:ext uri="{FF2B5EF4-FFF2-40B4-BE49-F238E27FC236}">
                <a16:creationId xmlns:a16="http://schemas.microsoft.com/office/drawing/2014/main" id="{54B1B619-2A55-4AEC-BC24-8FED882FDD59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111619" name="Rectangle 3">
            <a:extLst>
              <a:ext uri="{FF2B5EF4-FFF2-40B4-BE49-F238E27FC236}">
                <a16:creationId xmlns:a16="http://schemas.microsoft.com/office/drawing/2014/main" id="{9D098FA6-B2B3-4B76-AB49-B9AC6F75A141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eaLnBrk="1" hangingPunct="1"/>
            <a:endParaRPr lang="en-US" altLang="en-US"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666" name="Rectangle 2">
            <a:extLst>
              <a:ext uri="{FF2B5EF4-FFF2-40B4-BE49-F238E27FC236}">
                <a16:creationId xmlns:a16="http://schemas.microsoft.com/office/drawing/2014/main" id="{DC9E6D4E-2D2F-41AD-8AE5-16078FFE808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113667" name="Rectangle 3">
            <a:extLst>
              <a:ext uri="{FF2B5EF4-FFF2-40B4-BE49-F238E27FC236}">
                <a16:creationId xmlns:a16="http://schemas.microsoft.com/office/drawing/2014/main" id="{40816827-D5EA-42A0-BFC4-780471838674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eaLnBrk="1" hangingPunct="1"/>
            <a:endParaRPr lang="en-US" altLang="en-US"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714" name="Rectangle 2">
            <a:extLst>
              <a:ext uri="{FF2B5EF4-FFF2-40B4-BE49-F238E27FC236}">
                <a16:creationId xmlns:a16="http://schemas.microsoft.com/office/drawing/2014/main" id="{5187CD12-5497-4DDF-9C98-98A15949EF5E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115715" name="Rectangle 3">
            <a:extLst>
              <a:ext uri="{FF2B5EF4-FFF2-40B4-BE49-F238E27FC236}">
                <a16:creationId xmlns:a16="http://schemas.microsoft.com/office/drawing/2014/main" id="{E11EB7B8-A0FF-4BCC-B2CD-4019EA172CD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eaLnBrk="1" hangingPunct="1"/>
            <a:endParaRPr lang="en-US" altLang="en-US"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50" name="Rectangle 2">
            <a:extLst>
              <a:ext uri="{FF2B5EF4-FFF2-40B4-BE49-F238E27FC236}">
                <a16:creationId xmlns:a16="http://schemas.microsoft.com/office/drawing/2014/main" id="{64C12463-283F-4524-AEF7-2A54FB51DCE3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1100" y="696913"/>
            <a:ext cx="4648200" cy="3486150"/>
          </a:xfrm>
          <a:prstGeom prst="rect">
            <a:avLst/>
          </a:prstGeo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53251" name="Rectangle 3">
            <a:extLst>
              <a:ext uri="{FF2B5EF4-FFF2-40B4-BE49-F238E27FC236}">
                <a16:creationId xmlns:a16="http://schemas.microsoft.com/office/drawing/2014/main" id="{CBF787BC-D790-4387-8E43-A75B0B18FD0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701675" y="4416425"/>
            <a:ext cx="5607050" cy="4183063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eaLnBrk="1" hangingPunct="1"/>
            <a:endParaRPr lang="en-US" altLang="en-US"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810" name="Rectangle 2">
            <a:extLst>
              <a:ext uri="{FF2B5EF4-FFF2-40B4-BE49-F238E27FC236}">
                <a16:creationId xmlns:a16="http://schemas.microsoft.com/office/drawing/2014/main" id="{7FDABFA8-7054-482C-B414-2C98AE53DAB5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119811" name="Rectangle 3">
            <a:extLst>
              <a:ext uri="{FF2B5EF4-FFF2-40B4-BE49-F238E27FC236}">
                <a16:creationId xmlns:a16="http://schemas.microsoft.com/office/drawing/2014/main" id="{84D196A6-787B-487E-8F9B-A62004B9AD54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eaLnBrk="1" hangingPunct="1"/>
            <a:endParaRPr lang="en-US" altLang="en-US"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98" name="Rectangle 2">
            <a:extLst>
              <a:ext uri="{FF2B5EF4-FFF2-40B4-BE49-F238E27FC236}">
                <a16:creationId xmlns:a16="http://schemas.microsoft.com/office/drawing/2014/main" id="{6F0482D5-305C-412C-8F42-1889655C0A0F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1100" y="696913"/>
            <a:ext cx="4648200" cy="3486150"/>
          </a:xfrm>
          <a:prstGeom prst="rect">
            <a:avLst/>
          </a:prstGeo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55299" name="Rectangle 3">
            <a:extLst>
              <a:ext uri="{FF2B5EF4-FFF2-40B4-BE49-F238E27FC236}">
                <a16:creationId xmlns:a16="http://schemas.microsoft.com/office/drawing/2014/main" id="{CAECAB20-803D-471E-AF6C-99D1832D00B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701675" y="4416425"/>
            <a:ext cx="5607050" cy="4183063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eaLnBrk="1" hangingPunct="1"/>
            <a:endParaRPr lang="en-US" altLang="en-US"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538" name="Rectangle 2">
            <a:extLst>
              <a:ext uri="{FF2B5EF4-FFF2-40B4-BE49-F238E27FC236}">
                <a16:creationId xmlns:a16="http://schemas.microsoft.com/office/drawing/2014/main" id="{4198B11C-A25C-4534-8229-00B83CD3B25F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1100" y="696913"/>
            <a:ext cx="4648200" cy="3486150"/>
          </a:xfrm>
          <a:prstGeom prst="rect">
            <a:avLst/>
          </a:prstGeo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65539" name="Rectangle 3">
            <a:extLst>
              <a:ext uri="{FF2B5EF4-FFF2-40B4-BE49-F238E27FC236}">
                <a16:creationId xmlns:a16="http://schemas.microsoft.com/office/drawing/2014/main" id="{17D330DA-D20D-474C-8F99-2EC85443CCB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701675" y="4416425"/>
            <a:ext cx="5607050" cy="4183063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eaLnBrk="1" hangingPunct="1"/>
            <a:endParaRPr lang="en-US" altLang="en-US"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46" name="Rectangle 2">
            <a:extLst>
              <a:ext uri="{FF2B5EF4-FFF2-40B4-BE49-F238E27FC236}">
                <a16:creationId xmlns:a16="http://schemas.microsoft.com/office/drawing/2014/main" id="{C67428B6-C1C1-4D2C-AAD4-324D2E87AA11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1100" y="696913"/>
            <a:ext cx="4648200" cy="3486150"/>
          </a:xfrm>
          <a:prstGeom prst="rect">
            <a:avLst/>
          </a:prstGeo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57347" name="Rectangle 3">
            <a:extLst>
              <a:ext uri="{FF2B5EF4-FFF2-40B4-BE49-F238E27FC236}">
                <a16:creationId xmlns:a16="http://schemas.microsoft.com/office/drawing/2014/main" id="{4157CC1A-E369-4007-824C-2E2E1C9C1A9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701675" y="4416425"/>
            <a:ext cx="5607050" cy="4183063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eaLnBrk="1" hangingPunct="1"/>
            <a:endParaRPr lang="en-US" altLang="en-US"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94" name="Rectangle 2">
            <a:extLst>
              <a:ext uri="{FF2B5EF4-FFF2-40B4-BE49-F238E27FC236}">
                <a16:creationId xmlns:a16="http://schemas.microsoft.com/office/drawing/2014/main" id="{2C2B01E3-D7D8-462C-86B6-7E7981773639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1100" y="696913"/>
            <a:ext cx="4648200" cy="3486150"/>
          </a:xfrm>
          <a:prstGeom prst="rect">
            <a:avLst/>
          </a:prstGeo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59395" name="Rectangle 3">
            <a:extLst>
              <a:ext uri="{FF2B5EF4-FFF2-40B4-BE49-F238E27FC236}">
                <a16:creationId xmlns:a16="http://schemas.microsoft.com/office/drawing/2014/main" id="{1038FB14-7560-4C3B-B9EC-ECE2941089C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701675" y="4416425"/>
            <a:ext cx="5607050" cy="4183063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eaLnBrk="1" hangingPunct="1"/>
            <a:endParaRPr lang="en-US" altLang="en-US"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86" name="Rectangle 2">
            <a:extLst>
              <a:ext uri="{FF2B5EF4-FFF2-40B4-BE49-F238E27FC236}">
                <a16:creationId xmlns:a16="http://schemas.microsoft.com/office/drawing/2014/main" id="{7C436ECF-3E6B-4665-ABA7-2794B6014A8B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1100" y="696913"/>
            <a:ext cx="4648200" cy="3486150"/>
          </a:xfrm>
          <a:prstGeom prst="rect">
            <a:avLst/>
          </a:prstGeo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67587" name="Rectangle 3">
            <a:extLst>
              <a:ext uri="{FF2B5EF4-FFF2-40B4-BE49-F238E27FC236}">
                <a16:creationId xmlns:a16="http://schemas.microsoft.com/office/drawing/2014/main" id="{74F64F6E-FD33-4346-A98A-105E3019BB01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701675" y="4416425"/>
            <a:ext cx="5607050" cy="4183063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eaLnBrk="1" hangingPunct="1"/>
            <a:endParaRPr lang="en-US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FEBF3316-E646-42D9-8491-E12A9C404870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5E673751-D0D4-43BF-9E1A-72989C9732C7}"/>
              </a:ext>
            </a:extLst>
          </p:cNvPr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8F9D4E20-2045-446F-8110-A1D77EC4BE8C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6" name="Rectangle 8">
            <a:extLst>
              <a:ext uri="{FF2B5EF4-FFF2-40B4-BE49-F238E27FC236}">
                <a16:creationId xmlns:a16="http://schemas.microsoft.com/office/drawing/2014/main" id="{478EFA95-EF3B-4222-A3CA-5E10D92C5BCA}"/>
              </a:ext>
            </a:extLst>
          </p:cNvPr>
          <p:cNvSpPr>
            <a:spLocks noGrp="1" noChangeArrowheads="1"/>
          </p:cNvSpPr>
          <p:nvPr>
            <p:ph type="ftr" sz="quarter" idx="12"/>
          </p:nvPr>
        </p:nvSpPr>
        <p:spPr>
          <a:ln/>
        </p:spPr>
        <p:txBody>
          <a:bodyPr/>
          <a:lstStyle>
            <a:lvl1pPr>
              <a:defRPr b="0">
                <a:latin typeface="Tahoma" pitchFamily="34" charset="0"/>
              </a:defRPr>
            </a:lvl1pPr>
          </a:lstStyle>
          <a:p>
            <a:pPr>
              <a:defRPr/>
            </a:pPr>
            <a:endParaRPr lang="en-US" altLang="en-US" b="1">
              <a:latin typeface="+mn-lt"/>
            </a:endParaRPr>
          </a:p>
          <a:p>
            <a:pPr>
              <a:defRPr/>
            </a:pPr>
            <a:endParaRPr lang="en-US" altLang="en-US"/>
          </a:p>
          <a:p>
            <a:pPr>
              <a:defRPr/>
            </a:pPr>
            <a:endParaRPr lang="en-US" altLang="en-US" b="1"/>
          </a:p>
          <a:p>
            <a:pPr>
              <a:defRPr/>
            </a:pPr>
            <a:r>
              <a:rPr lang="en-US" altLang="en-US" b="1"/>
              <a:t>© A+ Computer Science  -  www.apluscompsci.com</a:t>
            </a:r>
          </a:p>
        </p:txBody>
      </p:sp>
    </p:spTree>
    <p:extLst>
      <p:ext uri="{BB962C8B-B14F-4D97-AF65-F5344CB8AC3E}">
        <p14:creationId xmlns:p14="http://schemas.microsoft.com/office/powerpoint/2010/main" val="35808883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31B63385-1929-4C1F-A072-F78EEB738655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E3D53940-8057-45C2-9093-55DACDCF9F3C}"/>
              </a:ext>
            </a:extLst>
          </p:cNvPr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B55221E9-ABCE-473C-8C79-A8DF224B52F9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6" name="Rectangle 8">
            <a:extLst>
              <a:ext uri="{FF2B5EF4-FFF2-40B4-BE49-F238E27FC236}">
                <a16:creationId xmlns:a16="http://schemas.microsoft.com/office/drawing/2014/main" id="{CBE5D1C3-C3DF-45BD-8F37-37681FF5C2A9}"/>
              </a:ext>
            </a:extLst>
          </p:cNvPr>
          <p:cNvSpPr>
            <a:spLocks noGrp="1" noChangeArrowheads="1"/>
          </p:cNvSpPr>
          <p:nvPr>
            <p:ph type="ftr" sz="quarter" idx="12"/>
          </p:nvPr>
        </p:nvSpPr>
        <p:spPr>
          <a:ln/>
        </p:spPr>
        <p:txBody>
          <a:bodyPr/>
          <a:lstStyle>
            <a:lvl1pPr>
              <a:defRPr b="0">
                <a:latin typeface="Tahoma" pitchFamily="34" charset="0"/>
              </a:defRPr>
            </a:lvl1pPr>
          </a:lstStyle>
          <a:p>
            <a:pPr>
              <a:defRPr/>
            </a:pPr>
            <a:endParaRPr lang="en-US" altLang="en-US" b="1">
              <a:latin typeface="+mn-lt"/>
            </a:endParaRPr>
          </a:p>
          <a:p>
            <a:pPr>
              <a:defRPr/>
            </a:pPr>
            <a:endParaRPr lang="en-US" altLang="en-US"/>
          </a:p>
          <a:p>
            <a:pPr>
              <a:defRPr/>
            </a:pPr>
            <a:endParaRPr lang="en-US" altLang="en-US" b="1"/>
          </a:p>
          <a:p>
            <a:pPr>
              <a:defRPr/>
            </a:pPr>
            <a:r>
              <a:rPr lang="en-US" altLang="en-US" b="1"/>
              <a:t>© A+ Computer Science  -  www.apluscompsci.com</a:t>
            </a:r>
          </a:p>
        </p:txBody>
      </p:sp>
    </p:spTree>
    <p:extLst>
      <p:ext uri="{BB962C8B-B14F-4D97-AF65-F5344CB8AC3E}">
        <p14:creationId xmlns:p14="http://schemas.microsoft.com/office/powerpoint/2010/main" val="21451620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8D5728C1-44C7-4F0A-89DF-771925D485AF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43D13E40-E81D-4E96-9021-2A0B3C574142}"/>
              </a:ext>
            </a:extLst>
          </p:cNvPr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02DCF54-775B-4199-891C-34263C8AF263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6" name="Rectangle 8">
            <a:extLst>
              <a:ext uri="{FF2B5EF4-FFF2-40B4-BE49-F238E27FC236}">
                <a16:creationId xmlns:a16="http://schemas.microsoft.com/office/drawing/2014/main" id="{3A82CD45-B035-427B-88B8-394645F8E13A}"/>
              </a:ext>
            </a:extLst>
          </p:cNvPr>
          <p:cNvSpPr>
            <a:spLocks noGrp="1" noChangeArrowheads="1"/>
          </p:cNvSpPr>
          <p:nvPr>
            <p:ph type="ftr" sz="quarter" idx="12"/>
          </p:nvPr>
        </p:nvSpPr>
        <p:spPr>
          <a:ln/>
        </p:spPr>
        <p:txBody>
          <a:bodyPr/>
          <a:lstStyle>
            <a:lvl1pPr>
              <a:defRPr b="0">
                <a:latin typeface="Tahoma" pitchFamily="34" charset="0"/>
              </a:defRPr>
            </a:lvl1pPr>
          </a:lstStyle>
          <a:p>
            <a:pPr>
              <a:defRPr/>
            </a:pPr>
            <a:endParaRPr lang="en-US" altLang="en-US" b="1">
              <a:latin typeface="+mn-lt"/>
            </a:endParaRPr>
          </a:p>
          <a:p>
            <a:pPr>
              <a:defRPr/>
            </a:pPr>
            <a:endParaRPr lang="en-US" altLang="en-US"/>
          </a:p>
          <a:p>
            <a:pPr>
              <a:defRPr/>
            </a:pPr>
            <a:endParaRPr lang="en-US" altLang="en-US" b="1"/>
          </a:p>
          <a:p>
            <a:pPr>
              <a:defRPr/>
            </a:pPr>
            <a:r>
              <a:rPr lang="en-US" altLang="en-US" b="1"/>
              <a:t>© A+ Computer Science  -  www.apluscompsci.com</a:t>
            </a:r>
          </a:p>
        </p:txBody>
      </p:sp>
    </p:spTree>
    <p:extLst>
      <p:ext uri="{BB962C8B-B14F-4D97-AF65-F5344CB8AC3E}">
        <p14:creationId xmlns:p14="http://schemas.microsoft.com/office/powerpoint/2010/main" val="6529710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F862C17-16AA-4F13-81AB-C05410E03BD8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5D66B823-CA31-4381-B375-435BACEB3E91}"/>
              </a:ext>
            </a:extLst>
          </p:cNvPr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32B4E660-17D2-40E5-B3BD-BC03864065E1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7" name="Rectangle 8">
            <a:extLst>
              <a:ext uri="{FF2B5EF4-FFF2-40B4-BE49-F238E27FC236}">
                <a16:creationId xmlns:a16="http://schemas.microsoft.com/office/drawing/2014/main" id="{63458B24-48D2-43F1-BC11-4E230F00F90D}"/>
              </a:ext>
            </a:extLst>
          </p:cNvPr>
          <p:cNvSpPr>
            <a:spLocks noGrp="1" noChangeArrowheads="1"/>
          </p:cNvSpPr>
          <p:nvPr>
            <p:ph type="ftr" sz="quarter" idx="12"/>
          </p:nvPr>
        </p:nvSpPr>
        <p:spPr>
          <a:ln/>
        </p:spPr>
        <p:txBody>
          <a:bodyPr/>
          <a:lstStyle>
            <a:lvl1pPr>
              <a:defRPr b="0">
                <a:latin typeface="Tahoma" pitchFamily="34" charset="0"/>
              </a:defRPr>
            </a:lvl1pPr>
          </a:lstStyle>
          <a:p>
            <a:pPr>
              <a:defRPr/>
            </a:pPr>
            <a:endParaRPr lang="en-US" altLang="en-US" b="1">
              <a:latin typeface="+mn-lt"/>
            </a:endParaRPr>
          </a:p>
          <a:p>
            <a:pPr>
              <a:defRPr/>
            </a:pPr>
            <a:endParaRPr lang="en-US" altLang="en-US"/>
          </a:p>
          <a:p>
            <a:pPr>
              <a:defRPr/>
            </a:pPr>
            <a:endParaRPr lang="en-US" altLang="en-US" b="1"/>
          </a:p>
          <a:p>
            <a:pPr>
              <a:defRPr/>
            </a:pPr>
            <a:r>
              <a:rPr lang="en-US" altLang="en-US" b="1"/>
              <a:t>© A+ Computer Science  -  www.apluscompsci.com</a:t>
            </a:r>
          </a:p>
        </p:txBody>
      </p:sp>
    </p:spTree>
    <p:extLst>
      <p:ext uri="{BB962C8B-B14F-4D97-AF65-F5344CB8AC3E}">
        <p14:creationId xmlns:p14="http://schemas.microsoft.com/office/powerpoint/2010/main" val="31682944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314294D4-68DB-4E20-9466-9928CD60440A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8" name="Rectangle 6">
            <a:extLst>
              <a:ext uri="{FF2B5EF4-FFF2-40B4-BE49-F238E27FC236}">
                <a16:creationId xmlns:a16="http://schemas.microsoft.com/office/drawing/2014/main" id="{4CEEA9B9-4060-44F3-9AD7-4B900F08EF45}"/>
              </a:ext>
            </a:extLst>
          </p:cNvPr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EEB224B-3A84-4B86-87F2-077C1E787C55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85BF0EF-3CEB-41B1-8AD1-F127147BBB86}"/>
              </a:ext>
            </a:extLst>
          </p:cNvPr>
          <p:cNvSpPr>
            <a:spLocks noGrp="1" noChangeArrowheads="1"/>
          </p:cNvSpPr>
          <p:nvPr>
            <p:ph type="ftr" sz="quarter" idx="12"/>
          </p:nvPr>
        </p:nvSpPr>
        <p:spPr>
          <a:ln/>
        </p:spPr>
        <p:txBody>
          <a:bodyPr/>
          <a:lstStyle>
            <a:lvl1pPr>
              <a:defRPr b="0">
                <a:latin typeface="Tahoma" pitchFamily="34" charset="0"/>
              </a:defRPr>
            </a:lvl1pPr>
          </a:lstStyle>
          <a:p>
            <a:pPr>
              <a:defRPr/>
            </a:pPr>
            <a:endParaRPr lang="en-US" altLang="en-US" b="1">
              <a:latin typeface="+mn-lt"/>
            </a:endParaRPr>
          </a:p>
          <a:p>
            <a:pPr>
              <a:defRPr/>
            </a:pPr>
            <a:endParaRPr lang="en-US" altLang="en-US"/>
          </a:p>
          <a:p>
            <a:pPr>
              <a:defRPr/>
            </a:pPr>
            <a:endParaRPr lang="en-US" altLang="en-US" b="1"/>
          </a:p>
          <a:p>
            <a:pPr>
              <a:defRPr/>
            </a:pPr>
            <a:r>
              <a:rPr lang="en-US" altLang="en-US" b="1"/>
              <a:t>© A+ Computer Science  -  www.apluscompsci.com</a:t>
            </a:r>
          </a:p>
        </p:txBody>
      </p:sp>
    </p:spTree>
    <p:extLst>
      <p:ext uri="{BB962C8B-B14F-4D97-AF65-F5344CB8AC3E}">
        <p14:creationId xmlns:p14="http://schemas.microsoft.com/office/powerpoint/2010/main" val="28357543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Rectangle 4">
            <a:extLst>
              <a:ext uri="{FF2B5EF4-FFF2-40B4-BE49-F238E27FC236}">
                <a16:creationId xmlns:a16="http://schemas.microsoft.com/office/drawing/2014/main" id="{17DE7DEE-5D88-4355-BDE6-BBA7ED7B54C9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AA287BB4-C04A-47E1-A1F6-23F2C7A4A1A9}"/>
              </a:ext>
            </a:extLst>
          </p:cNvPr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3DBE6CE5-F13E-4D24-BA7C-643E41200ECA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5" name="Rectangle 8">
            <a:extLst>
              <a:ext uri="{FF2B5EF4-FFF2-40B4-BE49-F238E27FC236}">
                <a16:creationId xmlns:a16="http://schemas.microsoft.com/office/drawing/2014/main" id="{CD73FFD8-3921-48F3-8003-26A59728B261}"/>
              </a:ext>
            </a:extLst>
          </p:cNvPr>
          <p:cNvSpPr>
            <a:spLocks noGrp="1" noChangeArrowheads="1"/>
          </p:cNvSpPr>
          <p:nvPr>
            <p:ph type="ftr" sz="quarter" idx="12"/>
          </p:nvPr>
        </p:nvSpPr>
        <p:spPr>
          <a:ln/>
        </p:spPr>
        <p:txBody>
          <a:bodyPr/>
          <a:lstStyle>
            <a:lvl1pPr>
              <a:defRPr b="0">
                <a:latin typeface="Tahoma" pitchFamily="34" charset="0"/>
              </a:defRPr>
            </a:lvl1pPr>
          </a:lstStyle>
          <a:p>
            <a:pPr>
              <a:defRPr/>
            </a:pPr>
            <a:endParaRPr lang="en-US" altLang="en-US" b="1">
              <a:latin typeface="+mn-lt"/>
            </a:endParaRPr>
          </a:p>
          <a:p>
            <a:pPr>
              <a:defRPr/>
            </a:pPr>
            <a:endParaRPr lang="en-US" altLang="en-US"/>
          </a:p>
          <a:p>
            <a:pPr>
              <a:defRPr/>
            </a:pPr>
            <a:endParaRPr lang="en-US" altLang="en-US" b="1"/>
          </a:p>
          <a:p>
            <a:pPr>
              <a:defRPr/>
            </a:pPr>
            <a:r>
              <a:rPr lang="en-US" altLang="en-US" b="1"/>
              <a:t>© A+ Computer Science  -  www.apluscompsci.com</a:t>
            </a:r>
          </a:p>
        </p:txBody>
      </p:sp>
    </p:spTree>
    <p:extLst>
      <p:ext uri="{BB962C8B-B14F-4D97-AF65-F5344CB8AC3E}">
        <p14:creationId xmlns:p14="http://schemas.microsoft.com/office/powerpoint/2010/main" val="32505892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>
            <a:extLst>
              <a:ext uri="{FF2B5EF4-FFF2-40B4-BE49-F238E27FC236}">
                <a16:creationId xmlns:a16="http://schemas.microsoft.com/office/drawing/2014/main" id="{3E5B0FDC-0D0A-4406-BEE6-E8698520D552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3" name="Rectangle 6">
            <a:extLst>
              <a:ext uri="{FF2B5EF4-FFF2-40B4-BE49-F238E27FC236}">
                <a16:creationId xmlns:a16="http://schemas.microsoft.com/office/drawing/2014/main" id="{263FDAF6-65D3-4AE7-B413-A26956CCB680}"/>
              </a:ext>
            </a:extLst>
          </p:cNvPr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DE82FFA-A343-41F8-A944-CCDE55561D46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4" name="Rectangle 8">
            <a:extLst>
              <a:ext uri="{FF2B5EF4-FFF2-40B4-BE49-F238E27FC236}">
                <a16:creationId xmlns:a16="http://schemas.microsoft.com/office/drawing/2014/main" id="{421D90BC-2638-46DE-9682-9F668B9CD7A2}"/>
              </a:ext>
            </a:extLst>
          </p:cNvPr>
          <p:cNvSpPr>
            <a:spLocks noGrp="1" noChangeArrowheads="1"/>
          </p:cNvSpPr>
          <p:nvPr>
            <p:ph type="ftr" sz="quarter" idx="12"/>
          </p:nvPr>
        </p:nvSpPr>
        <p:spPr>
          <a:ln/>
        </p:spPr>
        <p:txBody>
          <a:bodyPr/>
          <a:lstStyle>
            <a:lvl1pPr>
              <a:defRPr b="0">
                <a:latin typeface="Tahoma" pitchFamily="34" charset="0"/>
              </a:defRPr>
            </a:lvl1pPr>
          </a:lstStyle>
          <a:p>
            <a:pPr>
              <a:defRPr/>
            </a:pPr>
            <a:endParaRPr lang="en-US" altLang="en-US" b="1">
              <a:latin typeface="+mn-lt"/>
            </a:endParaRPr>
          </a:p>
          <a:p>
            <a:pPr>
              <a:defRPr/>
            </a:pPr>
            <a:endParaRPr lang="en-US" altLang="en-US"/>
          </a:p>
          <a:p>
            <a:pPr>
              <a:defRPr/>
            </a:pPr>
            <a:endParaRPr lang="en-US" altLang="en-US" b="1"/>
          </a:p>
          <a:p>
            <a:pPr>
              <a:defRPr/>
            </a:pPr>
            <a:r>
              <a:rPr lang="en-US" altLang="en-US" b="1"/>
              <a:t>© A+ Computer Science  -  www.apluscompsci.com</a:t>
            </a:r>
          </a:p>
        </p:txBody>
      </p:sp>
    </p:spTree>
    <p:extLst>
      <p:ext uri="{BB962C8B-B14F-4D97-AF65-F5344CB8AC3E}">
        <p14:creationId xmlns:p14="http://schemas.microsoft.com/office/powerpoint/2010/main" val="24097020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84B4995-4616-4DE8-AD50-3A73A7367A6A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84052D76-1CB4-4CD5-9C04-7754CA0B17D3}"/>
              </a:ext>
            </a:extLst>
          </p:cNvPr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E9CD2388-4565-4435-8190-53E6AAE269A4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7" name="Rectangle 8">
            <a:extLst>
              <a:ext uri="{FF2B5EF4-FFF2-40B4-BE49-F238E27FC236}">
                <a16:creationId xmlns:a16="http://schemas.microsoft.com/office/drawing/2014/main" id="{546DBB93-3436-4DC8-AEC3-7C8388C08ECD}"/>
              </a:ext>
            </a:extLst>
          </p:cNvPr>
          <p:cNvSpPr>
            <a:spLocks noGrp="1" noChangeArrowheads="1"/>
          </p:cNvSpPr>
          <p:nvPr>
            <p:ph type="ftr" sz="quarter" idx="12"/>
          </p:nvPr>
        </p:nvSpPr>
        <p:spPr>
          <a:ln/>
        </p:spPr>
        <p:txBody>
          <a:bodyPr/>
          <a:lstStyle>
            <a:lvl1pPr>
              <a:defRPr b="0">
                <a:latin typeface="Tahoma" pitchFamily="34" charset="0"/>
              </a:defRPr>
            </a:lvl1pPr>
          </a:lstStyle>
          <a:p>
            <a:pPr>
              <a:defRPr/>
            </a:pPr>
            <a:endParaRPr lang="en-US" altLang="en-US" b="1">
              <a:latin typeface="+mn-lt"/>
            </a:endParaRPr>
          </a:p>
          <a:p>
            <a:pPr>
              <a:defRPr/>
            </a:pPr>
            <a:endParaRPr lang="en-US" altLang="en-US"/>
          </a:p>
          <a:p>
            <a:pPr>
              <a:defRPr/>
            </a:pPr>
            <a:endParaRPr lang="en-US" altLang="en-US" b="1"/>
          </a:p>
          <a:p>
            <a:pPr>
              <a:defRPr/>
            </a:pPr>
            <a:r>
              <a:rPr lang="en-US" altLang="en-US" b="1"/>
              <a:t>© A+ Computer Science  -  www.apluscompsci.com</a:t>
            </a:r>
          </a:p>
        </p:txBody>
      </p:sp>
    </p:spTree>
    <p:extLst>
      <p:ext uri="{BB962C8B-B14F-4D97-AF65-F5344CB8AC3E}">
        <p14:creationId xmlns:p14="http://schemas.microsoft.com/office/powerpoint/2010/main" val="39555249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00B9C28-A8D0-44D8-B8C9-05BB457440F9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A28E2729-0597-4F39-A654-EAFB0AEB31E9}"/>
              </a:ext>
            </a:extLst>
          </p:cNvPr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849B5FFE-6466-4B74-B71A-09E45EE1709C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7" name="Rectangle 8">
            <a:extLst>
              <a:ext uri="{FF2B5EF4-FFF2-40B4-BE49-F238E27FC236}">
                <a16:creationId xmlns:a16="http://schemas.microsoft.com/office/drawing/2014/main" id="{D3E93671-63A0-4C1C-889D-F441D74F3634}"/>
              </a:ext>
            </a:extLst>
          </p:cNvPr>
          <p:cNvSpPr>
            <a:spLocks noGrp="1" noChangeArrowheads="1"/>
          </p:cNvSpPr>
          <p:nvPr>
            <p:ph type="ftr" sz="quarter" idx="12"/>
          </p:nvPr>
        </p:nvSpPr>
        <p:spPr>
          <a:ln/>
        </p:spPr>
        <p:txBody>
          <a:bodyPr/>
          <a:lstStyle>
            <a:lvl1pPr>
              <a:defRPr b="0">
                <a:latin typeface="Tahoma" pitchFamily="34" charset="0"/>
              </a:defRPr>
            </a:lvl1pPr>
          </a:lstStyle>
          <a:p>
            <a:pPr>
              <a:defRPr/>
            </a:pPr>
            <a:endParaRPr lang="en-US" altLang="en-US" b="1">
              <a:latin typeface="+mn-lt"/>
            </a:endParaRPr>
          </a:p>
          <a:p>
            <a:pPr>
              <a:defRPr/>
            </a:pPr>
            <a:endParaRPr lang="en-US" altLang="en-US"/>
          </a:p>
          <a:p>
            <a:pPr>
              <a:defRPr/>
            </a:pPr>
            <a:endParaRPr lang="en-US" altLang="en-US" b="1"/>
          </a:p>
          <a:p>
            <a:pPr>
              <a:defRPr/>
            </a:pPr>
            <a:r>
              <a:rPr lang="en-US" altLang="en-US" b="1"/>
              <a:t>© A+ Computer Science  -  www.apluscompsci.com</a:t>
            </a:r>
          </a:p>
        </p:txBody>
      </p:sp>
    </p:spTree>
    <p:extLst>
      <p:ext uri="{BB962C8B-B14F-4D97-AF65-F5344CB8AC3E}">
        <p14:creationId xmlns:p14="http://schemas.microsoft.com/office/powerpoint/2010/main" val="22600035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6B0B54FB-B5E1-45CF-B97A-22EA9CBC1C1C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581E3E92-8E25-42AD-8604-44398226F730}"/>
              </a:ext>
            </a:extLst>
          </p:cNvPr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7C02501B-F662-4AD6-943B-F6AA86CA3457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6" name="Rectangle 8">
            <a:extLst>
              <a:ext uri="{FF2B5EF4-FFF2-40B4-BE49-F238E27FC236}">
                <a16:creationId xmlns:a16="http://schemas.microsoft.com/office/drawing/2014/main" id="{32EEEAFE-5003-4CAB-AD93-494549780587}"/>
              </a:ext>
            </a:extLst>
          </p:cNvPr>
          <p:cNvSpPr>
            <a:spLocks noGrp="1" noChangeArrowheads="1"/>
          </p:cNvSpPr>
          <p:nvPr>
            <p:ph type="ftr" sz="quarter" idx="12"/>
          </p:nvPr>
        </p:nvSpPr>
        <p:spPr>
          <a:ln/>
        </p:spPr>
        <p:txBody>
          <a:bodyPr/>
          <a:lstStyle>
            <a:lvl1pPr>
              <a:defRPr b="0">
                <a:latin typeface="Tahoma" pitchFamily="34" charset="0"/>
              </a:defRPr>
            </a:lvl1pPr>
          </a:lstStyle>
          <a:p>
            <a:pPr>
              <a:defRPr/>
            </a:pPr>
            <a:endParaRPr lang="en-US" altLang="en-US" b="1">
              <a:latin typeface="+mn-lt"/>
            </a:endParaRPr>
          </a:p>
          <a:p>
            <a:pPr>
              <a:defRPr/>
            </a:pPr>
            <a:endParaRPr lang="en-US" altLang="en-US"/>
          </a:p>
          <a:p>
            <a:pPr>
              <a:defRPr/>
            </a:pPr>
            <a:endParaRPr lang="en-US" altLang="en-US" b="1"/>
          </a:p>
          <a:p>
            <a:pPr>
              <a:defRPr/>
            </a:pPr>
            <a:r>
              <a:rPr lang="en-US" altLang="en-US" b="1"/>
              <a:t>© A+ Computer Science  -  www.apluscompsci.com</a:t>
            </a:r>
          </a:p>
        </p:txBody>
      </p:sp>
    </p:spTree>
    <p:extLst>
      <p:ext uri="{BB962C8B-B14F-4D97-AF65-F5344CB8AC3E}">
        <p14:creationId xmlns:p14="http://schemas.microsoft.com/office/powerpoint/2010/main" val="3466111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15100" y="609600"/>
            <a:ext cx="1943100" cy="54864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609600"/>
            <a:ext cx="5676900" cy="54864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628D8E88-BFE0-4946-B9AE-309086958825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20FCD7A5-36D9-4313-850C-87B15B5D368A}"/>
              </a:ext>
            </a:extLst>
          </p:cNvPr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0B77F7B4-CAB9-4642-B967-205A05C54946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6" name="Rectangle 8">
            <a:extLst>
              <a:ext uri="{FF2B5EF4-FFF2-40B4-BE49-F238E27FC236}">
                <a16:creationId xmlns:a16="http://schemas.microsoft.com/office/drawing/2014/main" id="{6125898C-59DC-447A-A842-049798986F51}"/>
              </a:ext>
            </a:extLst>
          </p:cNvPr>
          <p:cNvSpPr>
            <a:spLocks noGrp="1" noChangeArrowheads="1"/>
          </p:cNvSpPr>
          <p:nvPr>
            <p:ph type="ftr" sz="quarter" idx="12"/>
          </p:nvPr>
        </p:nvSpPr>
        <p:spPr>
          <a:ln/>
        </p:spPr>
        <p:txBody>
          <a:bodyPr/>
          <a:lstStyle>
            <a:lvl1pPr>
              <a:defRPr b="0">
                <a:latin typeface="Tahoma" pitchFamily="34" charset="0"/>
              </a:defRPr>
            </a:lvl1pPr>
          </a:lstStyle>
          <a:p>
            <a:pPr>
              <a:defRPr/>
            </a:pPr>
            <a:endParaRPr lang="en-US" altLang="en-US" b="1">
              <a:latin typeface="+mn-lt"/>
            </a:endParaRPr>
          </a:p>
          <a:p>
            <a:pPr>
              <a:defRPr/>
            </a:pPr>
            <a:endParaRPr lang="en-US" altLang="en-US"/>
          </a:p>
          <a:p>
            <a:pPr>
              <a:defRPr/>
            </a:pPr>
            <a:endParaRPr lang="en-US" altLang="en-US" b="1"/>
          </a:p>
          <a:p>
            <a:pPr>
              <a:defRPr/>
            </a:pPr>
            <a:r>
              <a:rPr lang="en-US" altLang="en-US" b="1"/>
              <a:t>© A+ Computer Science  -  www.apluscompsci.com</a:t>
            </a:r>
          </a:p>
        </p:txBody>
      </p:sp>
    </p:spTree>
    <p:extLst>
      <p:ext uri="{BB962C8B-B14F-4D97-AF65-F5344CB8AC3E}">
        <p14:creationId xmlns:p14="http://schemas.microsoft.com/office/powerpoint/2010/main" val="93700308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Pr>
        <a:blipFill dpi="0" rotWithShape="0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23"/>
          <p:cNvGrpSpPr>
            <a:grpSpLocks/>
          </p:cNvGrpSpPr>
          <p:nvPr/>
        </p:nvGrpSpPr>
        <p:grpSpPr bwMode="auto">
          <a:xfrm>
            <a:off x="-9525" y="0"/>
            <a:ext cx="9169400" cy="533400"/>
            <a:chOff x="-6" y="-180"/>
            <a:chExt cx="5776" cy="516"/>
          </a:xfrm>
        </p:grpSpPr>
        <p:sp>
          <p:nvSpPr>
            <p:cNvPr id="5" name="Freeform 4"/>
            <p:cNvSpPr>
              <a:spLocks/>
            </p:cNvSpPr>
            <p:nvPr/>
          </p:nvSpPr>
          <p:spPr bwMode="auto">
            <a:xfrm>
              <a:off x="-6" y="-180"/>
              <a:ext cx="5772" cy="516"/>
            </a:xfrm>
            <a:custGeom>
              <a:avLst>
                <a:gd name="A1" fmla="val 0"/>
                <a:gd name="A2" fmla="val 0"/>
                <a:gd name="A3" fmla="val 0"/>
                <a:gd name="A4" fmla="val 0"/>
                <a:gd name="A5" fmla="val 0"/>
                <a:gd name="A6" fmla="val 0"/>
                <a:gd name="A7" fmla="val 0"/>
                <a:gd name="A8" fmla="val 0"/>
              </a:avLst>
              <a:gdLst/>
              <a:ahLst/>
              <a:cxnLst>
                <a:cxn ang="0">
                  <a:pos x="6" y="2"/>
                </a:cxn>
                <a:cxn ang="0">
                  <a:pos x="2542" y="0"/>
                </a:cxn>
                <a:cxn ang="0">
                  <a:pos x="4374" y="367"/>
                </a:cxn>
                <a:cxn ang="0">
                  <a:pos x="5766" y="55"/>
                </a:cxn>
                <a:cxn ang="0">
                  <a:pos x="5772" y="213"/>
                </a:cxn>
                <a:cxn ang="0">
                  <a:pos x="4302" y="439"/>
                </a:cxn>
                <a:cxn ang="0">
                  <a:pos x="1488" y="201"/>
                </a:cxn>
                <a:cxn ang="0">
                  <a:pos x="0" y="656"/>
                </a:cxn>
                <a:cxn ang="0">
                  <a:pos x="6" y="2"/>
                </a:cxn>
              </a:cxnLst>
              <a:rect l="0" t="0" r="0" b="0"/>
              <a:pathLst>
                <a:path w="5772" h="656">
                  <a:moveTo>
                    <a:pt x="6" y="2"/>
                  </a:moveTo>
                  <a:lnTo>
                    <a:pt x="2542" y="0"/>
                  </a:lnTo>
                  <a:cubicBezTo>
                    <a:pt x="2746" y="101"/>
                    <a:pt x="3828" y="367"/>
                    <a:pt x="4374" y="367"/>
                  </a:cubicBezTo>
                  <a:cubicBezTo>
                    <a:pt x="4920" y="367"/>
                    <a:pt x="5526" y="152"/>
                    <a:pt x="5766" y="55"/>
                  </a:cubicBezTo>
                  <a:lnTo>
                    <a:pt x="5772" y="213"/>
                  </a:lnTo>
                  <a:cubicBezTo>
                    <a:pt x="5670" y="257"/>
                    <a:pt x="5016" y="441"/>
                    <a:pt x="4302" y="439"/>
                  </a:cubicBezTo>
                  <a:cubicBezTo>
                    <a:pt x="3588" y="437"/>
                    <a:pt x="2205" y="165"/>
                    <a:pt x="1488" y="201"/>
                  </a:cubicBezTo>
                  <a:cubicBezTo>
                    <a:pt x="750" y="209"/>
                    <a:pt x="270" y="482"/>
                    <a:pt x="0" y="656"/>
                  </a:cubicBezTo>
                  <a:lnTo>
                    <a:pt x="6" y="2"/>
                  </a:lnTo>
                  <a:close/>
                </a:path>
              </a:pathLst>
            </a:custGeom>
            <a:gradFill>
              <a:gsLst>
                <a:gs pos="0">
                  <a:schemeClr val="accent2">
                    <a:shade val="50000"/>
                    <a:alpha val="45000"/>
                    <a:satMod val="120000"/>
                  </a:schemeClr>
                </a:gs>
                <a:gs pos="100000">
                  <a:schemeClr val="accent3">
                    <a:shade val="80000"/>
                    <a:alpha val="55000"/>
                    <a:satMod val="155000"/>
                  </a:schemeClr>
                </a:gs>
              </a:gsLst>
              <a:lin ang="5400000" scaled="1"/>
            </a:gra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latin typeface="+mn-lt"/>
                <a:ea typeface="+mn-ea"/>
                <a:cs typeface="Times New Roman" charset="0"/>
              </a:endParaRPr>
            </a:p>
          </p:txBody>
        </p:sp>
        <p:sp>
          <p:nvSpPr>
            <p:cNvPr id="6" name="Freeform 5"/>
            <p:cNvSpPr>
              <a:spLocks/>
            </p:cNvSpPr>
            <p:nvPr/>
          </p:nvSpPr>
          <p:spPr bwMode="auto">
            <a:xfrm>
              <a:off x="2688" y="-180"/>
              <a:ext cx="3072" cy="263"/>
            </a:xfrm>
            <a:custGeom>
              <a:avLst>
                <a:gd name="A1" fmla="val 0"/>
                <a:gd name="A2" fmla="val 0"/>
                <a:gd name="A3" fmla="val 0"/>
                <a:gd name="A4" fmla="val 0"/>
                <a:gd name="A5" fmla="val 0"/>
                <a:gd name="A6" fmla="val 0"/>
                <a:gd name="A7" fmla="val 0"/>
                <a:gd name="A8" fmla="val 0"/>
              </a:avLst>
              <a:gdLst/>
              <a:ahLst/>
              <a:cxnLst>
                <a:cxn ang="0">
                  <a:pos x="0" y="0"/>
                </a:cxn>
                <a:cxn ang="0">
                  <a:pos x="1668" y="564"/>
                </a:cxn>
                <a:cxn ang="0">
                  <a:pos x="3000" y="186"/>
                </a:cxn>
                <a:cxn ang="0">
                  <a:pos x="3000" y="6"/>
                </a:cxn>
                <a:cxn ang="0">
                  <a:pos x="0" y="0"/>
                </a:cxn>
              </a:cxnLst>
              <a:rect l="0" t="0" r="0" b="0"/>
              <a:pathLst>
                <a:path w="3000" h="595">
                  <a:moveTo>
                    <a:pt x="0" y="0"/>
                  </a:moveTo>
                  <a:cubicBezTo>
                    <a:pt x="174" y="102"/>
                    <a:pt x="1168" y="533"/>
                    <a:pt x="1668" y="564"/>
                  </a:cubicBezTo>
                  <a:cubicBezTo>
                    <a:pt x="2168" y="595"/>
                    <a:pt x="2778" y="279"/>
                    <a:pt x="3000" y="186"/>
                  </a:cubicBezTo>
                  <a:lnTo>
                    <a:pt x="3000" y="6"/>
                  </a:lnTo>
                  <a:lnTo>
                    <a:pt x="0" y="0"/>
                  </a:lnTo>
                  <a:close/>
                </a:path>
              </a:pathLst>
            </a:custGeom>
            <a:gradFill>
              <a:gsLst>
                <a:gs pos="0">
                  <a:schemeClr val="accent3">
                    <a:shade val="50000"/>
                    <a:alpha val="30000"/>
                    <a:satMod val="130000"/>
                  </a:schemeClr>
                </a:gs>
                <a:gs pos="80000">
                  <a:schemeClr val="accent2">
                    <a:shade val="75000"/>
                    <a:alpha val="45000"/>
                    <a:satMod val="140000"/>
                  </a:schemeClr>
                </a:gs>
              </a:gsLst>
              <a:lin ang="5400000" scaled="1"/>
            </a:gra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latin typeface="+mn-lt"/>
                <a:ea typeface="+mn-ea"/>
                <a:cs typeface="Times New Roman" charset="0"/>
              </a:endParaRPr>
            </a:p>
          </p:txBody>
        </p:sp>
        <p:grpSp>
          <p:nvGrpSpPr>
            <p:cNvPr id="7" name="Group 1"/>
            <p:cNvGrpSpPr>
              <a:grpSpLocks/>
            </p:cNvGrpSpPr>
            <p:nvPr/>
          </p:nvGrpSpPr>
          <p:grpSpPr bwMode="auto">
            <a:xfrm>
              <a:off x="0" y="-42"/>
              <a:ext cx="5770" cy="246"/>
              <a:chOff x="-13880" y="438044"/>
              <a:chExt cx="9173112" cy="427357"/>
            </a:xfrm>
          </p:grpSpPr>
          <p:sp>
            <p:nvSpPr>
              <p:cNvPr id="8" name="Freeform 7"/>
              <p:cNvSpPr>
                <a:spLocks/>
              </p:cNvSpPr>
              <p:nvPr/>
            </p:nvSpPr>
            <p:spPr bwMode="auto">
              <a:xfrm rot="21435692">
                <a:off x="-13880" y="438118"/>
                <a:ext cx="9173112" cy="427283"/>
              </a:xfrm>
              <a:custGeom>
                <a:avLst>
                  <a:gd name="A1" fmla="val 0"/>
                  <a:gd name="A2" fmla="val 0"/>
                  <a:gd name="A3" fmla="val 0"/>
                  <a:gd name="A4" fmla="val 0"/>
                  <a:gd name="A5" fmla="val 0"/>
                  <a:gd name="A6" fmla="val 0"/>
                  <a:gd name="A7" fmla="val 0"/>
                  <a:gd name="A8" fmla="val 0"/>
                </a:avLst>
                <a:gdLst/>
                <a:ahLst/>
                <a:cxnLst>
                  <a:cxn ang="0">
                    <a:pos x="0" y="966"/>
                  </a:cxn>
                  <a:cxn ang="0">
                    <a:pos x="1608" y="282"/>
                  </a:cxn>
                  <a:cxn ang="0">
                    <a:pos x="4110" y="1008"/>
                  </a:cxn>
                  <a:cxn ang="0">
                    <a:pos x="5772" y="0"/>
                  </a:cxn>
                </a:cxnLst>
                <a:rect l="0" t="0" r="0" b="0"/>
                <a:pathLst>
                  <a:path w="5772" h="1055">
                    <a:moveTo>
                      <a:pt x="0" y="966"/>
                    </a:moveTo>
                    <a:cubicBezTo>
                      <a:pt x="282" y="738"/>
                      <a:pt x="923" y="275"/>
                      <a:pt x="1608" y="282"/>
                    </a:cubicBezTo>
                    <a:cubicBezTo>
                      <a:pt x="2293" y="289"/>
                      <a:pt x="3416" y="1055"/>
                      <a:pt x="4110" y="1008"/>
                    </a:cubicBezTo>
                    <a:cubicBezTo>
                      <a:pt x="4804" y="961"/>
                      <a:pt x="5426" y="210"/>
                      <a:pt x="5772" y="0"/>
                    </a:cubicBezTo>
                  </a:path>
                </a:pathLst>
              </a:custGeom>
              <a:noFill/>
              <a:ln w="10795" cap="flat" cmpd="sng" algn="ctr">
                <a:gradFill>
                  <a:gsLst>
                    <a:gs pos="74000">
                      <a:schemeClr val="accent3">
                        <a:shade val="75000"/>
                      </a:schemeClr>
                    </a:gs>
                    <a:gs pos="86000">
                      <a:schemeClr val="tx1">
                        <a:alpha val="29000"/>
                      </a:schemeClr>
                    </a:gs>
                    <a:gs pos="16000">
                      <a:schemeClr val="accent2">
                        <a:shade val="75000"/>
                        <a:alpha val="56000"/>
                      </a:schemeClr>
                    </a:gs>
                  </a:gsLst>
                  <a:lin ang="5400000" scaled="1"/>
                </a:gra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/>
              <a:lstStyle>
                <a:lvl1pPr eaLnBrk="0" hangingPunct="0">
                  <a:defRPr sz="2000">
                    <a:solidFill>
                      <a:schemeClr val="tx1"/>
                    </a:solidFill>
                    <a:latin typeface="Verdana" charset="0"/>
                    <a:ea typeface="ＭＳ Ｐゴシック" charset="0"/>
                    <a:cs typeface="Times New Roman" charset="0"/>
                  </a:defRPr>
                </a:lvl1pPr>
                <a:lvl2pPr marL="37931725" indent="-37474525" eaLnBrk="0" hangingPunct="0">
                  <a:defRPr sz="2000">
                    <a:solidFill>
                      <a:schemeClr val="tx1"/>
                    </a:solidFill>
                    <a:latin typeface="Verdana" charset="0"/>
                    <a:ea typeface="Times New Roman" charset="0"/>
                    <a:cs typeface="Times New Roman" charset="0"/>
                  </a:defRPr>
                </a:lvl2pPr>
                <a:lvl3pPr eaLnBrk="0" hangingPunct="0">
                  <a:defRPr sz="2000">
                    <a:solidFill>
                      <a:schemeClr val="tx1"/>
                    </a:solidFill>
                    <a:latin typeface="Verdana" charset="0"/>
                    <a:ea typeface="Times New Roman" charset="0"/>
                    <a:cs typeface="Times New Roman" charset="0"/>
                  </a:defRPr>
                </a:lvl3pPr>
                <a:lvl4pPr eaLnBrk="0" hangingPunct="0">
                  <a:defRPr sz="2000">
                    <a:solidFill>
                      <a:schemeClr val="tx1"/>
                    </a:solidFill>
                    <a:latin typeface="Verdana" charset="0"/>
                    <a:ea typeface="Times New Roman" charset="0"/>
                    <a:cs typeface="Times New Roman" charset="0"/>
                  </a:defRPr>
                </a:lvl4pPr>
                <a:lvl5pPr eaLnBrk="0" hangingPunct="0">
                  <a:defRPr sz="2000">
                    <a:solidFill>
                      <a:schemeClr val="tx1"/>
                    </a:solidFill>
                    <a:latin typeface="Verdana" charset="0"/>
                    <a:ea typeface="Times New Roman" charset="0"/>
                    <a:cs typeface="Times New Roman" charset="0"/>
                  </a:defRPr>
                </a:lvl5pPr>
                <a:lvl6pPr marL="457200" eaLnBrk="0" fontAlgn="base" hangingPunct="0">
                  <a:spcBef>
                    <a:spcPts val="500"/>
                  </a:spcBef>
                  <a:spcAft>
                    <a:spcPct val="0"/>
                  </a:spcAft>
                  <a:defRPr sz="2000">
                    <a:solidFill>
                      <a:schemeClr val="tx1"/>
                    </a:solidFill>
                    <a:latin typeface="Verdana" charset="0"/>
                    <a:ea typeface="Times New Roman" charset="0"/>
                    <a:cs typeface="Times New Roman" charset="0"/>
                  </a:defRPr>
                </a:lvl6pPr>
                <a:lvl7pPr marL="914400" eaLnBrk="0" fontAlgn="base" hangingPunct="0">
                  <a:spcBef>
                    <a:spcPts val="500"/>
                  </a:spcBef>
                  <a:spcAft>
                    <a:spcPct val="0"/>
                  </a:spcAft>
                  <a:defRPr sz="2000">
                    <a:solidFill>
                      <a:schemeClr val="tx1"/>
                    </a:solidFill>
                    <a:latin typeface="Verdana" charset="0"/>
                    <a:ea typeface="Times New Roman" charset="0"/>
                    <a:cs typeface="Times New Roman" charset="0"/>
                  </a:defRPr>
                </a:lvl7pPr>
                <a:lvl8pPr marL="1371600" eaLnBrk="0" fontAlgn="base" hangingPunct="0">
                  <a:spcBef>
                    <a:spcPts val="500"/>
                  </a:spcBef>
                  <a:spcAft>
                    <a:spcPct val="0"/>
                  </a:spcAft>
                  <a:defRPr sz="2000">
                    <a:solidFill>
                      <a:schemeClr val="tx1"/>
                    </a:solidFill>
                    <a:latin typeface="Verdana" charset="0"/>
                    <a:ea typeface="Times New Roman" charset="0"/>
                    <a:cs typeface="Times New Roman" charset="0"/>
                  </a:defRPr>
                </a:lvl8pPr>
                <a:lvl9pPr marL="1828800" eaLnBrk="0" fontAlgn="base" hangingPunct="0">
                  <a:spcBef>
                    <a:spcPts val="500"/>
                  </a:spcBef>
                  <a:spcAft>
                    <a:spcPct val="0"/>
                  </a:spcAft>
                  <a:defRPr sz="2000">
                    <a:solidFill>
                      <a:schemeClr val="tx1"/>
                    </a:solidFill>
                    <a:latin typeface="Verdana" charset="0"/>
                    <a:ea typeface="Times New Roman" charset="0"/>
                    <a:cs typeface="Times New Roman" charset="0"/>
                  </a:defRPr>
                </a:lvl9pPr>
              </a:lstStyle>
              <a:p>
                <a:pPr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/>
              </a:p>
            </p:txBody>
          </p:sp>
          <p:sp>
            <p:nvSpPr>
              <p:cNvPr id="9" name="Freeform 8"/>
              <p:cNvSpPr>
                <a:spLocks/>
              </p:cNvSpPr>
              <p:nvPr/>
            </p:nvSpPr>
            <p:spPr bwMode="auto">
              <a:xfrm rot="21435692">
                <a:off x="-10858" y="438044"/>
                <a:ext cx="9169042" cy="382392"/>
              </a:xfrm>
              <a:custGeom>
                <a:avLst>
                  <a:gd name="A1" fmla="val 0"/>
                  <a:gd name="A2" fmla="val 0"/>
                  <a:gd name="A3" fmla="val 0"/>
                  <a:gd name="A4" fmla="val 0"/>
                  <a:gd name="A5" fmla="val 0"/>
                  <a:gd name="A6" fmla="val 0"/>
                  <a:gd name="A7" fmla="val 0"/>
                  <a:gd name="A8" fmla="val 0"/>
                </a:avLst>
                <a:gdLst/>
                <a:ahLst/>
                <a:cxnLst>
                  <a:cxn ang="0">
                    <a:pos x="0" y="732"/>
                  </a:cxn>
                  <a:cxn ang="0">
                    <a:pos x="1638" y="228"/>
                  </a:cxn>
                  <a:cxn ang="0">
                    <a:pos x="4122" y="816"/>
                  </a:cxn>
                  <a:cxn ang="0">
                    <a:pos x="5766" y="0"/>
                  </a:cxn>
                </a:cxnLst>
                <a:rect l="0" t="0" r="0" b="0"/>
                <a:pathLst>
                  <a:path w="5766" h="854">
                    <a:moveTo>
                      <a:pt x="0" y="732"/>
                    </a:moveTo>
                    <a:cubicBezTo>
                      <a:pt x="273" y="647"/>
                      <a:pt x="951" y="214"/>
                      <a:pt x="1638" y="228"/>
                    </a:cubicBezTo>
                    <a:cubicBezTo>
                      <a:pt x="2325" y="242"/>
                      <a:pt x="3434" y="854"/>
                      <a:pt x="4122" y="816"/>
                    </a:cubicBezTo>
                    <a:cubicBezTo>
                      <a:pt x="4810" y="778"/>
                      <a:pt x="5424" y="170"/>
                      <a:pt x="5766" y="0"/>
                    </a:cubicBezTo>
                  </a:path>
                </a:pathLst>
              </a:custGeom>
              <a:noFill/>
              <a:ln w="9525" cap="flat" cmpd="sng" algn="ctr">
                <a:gradFill>
                  <a:gsLst>
                    <a:gs pos="74000">
                      <a:schemeClr val="accent4"/>
                    </a:gs>
                    <a:gs pos="44000">
                      <a:schemeClr val="accent1"/>
                    </a:gs>
                    <a:gs pos="33000">
                      <a:schemeClr val="accent2">
                        <a:alpha val="56000"/>
                      </a:schemeClr>
                    </a:gs>
                  </a:gsLst>
                  <a:lin ang="5400000" scaled="1"/>
                </a:gra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/>
              <a:lstStyle>
                <a:lvl1pPr eaLnBrk="0" hangingPunct="0">
                  <a:defRPr sz="2000">
                    <a:solidFill>
                      <a:schemeClr val="tx1"/>
                    </a:solidFill>
                    <a:latin typeface="Verdana" charset="0"/>
                    <a:ea typeface="ＭＳ Ｐゴシック" charset="0"/>
                    <a:cs typeface="Times New Roman" charset="0"/>
                  </a:defRPr>
                </a:lvl1pPr>
                <a:lvl2pPr marL="37931725" indent="-37474525" eaLnBrk="0" hangingPunct="0">
                  <a:defRPr sz="2000">
                    <a:solidFill>
                      <a:schemeClr val="tx1"/>
                    </a:solidFill>
                    <a:latin typeface="Verdana" charset="0"/>
                    <a:ea typeface="Times New Roman" charset="0"/>
                    <a:cs typeface="Times New Roman" charset="0"/>
                  </a:defRPr>
                </a:lvl2pPr>
                <a:lvl3pPr eaLnBrk="0" hangingPunct="0">
                  <a:defRPr sz="2000">
                    <a:solidFill>
                      <a:schemeClr val="tx1"/>
                    </a:solidFill>
                    <a:latin typeface="Verdana" charset="0"/>
                    <a:ea typeface="Times New Roman" charset="0"/>
                    <a:cs typeface="Times New Roman" charset="0"/>
                  </a:defRPr>
                </a:lvl3pPr>
                <a:lvl4pPr eaLnBrk="0" hangingPunct="0">
                  <a:defRPr sz="2000">
                    <a:solidFill>
                      <a:schemeClr val="tx1"/>
                    </a:solidFill>
                    <a:latin typeface="Verdana" charset="0"/>
                    <a:ea typeface="Times New Roman" charset="0"/>
                    <a:cs typeface="Times New Roman" charset="0"/>
                  </a:defRPr>
                </a:lvl4pPr>
                <a:lvl5pPr eaLnBrk="0" hangingPunct="0">
                  <a:defRPr sz="2000">
                    <a:solidFill>
                      <a:schemeClr val="tx1"/>
                    </a:solidFill>
                    <a:latin typeface="Verdana" charset="0"/>
                    <a:ea typeface="Times New Roman" charset="0"/>
                    <a:cs typeface="Times New Roman" charset="0"/>
                  </a:defRPr>
                </a:lvl5pPr>
                <a:lvl6pPr marL="457200" eaLnBrk="0" fontAlgn="base" hangingPunct="0">
                  <a:spcBef>
                    <a:spcPts val="500"/>
                  </a:spcBef>
                  <a:spcAft>
                    <a:spcPct val="0"/>
                  </a:spcAft>
                  <a:defRPr sz="2000">
                    <a:solidFill>
                      <a:schemeClr val="tx1"/>
                    </a:solidFill>
                    <a:latin typeface="Verdana" charset="0"/>
                    <a:ea typeface="Times New Roman" charset="0"/>
                    <a:cs typeface="Times New Roman" charset="0"/>
                  </a:defRPr>
                </a:lvl6pPr>
                <a:lvl7pPr marL="914400" eaLnBrk="0" fontAlgn="base" hangingPunct="0">
                  <a:spcBef>
                    <a:spcPts val="500"/>
                  </a:spcBef>
                  <a:spcAft>
                    <a:spcPct val="0"/>
                  </a:spcAft>
                  <a:defRPr sz="2000">
                    <a:solidFill>
                      <a:schemeClr val="tx1"/>
                    </a:solidFill>
                    <a:latin typeface="Verdana" charset="0"/>
                    <a:ea typeface="Times New Roman" charset="0"/>
                    <a:cs typeface="Times New Roman" charset="0"/>
                  </a:defRPr>
                </a:lvl7pPr>
                <a:lvl8pPr marL="1371600" eaLnBrk="0" fontAlgn="base" hangingPunct="0">
                  <a:spcBef>
                    <a:spcPts val="500"/>
                  </a:spcBef>
                  <a:spcAft>
                    <a:spcPct val="0"/>
                  </a:spcAft>
                  <a:defRPr sz="2000">
                    <a:solidFill>
                      <a:schemeClr val="tx1"/>
                    </a:solidFill>
                    <a:latin typeface="Verdana" charset="0"/>
                    <a:ea typeface="Times New Roman" charset="0"/>
                    <a:cs typeface="Times New Roman" charset="0"/>
                  </a:defRPr>
                </a:lvl8pPr>
                <a:lvl9pPr marL="1828800" eaLnBrk="0" fontAlgn="base" hangingPunct="0">
                  <a:spcBef>
                    <a:spcPts val="500"/>
                  </a:spcBef>
                  <a:spcAft>
                    <a:spcPct val="0"/>
                  </a:spcAft>
                  <a:defRPr sz="2000">
                    <a:solidFill>
                      <a:schemeClr val="tx1"/>
                    </a:solidFill>
                    <a:latin typeface="Verdana" charset="0"/>
                    <a:ea typeface="Times New Roman" charset="0"/>
                    <a:cs typeface="Times New Roman" charset="0"/>
                  </a:defRPr>
                </a:lvl9pPr>
              </a:lstStyle>
              <a:p>
                <a:pPr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/>
              </a:p>
            </p:txBody>
          </p:sp>
        </p:grpSp>
      </p:grpSp>
      <p:sp>
        <p:nvSpPr>
          <p:cNvPr id="81924" name="Title Placeholder 8"/>
          <p:cNvSpPr>
            <a:spLocks noGrp="1"/>
          </p:cNvSpPr>
          <p:nvPr>
            <p:ph type="ctrTitle"/>
          </p:nvPr>
        </p:nvSpPr>
        <p:spPr>
          <a:xfrm>
            <a:off x="685800" y="1219200"/>
            <a:ext cx="7772400" cy="1470025"/>
          </a:xfrm>
          <a:prstGeom prst="rect">
            <a:avLst/>
          </a:prstGeo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1925" name="Text Placeholder 29"/>
          <p:cNvSpPr>
            <a:spLocks noGrp="1"/>
          </p:cNvSpPr>
          <p:nvPr>
            <p:ph type="subTitle" idx="1"/>
          </p:nvPr>
        </p:nvSpPr>
        <p:spPr>
          <a:xfrm>
            <a:off x="685800" y="3276600"/>
            <a:ext cx="7772400" cy="1752600"/>
          </a:xfrm>
          <a:ln w="9525"/>
        </p:spPr>
        <p:txBody>
          <a:bodyPr/>
          <a:lstStyle>
            <a:lvl1pPr marL="0" indent="0" algn="ctr">
              <a:buFont typeface="Wingdings 2" charset="2"/>
              <a:buNone/>
              <a:defRPr/>
            </a:lvl1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68094166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704088"/>
            <a:ext cx="8229600" cy="704088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920085"/>
            <a:ext cx="4038600" cy="4434840"/>
          </a:xfrm>
        </p:spPr>
        <p:txBody>
          <a:bodyPr/>
          <a:lstStyle>
            <a:lvl1pPr>
              <a:defRPr sz="26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920085"/>
            <a:ext cx="4038600" cy="4434840"/>
          </a:xfrm>
        </p:spPr>
        <p:txBody>
          <a:bodyPr/>
          <a:lstStyle>
            <a:lvl1pPr>
              <a:defRPr sz="26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61372689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704088"/>
            <a:ext cx="8229600" cy="704088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855248"/>
            <a:ext cx="4040188" cy="659352"/>
          </a:xfrm>
        </p:spPr>
        <p:txBody>
          <a:bodyPr lIns="45720" tIns="0" rIns="45720" bIns="0" anchor="ctr">
            <a:noAutofit/>
          </a:bodyPr>
          <a:lstStyle>
            <a:lvl1pPr marL="0" indent="0">
              <a:buNone/>
              <a:defRPr sz="2400" b="1" cap="none" baseline="0">
                <a:solidFill>
                  <a:schemeClr val="tx2"/>
                </a:solidFill>
                <a:effectLst/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3"/>
          </p:nvPr>
        </p:nvSpPr>
        <p:spPr>
          <a:xfrm>
            <a:off x="4645025" y="1859757"/>
            <a:ext cx="4041775" cy="654843"/>
          </a:xfrm>
        </p:spPr>
        <p:txBody>
          <a:bodyPr lIns="45720" tIns="0" rIns="45720" bIns="0" anchor="ctr"/>
          <a:lstStyle>
            <a:lvl1pPr marL="0" indent="0">
              <a:buNone/>
              <a:defRPr sz="2400" b="1" cap="none" baseline="0">
                <a:solidFill>
                  <a:schemeClr val="tx2"/>
                </a:solidFill>
                <a:effectLst/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2"/>
          </p:nvPr>
        </p:nvSpPr>
        <p:spPr>
          <a:xfrm>
            <a:off x="457200" y="2514600"/>
            <a:ext cx="4040188" cy="3845720"/>
          </a:xfrm>
        </p:spPr>
        <p:txBody>
          <a:bodyPr tIns="0"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514600"/>
            <a:ext cx="4041775" cy="3845720"/>
          </a:xfrm>
        </p:spPr>
        <p:txBody>
          <a:bodyPr tIns="0"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978319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514352"/>
            <a:ext cx="2743200" cy="1162050"/>
          </a:xfrm>
          <a:prstGeom prst="rect">
            <a:avLst/>
          </a:prstGeom>
        </p:spPr>
        <p:txBody>
          <a:bodyPr>
            <a:noAutofit/>
          </a:bodyPr>
          <a:lstStyle>
            <a:lvl1pPr algn="l" rtl="0">
              <a:spcBef>
                <a:spcPct val="0"/>
              </a:spcBef>
              <a:buNone/>
              <a:defRPr sz="2600" b="0">
                <a:ln>
                  <a:noFill/>
                </a:ln>
                <a:solidFill>
                  <a:schemeClr val="tx2"/>
                </a:solidFill>
                <a:effectLst/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>
          <a:xfrm>
            <a:off x="685800" y="1676400"/>
            <a:ext cx="2743200" cy="4572000"/>
          </a:xfrm>
        </p:spPr>
        <p:txBody>
          <a:bodyPr lIns="18288" rIns="18288"/>
          <a:lstStyle>
            <a:lvl1pPr marL="0" indent="0" algn="l">
              <a:buNone/>
              <a:defRPr sz="1400"/>
            </a:lvl1pPr>
            <a:lvl2pPr indent="0" algn="l">
              <a:buNone/>
              <a:defRPr sz="1200"/>
            </a:lvl2pPr>
            <a:lvl3pPr indent="0" algn="l">
              <a:buNone/>
              <a:defRPr sz="1000"/>
            </a:lvl3pPr>
            <a:lvl4pPr indent="0" algn="l">
              <a:buNone/>
              <a:defRPr sz="900"/>
            </a:lvl4pPr>
            <a:lvl5pPr indent="0" algn="l">
              <a:buNone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3575050" y="1676400"/>
            <a:ext cx="5111750" cy="4572000"/>
          </a:xfrm>
        </p:spPr>
        <p:txBody>
          <a:bodyPr tIns="0"/>
          <a:lstStyle>
            <a:lvl1pPr>
              <a:defRPr sz="2800"/>
            </a:lvl1pPr>
            <a:lvl2pPr>
              <a:defRPr sz="2600"/>
            </a:lvl2pPr>
            <a:lvl3pPr>
              <a:defRPr sz="2400"/>
            </a:lvl3pPr>
            <a:lvl4pPr>
              <a:defRPr sz="20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93346712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39738"/>
            <a:ext cx="8229600" cy="703262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8600" y="1371600"/>
            <a:ext cx="8915400" cy="51816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Box 3"/>
          <p:cNvSpPr txBox="1"/>
          <p:nvPr userDrawn="1"/>
        </p:nvSpPr>
        <p:spPr>
          <a:xfrm>
            <a:off x="3944905" y="6504997"/>
            <a:ext cx="6270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212</a:t>
            </a:r>
          </a:p>
        </p:txBody>
      </p:sp>
    </p:spTree>
    <p:extLst>
      <p:ext uri="{BB962C8B-B14F-4D97-AF65-F5344CB8AC3E}">
        <p14:creationId xmlns:p14="http://schemas.microsoft.com/office/powerpoint/2010/main" val="325339854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760014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jpeg"/><Relationship Id="rId3" Type="http://schemas.openxmlformats.org/officeDocument/2006/relationships/slideLayout" Target="../slideLayouts/slideLayout14.xml"/><Relationship Id="rId7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5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2D8ECE40-9177-464C-A4A0-7C90B8D9EBF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685800" y="609600"/>
            <a:ext cx="7772400" cy="114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2075" tIns="46038" rIns="92075" bIns="46038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title style</a:t>
            </a:r>
          </a:p>
        </p:txBody>
      </p:sp>
      <p:sp>
        <p:nvSpPr>
          <p:cNvPr id="1027" name="Rectangle 3">
            <a:extLst>
              <a:ext uri="{FF2B5EF4-FFF2-40B4-BE49-F238E27FC236}">
                <a16:creationId xmlns:a16="http://schemas.microsoft.com/office/drawing/2014/main" id="{175881AF-BAC6-4DB8-A6D2-914CCD11323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685800" y="1981200"/>
            <a:ext cx="7772400" cy="411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2075" tIns="46038" rIns="92075" bIns="46038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text styles</a:t>
            </a:r>
          </a:p>
          <a:p>
            <a:pPr lvl="1"/>
            <a:r>
              <a:rPr lang="en-US" altLang="en-US"/>
              <a:t>Second level</a:t>
            </a:r>
          </a:p>
          <a:p>
            <a:pPr lvl="2"/>
            <a:r>
              <a:rPr lang="en-US" altLang="en-US"/>
              <a:t>Third level</a:t>
            </a:r>
          </a:p>
          <a:p>
            <a:pPr lvl="3"/>
            <a:r>
              <a:rPr lang="en-US" altLang="en-US"/>
              <a:t>Fourth level</a:t>
            </a:r>
          </a:p>
          <a:p>
            <a:pPr lvl="4"/>
            <a:r>
              <a:rPr lang="en-US" altLang="en-US"/>
              <a:t>Fifth level</a:t>
            </a:r>
          </a:p>
        </p:txBody>
      </p:sp>
      <p:sp>
        <p:nvSpPr>
          <p:cNvPr id="1028" name="Rectangle 4">
            <a:extLst>
              <a:ext uri="{FF2B5EF4-FFF2-40B4-BE49-F238E27FC236}">
                <a16:creationId xmlns:a16="http://schemas.microsoft.com/office/drawing/2014/main" id="{0D3B868F-2FA4-4A5C-BDEA-D9F6757CE905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85800" y="6248400"/>
            <a:ext cx="1905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2075" tIns="46038" rIns="92075" bIns="46038" numCol="1" anchor="ctr" anchorCtr="0" compatLnSpc="1">
            <a:prstTxWarp prst="textNoShape">
              <a:avLst/>
            </a:prstTxWarp>
          </a:bodyPr>
          <a:lstStyle>
            <a:lvl1pPr eaLnBrk="0" hangingPunct="0">
              <a:defRPr sz="1400">
                <a:latin typeface="+mn-lt"/>
              </a:defRPr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1030" name="Rectangle 6">
            <a:extLst>
              <a:ext uri="{FF2B5EF4-FFF2-40B4-BE49-F238E27FC236}">
                <a16:creationId xmlns:a16="http://schemas.microsoft.com/office/drawing/2014/main" id="{0C7E766D-CF08-415B-A339-93DF86FAD9D2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53200" y="6248400"/>
            <a:ext cx="1905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2075" tIns="46038" rIns="92075" bIns="46038" numCol="1" anchor="ctr" anchorCtr="0" compatLnSpc="1">
            <a:prstTxWarp prst="textNoShape">
              <a:avLst/>
            </a:prstTxWarp>
          </a:bodyPr>
          <a:lstStyle>
            <a:lvl1pPr algn="r">
              <a:defRPr sz="1400">
                <a:latin typeface="Times New Roman" panose="02020603050405020304" pitchFamily="18" charset="0"/>
              </a:defRPr>
            </a:lvl1pPr>
          </a:lstStyle>
          <a:p>
            <a:fld id="{EBA80AB3-A713-496F-8928-FDA1A35C4B2D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032" name="Rectangle 8">
            <a:extLst>
              <a:ext uri="{FF2B5EF4-FFF2-40B4-BE49-F238E27FC236}">
                <a16:creationId xmlns:a16="http://schemas.microsoft.com/office/drawing/2014/main" id="{23DCD569-0E93-4D9A-821B-CDE4264A3078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8400"/>
            <a:ext cx="28956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2075" tIns="46038" rIns="92075" bIns="46038" numCol="1" anchor="ctr" anchorCtr="0" compatLnSpc="1">
            <a:prstTxWarp prst="textNoShape">
              <a:avLst/>
            </a:prstTxWarp>
          </a:bodyPr>
          <a:lstStyle>
            <a:lvl1pPr algn="ctr" eaLnBrk="1" hangingPunct="1">
              <a:defRPr sz="800" b="1">
                <a:latin typeface="+mn-lt"/>
              </a:defRPr>
            </a:lvl1pPr>
          </a:lstStyle>
          <a:p>
            <a:pPr>
              <a:defRPr/>
            </a:pPr>
            <a:endParaRPr lang="en-US" altLang="en-US"/>
          </a:p>
          <a:p>
            <a:pPr>
              <a:defRPr/>
            </a:pPr>
            <a:endParaRPr lang="en-US" altLang="en-US" b="0">
              <a:latin typeface="Tahoma" pitchFamily="34" charset="0"/>
            </a:endParaRPr>
          </a:p>
          <a:p>
            <a:pPr>
              <a:defRPr/>
            </a:pPr>
            <a:endParaRPr lang="en-US" altLang="en-US">
              <a:latin typeface="Tahoma" pitchFamily="34" charset="0"/>
            </a:endParaRPr>
          </a:p>
          <a:p>
            <a:pPr>
              <a:defRPr/>
            </a:pPr>
            <a:r>
              <a:rPr lang="en-US" altLang="en-US">
                <a:latin typeface="Tahoma" pitchFamily="34" charset="0"/>
              </a:rPr>
              <a:t>© A+ Computer Science  -  www.apluscompsci.com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dt="0"/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itchFamily="18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itchFamily="18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itchFamily="18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itchFamily="18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itchFamily="18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itchFamily="18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itchFamily="18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itchFamily="18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800">
          <a:solidFill>
            <a:schemeClr val="tx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>
          <a:solidFill>
            <a:schemeClr val="tx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8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7" name="Text Placeholder 29"/>
          <p:cNvSpPr>
            <a:spLocks noGrp="1"/>
          </p:cNvSpPr>
          <p:nvPr>
            <p:ph type="body" idx="1"/>
          </p:nvPr>
        </p:nvSpPr>
        <p:spPr bwMode="auto">
          <a:xfrm>
            <a:off x="228600" y="1371600"/>
            <a:ext cx="8915400" cy="5181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63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text styles</a:t>
            </a:r>
          </a:p>
          <a:p>
            <a:pPr lvl="1"/>
            <a:r>
              <a:rPr lang="en-US" altLang="en-US"/>
              <a:t>Second level</a:t>
            </a:r>
          </a:p>
          <a:p>
            <a:pPr lvl="2"/>
            <a:r>
              <a:rPr lang="en-US" altLang="en-US"/>
              <a:t>Third level</a:t>
            </a:r>
          </a:p>
          <a:p>
            <a:pPr lvl="3"/>
            <a:r>
              <a:rPr lang="en-US" altLang="en-US"/>
              <a:t>Fourth level</a:t>
            </a:r>
          </a:p>
          <a:p>
            <a:pPr lvl="4"/>
            <a:r>
              <a:rPr lang="en-US" altLang="en-US"/>
              <a:t>Fifth level</a:t>
            </a:r>
          </a:p>
        </p:txBody>
      </p:sp>
      <p:grpSp>
        <p:nvGrpSpPr>
          <p:cNvPr id="1028" name="Group 24"/>
          <p:cNvGrpSpPr>
            <a:grpSpLocks/>
          </p:cNvGrpSpPr>
          <p:nvPr/>
        </p:nvGrpSpPr>
        <p:grpSpPr bwMode="auto">
          <a:xfrm>
            <a:off x="-9525" y="0"/>
            <a:ext cx="9169400" cy="533400"/>
            <a:chOff x="-6" y="-180"/>
            <a:chExt cx="5776" cy="516"/>
          </a:xfrm>
        </p:grpSpPr>
        <p:sp>
          <p:nvSpPr>
            <p:cNvPr id="7" name="Freeform 6"/>
            <p:cNvSpPr>
              <a:spLocks/>
            </p:cNvSpPr>
            <p:nvPr/>
          </p:nvSpPr>
          <p:spPr bwMode="auto">
            <a:xfrm>
              <a:off x="-6" y="-180"/>
              <a:ext cx="5772" cy="516"/>
            </a:xfrm>
            <a:custGeom>
              <a:avLst>
                <a:gd name="A1" fmla="val 0"/>
                <a:gd name="A2" fmla="val 0"/>
                <a:gd name="A3" fmla="val 0"/>
                <a:gd name="A4" fmla="val 0"/>
                <a:gd name="A5" fmla="val 0"/>
                <a:gd name="A6" fmla="val 0"/>
                <a:gd name="A7" fmla="val 0"/>
                <a:gd name="A8" fmla="val 0"/>
              </a:avLst>
              <a:gdLst/>
              <a:ahLst/>
              <a:cxnLst>
                <a:cxn ang="0">
                  <a:pos x="6" y="2"/>
                </a:cxn>
                <a:cxn ang="0">
                  <a:pos x="2542" y="0"/>
                </a:cxn>
                <a:cxn ang="0">
                  <a:pos x="4374" y="367"/>
                </a:cxn>
                <a:cxn ang="0">
                  <a:pos x="5766" y="55"/>
                </a:cxn>
                <a:cxn ang="0">
                  <a:pos x="5772" y="213"/>
                </a:cxn>
                <a:cxn ang="0">
                  <a:pos x="4302" y="439"/>
                </a:cxn>
                <a:cxn ang="0">
                  <a:pos x="1488" y="201"/>
                </a:cxn>
                <a:cxn ang="0">
                  <a:pos x="0" y="656"/>
                </a:cxn>
                <a:cxn ang="0">
                  <a:pos x="6" y="2"/>
                </a:cxn>
              </a:cxnLst>
              <a:rect l="0" t="0" r="0" b="0"/>
              <a:pathLst>
                <a:path w="5772" h="656">
                  <a:moveTo>
                    <a:pt x="6" y="2"/>
                  </a:moveTo>
                  <a:lnTo>
                    <a:pt x="2542" y="0"/>
                  </a:lnTo>
                  <a:cubicBezTo>
                    <a:pt x="2746" y="101"/>
                    <a:pt x="3828" y="367"/>
                    <a:pt x="4374" y="367"/>
                  </a:cubicBezTo>
                  <a:cubicBezTo>
                    <a:pt x="4920" y="367"/>
                    <a:pt x="5526" y="152"/>
                    <a:pt x="5766" y="55"/>
                  </a:cubicBezTo>
                  <a:lnTo>
                    <a:pt x="5772" y="213"/>
                  </a:lnTo>
                  <a:cubicBezTo>
                    <a:pt x="5670" y="257"/>
                    <a:pt x="5016" y="441"/>
                    <a:pt x="4302" y="439"/>
                  </a:cubicBezTo>
                  <a:cubicBezTo>
                    <a:pt x="3588" y="437"/>
                    <a:pt x="2205" y="165"/>
                    <a:pt x="1488" y="201"/>
                  </a:cubicBezTo>
                  <a:cubicBezTo>
                    <a:pt x="750" y="209"/>
                    <a:pt x="270" y="482"/>
                    <a:pt x="0" y="656"/>
                  </a:cubicBezTo>
                  <a:lnTo>
                    <a:pt x="6" y="2"/>
                  </a:lnTo>
                  <a:close/>
                </a:path>
              </a:pathLst>
            </a:custGeom>
            <a:gradFill>
              <a:gsLst>
                <a:gs pos="0">
                  <a:schemeClr val="accent2">
                    <a:shade val="50000"/>
                    <a:alpha val="45000"/>
                    <a:satMod val="120000"/>
                  </a:schemeClr>
                </a:gs>
                <a:gs pos="100000">
                  <a:schemeClr val="accent3">
                    <a:shade val="80000"/>
                    <a:alpha val="55000"/>
                    <a:satMod val="155000"/>
                  </a:schemeClr>
                </a:gs>
              </a:gsLst>
              <a:lin ang="5400000" scaled="1"/>
            </a:gra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latin typeface="+mn-lt"/>
                <a:ea typeface="+mn-ea"/>
                <a:cs typeface="Times New Roman" charset="0"/>
              </a:endParaRPr>
            </a:p>
          </p:txBody>
        </p:sp>
        <p:sp>
          <p:nvSpPr>
            <p:cNvPr id="8" name="Freeform 7"/>
            <p:cNvSpPr>
              <a:spLocks/>
            </p:cNvSpPr>
            <p:nvPr/>
          </p:nvSpPr>
          <p:spPr bwMode="auto">
            <a:xfrm>
              <a:off x="2688" y="-180"/>
              <a:ext cx="3072" cy="263"/>
            </a:xfrm>
            <a:custGeom>
              <a:avLst>
                <a:gd name="A1" fmla="val 0"/>
                <a:gd name="A2" fmla="val 0"/>
                <a:gd name="A3" fmla="val 0"/>
                <a:gd name="A4" fmla="val 0"/>
                <a:gd name="A5" fmla="val 0"/>
                <a:gd name="A6" fmla="val 0"/>
                <a:gd name="A7" fmla="val 0"/>
                <a:gd name="A8" fmla="val 0"/>
              </a:avLst>
              <a:gdLst/>
              <a:ahLst/>
              <a:cxnLst>
                <a:cxn ang="0">
                  <a:pos x="0" y="0"/>
                </a:cxn>
                <a:cxn ang="0">
                  <a:pos x="1668" y="564"/>
                </a:cxn>
                <a:cxn ang="0">
                  <a:pos x="3000" y="186"/>
                </a:cxn>
                <a:cxn ang="0">
                  <a:pos x="3000" y="6"/>
                </a:cxn>
                <a:cxn ang="0">
                  <a:pos x="0" y="0"/>
                </a:cxn>
              </a:cxnLst>
              <a:rect l="0" t="0" r="0" b="0"/>
              <a:pathLst>
                <a:path w="3000" h="595">
                  <a:moveTo>
                    <a:pt x="0" y="0"/>
                  </a:moveTo>
                  <a:cubicBezTo>
                    <a:pt x="174" y="102"/>
                    <a:pt x="1168" y="533"/>
                    <a:pt x="1668" y="564"/>
                  </a:cubicBezTo>
                  <a:cubicBezTo>
                    <a:pt x="2168" y="595"/>
                    <a:pt x="2778" y="279"/>
                    <a:pt x="3000" y="186"/>
                  </a:cubicBezTo>
                  <a:lnTo>
                    <a:pt x="3000" y="6"/>
                  </a:lnTo>
                  <a:lnTo>
                    <a:pt x="0" y="0"/>
                  </a:lnTo>
                  <a:close/>
                </a:path>
              </a:pathLst>
            </a:custGeom>
            <a:gradFill>
              <a:gsLst>
                <a:gs pos="0">
                  <a:schemeClr val="accent3">
                    <a:shade val="50000"/>
                    <a:alpha val="30000"/>
                    <a:satMod val="130000"/>
                  </a:schemeClr>
                </a:gs>
                <a:gs pos="80000">
                  <a:schemeClr val="accent2">
                    <a:shade val="75000"/>
                    <a:alpha val="45000"/>
                    <a:satMod val="140000"/>
                  </a:schemeClr>
                </a:gs>
              </a:gsLst>
              <a:lin ang="5400000" scaled="1"/>
            </a:gra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latin typeface="+mn-lt"/>
                <a:ea typeface="+mn-ea"/>
                <a:cs typeface="Times New Roman" charset="0"/>
              </a:endParaRPr>
            </a:p>
          </p:txBody>
        </p:sp>
        <p:grpSp>
          <p:nvGrpSpPr>
            <p:cNvPr id="1032" name="Group 1"/>
            <p:cNvGrpSpPr>
              <a:grpSpLocks/>
            </p:cNvGrpSpPr>
            <p:nvPr/>
          </p:nvGrpSpPr>
          <p:grpSpPr bwMode="auto">
            <a:xfrm>
              <a:off x="0" y="-42"/>
              <a:ext cx="5770" cy="246"/>
              <a:chOff x="-13880" y="438044"/>
              <a:chExt cx="9173112" cy="427357"/>
            </a:xfrm>
          </p:grpSpPr>
          <p:sp>
            <p:nvSpPr>
              <p:cNvPr id="12" name="Freeform 11"/>
              <p:cNvSpPr>
                <a:spLocks/>
              </p:cNvSpPr>
              <p:nvPr/>
            </p:nvSpPr>
            <p:spPr bwMode="auto">
              <a:xfrm rot="21435692">
                <a:off x="-13880" y="438118"/>
                <a:ext cx="9173112" cy="427283"/>
              </a:xfrm>
              <a:custGeom>
                <a:avLst>
                  <a:gd name="A1" fmla="val 0"/>
                  <a:gd name="A2" fmla="val 0"/>
                  <a:gd name="A3" fmla="val 0"/>
                  <a:gd name="A4" fmla="val 0"/>
                  <a:gd name="A5" fmla="val 0"/>
                  <a:gd name="A6" fmla="val 0"/>
                  <a:gd name="A7" fmla="val 0"/>
                  <a:gd name="A8" fmla="val 0"/>
                </a:avLst>
                <a:gdLst/>
                <a:ahLst/>
                <a:cxnLst>
                  <a:cxn ang="0">
                    <a:pos x="0" y="966"/>
                  </a:cxn>
                  <a:cxn ang="0">
                    <a:pos x="1608" y="282"/>
                  </a:cxn>
                  <a:cxn ang="0">
                    <a:pos x="4110" y="1008"/>
                  </a:cxn>
                  <a:cxn ang="0">
                    <a:pos x="5772" y="0"/>
                  </a:cxn>
                </a:cxnLst>
                <a:rect l="0" t="0" r="0" b="0"/>
                <a:pathLst>
                  <a:path w="5772" h="1055">
                    <a:moveTo>
                      <a:pt x="0" y="966"/>
                    </a:moveTo>
                    <a:cubicBezTo>
                      <a:pt x="282" y="738"/>
                      <a:pt x="923" y="275"/>
                      <a:pt x="1608" y="282"/>
                    </a:cubicBezTo>
                    <a:cubicBezTo>
                      <a:pt x="2293" y="289"/>
                      <a:pt x="3416" y="1055"/>
                      <a:pt x="4110" y="1008"/>
                    </a:cubicBezTo>
                    <a:cubicBezTo>
                      <a:pt x="4804" y="961"/>
                      <a:pt x="5426" y="210"/>
                      <a:pt x="5772" y="0"/>
                    </a:cubicBezTo>
                  </a:path>
                </a:pathLst>
              </a:custGeom>
              <a:noFill/>
              <a:ln w="10795" cap="flat" cmpd="sng" algn="ctr">
                <a:gradFill>
                  <a:gsLst>
                    <a:gs pos="74000">
                      <a:schemeClr val="accent3">
                        <a:shade val="75000"/>
                      </a:schemeClr>
                    </a:gs>
                    <a:gs pos="86000">
                      <a:schemeClr val="tx1">
                        <a:alpha val="29000"/>
                      </a:schemeClr>
                    </a:gs>
                    <a:gs pos="16000">
                      <a:schemeClr val="accent2">
                        <a:shade val="75000"/>
                        <a:alpha val="56000"/>
                      </a:schemeClr>
                    </a:gs>
                  </a:gsLst>
                  <a:lin ang="5400000" scaled="1"/>
                </a:gra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/>
              <a:lstStyle>
                <a:lvl1pPr eaLnBrk="0" hangingPunct="0">
                  <a:defRPr sz="2000">
                    <a:solidFill>
                      <a:schemeClr val="tx1"/>
                    </a:solidFill>
                    <a:latin typeface="Verdana" charset="0"/>
                    <a:ea typeface="ＭＳ Ｐゴシック" charset="0"/>
                    <a:cs typeface="Times New Roman" charset="0"/>
                  </a:defRPr>
                </a:lvl1pPr>
                <a:lvl2pPr marL="37931725" indent="-37474525" eaLnBrk="0" hangingPunct="0">
                  <a:defRPr sz="2000">
                    <a:solidFill>
                      <a:schemeClr val="tx1"/>
                    </a:solidFill>
                    <a:latin typeface="Verdana" charset="0"/>
                    <a:ea typeface="Times New Roman" charset="0"/>
                    <a:cs typeface="Times New Roman" charset="0"/>
                  </a:defRPr>
                </a:lvl2pPr>
                <a:lvl3pPr eaLnBrk="0" hangingPunct="0">
                  <a:defRPr sz="2000">
                    <a:solidFill>
                      <a:schemeClr val="tx1"/>
                    </a:solidFill>
                    <a:latin typeface="Verdana" charset="0"/>
                    <a:ea typeface="Times New Roman" charset="0"/>
                    <a:cs typeface="Times New Roman" charset="0"/>
                  </a:defRPr>
                </a:lvl3pPr>
                <a:lvl4pPr eaLnBrk="0" hangingPunct="0">
                  <a:defRPr sz="2000">
                    <a:solidFill>
                      <a:schemeClr val="tx1"/>
                    </a:solidFill>
                    <a:latin typeface="Verdana" charset="0"/>
                    <a:ea typeface="Times New Roman" charset="0"/>
                    <a:cs typeface="Times New Roman" charset="0"/>
                  </a:defRPr>
                </a:lvl4pPr>
                <a:lvl5pPr eaLnBrk="0" hangingPunct="0">
                  <a:defRPr sz="2000">
                    <a:solidFill>
                      <a:schemeClr val="tx1"/>
                    </a:solidFill>
                    <a:latin typeface="Verdana" charset="0"/>
                    <a:ea typeface="Times New Roman" charset="0"/>
                    <a:cs typeface="Times New Roman" charset="0"/>
                  </a:defRPr>
                </a:lvl5pPr>
                <a:lvl6pPr marL="457200" eaLnBrk="0" fontAlgn="base" hangingPunct="0">
                  <a:spcBef>
                    <a:spcPts val="500"/>
                  </a:spcBef>
                  <a:spcAft>
                    <a:spcPct val="0"/>
                  </a:spcAft>
                  <a:defRPr sz="2000">
                    <a:solidFill>
                      <a:schemeClr val="tx1"/>
                    </a:solidFill>
                    <a:latin typeface="Verdana" charset="0"/>
                    <a:ea typeface="Times New Roman" charset="0"/>
                    <a:cs typeface="Times New Roman" charset="0"/>
                  </a:defRPr>
                </a:lvl6pPr>
                <a:lvl7pPr marL="914400" eaLnBrk="0" fontAlgn="base" hangingPunct="0">
                  <a:spcBef>
                    <a:spcPts val="500"/>
                  </a:spcBef>
                  <a:spcAft>
                    <a:spcPct val="0"/>
                  </a:spcAft>
                  <a:defRPr sz="2000">
                    <a:solidFill>
                      <a:schemeClr val="tx1"/>
                    </a:solidFill>
                    <a:latin typeface="Verdana" charset="0"/>
                    <a:ea typeface="Times New Roman" charset="0"/>
                    <a:cs typeface="Times New Roman" charset="0"/>
                  </a:defRPr>
                </a:lvl7pPr>
                <a:lvl8pPr marL="1371600" eaLnBrk="0" fontAlgn="base" hangingPunct="0">
                  <a:spcBef>
                    <a:spcPts val="500"/>
                  </a:spcBef>
                  <a:spcAft>
                    <a:spcPct val="0"/>
                  </a:spcAft>
                  <a:defRPr sz="2000">
                    <a:solidFill>
                      <a:schemeClr val="tx1"/>
                    </a:solidFill>
                    <a:latin typeface="Verdana" charset="0"/>
                    <a:ea typeface="Times New Roman" charset="0"/>
                    <a:cs typeface="Times New Roman" charset="0"/>
                  </a:defRPr>
                </a:lvl8pPr>
                <a:lvl9pPr marL="1828800" eaLnBrk="0" fontAlgn="base" hangingPunct="0">
                  <a:spcBef>
                    <a:spcPts val="500"/>
                  </a:spcBef>
                  <a:spcAft>
                    <a:spcPct val="0"/>
                  </a:spcAft>
                  <a:defRPr sz="2000">
                    <a:solidFill>
                      <a:schemeClr val="tx1"/>
                    </a:solidFill>
                    <a:latin typeface="Verdana" charset="0"/>
                    <a:ea typeface="Times New Roman" charset="0"/>
                    <a:cs typeface="Times New Roman" charset="0"/>
                  </a:defRPr>
                </a:lvl9pPr>
              </a:lstStyle>
              <a:p>
                <a:pPr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/>
              </a:p>
            </p:txBody>
          </p:sp>
          <p:sp>
            <p:nvSpPr>
              <p:cNvPr id="13" name="Freeform 12"/>
              <p:cNvSpPr>
                <a:spLocks/>
              </p:cNvSpPr>
              <p:nvPr/>
            </p:nvSpPr>
            <p:spPr bwMode="auto">
              <a:xfrm rot="21435692">
                <a:off x="-10858" y="438044"/>
                <a:ext cx="9169042" cy="382392"/>
              </a:xfrm>
              <a:custGeom>
                <a:avLst>
                  <a:gd name="A1" fmla="val 0"/>
                  <a:gd name="A2" fmla="val 0"/>
                  <a:gd name="A3" fmla="val 0"/>
                  <a:gd name="A4" fmla="val 0"/>
                  <a:gd name="A5" fmla="val 0"/>
                  <a:gd name="A6" fmla="val 0"/>
                  <a:gd name="A7" fmla="val 0"/>
                  <a:gd name="A8" fmla="val 0"/>
                </a:avLst>
                <a:gdLst/>
                <a:ahLst/>
                <a:cxnLst>
                  <a:cxn ang="0">
                    <a:pos x="0" y="732"/>
                  </a:cxn>
                  <a:cxn ang="0">
                    <a:pos x="1638" y="228"/>
                  </a:cxn>
                  <a:cxn ang="0">
                    <a:pos x="4122" y="816"/>
                  </a:cxn>
                  <a:cxn ang="0">
                    <a:pos x="5766" y="0"/>
                  </a:cxn>
                </a:cxnLst>
                <a:rect l="0" t="0" r="0" b="0"/>
                <a:pathLst>
                  <a:path w="5766" h="854">
                    <a:moveTo>
                      <a:pt x="0" y="732"/>
                    </a:moveTo>
                    <a:cubicBezTo>
                      <a:pt x="273" y="647"/>
                      <a:pt x="951" y="214"/>
                      <a:pt x="1638" y="228"/>
                    </a:cubicBezTo>
                    <a:cubicBezTo>
                      <a:pt x="2325" y="242"/>
                      <a:pt x="3434" y="854"/>
                      <a:pt x="4122" y="816"/>
                    </a:cubicBezTo>
                    <a:cubicBezTo>
                      <a:pt x="4810" y="778"/>
                      <a:pt x="5424" y="170"/>
                      <a:pt x="5766" y="0"/>
                    </a:cubicBezTo>
                  </a:path>
                </a:pathLst>
              </a:custGeom>
              <a:noFill/>
              <a:ln w="9525" cap="flat" cmpd="sng" algn="ctr">
                <a:gradFill>
                  <a:gsLst>
                    <a:gs pos="74000">
                      <a:schemeClr val="accent4"/>
                    </a:gs>
                    <a:gs pos="44000">
                      <a:schemeClr val="accent1"/>
                    </a:gs>
                    <a:gs pos="33000">
                      <a:schemeClr val="accent2">
                        <a:alpha val="56000"/>
                      </a:schemeClr>
                    </a:gs>
                  </a:gsLst>
                  <a:lin ang="5400000" scaled="1"/>
                </a:gra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/>
              <a:lstStyle>
                <a:lvl1pPr eaLnBrk="0" hangingPunct="0">
                  <a:defRPr sz="2000">
                    <a:solidFill>
                      <a:schemeClr val="tx1"/>
                    </a:solidFill>
                    <a:latin typeface="Verdana" charset="0"/>
                    <a:ea typeface="ＭＳ Ｐゴシック" charset="0"/>
                    <a:cs typeface="Times New Roman" charset="0"/>
                  </a:defRPr>
                </a:lvl1pPr>
                <a:lvl2pPr marL="37931725" indent="-37474525" eaLnBrk="0" hangingPunct="0">
                  <a:defRPr sz="2000">
                    <a:solidFill>
                      <a:schemeClr val="tx1"/>
                    </a:solidFill>
                    <a:latin typeface="Verdana" charset="0"/>
                    <a:ea typeface="Times New Roman" charset="0"/>
                    <a:cs typeface="Times New Roman" charset="0"/>
                  </a:defRPr>
                </a:lvl2pPr>
                <a:lvl3pPr eaLnBrk="0" hangingPunct="0">
                  <a:defRPr sz="2000">
                    <a:solidFill>
                      <a:schemeClr val="tx1"/>
                    </a:solidFill>
                    <a:latin typeface="Verdana" charset="0"/>
                    <a:ea typeface="Times New Roman" charset="0"/>
                    <a:cs typeface="Times New Roman" charset="0"/>
                  </a:defRPr>
                </a:lvl3pPr>
                <a:lvl4pPr eaLnBrk="0" hangingPunct="0">
                  <a:defRPr sz="2000">
                    <a:solidFill>
                      <a:schemeClr val="tx1"/>
                    </a:solidFill>
                    <a:latin typeface="Verdana" charset="0"/>
                    <a:ea typeface="Times New Roman" charset="0"/>
                    <a:cs typeface="Times New Roman" charset="0"/>
                  </a:defRPr>
                </a:lvl4pPr>
                <a:lvl5pPr eaLnBrk="0" hangingPunct="0">
                  <a:defRPr sz="2000">
                    <a:solidFill>
                      <a:schemeClr val="tx1"/>
                    </a:solidFill>
                    <a:latin typeface="Verdana" charset="0"/>
                    <a:ea typeface="Times New Roman" charset="0"/>
                    <a:cs typeface="Times New Roman" charset="0"/>
                  </a:defRPr>
                </a:lvl5pPr>
                <a:lvl6pPr marL="457200" eaLnBrk="0" fontAlgn="base" hangingPunct="0">
                  <a:spcBef>
                    <a:spcPts val="500"/>
                  </a:spcBef>
                  <a:spcAft>
                    <a:spcPct val="0"/>
                  </a:spcAft>
                  <a:defRPr sz="2000">
                    <a:solidFill>
                      <a:schemeClr val="tx1"/>
                    </a:solidFill>
                    <a:latin typeface="Verdana" charset="0"/>
                    <a:ea typeface="Times New Roman" charset="0"/>
                    <a:cs typeface="Times New Roman" charset="0"/>
                  </a:defRPr>
                </a:lvl6pPr>
                <a:lvl7pPr marL="914400" eaLnBrk="0" fontAlgn="base" hangingPunct="0">
                  <a:spcBef>
                    <a:spcPts val="500"/>
                  </a:spcBef>
                  <a:spcAft>
                    <a:spcPct val="0"/>
                  </a:spcAft>
                  <a:defRPr sz="2000">
                    <a:solidFill>
                      <a:schemeClr val="tx1"/>
                    </a:solidFill>
                    <a:latin typeface="Verdana" charset="0"/>
                    <a:ea typeface="Times New Roman" charset="0"/>
                    <a:cs typeface="Times New Roman" charset="0"/>
                  </a:defRPr>
                </a:lvl7pPr>
                <a:lvl8pPr marL="1371600" eaLnBrk="0" fontAlgn="base" hangingPunct="0">
                  <a:spcBef>
                    <a:spcPts val="500"/>
                  </a:spcBef>
                  <a:spcAft>
                    <a:spcPct val="0"/>
                  </a:spcAft>
                  <a:defRPr sz="2000">
                    <a:solidFill>
                      <a:schemeClr val="tx1"/>
                    </a:solidFill>
                    <a:latin typeface="Verdana" charset="0"/>
                    <a:ea typeface="Times New Roman" charset="0"/>
                    <a:cs typeface="Times New Roman" charset="0"/>
                  </a:defRPr>
                </a:lvl8pPr>
                <a:lvl9pPr marL="1828800" eaLnBrk="0" fontAlgn="base" hangingPunct="0">
                  <a:spcBef>
                    <a:spcPts val="500"/>
                  </a:spcBef>
                  <a:spcAft>
                    <a:spcPct val="0"/>
                  </a:spcAft>
                  <a:defRPr sz="2000">
                    <a:solidFill>
                      <a:schemeClr val="tx1"/>
                    </a:solidFill>
                    <a:latin typeface="Verdana" charset="0"/>
                    <a:ea typeface="Times New Roman" charset="0"/>
                    <a:cs typeface="Times New Roman" charset="0"/>
                  </a:defRPr>
                </a:lvl9pPr>
              </a:lstStyle>
              <a:p>
                <a:pPr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/>
              </a:p>
            </p:txBody>
          </p:sp>
        </p:grpSp>
      </p:grpSp>
      <p:sp>
        <p:nvSpPr>
          <p:cNvPr id="4" name="Slide Number Placeholder 3"/>
          <p:cNvSpPr txBox="1">
            <a:spLocks noGrp="1"/>
          </p:cNvSpPr>
          <p:nvPr/>
        </p:nvSpPr>
        <p:spPr>
          <a:xfrm>
            <a:off x="8326438" y="6430963"/>
            <a:ext cx="762000" cy="365125"/>
          </a:xfrm>
          <a:prstGeom prst="rect">
            <a:avLst/>
          </a:prstGeom>
          <a:noFill/>
        </p:spPr>
        <p:txBody>
          <a:bodyPr lIns="0" tIns="0" rIns="0" bIns="0" anchor="b"/>
          <a:lstStyle>
            <a:lvl1pPr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9pPr>
          </a:lstStyle>
          <a:p>
            <a:pPr algn="r" eaLnBrk="1" hangingPunct="1">
              <a:buFont typeface="Wingdings" panose="05000000000000000000" pitchFamily="2" charset="2"/>
              <a:buNone/>
              <a:defRPr/>
            </a:pPr>
            <a:fld id="{4902ECC2-4A39-4E20-AECF-DDF2B3AC0189}" type="slidenum">
              <a:rPr lang="en-US" altLang="en-US" sz="1200" smtClean="0">
                <a:solidFill>
                  <a:srgbClr val="424242"/>
                </a:solidFill>
              </a:rPr>
              <a:pPr algn="r" eaLnBrk="1" hangingPunct="1">
                <a:buFont typeface="Wingdings" panose="05000000000000000000" pitchFamily="2" charset="2"/>
                <a:buNone/>
                <a:defRPr/>
              </a:pPr>
              <a:t>‹#›</a:t>
            </a:fld>
            <a:endParaRPr lang="en-US" altLang="en-US" sz="1200">
              <a:solidFill>
                <a:srgbClr val="424242"/>
              </a:solidFill>
            </a:endParaRPr>
          </a:p>
        </p:txBody>
      </p:sp>
      <p:sp>
        <p:nvSpPr>
          <p:cNvPr id="11" name="AutoShape 3"/>
          <p:cNvSpPr>
            <a:spLocks noChangeArrowheads="1"/>
          </p:cNvSpPr>
          <p:nvPr userDrawn="1"/>
        </p:nvSpPr>
        <p:spPr bwMode="auto">
          <a:xfrm>
            <a:off x="0" y="0"/>
            <a:ext cx="9144000" cy="1246414"/>
          </a:xfrm>
          <a:prstGeom prst="roundRect">
            <a:avLst>
              <a:gd name="adj" fmla="val 111"/>
            </a:avLst>
          </a:prstGeom>
          <a:gradFill rotWithShape="0">
            <a:gsLst>
              <a:gs pos="0">
                <a:srgbClr val="800000"/>
              </a:gs>
              <a:gs pos="100000">
                <a:srgbClr val="FF0000"/>
              </a:gs>
            </a:gsLst>
            <a:lin ang="4500000" scaled="1"/>
          </a:gra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1432" tIns="45716" rIns="91432" bIns="45716" anchor="ctr"/>
          <a:lstStyle>
            <a:lvl1pPr algn="l" defTabSz="4572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algn="l" defTabSz="4572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algn="l" defTabSz="4572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598613" indent="-227013" algn="l" defTabSz="4572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algn="l" defTabSz="4572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lnSpc>
                <a:spcPct val="93000"/>
              </a:lnSpc>
              <a:buClr>
                <a:srgbClr val="000000"/>
              </a:buClr>
              <a:buSzPct val="100000"/>
              <a:buFont typeface="Andale Mono" pitchFamily="1" charset="0"/>
              <a:buNone/>
              <a:defRPr/>
            </a:pPr>
            <a:endParaRPr lang="en-US" altLang="en-US">
              <a:latin typeface="Tahoma" panose="020B0604030504040204" pitchFamily="34" charset="0"/>
              <a:cs typeface="Arial" panose="020B0604020202020204" pitchFamily="34" charset="0"/>
            </a:endParaRPr>
          </a:p>
        </p:txBody>
      </p:sp>
      <p:sp>
        <p:nvSpPr>
          <p:cNvPr id="14" name="Title Placeholder 8"/>
          <p:cNvSpPr>
            <a:spLocks noGrp="1"/>
          </p:cNvSpPr>
          <p:nvPr>
            <p:ph type="title"/>
          </p:nvPr>
        </p:nvSpPr>
        <p:spPr bwMode="auto">
          <a:xfrm>
            <a:off x="457200" y="439738"/>
            <a:ext cx="8229600" cy="7032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45720" rIns="0" bIns="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9395752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bg1"/>
          </a:solidFill>
          <a:latin typeface="+mj-lt"/>
          <a:ea typeface="MS PGothic" panose="020B0600070205080204" pitchFamily="34" charset="-128"/>
          <a:cs typeface="ＭＳ Ｐゴシック" charset="0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Verdana" pitchFamily="34" charset="0"/>
          <a:ea typeface="MS PGothic" panose="020B0600070205080204" pitchFamily="34" charset="-128"/>
          <a:cs typeface="ＭＳ Ｐゴシック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Verdana" pitchFamily="34" charset="0"/>
          <a:ea typeface="MS PGothic" panose="020B0600070205080204" pitchFamily="34" charset="-128"/>
          <a:cs typeface="ＭＳ Ｐゴシック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Verdana" pitchFamily="34" charset="0"/>
          <a:ea typeface="MS PGothic" panose="020B0600070205080204" pitchFamily="34" charset="-128"/>
          <a:cs typeface="ＭＳ Ｐゴシック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Verdana" pitchFamily="34" charset="0"/>
          <a:ea typeface="MS PGothic" panose="020B0600070205080204" pitchFamily="34" charset="-128"/>
          <a:cs typeface="ＭＳ Ｐゴシック" charset="0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Verdana" pitchFamily="34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Verdana" pitchFamily="34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Verdana" pitchFamily="34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Verdana" pitchFamily="34" charset="0"/>
        </a:defRPr>
      </a:lvl9pPr>
    </p:titleStyle>
    <p:bodyStyle>
      <a:lvl1pPr marL="273050" indent="-273050" algn="l" rtl="0" eaLnBrk="0" fontAlgn="base" hangingPunct="0">
        <a:spcBef>
          <a:spcPct val="20000"/>
        </a:spcBef>
        <a:spcAft>
          <a:spcPct val="0"/>
        </a:spcAft>
        <a:buClr>
          <a:srgbClr val="EB641B"/>
        </a:buClr>
        <a:buSzPct val="95000"/>
        <a:buFont typeface="Wingdings 2" panose="05020102010507070707" pitchFamily="18" charset="2"/>
        <a:buChar char=""/>
        <a:defRPr sz="2200" kern="1200">
          <a:solidFill>
            <a:schemeClr val="tx1"/>
          </a:solidFill>
          <a:latin typeface="+mn-lt"/>
          <a:ea typeface="MS PGothic" panose="020B0600070205080204" pitchFamily="34" charset="-128"/>
          <a:cs typeface="ＭＳ Ｐゴシック" charset="0"/>
        </a:defRPr>
      </a:lvl1pPr>
      <a:lvl2pPr marL="639763" indent="-246063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SzPct val="85000"/>
        <a:buFont typeface="Wingdings 2" panose="05020102010507070707" pitchFamily="18" charset="2"/>
        <a:buChar char=""/>
        <a:defRPr sz="2000" kern="1200">
          <a:solidFill>
            <a:schemeClr val="tx1"/>
          </a:solidFill>
          <a:latin typeface="+mn-lt"/>
          <a:ea typeface="MS PGothic" panose="020B0600070205080204" pitchFamily="34" charset="-128"/>
          <a:cs typeface="+mn-cs"/>
        </a:defRPr>
      </a:lvl2pPr>
      <a:lvl3pPr marL="914400" indent="-246063" algn="l" rtl="0" eaLnBrk="0" fontAlgn="base" hangingPunct="0">
        <a:spcBef>
          <a:spcPct val="20000"/>
        </a:spcBef>
        <a:spcAft>
          <a:spcPct val="0"/>
        </a:spcAft>
        <a:buClr>
          <a:schemeClr val="accent2"/>
        </a:buClr>
        <a:buSzPct val="70000"/>
        <a:buFont typeface="Wingdings 2" panose="05020102010507070707" pitchFamily="18" charset="2"/>
        <a:buChar char=""/>
        <a:defRPr kern="1200">
          <a:solidFill>
            <a:schemeClr val="tx1"/>
          </a:solidFill>
          <a:latin typeface="+mn-lt"/>
          <a:ea typeface="MS PGothic" panose="020B0600070205080204" pitchFamily="34" charset="-128"/>
          <a:cs typeface="+mn-cs"/>
        </a:defRPr>
      </a:lvl3pPr>
      <a:lvl4pPr marL="1187450" indent="-209550" algn="l" rtl="0" eaLnBrk="0" fontAlgn="base" hangingPunct="0">
        <a:spcBef>
          <a:spcPct val="20000"/>
        </a:spcBef>
        <a:spcAft>
          <a:spcPct val="0"/>
        </a:spcAft>
        <a:buClr>
          <a:srgbClr val="EB641B"/>
        </a:buClr>
        <a:buSzPct val="65000"/>
        <a:buFont typeface="Wingdings 2" panose="05020102010507070707" pitchFamily="18" charset="2"/>
        <a:buChar char=""/>
        <a:defRPr sz="1700" kern="1200">
          <a:solidFill>
            <a:schemeClr val="tx1"/>
          </a:solidFill>
          <a:latin typeface="+mn-lt"/>
          <a:ea typeface="MS PGothic" panose="020B0600070205080204" pitchFamily="34" charset="-128"/>
          <a:cs typeface="+mn-cs"/>
        </a:defRPr>
      </a:lvl4pPr>
      <a:lvl5pPr marL="1462088" indent="-209550" algn="l" rtl="0" eaLnBrk="0" fontAlgn="base" hangingPunct="0">
        <a:spcBef>
          <a:spcPct val="20000"/>
        </a:spcBef>
        <a:spcAft>
          <a:spcPct val="0"/>
        </a:spcAft>
        <a:buClr>
          <a:srgbClr val="39639D"/>
        </a:buClr>
        <a:buSzPct val="65000"/>
        <a:buFont typeface="Wingdings 2" panose="05020102010507070707" pitchFamily="18" charset="2"/>
        <a:buChar char=""/>
        <a:defRPr sz="1700" kern="1200">
          <a:solidFill>
            <a:schemeClr val="tx1"/>
          </a:solidFill>
          <a:latin typeface="+mn-lt"/>
          <a:ea typeface="MS PGothic" panose="020B0600070205080204" pitchFamily="34" charset="-128"/>
          <a:cs typeface="+mn-cs"/>
        </a:defRPr>
      </a:lvl5pPr>
      <a:lvl6pPr marL="1737360" indent="-210312" algn="l" rtl="0" eaLnBrk="1" latinLnBrk="0" hangingPunct="1">
        <a:spcBef>
          <a:spcPct val="20000"/>
        </a:spcBef>
        <a:buClr>
          <a:schemeClr val="accent5"/>
        </a:buClr>
        <a:buSzPct val="80000"/>
        <a:buFont typeface="Wingdings 2"/>
        <a:buChar char="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1920240" indent="-182880" algn="l" rtl="0" eaLnBrk="1" latinLnBrk="0" hangingPunct="1">
        <a:spcBef>
          <a:spcPct val="20000"/>
        </a:spcBef>
        <a:buClr>
          <a:schemeClr val="accent6"/>
        </a:buClr>
        <a:buSzPct val="80000"/>
        <a:buFont typeface="Wingdings 2"/>
        <a:buChar char=""/>
        <a:defRPr kumimoji="0" sz="1600" kern="1200" baseline="0">
          <a:solidFill>
            <a:schemeClr val="tx1"/>
          </a:solidFill>
          <a:latin typeface="+mn-lt"/>
          <a:ea typeface="+mn-ea"/>
          <a:cs typeface="+mn-cs"/>
        </a:defRPr>
      </a:lvl7pPr>
      <a:lvl8pPr marL="2194560" indent="-182880" algn="l" rtl="0" eaLnBrk="1" latinLnBrk="0" hangingPunct="1">
        <a:spcBef>
          <a:spcPct val="20000"/>
        </a:spcBef>
        <a:buClr>
          <a:schemeClr val="tx2"/>
        </a:buClr>
        <a:buChar char="•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468880" indent="-182880" algn="l" rtl="0" eaLnBrk="1" latinLnBrk="0" hangingPunct="1">
        <a:spcBef>
          <a:spcPct val="20000"/>
        </a:spcBef>
        <a:buClr>
          <a:schemeClr val="tx2"/>
        </a:buClr>
        <a:buFontTx/>
        <a:buChar char="•"/>
        <a:defRPr kumimoji="0" sz="14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6.xml"/><Relationship Id="rId4" Type="http://schemas.openxmlformats.org/officeDocument/2006/relationships/image" Target="../media/image7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7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7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7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7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7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Footer Placeholder 3">
            <a:extLst>
              <a:ext uri="{FF2B5EF4-FFF2-40B4-BE49-F238E27FC236}">
                <a16:creationId xmlns:a16="http://schemas.microsoft.com/office/drawing/2014/main" id="{6D92DB2B-2155-4F5F-99E7-B18BB761AC88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800" b="1"/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 b="1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800" b="1">
                <a:latin typeface="Tahoma" panose="020B0604030504040204" pitchFamily="34" charset="0"/>
              </a:rPr>
              <a:t>© A+ Computer Science  -  www.apluscompsci.com</a:t>
            </a:r>
          </a:p>
        </p:txBody>
      </p:sp>
      <p:sp>
        <p:nvSpPr>
          <p:cNvPr id="3075" name="WordArt 2051">
            <a:extLst>
              <a:ext uri="{FF2B5EF4-FFF2-40B4-BE49-F238E27FC236}">
                <a16:creationId xmlns:a16="http://schemas.microsoft.com/office/drawing/2014/main" id="{7DFF32C8-567A-4276-B358-D3FB81A000DC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1066800" y="1828800"/>
            <a:ext cx="7010400" cy="13716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US" sz="3600" kern="10">
                <a:ln w="9525">
                  <a:solidFill>
                    <a:srgbClr val="FFFF00"/>
                  </a:solidFill>
                  <a:round/>
                  <a:headEnd type="none" w="sm" len="sm"/>
                  <a:tailEnd type="none" w="sm" len="sm"/>
                </a:ln>
                <a:solidFill>
                  <a:srgbClr val="0000FF"/>
                </a:solidFill>
                <a:effectLst>
                  <a:outerShdw dist="35921" dir="2700000" algn="ctr" rotWithShape="0">
                    <a:srgbClr val="C0C0C0">
                      <a:alpha val="79999"/>
                    </a:srgbClr>
                  </a:outerShdw>
                </a:effectLst>
                <a:latin typeface="Impact" panose="020B0806030902050204" pitchFamily="34" charset="0"/>
              </a:rPr>
              <a:t>Linked Lists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Footer Placeholder 3">
            <a:extLst>
              <a:ext uri="{FF2B5EF4-FFF2-40B4-BE49-F238E27FC236}">
                <a16:creationId xmlns:a16="http://schemas.microsoft.com/office/drawing/2014/main" id="{31F1F338-376B-4554-8E45-7B3703462788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800" b="1"/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 b="1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800" b="1">
                <a:latin typeface="Tahoma" panose="020B0604030504040204" pitchFamily="34" charset="0"/>
              </a:rPr>
              <a:t>© A+ Computer Science  -  www.apluscompsci.com</a:t>
            </a:r>
          </a:p>
        </p:txBody>
      </p:sp>
      <p:sp>
        <p:nvSpPr>
          <p:cNvPr id="5123" name="WordArt 2">
            <a:extLst>
              <a:ext uri="{FF2B5EF4-FFF2-40B4-BE49-F238E27FC236}">
                <a16:creationId xmlns:a16="http://schemas.microsoft.com/office/drawing/2014/main" id="{1E5E84A7-8A4F-4BE0-921C-730522B04668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914400" y="1143000"/>
            <a:ext cx="7086600" cy="40386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US" sz="3600" kern="10">
                <a:ln w="25400">
                  <a:solidFill>
                    <a:srgbClr val="FFFF99"/>
                  </a:solidFill>
                  <a:round/>
                  <a:headEnd type="none" w="sm" len="sm"/>
                  <a:tailEnd type="none" w="sm" len="sm"/>
                </a:ln>
                <a:solidFill>
                  <a:srgbClr val="0000FF"/>
                </a:solidFill>
                <a:effectLst>
                  <a:outerShdw dist="35921" dir="2700000" algn="ctr" rotWithShape="0">
                    <a:srgbClr val="C0C0C0"/>
                  </a:outerShdw>
                </a:effectLst>
                <a:latin typeface="Impact" panose="020B0806030902050204" pitchFamily="34" charset="0"/>
              </a:rPr>
              <a:t>Java</a:t>
            </a:r>
          </a:p>
          <a:p>
            <a:pPr algn="ctr"/>
            <a:r>
              <a:rPr lang="en-US" sz="3600" kern="10">
                <a:ln w="25400">
                  <a:solidFill>
                    <a:srgbClr val="FFFF99"/>
                  </a:solidFill>
                  <a:round/>
                  <a:headEnd type="none" w="sm" len="sm"/>
                  <a:tailEnd type="none" w="sm" len="sm"/>
                </a:ln>
                <a:solidFill>
                  <a:srgbClr val="0000FF"/>
                </a:solidFill>
                <a:effectLst>
                  <a:outerShdw dist="35921" dir="2700000" algn="ctr" rotWithShape="0">
                    <a:srgbClr val="C0C0C0"/>
                  </a:outerShdw>
                </a:effectLst>
                <a:latin typeface="Impact" panose="020B0806030902050204" pitchFamily="34" charset="0"/>
              </a:rPr>
              <a:t>LinkedList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The ArrayList class implements the RandomAccess interface and extends the AbstractList class, which implements the List interface.&#10;The LinkedList class extends the AbstractSequentialList class, which extends the AbstractList class, which implements the List interfaces.&#10;&#10;Here is a description of the rest of the Java Collections Hierarchy:&#10;Java Collections Hierarchy Relationships Enumerated with Abstract Classes&#10;&#10;Collections&#10;Collection interface extends Iterable Interface and is the root of the collections hierarchy.&#10;List and Set interfaces extend Collection interface&#10;AbstractCollection class implements Collection interface&#10;AbstractList class extends AbstractCollection class and implements List interface&#10;AbstractSet class extends AbstractCollection class and implements Set interface&#10;ArrayList class extends AbstractList class and implements List and RandomAccess interfaces&#10;AbstractSequentialList class extends AbstractList class and implements List interface&#10;LinkedList class extends AbstractSequentialList class and implements List interface&#10;AbstractSet class extends AbstractCollection class and implements Collection interface&#10;HashSet class extends AbstractSet class and implements Set interface&#10;SortedSet interface extends Set interface&#10;TreeSet class extends AbstractSet class and implements SortedSet class&#10;&#10;Maps&#10;Map interface is the root of the map hierarchy&#10;AbstractMap class implements Map interface&#10;HashMap class extends AbstractMap class and implements Map interface&#10;SortedMap interface extends Map&#10;TreeMap class implements SortMap interface">
            <a:extLst>
              <a:ext uri="{FF2B5EF4-FFF2-40B4-BE49-F238E27FC236}">
                <a16:creationId xmlns:a16="http://schemas.microsoft.com/office/drawing/2014/main" id="{40C887D3-5145-4CC1-BA34-C2A4F0ABB8B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" y="304800"/>
            <a:ext cx="8979294" cy="64008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3016884-C718-402D-9919-0F3881BD6143}"/>
              </a:ext>
            </a:extLst>
          </p:cNvPr>
          <p:cNvSpPr txBox="1"/>
          <p:nvPr/>
        </p:nvSpPr>
        <p:spPr>
          <a:xfrm>
            <a:off x="1828800" y="838200"/>
            <a:ext cx="990600" cy="27699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200" b="0" dirty="0" err="1">
                <a:latin typeface="Trebuchet MS" panose="020B0603020202020204" pitchFamily="34" charset="0"/>
              </a:rPr>
              <a:t>Iterable</a:t>
            </a:r>
            <a:endParaRPr lang="en-US" sz="1800" b="0" dirty="0">
              <a:latin typeface="Trebuchet MS" panose="020B0603020202020204" pitchFamily="34" charset="0"/>
            </a:endParaRP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29765AFD-0C3A-4F60-B85F-C17BE870CA14}"/>
              </a:ext>
            </a:extLst>
          </p:cNvPr>
          <p:cNvCxnSpPr/>
          <p:nvPr/>
        </p:nvCxnSpPr>
        <p:spPr bwMode="auto">
          <a:xfrm flipV="1">
            <a:off x="2362200" y="1115199"/>
            <a:ext cx="0" cy="408801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solid"/>
            <a:round/>
            <a:headEnd type="none" w="sm" len="sm"/>
            <a:tailEnd type="triangle" w="lg" len="lg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EFB79148-C696-4DD5-AB6A-E013D52ECCDC}"/>
              </a:ext>
            </a:extLst>
          </p:cNvPr>
          <p:cNvSpPr txBox="1"/>
          <p:nvPr/>
        </p:nvSpPr>
        <p:spPr>
          <a:xfrm>
            <a:off x="990600" y="5562600"/>
            <a:ext cx="990600" cy="276999"/>
          </a:xfrm>
          <a:prstGeom prst="rect">
            <a:avLst/>
          </a:prstGeom>
          <a:noFill/>
          <a:ln w="19050">
            <a:solidFill>
              <a:srgbClr val="7030A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200" b="0" dirty="0">
                <a:solidFill>
                  <a:srgbClr val="7030A0"/>
                </a:solidFill>
                <a:latin typeface="Trebuchet MS" panose="020B0603020202020204" pitchFamily="34" charset="0"/>
              </a:rPr>
              <a:t>Vector</a:t>
            </a:r>
            <a:endParaRPr lang="en-US" sz="1800" b="0" dirty="0">
              <a:solidFill>
                <a:srgbClr val="7030A0"/>
              </a:solidFill>
              <a:latin typeface="Trebuchet MS" panose="020B0603020202020204" pitchFamily="34" charset="0"/>
            </a:endParaRP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7D0B6BE0-3854-4AEE-904C-33C8ADC94230}"/>
              </a:ext>
            </a:extLst>
          </p:cNvPr>
          <p:cNvCxnSpPr/>
          <p:nvPr/>
        </p:nvCxnSpPr>
        <p:spPr bwMode="auto">
          <a:xfrm flipV="1">
            <a:off x="1514797" y="5137219"/>
            <a:ext cx="588323" cy="438446"/>
          </a:xfrm>
          <a:prstGeom prst="straightConnector1">
            <a:avLst/>
          </a:prstGeom>
          <a:solidFill>
            <a:schemeClr val="accent1"/>
          </a:solidFill>
          <a:ln w="25400" cap="flat" cmpd="sng" algn="ctr">
            <a:solidFill>
              <a:srgbClr val="7030A0"/>
            </a:solidFill>
            <a:prstDash val="solid"/>
            <a:round/>
            <a:headEnd type="none" w="sm" len="sm"/>
            <a:tailEnd type="triangle" w="lg" len="lg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5FD1CBE4-0783-4B2D-95AC-F39855A8EFC0}"/>
              </a:ext>
            </a:extLst>
          </p:cNvPr>
          <p:cNvSpPr txBox="1"/>
          <p:nvPr/>
        </p:nvSpPr>
        <p:spPr>
          <a:xfrm>
            <a:off x="990600" y="6259286"/>
            <a:ext cx="990600" cy="276999"/>
          </a:xfrm>
          <a:prstGeom prst="rect">
            <a:avLst/>
          </a:prstGeom>
          <a:noFill/>
          <a:ln w="19050">
            <a:solidFill>
              <a:srgbClr val="7030A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rgbClr val="7030A0"/>
                </a:solidFill>
                <a:latin typeface="Trebuchet MS" panose="020B0603020202020204" pitchFamily="34" charset="0"/>
              </a:rPr>
              <a:t>Stack</a:t>
            </a:r>
            <a:endParaRPr lang="en-US" sz="1800" dirty="0">
              <a:solidFill>
                <a:srgbClr val="7030A0"/>
              </a:solidFill>
              <a:latin typeface="Trebuchet MS" panose="020B0603020202020204" pitchFamily="34" charset="0"/>
            </a:endParaRP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1AAEDD9-A600-419E-A107-D14A91628D2A}"/>
              </a:ext>
            </a:extLst>
          </p:cNvPr>
          <p:cNvCxnSpPr/>
          <p:nvPr/>
        </p:nvCxnSpPr>
        <p:spPr bwMode="auto">
          <a:xfrm flipH="1">
            <a:off x="336550" y="5701100"/>
            <a:ext cx="654050" cy="0"/>
          </a:xfrm>
          <a:prstGeom prst="line">
            <a:avLst/>
          </a:prstGeom>
          <a:solidFill>
            <a:schemeClr val="accent1"/>
          </a:solidFill>
          <a:ln w="28575" cap="flat" cmpd="sng" algn="ctr">
            <a:solidFill>
              <a:srgbClr val="7030A0"/>
            </a:solidFill>
            <a:prstDash val="solid"/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9875BB73-D42C-49CA-A520-4FC437C67BED}"/>
              </a:ext>
            </a:extLst>
          </p:cNvPr>
          <p:cNvSpPr/>
          <p:nvPr/>
        </p:nvSpPr>
        <p:spPr bwMode="auto">
          <a:xfrm>
            <a:off x="1460665" y="5854535"/>
            <a:ext cx="88425" cy="391886"/>
          </a:xfrm>
          <a:custGeom>
            <a:avLst/>
            <a:gdLst>
              <a:gd name="connsiteX0" fmla="*/ 0 w 88425"/>
              <a:gd name="connsiteY0" fmla="*/ 391886 h 391886"/>
              <a:gd name="connsiteX1" fmla="*/ 71252 w 88425"/>
              <a:gd name="connsiteY1" fmla="*/ 308759 h 391886"/>
              <a:gd name="connsiteX2" fmla="*/ 83127 w 88425"/>
              <a:gd name="connsiteY2" fmla="*/ 142504 h 391886"/>
              <a:gd name="connsiteX3" fmla="*/ 0 w 88425"/>
              <a:gd name="connsiteY3" fmla="*/ 0 h 3918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8425" h="391886">
                <a:moveTo>
                  <a:pt x="0" y="391886"/>
                </a:moveTo>
                <a:cubicBezTo>
                  <a:pt x="28699" y="371104"/>
                  <a:pt x="57398" y="350323"/>
                  <a:pt x="71252" y="308759"/>
                </a:cubicBezTo>
                <a:cubicBezTo>
                  <a:pt x="85107" y="267195"/>
                  <a:pt x="95002" y="193964"/>
                  <a:pt x="83127" y="142504"/>
                </a:cubicBezTo>
                <a:cubicBezTo>
                  <a:pt x="71252" y="91044"/>
                  <a:pt x="35626" y="45522"/>
                  <a:pt x="0" y="0"/>
                </a:cubicBezTo>
              </a:path>
            </a:pathLst>
          </a:custGeom>
          <a:noFill/>
          <a:ln w="28575" cap="flat" cmpd="sng" algn="ctr">
            <a:solidFill>
              <a:srgbClr val="7030A0"/>
            </a:solidFill>
            <a:prstDash val="solid"/>
            <a:round/>
            <a:headEnd type="none" w="med" len="med"/>
            <a:tailEnd type="triangle" w="lg" len="lg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ahoma" pitchFamily="34" charset="0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686E69A3-FCEF-486C-B47F-880C4DE51B13}"/>
              </a:ext>
            </a:extLst>
          </p:cNvPr>
          <p:cNvSpPr/>
          <p:nvPr/>
        </p:nvSpPr>
        <p:spPr bwMode="auto">
          <a:xfrm>
            <a:off x="1514065" y="3213463"/>
            <a:ext cx="1473075" cy="2351314"/>
          </a:xfrm>
          <a:custGeom>
            <a:avLst/>
            <a:gdLst>
              <a:gd name="connsiteX0" fmla="*/ 14289 w 1473075"/>
              <a:gd name="connsiteY0" fmla="*/ 2351314 h 2351314"/>
              <a:gd name="connsiteX1" fmla="*/ 27352 w 1473075"/>
              <a:gd name="connsiteY1" fmla="*/ 2090057 h 2351314"/>
              <a:gd name="connsiteX2" fmla="*/ 262484 w 1473075"/>
              <a:gd name="connsiteY2" fmla="*/ 1867988 h 2351314"/>
              <a:gd name="connsiteX3" fmla="*/ 484552 w 1473075"/>
              <a:gd name="connsiteY3" fmla="*/ 1685108 h 2351314"/>
              <a:gd name="connsiteX4" fmla="*/ 628244 w 1473075"/>
              <a:gd name="connsiteY4" fmla="*/ 1371600 h 2351314"/>
              <a:gd name="connsiteX5" fmla="*/ 1046255 w 1473075"/>
              <a:gd name="connsiteY5" fmla="*/ 1240971 h 2351314"/>
              <a:gd name="connsiteX6" fmla="*/ 1398952 w 1473075"/>
              <a:gd name="connsiteY6" fmla="*/ 1018903 h 2351314"/>
              <a:gd name="connsiteX7" fmla="*/ 1464266 w 1473075"/>
              <a:gd name="connsiteY7" fmla="*/ 535577 h 2351314"/>
              <a:gd name="connsiteX8" fmla="*/ 1268324 w 1473075"/>
              <a:gd name="connsiteY8" fmla="*/ 261257 h 2351314"/>
              <a:gd name="connsiteX9" fmla="*/ 863375 w 1473075"/>
              <a:gd name="connsiteY9" fmla="*/ 0 h 23513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473075" h="2351314">
                <a:moveTo>
                  <a:pt x="14289" y="2351314"/>
                </a:moveTo>
                <a:cubicBezTo>
                  <a:pt x="137" y="2260962"/>
                  <a:pt x="-14014" y="2170611"/>
                  <a:pt x="27352" y="2090057"/>
                </a:cubicBezTo>
                <a:cubicBezTo>
                  <a:pt x="68718" y="2009503"/>
                  <a:pt x="186284" y="1935480"/>
                  <a:pt x="262484" y="1867988"/>
                </a:cubicBezTo>
                <a:cubicBezTo>
                  <a:pt x="338684" y="1800496"/>
                  <a:pt x="423592" y="1767839"/>
                  <a:pt x="484552" y="1685108"/>
                </a:cubicBezTo>
                <a:cubicBezTo>
                  <a:pt x="545512" y="1602377"/>
                  <a:pt x="534627" y="1445623"/>
                  <a:pt x="628244" y="1371600"/>
                </a:cubicBezTo>
                <a:cubicBezTo>
                  <a:pt x="721861" y="1297577"/>
                  <a:pt x="917804" y="1299754"/>
                  <a:pt x="1046255" y="1240971"/>
                </a:cubicBezTo>
                <a:cubicBezTo>
                  <a:pt x="1174706" y="1182188"/>
                  <a:pt x="1329284" y="1136469"/>
                  <a:pt x="1398952" y="1018903"/>
                </a:cubicBezTo>
                <a:cubicBezTo>
                  <a:pt x="1468621" y="901337"/>
                  <a:pt x="1486037" y="661851"/>
                  <a:pt x="1464266" y="535577"/>
                </a:cubicBezTo>
                <a:cubicBezTo>
                  <a:pt x="1442495" y="409303"/>
                  <a:pt x="1368472" y="350520"/>
                  <a:pt x="1268324" y="261257"/>
                </a:cubicBezTo>
                <a:cubicBezTo>
                  <a:pt x="1168176" y="171994"/>
                  <a:pt x="1015775" y="85997"/>
                  <a:pt x="863375" y="0"/>
                </a:cubicBezTo>
              </a:path>
            </a:pathLst>
          </a:custGeom>
          <a:noFill/>
          <a:ln w="25400" cap="flat" cmpd="sng" algn="ctr">
            <a:solidFill>
              <a:srgbClr val="7030A0"/>
            </a:solidFill>
            <a:prstDash val="solid"/>
            <a:round/>
            <a:headEnd type="none" w="sm" len="sm"/>
            <a:tailEnd type="triangle" w="lg" len="lg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ahom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808920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Footer Placeholder 3">
            <a:extLst>
              <a:ext uri="{FF2B5EF4-FFF2-40B4-BE49-F238E27FC236}">
                <a16:creationId xmlns:a16="http://schemas.microsoft.com/office/drawing/2014/main" id="{B428CE59-B1EF-4161-83B1-AB4483575AB5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800" b="1"/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 b="1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800" b="1">
                <a:latin typeface="Tahoma" panose="020B0604030504040204" pitchFamily="34" charset="0"/>
              </a:rPr>
              <a:t>© A+ Computer Science  -  www.apluscompsci.com</a:t>
            </a:r>
          </a:p>
        </p:txBody>
      </p:sp>
      <p:sp>
        <p:nvSpPr>
          <p:cNvPr id="10243" name="WordArt 2">
            <a:extLst>
              <a:ext uri="{FF2B5EF4-FFF2-40B4-BE49-F238E27FC236}">
                <a16:creationId xmlns:a16="http://schemas.microsoft.com/office/drawing/2014/main" id="{7417F1E4-12D9-452D-8086-9CF8AB63CB92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914400" y="1143000"/>
            <a:ext cx="7086600" cy="40386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US" sz="3600" kern="10">
                <a:ln w="25400">
                  <a:solidFill>
                    <a:srgbClr val="FFFF99"/>
                  </a:solidFill>
                  <a:round/>
                  <a:headEnd type="none" w="sm" len="sm"/>
                  <a:tailEnd type="none" w="sm" len="sm"/>
                </a:ln>
                <a:solidFill>
                  <a:srgbClr val="0000FF"/>
                </a:solidFill>
                <a:effectLst>
                  <a:outerShdw dist="35921" dir="2700000" algn="ctr" rotWithShape="0">
                    <a:srgbClr val="C0C0C0"/>
                  </a:outerShdw>
                </a:effectLst>
                <a:latin typeface="Impact" panose="020B0806030902050204" pitchFamily="34" charset="0"/>
              </a:rPr>
              <a:t>LinkedList</a:t>
            </a:r>
          </a:p>
          <a:p>
            <a:pPr algn="ctr"/>
            <a:r>
              <a:rPr lang="en-US" sz="3600" kern="10">
                <a:ln w="25400">
                  <a:solidFill>
                    <a:srgbClr val="FFFF99"/>
                  </a:solidFill>
                  <a:round/>
                  <a:headEnd type="none" w="sm" len="sm"/>
                  <a:tailEnd type="none" w="sm" len="sm"/>
                </a:ln>
                <a:solidFill>
                  <a:srgbClr val="0000FF"/>
                </a:solidFill>
                <a:effectLst>
                  <a:outerShdw dist="35921" dir="2700000" algn="ctr" rotWithShape="0">
                    <a:srgbClr val="C0C0C0"/>
                  </a:outerShdw>
                </a:effectLst>
                <a:latin typeface="Impact" panose="020B0806030902050204" pitchFamily="34" charset="0"/>
              </a:rPr>
              <a:t>Methods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Footer Placeholder 3">
            <a:extLst>
              <a:ext uri="{FF2B5EF4-FFF2-40B4-BE49-F238E27FC236}">
                <a16:creationId xmlns:a16="http://schemas.microsoft.com/office/drawing/2014/main" id="{E5CBC063-72BF-4055-A15D-B61C35E217B2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800" b="1"/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 b="1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800" b="1">
                <a:latin typeface="Tahoma" panose="020B0604030504040204" pitchFamily="34" charset="0"/>
              </a:rPr>
              <a:t>© A+ Computer Science  -  www.apluscompsci.com</a:t>
            </a:r>
          </a:p>
        </p:txBody>
      </p:sp>
      <p:graphicFrame>
        <p:nvGraphicFramePr>
          <p:cNvPr id="190466" name="Group 2">
            <a:extLst>
              <a:ext uri="{FF2B5EF4-FFF2-40B4-BE49-F238E27FC236}">
                <a16:creationId xmlns:a16="http://schemas.microsoft.com/office/drawing/2014/main" id="{DB66C98B-1371-4721-9256-150C29324102}"/>
              </a:ext>
            </a:extLst>
          </p:cNvPr>
          <p:cNvGraphicFramePr>
            <a:graphicFrameLocks noGrp="1"/>
          </p:cNvGraphicFramePr>
          <p:nvPr/>
        </p:nvGraphicFramePr>
        <p:xfrm>
          <a:off x="609600" y="533400"/>
          <a:ext cx="8077200" cy="4870451"/>
        </p:xfrm>
        <a:graphic>
          <a:graphicData uri="http://schemas.openxmlformats.org/drawingml/2006/table">
            <a:tbl>
              <a:tblPr/>
              <a:tblGrid>
                <a:gridCol w="27209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356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476375">
                <a:tc gridSpan="2"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3600" b="1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ahoma" pitchFamily="34" charset="0"/>
                        </a:rPr>
                        <a:t>LinkedList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800" b="1" i="0" u="none" strike="noStrike" cap="none" normalizeH="0" baseline="0">
                          <a:ln>
                            <a:noFill/>
                          </a:ln>
                          <a:solidFill>
                            <a:srgbClr val="006600"/>
                          </a:solidFill>
                          <a:effectLst/>
                          <a:latin typeface="Tahoma" pitchFamily="34" charset="0"/>
                        </a:rPr>
                        <a:t>frequently used methods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84213"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400" b="1" i="0" u="none" strike="noStrike" cap="none" normalizeH="0" baseline="0">
                          <a:ln>
                            <a:noFill/>
                          </a:ln>
                          <a:solidFill>
                            <a:srgbClr val="330099"/>
                          </a:solidFill>
                          <a:effectLst/>
                          <a:latin typeface="Tahoma" pitchFamily="34" charset="0"/>
                        </a:rPr>
                        <a:t>Name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1F4FF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400" b="1" i="0" u="none" strike="noStrike" cap="none" normalizeH="0" baseline="0">
                          <a:ln>
                            <a:noFill/>
                          </a:ln>
                          <a:solidFill>
                            <a:srgbClr val="330099"/>
                          </a:solidFill>
                          <a:effectLst/>
                          <a:latin typeface="Tahoma" pitchFamily="34" charset="0"/>
                        </a:rPr>
                        <a:t>Use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1F4FF">
                        <a:alpha val="5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9900"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000" b="1" i="0" u="none" strike="noStrike" cap="none" normalizeH="0" baseline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</a:rPr>
                        <a:t>add(x)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000" b="1" i="0" u="none" strike="noStrike" cap="none" normalizeH="0" baseline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</a:rPr>
                        <a:t>adds item x to the list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0850"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000" b="1" i="0" u="none" strike="noStrike" cap="none" normalizeH="0" baseline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</a:rPr>
                        <a:t>set(x,y)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000" b="1" i="0" u="none" strike="noStrike" cap="none" normalizeH="0" baseline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</a:rPr>
                        <a:t>set location x to the value y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9263"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000" b="1" i="0" u="none" strike="noStrike" cap="none" normalizeH="0" baseline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</a:rPr>
                        <a:t>get(x)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000" b="1" i="0" u="none" strike="noStrike" cap="none" normalizeH="0" baseline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</a:rPr>
                        <a:t>get the item at location x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0850"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000" b="1" i="0" u="none" strike="noStrike" cap="none" normalizeH="0" baseline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</a:rPr>
                        <a:t>size()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000" b="1" i="0" u="none" strike="noStrike" cap="none" normalizeH="0" baseline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</a:rPr>
                        <a:t>returns the # of items in the list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8150"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000" b="1" i="0" u="none" strike="noStrike" cap="none" normalizeH="0" baseline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</a:rPr>
                        <a:t>remove()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000" b="1" i="0" u="none" strike="noStrike" cap="none" normalizeH="0" baseline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</a:rPr>
                        <a:t>removes an item from the list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0850"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000" b="1" i="0" u="none" strike="noStrike" cap="none" normalizeH="0" baseline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</a:rPr>
                        <a:t>clear()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000" b="1" i="0" u="none" strike="noStrike" cap="none" normalizeH="0" baseline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</a:rPr>
                        <a:t>removes all items from the list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2319" name="Text Box 30">
            <a:extLst>
              <a:ext uri="{FF2B5EF4-FFF2-40B4-BE49-F238E27FC236}">
                <a16:creationId xmlns:a16="http://schemas.microsoft.com/office/drawing/2014/main" id="{8DFB0C1E-8DB0-4253-82B4-58F415DDA46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57400" y="5638800"/>
            <a:ext cx="5257800" cy="531813"/>
          </a:xfrm>
          <a:prstGeom prst="rect">
            <a:avLst/>
          </a:prstGeom>
          <a:noFill/>
          <a:ln w="12700">
            <a:solidFill>
              <a:srgbClr val="0000FF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2800" b="1">
                <a:solidFill>
                  <a:schemeClr val="accent2"/>
                </a:solidFill>
                <a:latin typeface="Tahoma" panose="020B0604030504040204" pitchFamily="34" charset="0"/>
              </a:rPr>
              <a:t>import  java.util.LinkedList;</a:t>
            </a:r>
            <a:endParaRPr lang="en-US" altLang="en-US" sz="2000">
              <a:latin typeface="Tahoma" panose="020B0604030504040204" pitchFamily="34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Footer Placeholder 3">
            <a:extLst>
              <a:ext uri="{FF2B5EF4-FFF2-40B4-BE49-F238E27FC236}">
                <a16:creationId xmlns:a16="http://schemas.microsoft.com/office/drawing/2014/main" id="{784777E7-E6FC-446A-97B4-396AE14B749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800" b="1"/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 b="1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800" b="1">
                <a:latin typeface="Tahoma" panose="020B0604030504040204" pitchFamily="34" charset="0"/>
              </a:rPr>
              <a:t>© A+ Computer Science  -  www.apluscompsci.com</a:t>
            </a:r>
          </a:p>
        </p:txBody>
      </p:sp>
      <p:sp>
        <p:nvSpPr>
          <p:cNvPr id="14339" name="Rectangle 2">
            <a:extLst>
              <a:ext uri="{FF2B5EF4-FFF2-40B4-BE49-F238E27FC236}">
                <a16:creationId xmlns:a16="http://schemas.microsoft.com/office/drawing/2014/main" id="{6C09FD88-76F9-4F87-97F6-A38459C9CDE1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00" y="1524000"/>
            <a:ext cx="7620000" cy="43005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2800" b="1">
                <a:latin typeface="Tahoma" panose="020B0604030504040204" pitchFamily="34" charset="0"/>
              </a:rPr>
              <a:t>LinkedList&lt;String&gt; list;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2800" b="1">
                <a:latin typeface="Tahoma" panose="020B0604030504040204" pitchFamily="34" charset="0"/>
              </a:rPr>
              <a:t>list = new LinkedList&lt;String&gt;();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en-US" sz="2800" b="1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2800" b="1">
                <a:latin typeface="Tahoma" panose="020B0604030504040204" pitchFamily="34" charset="0"/>
              </a:rPr>
              <a:t>list.add("c");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2800" b="1">
                <a:latin typeface="Tahoma" panose="020B0604030504040204" pitchFamily="34" charset="0"/>
              </a:rPr>
              <a:t>list.add("b");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2800" b="1">
                <a:latin typeface="Tahoma" panose="020B0604030504040204" pitchFamily="34" charset="0"/>
              </a:rPr>
              <a:t>list.add("a");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2800" b="1">
                <a:latin typeface="Tahoma" panose="020B0604030504040204" pitchFamily="34" charset="0"/>
              </a:rPr>
              <a:t>list.add(1, "d");  	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en-US" sz="2800" b="1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2800" b="1">
                <a:latin typeface="Tahoma" panose="020B0604030504040204" pitchFamily="34" charset="0"/>
              </a:rPr>
              <a:t>out.println(list);</a:t>
            </a:r>
            <a:r>
              <a:rPr lang="en-US" altLang="en-US" b="1">
                <a:latin typeface="Tahoma" panose="020B0604030504040204" pitchFamily="34" charset="0"/>
              </a:rPr>
              <a:t>   	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2000" b="1">
                <a:latin typeface="Tahoma" panose="020B0604030504040204" pitchFamily="34" charset="0"/>
              </a:rPr>
              <a:t>	</a:t>
            </a:r>
          </a:p>
        </p:txBody>
      </p:sp>
      <p:sp>
        <p:nvSpPr>
          <p:cNvPr id="14340" name="Text Box 3">
            <a:extLst>
              <a:ext uri="{FF2B5EF4-FFF2-40B4-BE49-F238E27FC236}">
                <a16:creationId xmlns:a16="http://schemas.microsoft.com/office/drawing/2014/main" id="{7AD40D80-1599-423A-9737-05BFE1D3C45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48400" y="2971800"/>
            <a:ext cx="2362200" cy="1323975"/>
          </a:xfrm>
          <a:prstGeom prst="rect">
            <a:avLst/>
          </a:prstGeom>
          <a:noFill/>
          <a:ln w="12700">
            <a:solidFill>
              <a:srgbClr val="993300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  <a:buFontTx/>
              <a:buNone/>
            </a:pPr>
            <a:r>
              <a:rPr lang="en-US" altLang="en-US" b="1" u="sng">
                <a:solidFill>
                  <a:srgbClr val="FF0000"/>
                </a:solidFill>
                <a:latin typeface="Tahoma" panose="020B0604030504040204" pitchFamily="34" charset="0"/>
              </a:rPr>
              <a:t>OUTPUT</a:t>
            </a:r>
          </a:p>
          <a:p>
            <a:pPr>
              <a:spcBef>
                <a:spcPct val="50000"/>
              </a:spcBef>
              <a:buFontTx/>
              <a:buNone/>
            </a:pPr>
            <a:r>
              <a:rPr lang="en-US" altLang="en-US" b="1">
                <a:latin typeface="Tahoma" panose="020B0604030504040204" pitchFamily="34" charset="0"/>
              </a:rPr>
              <a:t>[c, d, b, a]</a:t>
            </a:r>
          </a:p>
        </p:txBody>
      </p:sp>
      <p:sp>
        <p:nvSpPr>
          <p:cNvPr id="14341" name="WordArt 4">
            <a:extLst>
              <a:ext uri="{FF2B5EF4-FFF2-40B4-BE49-F238E27FC236}">
                <a16:creationId xmlns:a16="http://schemas.microsoft.com/office/drawing/2014/main" id="{F8F81176-FC67-492C-91DC-82B08055556D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1066800" y="381000"/>
            <a:ext cx="6400800" cy="6858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US" sz="3600" kern="10">
                <a:ln w="25400">
                  <a:solidFill>
                    <a:srgbClr val="FFFF00"/>
                  </a:solidFill>
                  <a:round/>
                  <a:headEnd type="none" w="sm" len="sm"/>
                  <a:tailEnd type="none" w="sm" len="sm"/>
                </a:ln>
                <a:solidFill>
                  <a:srgbClr val="0000FF"/>
                </a:solidFill>
                <a:effectLst>
                  <a:outerShdw dist="35921" dir="2700000" algn="ctr" rotWithShape="0">
                    <a:srgbClr val="C0C0C0"/>
                  </a:outerShdw>
                </a:effectLst>
                <a:latin typeface="Impact" panose="020B0806030902050204" pitchFamily="34" charset="0"/>
              </a:rPr>
              <a:t>add()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Footer Placeholder 3">
            <a:extLst>
              <a:ext uri="{FF2B5EF4-FFF2-40B4-BE49-F238E27FC236}">
                <a16:creationId xmlns:a16="http://schemas.microsoft.com/office/drawing/2014/main" id="{62844AAD-8948-4E1E-86C7-F3F82BE53CFC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800" b="1"/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 b="1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800" b="1">
                <a:latin typeface="Tahoma" panose="020B0604030504040204" pitchFamily="34" charset="0"/>
              </a:rPr>
              <a:t>© A+ Computer Science  -  www.apluscompsci.com</a:t>
            </a:r>
          </a:p>
        </p:txBody>
      </p:sp>
      <p:sp>
        <p:nvSpPr>
          <p:cNvPr id="16387" name="Rectangle 2">
            <a:extLst>
              <a:ext uri="{FF2B5EF4-FFF2-40B4-BE49-F238E27FC236}">
                <a16:creationId xmlns:a16="http://schemas.microsoft.com/office/drawing/2014/main" id="{F7DA2A9F-9928-48AF-9AD1-8ECB4827D58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600" y="1219200"/>
            <a:ext cx="8534400" cy="52165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2800" b="1">
                <a:latin typeface="Tahoma" panose="020B0604030504040204" pitchFamily="34" charset="0"/>
              </a:rPr>
              <a:t>LinkedList&lt;String&gt; list;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2800" b="1">
                <a:latin typeface="Tahoma" panose="020B0604030504040204" pitchFamily="34" charset="0"/>
              </a:rPr>
              <a:t>list = new LinkedList&lt;String&gt;();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en-US" sz="2800" b="1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2800" b="1">
                <a:latin typeface="Tahoma" panose="020B0604030504040204" pitchFamily="34" charset="0"/>
              </a:rPr>
              <a:t>list.add("c");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2800" b="1">
                <a:latin typeface="Tahoma" panose="020B0604030504040204" pitchFamily="34" charset="0"/>
              </a:rPr>
              <a:t>list.add("b");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2800" b="1">
                <a:latin typeface="Tahoma" panose="020B0604030504040204" pitchFamily="34" charset="0"/>
              </a:rPr>
              <a:t>list.add("a");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2800" b="1">
                <a:latin typeface="Tahoma" panose="020B0604030504040204" pitchFamily="34" charset="0"/>
              </a:rPr>
              <a:t>list.add(1, "d");  	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en-US" sz="2800" b="1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2800" b="1">
                <a:latin typeface="Tahoma" panose="020B0604030504040204" pitchFamily="34" charset="0"/>
              </a:rPr>
              <a:t>out.println(list.get(0) );   	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2800" b="1">
                <a:latin typeface="Tahoma" panose="020B0604030504040204" pitchFamily="34" charset="0"/>
              </a:rPr>
              <a:t>out.println(list.get(1) );   	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2800" b="1">
                <a:latin typeface="Tahoma" panose="020B0604030504040204" pitchFamily="34" charset="0"/>
              </a:rPr>
              <a:t>out.println("first " + list.getFirst());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2800" b="1">
                <a:latin typeface="Tahoma" panose="020B0604030504040204" pitchFamily="34" charset="0"/>
              </a:rPr>
              <a:t>out.println("last " + list.getLast());	</a:t>
            </a:r>
          </a:p>
        </p:txBody>
      </p:sp>
      <p:sp>
        <p:nvSpPr>
          <p:cNvPr id="16388" name="Text Box 3">
            <a:extLst>
              <a:ext uri="{FF2B5EF4-FFF2-40B4-BE49-F238E27FC236}">
                <a16:creationId xmlns:a16="http://schemas.microsoft.com/office/drawing/2014/main" id="{AAA72DA6-CF3A-48C5-8AAB-6ED0DDC1FFA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705600" y="2362200"/>
            <a:ext cx="2057400" cy="2541588"/>
          </a:xfrm>
          <a:prstGeom prst="rect">
            <a:avLst/>
          </a:prstGeom>
          <a:noFill/>
          <a:ln w="12700">
            <a:solidFill>
              <a:srgbClr val="993300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  <a:buFontTx/>
              <a:buNone/>
            </a:pPr>
            <a:r>
              <a:rPr lang="en-US" altLang="en-US" b="1" u="sng">
                <a:solidFill>
                  <a:srgbClr val="FF0000"/>
                </a:solidFill>
                <a:latin typeface="Tahoma" panose="020B0604030504040204" pitchFamily="34" charset="0"/>
              </a:rPr>
              <a:t>OUTPUT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b="1">
                <a:latin typeface="Tahoma" panose="020B0604030504040204" pitchFamily="34" charset="0"/>
              </a:rPr>
              <a:t>c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b="1">
                <a:latin typeface="Tahoma" panose="020B0604030504040204" pitchFamily="34" charset="0"/>
              </a:rPr>
              <a:t>d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b="1">
                <a:latin typeface="Tahoma" panose="020B0604030504040204" pitchFamily="34" charset="0"/>
              </a:rPr>
              <a:t>first c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b="1">
                <a:latin typeface="Tahoma" panose="020B0604030504040204" pitchFamily="34" charset="0"/>
              </a:rPr>
              <a:t>last a</a:t>
            </a:r>
          </a:p>
        </p:txBody>
      </p:sp>
      <p:sp>
        <p:nvSpPr>
          <p:cNvPr id="16389" name="WordArt 4">
            <a:extLst>
              <a:ext uri="{FF2B5EF4-FFF2-40B4-BE49-F238E27FC236}">
                <a16:creationId xmlns:a16="http://schemas.microsoft.com/office/drawing/2014/main" id="{90A2166D-3D22-4AB5-9F6B-634B0152B23F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1066800" y="381000"/>
            <a:ext cx="6400800" cy="6858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US" sz="3600" kern="10">
                <a:ln w="25400">
                  <a:solidFill>
                    <a:srgbClr val="FFFF00"/>
                  </a:solidFill>
                  <a:round/>
                  <a:headEnd type="none" w="sm" len="sm"/>
                  <a:tailEnd type="none" w="sm" len="sm"/>
                </a:ln>
                <a:solidFill>
                  <a:srgbClr val="0000FF"/>
                </a:solidFill>
                <a:effectLst>
                  <a:outerShdw dist="35921" dir="2700000" algn="ctr" rotWithShape="0">
                    <a:srgbClr val="C0C0C0"/>
                  </a:outerShdw>
                </a:effectLst>
                <a:latin typeface="Impact" panose="020B0806030902050204" pitchFamily="34" charset="0"/>
              </a:rPr>
              <a:t>get()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1">
            <a:extLst>
              <a:ext uri="{FF2B5EF4-FFF2-40B4-BE49-F238E27FC236}">
                <a16:creationId xmlns:a16="http://schemas.microsoft.com/office/drawing/2014/main" id="{BDD69578-9D09-4AA8-B039-1FE15CE9DADF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332846" y="334214"/>
            <a:ext cx="8603763" cy="58015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353833"/>
                </a:solidFill>
                <a:effectLst/>
                <a:latin typeface="Arial Unicode MS"/>
              </a:rPr>
              <a:t>public interface </a:t>
            </a:r>
            <a:r>
              <a:rPr kumimoji="0" lang="en-US" altLang="en-US" sz="2800" b="1" i="0" u="none" strike="noStrike" cap="none" normalizeH="0" baseline="0" dirty="0" err="1">
                <a:ln>
                  <a:noFill/>
                </a:ln>
                <a:solidFill>
                  <a:srgbClr val="353833"/>
                </a:solidFill>
                <a:effectLst/>
                <a:latin typeface="Arial Unicode MS"/>
              </a:rPr>
              <a:t>RandomAccess</a:t>
            </a:r>
            <a:b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rgbClr val="353833"/>
                </a:solidFill>
                <a:effectLst/>
                <a:latin typeface="Arial Unicode MS"/>
              </a:rPr>
            </a:b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353833"/>
                </a:solidFill>
                <a:effectLst/>
                <a:cs typeface="Arial" panose="020B0604020202020204" pitchFamily="34" charset="0"/>
              </a:rPr>
              <a:t>Marker interface used by 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353833"/>
                </a:solidFill>
                <a:effectLst/>
                <a:latin typeface="Arial Unicode MS"/>
                <a:cs typeface="Arial" panose="020B0604020202020204" pitchFamily="34" charset="0"/>
              </a:rPr>
              <a:t>List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353833"/>
                </a:solidFill>
                <a:effectLst/>
                <a:cs typeface="Arial" panose="020B0604020202020204" pitchFamily="34" charset="0"/>
              </a:rPr>
              <a:t> implementations to indicate that they support fast (generally constant time) random access.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353833"/>
                </a:solidFill>
                <a:effectLst/>
                <a:cs typeface="Arial" panose="020B0604020202020204" pitchFamily="34" charset="0"/>
              </a:rPr>
              <a:t>The primary purpose of this interface is to allow generic algorithms to alter their behavior to provide good performance when applied to either </a:t>
            </a:r>
            <a:r>
              <a:rPr kumimoji="0" lang="en-US" altLang="en-US" sz="2800" b="0" i="1" u="none" strike="noStrike" cap="none" normalizeH="0" baseline="0" dirty="0">
                <a:ln>
                  <a:noFill/>
                </a:ln>
                <a:solidFill>
                  <a:srgbClr val="353833"/>
                </a:solidFill>
                <a:effectLst/>
                <a:cs typeface="Arial" panose="020B0604020202020204" pitchFamily="34" charset="0"/>
              </a:rPr>
              <a:t>random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353833"/>
                </a:solidFill>
                <a:effectLst/>
                <a:cs typeface="Arial" panose="020B0604020202020204" pitchFamily="34" charset="0"/>
              </a:rPr>
              <a:t> or </a:t>
            </a:r>
            <a:r>
              <a:rPr kumimoji="0" lang="en-US" altLang="en-US" sz="2800" b="0" i="1" u="none" strike="noStrike" cap="none" normalizeH="0" baseline="0" dirty="0">
                <a:ln>
                  <a:noFill/>
                </a:ln>
                <a:solidFill>
                  <a:srgbClr val="353833"/>
                </a:solidFill>
                <a:effectLst/>
                <a:cs typeface="Arial" panose="020B0604020202020204" pitchFamily="34" charset="0"/>
              </a:rPr>
              <a:t>sequential access lists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353833"/>
                </a:solidFill>
                <a:effectLst/>
                <a:cs typeface="Arial" panose="020B0604020202020204" pitchFamily="34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353833"/>
                </a:solidFill>
                <a:effectLst/>
                <a:cs typeface="Arial" panose="020B0604020202020204" pitchFamily="34" charset="0"/>
              </a:rPr>
              <a:t>The best algorithms for manipulating </a:t>
            </a:r>
            <a:r>
              <a:rPr kumimoji="0" lang="en-US" altLang="en-US" sz="2800" b="0" i="1" u="none" strike="noStrike" cap="none" normalizeH="0" baseline="0" dirty="0">
                <a:ln>
                  <a:noFill/>
                </a:ln>
                <a:solidFill>
                  <a:srgbClr val="353833"/>
                </a:solidFill>
                <a:effectLst/>
                <a:cs typeface="Arial" panose="020B0604020202020204" pitchFamily="34" charset="0"/>
              </a:rPr>
              <a:t>random access lists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353833"/>
                </a:solidFill>
                <a:effectLst/>
                <a:cs typeface="Arial" panose="020B0604020202020204" pitchFamily="34" charset="0"/>
              </a:rPr>
              <a:t> (such as 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rgbClr val="353833"/>
                </a:solidFill>
                <a:effectLst/>
                <a:latin typeface="Arial Unicode MS"/>
                <a:cs typeface="Arial" panose="020B0604020202020204" pitchFamily="34" charset="0"/>
              </a:rPr>
              <a:t>ArrayList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353833"/>
                </a:solidFill>
                <a:effectLst/>
                <a:cs typeface="Arial" panose="020B0604020202020204" pitchFamily="34" charset="0"/>
              </a:rPr>
              <a:t>) can produce quadratic behavior when applied to </a:t>
            </a:r>
            <a:r>
              <a:rPr kumimoji="0" lang="en-US" altLang="en-US" sz="2800" b="0" i="1" u="none" strike="noStrike" cap="none" normalizeH="0" baseline="0" dirty="0">
                <a:ln>
                  <a:noFill/>
                </a:ln>
                <a:solidFill>
                  <a:srgbClr val="353833"/>
                </a:solidFill>
                <a:effectLst/>
                <a:cs typeface="Arial" panose="020B0604020202020204" pitchFamily="34" charset="0"/>
              </a:rPr>
              <a:t>sequential access lists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353833"/>
                </a:solidFill>
                <a:effectLst/>
                <a:cs typeface="Arial" panose="020B0604020202020204" pitchFamily="34" charset="0"/>
              </a:rPr>
              <a:t> (such as 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353833"/>
                </a:solidFill>
                <a:effectLst/>
                <a:latin typeface="Arial Unicode MS"/>
                <a:cs typeface="Arial" panose="020B0604020202020204" pitchFamily="34" charset="0"/>
              </a:rPr>
              <a:t>LinkedList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353833"/>
                </a:solidFill>
                <a:effectLst/>
                <a:cs typeface="Arial" panose="020B0604020202020204" pitchFamily="34" charset="0"/>
              </a:rPr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85662297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51304E-233D-4E91-8AC6-B6C904D860E1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333376" y="919317"/>
            <a:ext cx="8405272" cy="463203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1" i="0" u="none" strike="noStrike" cap="none" normalizeH="0" baseline="0" dirty="0">
                <a:ln>
                  <a:noFill/>
                </a:ln>
                <a:solidFill>
                  <a:srgbClr val="353833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Looping via indices:</a:t>
            </a:r>
            <a:endParaRPr lang="en-US" altLang="en-US" sz="3600" b="1" dirty="0">
              <a:solidFill>
                <a:srgbClr val="353833"/>
              </a:solidFill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3600" i="0" u="none" strike="noStrike" cap="none" normalizeH="0" baseline="0" dirty="0">
              <a:ln>
                <a:noFill/>
              </a:ln>
              <a:solidFill>
                <a:srgbClr val="353833"/>
              </a:solidFill>
              <a:effectLst/>
              <a:latin typeface="Arial Unicode MS"/>
            </a:endParaRPr>
          </a:p>
          <a:p>
            <a:pPr marL="461963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i="0" u="none" strike="noStrike" cap="none" normalizeH="0" baseline="0" dirty="0">
                <a:ln>
                  <a:noFill/>
                </a:ln>
                <a:solidFill>
                  <a:srgbClr val="330099"/>
                </a:solidFill>
                <a:effectLst/>
                <a:latin typeface="Arial Unicode MS"/>
              </a:rPr>
              <a:t>for (int </a:t>
            </a:r>
            <a:r>
              <a:rPr kumimoji="0" lang="en-US" altLang="en-US" sz="3600" i="0" u="none" strike="noStrike" cap="none" normalizeH="0" baseline="0" dirty="0" err="1">
                <a:ln>
                  <a:noFill/>
                </a:ln>
                <a:solidFill>
                  <a:srgbClr val="330099"/>
                </a:solidFill>
                <a:effectLst/>
                <a:latin typeface="Arial Unicode MS"/>
              </a:rPr>
              <a:t>i</a:t>
            </a:r>
            <a:r>
              <a:rPr kumimoji="0" lang="en-US" altLang="en-US" sz="3600" i="0" u="none" strike="noStrike" cap="none" normalizeH="0" baseline="0" dirty="0">
                <a:ln>
                  <a:noFill/>
                </a:ln>
                <a:solidFill>
                  <a:srgbClr val="330099"/>
                </a:solidFill>
                <a:effectLst/>
                <a:latin typeface="Arial Unicode MS"/>
              </a:rPr>
              <a:t>=0, n=</a:t>
            </a:r>
            <a:r>
              <a:rPr kumimoji="0" lang="en-US" altLang="en-US" sz="3600" i="0" u="none" strike="noStrike" cap="none" normalizeH="0" baseline="0" dirty="0" err="1">
                <a:ln>
                  <a:noFill/>
                </a:ln>
                <a:solidFill>
                  <a:srgbClr val="330099"/>
                </a:solidFill>
                <a:effectLst/>
                <a:latin typeface="Arial Unicode MS"/>
              </a:rPr>
              <a:t>list.size</a:t>
            </a:r>
            <a:r>
              <a:rPr kumimoji="0" lang="en-US" altLang="en-US" sz="3600" i="0" u="none" strike="noStrike" cap="none" normalizeH="0" baseline="0" dirty="0">
                <a:ln>
                  <a:noFill/>
                </a:ln>
                <a:solidFill>
                  <a:srgbClr val="330099"/>
                </a:solidFill>
                <a:effectLst/>
                <a:latin typeface="Arial Unicode MS"/>
              </a:rPr>
              <a:t>(); </a:t>
            </a:r>
            <a:r>
              <a:rPr kumimoji="0" lang="en-US" altLang="en-US" sz="3600" i="0" u="none" strike="noStrike" cap="none" normalizeH="0" baseline="0" dirty="0" err="1">
                <a:ln>
                  <a:noFill/>
                </a:ln>
                <a:solidFill>
                  <a:srgbClr val="330099"/>
                </a:solidFill>
                <a:effectLst/>
                <a:latin typeface="Arial Unicode MS"/>
              </a:rPr>
              <a:t>i</a:t>
            </a:r>
            <a:r>
              <a:rPr kumimoji="0" lang="en-US" altLang="en-US" sz="3600" i="0" u="none" strike="noStrike" cap="none" normalizeH="0" baseline="0" dirty="0">
                <a:ln>
                  <a:noFill/>
                </a:ln>
                <a:solidFill>
                  <a:srgbClr val="330099"/>
                </a:solidFill>
                <a:effectLst/>
                <a:latin typeface="Arial Unicode MS"/>
              </a:rPr>
              <a:t> &lt; n; </a:t>
            </a:r>
            <a:r>
              <a:rPr kumimoji="0" lang="en-US" altLang="en-US" sz="3600" i="0" u="none" strike="noStrike" cap="none" normalizeH="0" baseline="0" dirty="0" err="1">
                <a:ln>
                  <a:noFill/>
                </a:ln>
                <a:solidFill>
                  <a:srgbClr val="330099"/>
                </a:solidFill>
                <a:effectLst/>
                <a:latin typeface="Arial Unicode MS"/>
              </a:rPr>
              <a:t>i</a:t>
            </a:r>
            <a:r>
              <a:rPr kumimoji="0" lang="en-US" altLang="en-US" sz="3600" i="0" u="none" strike="noStrike" cap="none" normalizeH="0" baseline="0" dirty="0">
                <a:ln>
                  <a:noFill/>
                </a:ln>
                <a:solidFill>
                  <a:srgbClr val="330099"/>
                </a:solidFill>
                <a:effectLst/>
                <a:latin typeface="Arial Unicode MS"/>
              </a:rPr>
              <a:t>++) </a:t>
            </a:r>
          </a:p>
          <a:p>
            <a:pPr marL="461963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sz="3600" dirty="0">
                <a:solidFill>
                  <a:srgbClr val="330099"/>
                </a:solidFill>
                <a:latin typeface="Arial Unicode MS"/>
              </a:rPr>
              <a:t>     </a:t>
            </a:r>
            <a:r>
              <a:rPr kumimoji="0" lang="en-US" altLang="en-US" sz="3600" i="0" u="none" strike="noStrike" cap="none" normalizeH="0" baseline="0" dirty="0" err="1">
                <a:ln>
                  <a:noFill/>
                </a:ln>
                <a:solidFill>
                  <a:srgbClr val="330099"/>
                </a:solidFill>
                <a:effectLst/>
                <a:latin typeface="Arial Unicode MS"/>
              </a:rPr>
              <a:t>list.get</a:t>
            </a:r>
            <a:r>
              <a:rPr kumimoji="0" lang="en-US" altLang="en-US" sz="3600" i="0" u="none" strike="noStrike" cap="none" normalizeH="0" baseline="0" dirty="0">
                <a:ln>
                  <a:noFill/>
                </a:ln>
                <a:solidFill>
                  <a:srgbClr val="330099"/>
                </a:solidFill>
                <a:effectLst/>
                <a:latin typeface="Arial Unicode MS"/>
              </a:rPr>
              <a:t>(</a:t>
            </a:r>
            <a:r>
              <a:rPr kumimoji="0" lang="en-US" altLang="en-US" sz="3600" i="0" u="none" strike="noStrike" cap="none" normalizeH="0" baseline="0" dirty="0" err="1">
                <a:ln>
                  <a:noFill/>
                </a:ln>
                <a:solidFill>
                  <a:srgbClr val="330099"/>
                </a:solidFill>
                <a:effectLst/>
                <a:latin typeface="Arial Unicode MS"/>
              </a:rPr>
              <a:t>i</a:t>
            </a:r>
            <a:r>
              <a:rPr kumimoji="0" lang="en-US" altLang="en-US" sz="3600" i="0" u="none" strike="noStrike" cap="none" normalizeH="0" baseline="0" dirty="0">
                <a:ln>
                  <a:noFill/>
                </a:ln>
                <a:solidFill>
                  <a:srgbClr val="330099"/>
                </a:solidFill>
                <a:effectLst/>
                <a:latin typeface="Arial Unicode MS"/>
              </a:rPr>
              <a:t>);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3600" i="0" u="none" strike="noStrike" cap="none" normalizeH="0" baseline="0" dirty="0">
              <a:ln>
                <a:noFill/>
              </a:ln>
              <a:solidFill>
                <a:srgbClr val="353833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spcBef>
                <a:spcPct val="0"/>
              </a:spcBef>
              <a:spcAft>
                <a:spcPts val="1200"/>
              </a:spcAft>
            </a:pPr>
            <a:r>
              <a:rPr kumimoji="0" lang="en-US" altLang="en-US" sz="3600" i="0" u="none" strike="noStrike" cap="none" normalizeH="0" baseline="0" dirty="0">
                <a:ln>
                  <a:noFill/>
                </a:ln>
                <a:solidFill>
                  <a:srgbClr val="353833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is </a:t>
            </a:r>
            <a:r>
              <a:rPr kumimoji="0" lang="en-US" altLang="en-US" sz="3600" b="1" i="0" u="none" strike="noStrike" cap="none" normalizeH="0" baseline="0" dirty="0">
                <a:ln>
                  <a:noFill/>
                </a:ln>
                <a:solidFill>
                  <a:srgbClr val="336633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O(n)</a:t>
            </a:r>
            <a:r>
              <a:rPr kumimoji="0" lang="en-US" altLang="en-US" sz="3600" b="1" i="0" u="none" strike="noStrike" cap="none" normalizeH="0" baseline="0" dirty="0">
                <a:ln>
                  <a:noFill/>
                </a:ln>
                <a:solidFill>
                  <a:srgbClr val="353833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for </a:t>
            </a:r>
            <a:r>
              <a:rPr kumimoji="0" lang="en-US" altLang="en-US" sz="3600" b="1" i="0" u="none" strike="noStrike" cap="none" normalizeH="0" baseline="0" dirty="0" err="1">
                <a:ln>
                  <a:noFill/>
                </a:ln>
                <a:solidFill>
                  <a:srgbClr val="353833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RandomAccess</a:t>
            </a:r>
            <a:r>
              <a:rPr kumimoji="0" lang="en-US" altLang="en-US" sz="3600" b="1" i="0" u="none" strike="noStrike" cap="none" normalizeH="0" baseline="0" dirty="0">
                <a:ln>
                  <a:noFill/>
                </a:ln>
                <a:solidFill>
                  <a:srgbClr val="353833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lists such as </a:t>
            </a:r>
            <a:r>
              <a:rPr kumimoji="0" lang="en-US" altLang="en-US" sz="3600" b="1" i="0" u="none" strike="noStrike" cap="none" normalizeH="0" baseline="0" dirty="0" err="1">
                <a:ln>
                  <a:noFill/>
                </a:ln>
                <a:solidFill>
                  <a:srgbClr val="353833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ArrayLists</a:t>
            </a:r>
            <a:r>
              <a:rPr kumimoji="0" lang="en-US" altLang="en-US" sz="3600" i="0" u="none" strike="noStrike" cap="none" normalizeH="0" baseline="0" dirty="0">
                <a:ln>
                  <a:noFill/>
                </a:ln>
                <a:solidFill>
                  <a:srgbClr val="353833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</a:p>
          <a:p>
            <a:pPr>
              <a:spcBef>
                <a:spcPct val="0"/>
              </a:spcBef>
            </a:pPr>
            <a:r>
              <a:rPr kumimoji="0" lang="en-US" altLang="en-US" sz="3600" i="0" u="none" strike="noStrike" cap="none" normalizeH="0" baseline="0" dirty="0">
                <a:ln>
                  <a:noFill/>
                </a:ln>
                <a:solidFill>
                  <a:srgbClr val="353833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but is </a:t>
            </a:r>
            <a:r>
              <a:rPr kumimoji="0" lang="en-US" altLang="en-US" sz="3600" b="1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O(n</a:t>
            </a:r>
            <a:r>
              <a:rPr kumimoji="0" lang="en-US" altLang="en-US" sz="3600" b="1" i="0" u="none" strike="noStrike" cap="none" normalizeH="0" baseline="3000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r>
              <a:rPr kumimoji="0" lang="en-US" altLang="en-US" sz="3600" b="1" i="0" u="none" strike="noStrike" cap="none" normalizeH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r>
              <a:rPr kumimoji="0" lang="en-US" altLang="en-US" sz="3600" b="1" i="0" u="none" strike="noStrike" cap="none" normalizeH="0" dirty="0">
                <a:ln>
                  <a:noFill/>
                </a:ln>
                <a:solidFill>
                  <a:srgbClr val="353833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for </a:t>
            </a:r>
            <a:r>
              <a:rPr kumimoji="0" lang="en-US" altLang="en-US" sz="3600" b="1" i="0" u="none" strike="noStrike" cap="none" normalizeH="0" dirty="0" err="1">
                <a:ln>
                  <a:noFill/>
                </a:ln>
                <a:solidFill>
                  <a:srgbClr val="353833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LinkedLists</a:t>
            </a:r>
            <a:r>
              <a:rPr kumimoji="0" lang="en-US" altLang="en-US" sz="3600" i="0" u="none" strike="noStrike" cap="none" normalizeH="0" baseline="0" dirty="0">
                <a:ln>
                  <a:noFill/>
                </a:ln>
                <a:solidFill>
                  <a:srgbClr val="353833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360941459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51304E-233D-4E91-8AC6-B6C904D860E1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66688" y="925238"/>
            <a:ext cx="8810624" cy="32347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indent="0" algn="ctr">
              <a:buNone/>
            </a:pPr>
            <a:r>
              <a:rPr lang="en-US" sz="3600" b="1" dirty="0" err="1">
                <a:solidFill>
                  <a:srgbClr val="FA6400"/>
                </a:solidFill>
                <a:latin typeface="Courier New" panose="02070309020205020404" pitchFamily="49" charset="0"/>
              </a:rPr>
              <a:t>ArrayList</a:t>
            </a:r>
            <a:r>
              <a:rPr lang="en-US" sz="3600" b="1" dirty="0">
                <a:solidFill>
                  <a:srgbClr val="FA6400"/>
                </a:solidFill>
                <a:latin typeface="Courier New" panose="02070309020205020404" pitchFamily="49" charset="0"/>
              </a:rPr>
              <a:t> get() method</a:t>
            </a:r>
          </a:p>
          <a:p>
            <a:pPr marL="0" indent="0">
              <a:buNone/>
            </a:pPr>
            <a:br>
              <a:rPr lang="en-US" sz="3600" dirty="0">
                <a:solidFill>
                  <a:srgbClr val="FA6400"/>
                </a:solidFill>
                <a:latin typeface="Courier New" panose="02070309020205020404" pitchFamily="49" charset="0"/>
              </a:rPr>
            </a:br>
            <a:r>
              <a:rPr lang="en-US" dirty="0">
                <a:solidFill>
                  <a:srgbClr val="941EDF"/>
                </a:solidFill>
                <a:latin typeface="Courier New" panose="02070309020205020404" pitchFamily="49" charset="0"/>
              </a:rPr>
              <a:t>public</a:t>
            </a:r>
            <a:r>
              <a:rPr lang="en-US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b="1" dirty="0">
                <a:solidFill>
                  <a:srgbClr val="000000"/>
                </a:solidFill>
                <a:latin typeface="Courier New" panose="02070309020205020404" pitchFamily="49" charset="0"/>
              </a:rPr>
              <a:t>E get(</a:t>
            </a:r>
            <a:r>
              <a:rPr lang="en-US" b="1" dirty="0">
                <a:solidFill>
                  <a:srgbClr val="941EDF"/>
                </a:solidFill>
                <a:latin typeface="Courier New" panose="02070309020205020404" pitchFamily="49" charset="0"/>
              </a:rPr>
              <a:t>int</a:t>
            </a:r>
            <a:r>
              <a:rPr lang="en-US" b="1" dirty="0">
                <a:solidFill>
                  <a:srgbClr val="000000"/>
                </a:solidFill>
                <a:latin typeface="Courier New" panose="02070309020205020404" pitchFamily="49" charset="0"/>
              </a:rPr>
              <a:t> index) </a:t>
            </a:r>
            <a:r>
              <a:rPr lang="en-US" dirty="0">
                <a:solidFill>
                  <a:srgbClr val="000000"/>
                </a:solidFill>
                <a:latin typeface="Courier New" panose="02070309020205020404" pitchFamily="49" charset="0"/>
              </a:rPr>
              <a:t>{</a:t>
            </a:r>
            <a:br>
              <a:rPr lang="en-US" dirty="0">
                <a:solidFill>
                  <a:srgbClr val="000000"/>
                </a:solidFill>
                <a:latin typeface="Courier New" panose="02070309020205020404" pitchFamily="49" charset="0"/>
              </a:rPr>
            </a:br>
            <a:r>
              <a:rPr lang="en-US" dirty="0">
                <a:solidFill>
                  <a:srgbClr val="000000"/>
                </a:solidFill>
                <a:latin typeface="Courier New" panose="02070309020205020404" pitchFamily="49" charset="0"/>
              </a:rPr>
              <a:t>   </a:t>
            </a:r>
            <a:r>
              <a:rPr lang="en-US" dirty="0" err="1">
                <a:solidFill>
                  <a:srgbClr val="000000"/>
                </a:solidFill>
                <a:latin typeface="Courier New" panose="02070309020205020404" pitchFamily="49" charset="0"/>
              </a:rPr>
              <a:t>Objects.checkIndex</a:t>
            </a:r>
            <a:r>
              <a:rPr lang="en-US" dirty="0">
                <a:solidFill>
                  <a:srgbClr val="000000"/>
                </a:solidFill>
                <a:latin typeface="Courier New" panose="02070309020205020404" pitchFamily="49" charset="0"/>
              </a:rPr>
              <a:t>(index, size);</a:t>
            </a:r>
            <a:br>
              <a:rPr lang="en-US" dirty="0">
                <a:solidFill>
                  <a:srgbClr val="000000"/>
                </a:solidFill>
                <a:latin typeface="Courier New" panose="02070309020205020404" pitchFamily="49" charset="0"/>
              </a:rPr>
            </a:br>
            <a:r>
              <a:rPr lang="en-US" dirty="0">
                <a:solidFill>
                  <a:srgbClr val="000000"/>
                </a:solidFill>
                <a:latin typeface="Courier New" panose="02070309020205020404" pitchFamily="49" charset="0"/>
              </a:rPr>
              <a:t>   </a:t>
            </a:r>
            <a:r>
              <a:rPr lang="en-US" dirty="0">
                <a:solidFill>
                  <a:srgbClr val="941EDF"/>
                </a:solidFill>
                <a:latin typeface="Courier New" panose="02070309020205020404" pitchFamily="49" charset="0"/>
              </a:rPr>
              <a:t>return</a:t>
            </a:r>
            <a:r>
              <a:rPr lang="en-US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it-IT" dirty="0">
                <a:solidFill>
                  <a:srgbClr val="000000"/>
                </a:solidFill>
                <a:latin typeface="Courier New" panose="02070309020205020404" pitchFamily="49" charset="0"/>
              </a:rPr>
              <a:t>(E) elementData[index];</a:t>
            </a:r>
            <a:br>
              <a:rPr lang="en-US" dirty="0">
                <a:solidFill>
                  <a:srgbClr val="000000"/>
                </a:solidFill>
                <a:latin typeface="Courier New" panose="02070309020205020404" pitchFamily="49" charset="0"/>
              </a:rPr>
            </a:br>
            <a:r>
              <a:rPr lang="en-US" dirty="0">
                <a:solidFill>
                  <a:srgbClr val="000000"/>
                </a:solidFill>
                <a:latin typeface="Courier New" panose="02070309020205020404" pitchFamily="49" charset="0"/>
              </a:rPr>
              <a:t>}</a:t>
            </a:r>
            <a:endParaRPr lang="it-IT" sz="3600" dirty="0">
              <a:solidFill>
                <a:srgbClr val="000000"/>
              </a:solidFill>
              <a:latin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2669904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51304E-233D-4E91-8AC6-B6C904D860E1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57316" y="-13419"/>
            <a:ext cx="8986684" cy="66941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2800" b="1" dirty="0">
                <a:solidFill>
                  <a:srgbClr val="FA6400"/>
                </a:solidFill>
                <a:latin typeface="Courier New" panose="02070309020205020404" pitchFamily="49" charset="0"/>
              </a:rPr>
              <a:t>LinkedList get() method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lang="en-US" sz="2400" dirty="0">
                <a:solidFill>
                  <a:srgbClr val="FA6400"/>
                </a:solidFill>
                <a:latin typeface="Courier New" panose="02070309020205020404" pitchFamily="49" charset="0"/>
              </a:rPr>
            </a:br>
            <a:r>
              <a:rPr lang="en-US" sz="2400" dirty="0">
                <a:solidFill>
                  <a:srgbClr val="941EDF"/>
                </a:solidFill>
                <a:latin typeface="Courier New" panose="020703090202050204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2400" b="1" dirty="0">
                <a:solidFill>
                  <a:srgbClr val="000000"/>
                </a:solidFill>
                <a:latin typeface="Courier New" panose="02070309020205020404" pitchFamily="49" charset="0"/>
              </a:rPr>
              <a:t>E get(</a:t>
            </a:r>
            <a:r>
              <a:rPr lang="en-US" sz="2400" b="1" dirty="0">
                <a:solidFill>
                  <a:srgbClr val="941EDF"/>
                </a:solidFill>
                <a:latin typeface="Courier New" panose="02070309020205020404" pitchFamily="49" charset="0"/>
              </a:rPr>
              <a:t>int</a:t>
            </a:r>
            <a:r>
              <a:rPr lang="en-US" sz="2400" b="1" dirty="0">
                <a:solidFill>
                  <a:srgbClr val="000000"/>
                </a:solidFill>
                <a:latin typeface="Courier New" panose="02070309020205020404" pitchFamily="49" charset="0"/>
              </a:rPr>
              <a:t> index) </a:t>
            </a:r>
            <a:r>
              <a:rPr lang="en-US" sz="2400" dirty="0">
                <a:solidFill>
                  <a:srgbClr val="000000"/>
                </a:solidFill>
                <a:latin typeface="Courier New" panose="02070309020205020404" pitchFamily="49" charset="0"/>
              </a:rPr>
              <a:t>{</a:t>
            </a:r>
            <a:br>
              <a:rPr lang="en-US" sz="2400" dirty="0">
                <a:solidFill>
                  <a:srgbClr val="000000"/>
                </a:solidFill>
                <a:latin typeface="Courier New" panose="02070309020205020404" pitchFamily="49" charset="0"/>
              </a:rPr>
            </a:br>
            <a:r>
              <a:rPr lang="en-US" sz="2400" dirty="0">
                <a:solidFill>
                  <a:srgbClr val="000000"/>
                </a:solidFill>
                <a:latin typeface="Courier New" panose="02070309020205020404" pitchFamily="49" charset="0"/>
              </a:rPr>
              <a:t>   </a:t>
            </a:r>
            <a:r>
              <a:rPr lang="en-US" sz="2400" dirty="0">
                <a:solidFill>
                  <a:srgbClr val="941EDF"/>
                </a:solidFill>
                <a:latin typeface="Courier New" panose="02070309020205020404" pitchFamily="49" charset="0"/>
              </a:rPr>
              <a:t>if</a:t>
            </a:r>
            <a:r>
              <a:rPr lang="en-US" sz="2400" dirty="0">
                <a:solidFill>
                  <a:srgbClr val="000000"/>
                </a:solidFill>
                <a:latin typeface="Courier New" panose="02070309020205020404" pitchFamily="49" charset="0"/>
              </a:rPr>
              <a:t> (index &lt; 0 || index &gt;= size)</a:t>
            </a:r>
            <a:br>
              <a:rPr lang="en-US" sz="2400" dirty="0">
                <a:solidFill>
                  <a:srgbClr val="000000"/>
                </a:solidFill>
                <a:latin typeface="Courier New" panose="02070309020205020404" pitchFamily="49" charset="0"/>
              </a:rPr>
            </a:br>
            <a:r>
              <a:rPr lang="en-US" sz="2400" dirty="0">
                <a:solidFill>
                  <a:srgbClr val="000000"/>
                </a:solidFill>
                <a:latin typeface="Courier New" panose="02070309020205020404" pitchFamily="49" charset="0"/>
              </a:rPr>
              <a:t>      </a:t>
            </a:r>
            <a:r>
              <a:rPr lang="en-US" sz="2400" dirty="0">
                <a:solidFill>
                  <a:srgbClr val="941EDF"/>
                </a:solidFill>
                <a:latin typeface="Courier New" panose="02070309020205020404" pitchFamily="49" charset="0"/>
              </a:rPr>
              <a:t>throw</a:t>
            </a:r>
            <a:r>
              <a:rPr lang="en-US" sz="240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2400" dirty="0">
                <a:solidFill>
                  <a:srgbClr val="941EDF"/>
                </a:solidFill>
                <a:latin typeface="Courier New" panose="020703090202050204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ourier New" panose="02070309020205020404" pitchFamily="49" charset="0"/>
              </a:rPr>
              <a:t>IndexOutOfBoundsException</a:t>
            </a:r>
            <a:r>
              <a:rPr lang="en-US" sz="2400" dirty="0">
                <a:solidFill>
                  <a:srgbClr val="000000"/>
                </a:solidFill>
                <a:latin typeface="Courier New" panose="02070309020205020404" pitchFamily="49" charset="0"/>
              </a:rPr>
              <a:t>(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2400" dirty="0">
                <a:solidFill>
                  <a:srgbClr val="000000"/>
                </a:solidFill>
                <a:latin typeface="Courier New" panose="02070309020205020404" pitchFamily="49" charset="0"/>
              </a:rPr>
              <a:t>                  </a:t>
            </a:r>
            <a:r>
              <a:rPr lang="en-US" sz="2400" dirty="0">
                <a:solidFill>
                  <a:srgbClr val="00CB00"/>
                </a:solidFill>
                <a:latin typeface="Courier New" panose="02070309020205020404" pitchFamily="49" charset="0"/>
              </a:rPr>
              <a:t>"Index: " </a:t>
            </a:r>
            <a:r>
              <a:rPr lang="en-US" sz="2400" dirty="0">
                <a:solidFill>
                  <a:srgbClr val="000000"/>
                </a:solidFill>
                <a:latin typeface="Courier New" panose="02070309020205020404" pitchFamily="49" charset="0"/>
              </a:rPr>
              <a:t>+ index</a:t>
            </a:r>
            <a:br>
              <a:rPr lang="en-US" sz="2400" dirty="0">
                <a:solidFill>
                  <a:srgbClr val="000000"/>
                </a:solidFill>
                <a:latin typeface="Courier New" panose="02070309020205020404" pitchFamily="49" charset="0"/>
              </a:rPr>
            </a:br>
            <a:r>
              <a:rPr lang="en-US" sz="2400" dirty="0">
                <a:solidFill>
                  <a:srgbClr val="000000"/>
                </a:solidFill>
                <a:latin typeface="Courier New" panose="02070309020205020404" pitchFamily="49" charset="0"/>
              </a:rPr>
              <a:t>                  + </a:t>
            </a:r>
            <a:r>
              <a:rPr lang="en-US" sz="2400" dirty="0">
                <a:solidFill>
                  <a:srgbClr val="00CB00"/>
                </a:solidFill>
                <a:latin typeface="Courier New" panose="02070309020205020404" pitchFamily="49" charset="0"/>
              </a:rPr>
              <a:t>", Size: " </a:t>
            </a:r>
            <a:r>
              <a:rPr lang="en-US" sz="2400" dirty="0">
                <a:solidFill>
                  <a:srgbClr val="000000"/>
                </a:solidFill>
                <a:latin typeface="Courier New" panose="02070309020205020404" pitchFamily="49" charset="0"/>
              </a:rPr>
              <a:t>+ size</a:t>
            </a:r>
            <a:br>
              <a:rPr lang="en-US" sz="2400" dirty="0">
                <a:solidFill>
                  <a:srgbClr val="000000"/>
                </a:solidFill>
                <a:latin typeface="Courier New" panose="02070309020205020404" pitchFamily="49" charset="0"/>
              </a:rPr>
            </a:br>
            <a:r>
              <a:rPr lang="en-US" sz="2400" dirty="0">
                <a:solidFill>
                  <a:srgbClr val="000000"/>
                </a:solidFill>
                <a:latin typeface="Courier New" panose="02070309020205020404" pitchFamily="49" charset="0"/>
              </a:rPr>
              <a:t>                );</a:t>
            </a:r>
            <a:br>
              <a:rPr lang="en-US" sz="2400" dirty="0">
                <a:solidFill>
                  <a:srgbClr val="000000"/>
                </a:solidFill>
                <a:latin typeface="Courier New" panose="02070309020205020404" pitchFamily="49" charset="0"/>
              </a:rPr>
            </a:br>
            <a:r>
              <a:rPr lang="en-US" sz="2400" dirty="0">
                <a:solidFill>
                  <a:srgbClr val="000000"/>
                </a:solidFill>
                <a:latin typeface="Courier New" panose="02070309020205020404" pitchFamily="49" charset="0"/>
              </a:rPr>
              <a:t>   Entry&lt;E&gt; e = header;</a:t>
            </a:r>
            <a:br>
              <a:rPr lang="en-US" sz="2400" dirty="0">
                <a:solidFill>
                  <a:srgbClr val="000000"/>
                </a:solidFill>
                <a:latin typeface="Courier New" panose="02070309020205020404" pitchFamily="49" charset="0"/>
              </a:rPr>
            </a:br>
            <a:r>
              <a:rPr lang="en-US" sz="2400" dirty="0">
                <a:solidFill>
                  <a:srgbClr val="000000"/>
                </a:solidFill>
                <a:latin typeface="Courier New" panose="02070309020205020404" pitchFamily="49" charset="0"/>
              </a:rPr>
              <a:t>   </a:t>
            </a:r>
            <a:r>
              <a:rPr lang="en-US" sz="2400" dirty="0">
                <a:solidFill>
                  <a:srgbClr val="941EDF"/>
                </a:solidFill>
                <a:latin typeface="Courier New" panose="02070309020205020404" pitchFamily="49" charset="0"/>
              </a:rPr>
              <a:t>if</a:t>
            </a:r>
            <a:r>
              <a:rPr lang="en-US" sz="2400" dirty="0">
                <a:solidFill>
                  <a:srgbClr val="000000"/>
                </a:solidFill>
                <a:latin typeface="Courier New" panose="02070309020205020404" pitchFamily="49" charset="0"/>
              </a:rPr>
              <a:t> (index &lt; (size &gt;&gt; 1)) {</a:t>
            </a:r>
            <a:br>
              <a:rPr lang="en-US" sz="2400" dirty="0">
                <a:solidFill>
                  <a:srgbClr val="000000"/>
                </a:solidFill>
                <a:latin typeface="Courier New" panose="02070309020205020404" pitchFamily="49" charset="0"/>
              </a:rPr>
            </a:br>
            <a:r>
              <a:rPr lang="en-US" sz="2400" dirty="0">
                <a:solidFill>
                  <a:srgbClr val="000000"/>
                </a:solidFill>
                <a:latin typeface="Courier New" panose="02070309020205020404" pitchFamily="49" charset="0"/>
              </a:rPr>
              <a:t>      </a:t>
            </a:r>
            <a:r>
              <a:rPr lang="en-US" sz="2400" dirty="0">
                <a:solidFill>
                  <a:srgbClr val="941EDF"/>
                </a:solidFill>
                <a:latin typeface="Courier New" panose="02070309020205020404" pitchFamily="49" charset="0"/>
              </a:rPr>
              <a:t>for</a:t>
            </a:r>
            <a:r>
              <a:rPr lang="en-US" sz="2400" dirty="0">
                <a:solidFill>
                  <a:srgbClr val="000000"/>
                </a:solidFill>
                <a:latin typeface="Courier New" panose="02070309020205020404" pitchFamily="49" charset="0"/>
              </a:rPr>
              <a:t> (</a:t>
            </a:r>
            <a:r>
              <a:rPr lang="en-US" sz="2400" dirty="0">
                <a:solidFill>
                  <a:srgbClr val="941EDF"/>
                </a:solidFill>
                <a:latin typeface="Courier New" panose="020703090202050204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ourier New" panose="02070309020205020404" pitchFamily="49" charset="0"/>
              </a:rPr>
              <a:t>i</a:t>
            </a:r>
            <a:r>
              <a:rPr lang="en-US" sz="2400" dirty="0">
                <a:solidFill>
                  <a:srgbClr val="000000"/>
                </a:solidFill>
                <a:latin typeface="Courier New" panose="02070309020205020404" pitchFamily="49" charset="0"/>
              </a:rPr>
              <a:t> = 0; </a:t>
            </a:r>
            <a:r>
              <a:rPr lang="en-US" sz="2400" dirty="0" err="1">
                <a:solidFill>
                  <a:srgbClr val="000000"/>
                </a:solidFill>
                <a:latin typeface="Courier New" panose="02070309020205020404" pitchFamily="49" charset="0"/>
              </a:rPr>
              <a:t>i</a:t>
            </a:r>
            <a:r>
              <a:rPr lang="en-US" sz="2400" dirty="0">
                <a:solidFill>
                  <a:srgbClr val="000000"/>
                </a:solidFill>
                <a:latin typeface="Courier New" panose="02070309020205020404" pitchFamily="49" charset="0"/>
              </a:rPr>
              <a:t> &lt;= index; </a:t>
            </a:r>
            <a:r>
              <a:rPr lang="en-US" sz="2400" dirty="0" err="1">
                <a:solidFill>
                  <a:srgbClr val="000000"/>
                </a:solidFill>
                <a:latin typeface="Courier New" panose="02070309020205020404" pitchFamily="49" charset="0"/>
              </a:rPr>
              <a:t>i</a:t>
            </a:r>
            <a:r>
              <a:rPr lang="en-US" sz="2400" dirty="0">
                <a:solidFill>
                  <a:srgbClr val="000000"/>
                </a:solidFill>
                <a:latin typeface="Courier New" panose="02070309020205020404" pitchFamily="49" charset="0"/>
              </a:rPr>
              <a:t>++)</a:t>
            </a:r>
            <a:br>
              <a:rPr lang="en-US" sz="2400" dirty="0">
                <a:solidFill>
                  <a:srgbClr val="000000"/>
                </a:solidFill>
                <a:latin typeface="Courier New" panose="02070309020205020404" pitchFamily="49" charset="0"/>
              </a:rPr>
            </a:br>
            <a:r>
              <a:rPr lang="en-US" sz="2400" dirty="0">
                <a:solidFill>
                  <a:srgbClr val="000000"/>
                </a:solidFill>
                <a:latin typeface="Courier New" panose="02070309020205020404" pitchFamily="49" charset="0"/>
              </a:rPr>
              <a:t>         e = </a:t>
            </a:r>
            <a:r>
              <a:rPr lang="en-US" sz="2400" dirty="0" err="1">
                <a:solidFill>
                  <a:srgbClr val="000000"/>
                </a:solidFill>
                <a:latin typeface="Courier New" panose="02070309020205020404" pitchFamily="49" charset="0"/>
              </a:rPr>
              <a:t>e.next</a:t>
            </a:r>
            <a:r>
              <a:rPr lang="en-US" sz="2400" dirty="0">
                <a:solidFill>
                  <a:srgbClr val="000000"/>
                </a:solidFill>
                <a:latin typeface="Courier New" panose="02070309020205020404" pitchFamily="49" charset="0"/>
              </a:rPr>
              <a:t>;</a:t>
            </a:r>
            <a:br>
              <a:rPr lang="en-US" sz="2400" dirty="0">
                <a:solidFill>
                  <a:srgbClr val="000000"/>
                </a:solidFill>
                <a:latin typeface="Courier New" panose="02070309020205020404" pitchFamily="49" charset="0"/>
              </a:rPr>
            </a:br>
            <a:r>
              <a:rPr lang="en-US" sz="2400" dirty="0">
                <a:solidFill>
                  <a:srgbClr val="000000"/>
                </a:solidFill>
                <a:latin typeface="Courier New" panose="02070309020205020404" pitchFamily="49" charset="0"/>
              </a:rPr>
              <a:t>   } </a:t>
            </a:r>
            <a:r>
              <a:rPr lang="en-US" sz="2400" dirty="0">
                <a:solidFill>
                  <a:srgbClr val="941EDF"/>
                </a:solidFill>
                <a:latin typeface="Courier New" panose="02070309020205020404" pitchFamily="49" charset="0"/>
              </a:rPr>
              <a:t>else</a:t>
            </a:r>
            <a:r>
              <a:rPr lang="en-US" sz="2400" dirty="0">
                <a:solidFill>
                  <a:srgbClr val="000000"/>
                </a:solidFill>
                <a:latin typeface="Courier New" panose="02070309020205020404" pitchFamily="49" charset="0"/>
              </a:rPr>
              <a:t> {</a:t>
            </a:r>
            <a:br>
              <a:rPr lang="en-US" sz="2400" dirty="0">
                <a:solidFill>
                  <a:srgbClr val="000000"/>
                </a:solidFill>
                <a:latin typeface="Courier New" panose="02070309020205020404" pitchFamily="49" charset="0"/>
              </a:rPr>
            </a:br>
            <a:r>
              <a:rPr lang="en-US" sz="2400" dirty="0">
                <a:solidFill>
                  <a:srgbClr val="000000"/>
                </a:solidFill>
                <a:latin typeface="Courier New" panose="02070309020205020404" pitchFamily="49" charset="0"/>
              </a:rPr>
              <a:t>      </a:t>
            </a:r>
            <a:r>
              <a:rPr lang="en-US" sz="2400" dirty="0">
                <a:solidFill>
                  <a:srgbClr val="941EDF"/>
                </a:solidFill>
                <a:latin typeface="Courier New" panose="02070309020205020404" pitchFamily="49" charset="0"/>
              </a:rPr>
              <a:t>for</a:t>
            </a:r>
            <a:r>
              <a:rPr lang="en-US" sz="2400" dirty="0">
                <a:solidFill>
                  <a:srgbClr val="000000"/>
                </a:solidFill>
                <a:latin typeface="Courier New" panose="02070309020205020404" pitchFamily="49" charset="0"/>
              </a:rPr>
              <a:t> (</a:t>
            </a:r>
            <a:r>
              <a:rPr lang="en-US" sz="2400" dirty="0">
                <a:solidFill>
                  <a:srgbClr val="941EDF"/>
                </a:solidFill>
                <a:latin typeface="Courier New" panose="020703090202050204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ourier New" panose="02070309020205020404" pitchFamily="49" charset="0"/>
              </a:rPr>
              <a:t>i</a:t>
            </a:r>
            <a:r>
              <a:rPr lang="en-US" sz="2400" dirty="0">
                <a:solidFill>
                  <a:srgbClr val="000000"/>
                </a:solidFill>
                <a:latin typeface="Courier New" panose="02070309020205020404" pitchFamily="49" charset="0"/>
              </a:rPr>
              <a:t> = size; </a:t>
            </a:r>
            <a:r>
              <a:rPr lang="en-US" sz="2400" dirty="0" err="1">
                <a:solidFill>
                  <a:srgbClr val="000000"/>
                </a:solidFill>
                <a:latin typeface="Courier New" panose="02070309020205020404" pitchFamily="49" charset="0"/>
              </a:rPr>
              <a:t>i</a:t>
            </a:r>
            <a:r>
              <a:rPr lang="en-US" sz="2400" dirty="0">
                <a:solidFill>
                  <a:srgbClr val="000000"/>
                </a:solidFill>
                <a:latin typeface="Courier New" panose="02070309020205020404" pitchFamily="49" charset="0"/>
              </a:rPr>
              <a:t> &gt; index; </a:t>
            </a:r>
            <a:r>
              <a:rPr lang="en-US" sz="2400" dirty="0" err="1">
                <a:solidFill>
                  <a:srgbClr val="000000"/>
                </a:solidFill>
                <a:latin typeface="Courier New" panose="02070309020205020404" pitchFamily="49" charset="0"/>
              </a:rPr>
              <a:t>i</a:t>
            </a:r>
            <a:r>
              <a:rPr lang="en-US" sz="2400" dirty="0">
                <a:solidFill>
                  <a:srgbClr val="000000"/>
                </a:solidFill>
                <a:latin typeface="Courier New" panose="02070309020205020404" pitchFamily="49" charset="0"/>
              </a:rPr>
              <a:t>--)</a:t>
            </a:r>
            <a:br>
              <a:rPr lang="en-US" sz="2400" dirty="0">
                <a:solidFill>
                  <a:srgbClr val="000000"/>
                </a:solidFill>
                <a:latin typeface="Courier New" panose="02070309020205020404" pitchFamily="49" charset="0"/>
              </a:rPr>
            </a:br>
            <a:r>
              <a:rPr lang="en-US" sz="2400" dirty="0">
                <a:solidFill>
                  <a:srgbClr val="000000"/>
                </a:solidFill>
                <a:latin typeface="Courier New" panose="02070309020205020404" pitchFamily="49" charset="0"/>
              </a:rPr>
              <a:t>         e = </a:t>
            </a:r>
            <a:r>
              <a:rPr lang="en-US" sz="2400" dirty="0" err="1">
                <a:solidFill>
                  <a:srgbClr val="000000"/>
                </a:solidFill>
                <a:latin typeface="Courier New" panose="02070309020205020404" pitchFamily="49" charset="0"/>
              </a:rPr>
              <a:t>e.previous</a:t>
            </a:r>
            <a:r>
              <a:rPr lang="en-US" sz="2400" dirty="0">
                <a:solidFill>
                  <a:srgbClr val="000000"/>
                </a:solidFill>
                <a:latin typeface="Courier New" panose="02070309020205020404" pitchFamily="49" charset="0"/>
              </a:rPr>
              <a:t>;</a:t>
            </a:r>
            <a:br>
              <a:rPr lang="en-US" sz="2400" dirty="0">
                <a:solidFill>
                  <a:srgbClr val="000000"/>
                </a:solidFill>
                <a:latin typeface="Courier New" panose="02070309020205020404" pitchFamily="49" charset="0"/>
              </a:rPr>
            </a:br>
            <a:r>
              <a:rPr lang="en-US" sz="2400" dirty="0">
                <a:solidFill>
                  <a:srgbClr val="000000"/>
                </a:solidFill>
                <a:latin typeface="Courier New" panose="02070309020205020404" pitchFamily="49" charset="0"/>
              </a:rPr>
              <a:t>   }</a:t>
            </a:r>
            <a:br>
              <a:rPr lang="en-US" sz="2400" dirty="0">
                <a:solidFill>
                  <a:srgbClr val="000000"/>
                </a:solidFill>
                <a:latin typeface="Courier New" panose="02070309020205020404" pitchFamily="49" charset="0"/>
              </a:rPr>
            </a:br>
            <a:r>
              <a:rPr lang="en-US" sz="2400" dirty="0">
                <a:solidFill>
                  <a:srgbClr val="000000"/>
                </a:solidFill>
                <a:latin typeface="Courier New" panose="02070309020205020404" pitchFamily="49" charset="0"/>
              </a:rPr>
              <a:t>   </a:t>
            </a:r>
            <a:r>
              <a:rPr lang="en-US" sz="2400" dirty="0">
                <a:solidFill>
                  <a:srgbClr val="941EDF"/>
                </a:solidFill>
                <a:latin typeface="Courier New" panose="02070309020205020404" pitchFamily="49" charset="0"/>
              </a:rPr>
              <a:t>return</a:t>
            </a:r>
            <a:r>
              <a:rPr lang="en-US" sz="240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ourier New" panose="02070309020205020404" pitchFamily="49" charset="0"/>
              </a:rPr>
              <a:t>e.element</a:t>
            </a:r>
            <a:r>
              <a:rPr lang="en-US" sz="2400" dirty="0">
                <a:solidFill>
                  <a:srgbClr val="000000"/>
                </a:solidFill>
                <a:latin typeface="Courier New" panose="02070309020205020404" pitchFamily="49" charset="0"/>
              </a:rPr>
              <a:t>;</a:t>
            </a:r>
            <a:br>
              <a:rPr lang="en-US" sz="2400" dirty="0">
                <a:solidFill>
                  <a:srgbClr val="000000"/>
                </a:solidFill>
                <a:latin typeface="Courier New" panose="02070309020205020404" pitchFamily="49" charset="0"/>
              </a:rPr>
            </a:br>
            <a:r>
              <a:rPr lang="en-US" sz="2400" dirty="0">
                <a:solidFill>
                  <a:srgbClr val="000000"/>
                </a:solidFill>
                <a:latin typeface="Courier New" panose="02070309020205020404" pitchFamily="49" charset="0"/>
              </a:rPr>
              <a:t>}</a:t>
            </a:r>
            <a:endParaRPr kumimoji="0" lang="en-US" altLang="en-US" sz="40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7282834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51304E-233D-4E91-8AC6-B6C904D860E1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369364" y="272621"/>
            <a:ext cx="8405272" cy="524759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2600" b="1" dirty="0">
                <a:solidFill>
                  <a:srgbClr val="FF0000"/>
                </a:solidFill>
                <a:latin typeface="Courier New" panose="02070309020205020404" pitchFamily="49" charset="0"/>
              </a:rPr>
              <a:t>private</a:t>
            </a:r>
            <a:r>
              <a:rPr lang="en-US" sz="260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2600" dirty="0">
                <a:solidFill>
                  <a:srgbClr val="941EDF"/>
                </a:solidFill>
                <a:latin typeface="Courier New" panose="02070309020205020404" pitchFamily="49" charset="0"/>
              </a:rPr>
              <a:t>static</a:t>
            </a:r>
            <a:r>
              <a:rPr lang="en-US" sz="260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2600" b="1" dirty="0">
                <a:solidFill>
                  <a:srgbClr val="941EDF"/>
                </a:solidFill>
                <a:latin typeface="Courier New" panose="02070309020205020404" pitchFamily="49" charset="0"/>
              </a:rPr>
              <a:t>class</a:t>
            </a:r>
            <a:r>
              <a:rPr lang="en-US" sz="2600" b="1" dirty="0">
                <a:solidFill>
                  <a:srgbClr val="000000"/>
                </a:solidFill>
                <a:latin typeface="Courier New" panose="02070309020205020404" pitchFamily="49" charset="0"/>
              </a:rPr>
              <a:t> Entry&lt;E&gt; </a:t>
            </a:r>
            <a:r>
              <a:rPr lang="en-US" sz="2600" dirty="0">
                <a:solidFill>
                  <a:srgbClr val="000000"/>
                </a:solidFill>
                <a:latin typeface="Courier New" panose="02070309020205020404" pitchFamily="49" charset="0"/>
              </a:rPr>
              <a:t>{</a:t>
            </a:r>
            <a:br>
              <a:rPr lang="en-US" sz="2600" dirty="0">
                <a:solidFill>
                  <a:srgbClr val="000000"/>
                </a:solidFill>
                <a:latin typeface="Courier New" panose="02070309020205020404" pitchFamily="49" charset="0"/>
              </a:rPr>
            </a:br>
            <a:r>
              <a:rPr lang="en-US" sz="2600" dirty="0">
                <a:solidFill>
                  <a:srgbClr val="000000"/>
                </a:solidFill>
                <a:latin typeface="Courier New" panose="02070309020205020404" pitchFamily="49" charset="0"/>
              </a:rPr>
              <a:t>   E element;</a:t>
            </a:r>
            <a:br>
              <a:rPr lang="en-US" sz="2600" dirty="0">
                <a:solidFill>
                  <a:srgbClr val="000000"/>
                </a:solidFill>
                <a:latin typeface="Courier New" panose="02070309020205020404" pitchFamily="49" charset="0"/>
              </a:rPr>
            </a:br>
            <a:r>
              <a:rPr lang="en-US" sz="2600" dirty="0">
                <a:solidFill>
                  <a:srgbClr val="000000"/>
                </a:solidFill>
                <a:latin typeface="Courier New" panose="02070309020205020404" pitchFamily="49" charset="0"/>
              </a:rPr>
              <a:t>   Entry&lt;E&gt; next;</a:t>
            </a:r>
            <a:br>
              <a:rPr lang="en-US" sz="2600" dirty="0">
                <a:solidFill>
                  <a:srgbClr val="000000"/>
                </a:solidFill>
                <a:latin typeface="Courier New" panose="02070309020205020404" pitchFamily="49" charset="0"/>
              </a:rPr>
            </a:br>
            <a:r>
              <a:rPr lang="en-US" sz="2600" dirty="0">
                <a:solidFill>
                  <a:srgbClr val="000000"/>
                </a:solidFill>
                <a:latin typeface="Courier New" panose="02070309020205020404" pitchFamily="49" charset="0"/>
              </a:rPr>
              <a:t>   Entry&lt;E&gt; previous;</a:t>
            </a:r>
            <a:br>
              <a:rPr lang="en-US" sz="2600" dirty="0">
                <a:solidFill>
                  <a:srgbClr val="000000"/>
                </a:solidFill>
                <a:latin typeface="Courier New" panose="02070309020205020404" pitchFamily="49" charset="0"/>
              </a:rPr>
            </a:br>
            <a:r>
              <a:rPr lang="en-US" sz="2600" dirty="0">
                <a:solidFill>
                  <a:srgbClr val="000000"/>
                </a:solidFill>
                <a:latin typeface="Courier New" panose="02070309020205020404" pitchFamily="49" charset="0"/>
              </a:rPr>
              <a:t>  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2600" dirty="0">
                <a:solidFill>
                  <a:srgbClr val="000000"/>
                </a:solidFill>
                <a:latin typeface="Courier New" panose="02070309020205020404" pitchFamily="49" charset="0"/>
              </a:rPr>
              <a:t>   Entry(E element,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2600" dirty="0">
                <a:solidFill>
                  <a:srgbClr val="000000"/>
                </a:solidFill>
                <a:latin typeface="Courier New" panose="02070309020205020404" pitchFamily="49" charset="0"/>
              </a:rPr>
              <a:t>         Entry&lt;E&gt; next,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2600" dirty="0">
                <a:solidFill>
                  <a:srgbClr val="000000"/>
                </a:solidFill>
                <a:latin typeface="Courier New" panose="02070309020205020404" pitchFamily="49" charset="0"/>
              </a:rPr>
              <a:t>         Entry&lt;E&gt; previous) {</a:t>
            </a:r>
            <a:br>
              <a:rPr lang="en-US" sz="2600" dirty="0">
                <a:solidFill>
                  <a:srgbClr val="000000"/>
                </a:solidFill>
                <a:latin typeface="Courier New" panose="02070309020205020404" pitchFamily="49" charset="0"/>
              </a:rPr>
            </a:br>
            <a:r>
              <a:rPr lang="en-US" sz="2600" dirty="0">
                <a:solidFill>
                  <a:srgbClr val="000000"/>
                </a:solidFill>
                <a:latin typeface="Courier New" panose="02070309020205020404" pitchFamily="49" charset="0"/>
              </a:rPr>
              <a:t>      </a:t>
            </a:r>
            <a:r>
              <a:rPr lang="en-US" sz="2600" dirty="0" err="1">
                <a:solidFill>
                  <a:srgbClr val="941EDF"/>
                </a:solidFill>
                <a:latin typeface="Courier New" panose="02070309020205020404" pitchFamily="49" charset="0"/>
              </a:rPr>
              <a:t>this</a:t>
            </a:r>
            <a:r>
              <a:rPr lang="en-US" sz="2600" dirty="0" err="1">
                <a:solidFill>
                  <a:srgbClr val="000000"/>
                </a:solidFill>
                <a:latin typeface="Courier New" panose="02070309020205020404" pitchFamily="49" charset="0"/>
              </a:rPr>
              <a:t>.element</a:t>
            </a:r>
            <a:r>
              <a:rPr lang="en-US" sz="2600" dirty="0">
                <a:solidFill>
                  <a:srgbClr val="000000"/>
                </a:solidFill>
                <a:latin typeface="Courier New" panose="02070309020205020404" pitchFamily="49" charset="0"/>
              </a:rPr>
              <a:t> = element;</a:t>
            </a:r>
            <a:br>
              <a:rPr lang="en-US" sz="2600" dirty="0">
                <a:solidFill>
                  <a:srgbClr val="000000"/>
                </a:solidFill>
                <a:latin typeface="Courier New" panose="02070309020205020404" pitchFamily="49" charset="0"/>
              </a:rPr>
            </a:br>
            <a:r>
              <a:rPr lang="en-US" sz="2600" dirty="0">
                <a:solidFill>
                  <a:srgbClr val="000000"/>
                </a:solidFill>
                <a:latin typeface="Courier New" panose="02070309020205020404" pitchFamily="49" charset="0"/>
              </a:rPr>
              <a:t>      </a:t>
            </a:r>
            <a:r>
              <a:rPr lang="en-US" sz="2600" dirty="0" err="1">
                <a:solidFill>
                  <a:srgbClr val="941EDF"/>
                </a:solidFill>
                <a:latin typeface="Courier New" panose="02070309020205020404" pitchFamily="49" charset="0"/>
              </a:rPr>
              <a:t>this</a:t>
            </a:r>
            <a:r>
              <a:rPr lang="en-US" sz="2600" dirty="0" err="1">
                <a:solidFill>
                  <a:srgbClr val="000000"/>
                </a:solidFill>
                <a:latin typeface="Courier New" panose="02070309020205020404" pitchFamily="49" charset="0"/>
              </a:rPr>
              <a:t>.next</a:t>
            </a:r>
            <a:r>
              <a:rPr lang="en-US" sz="2600" dirty="0">
                <a:solidFill>
                  <a:srgbClr val="000000"/>
                </a:solidFill>
                <a:latin typeface="Courier New" panose="02070309020205020404" pitchFamily="49" charset="0"/>
              </a:rPr>
              <a:t> = next;</a:t>
            </a:r>
            <a:br>
              <a:rPr lang="en-US" sz="2600" dirty="0">
                <a:solidFill>
                  <a:srgbClr val="000000"/>
                </a:solidFill>
                <a:latin typeface="Courier New" panose="02070309020205020404" pitchFamily="49" charset="0"/>
              </a:rPr>
            </a:br>
            <a:r>
              <a:rPr lang="en-US" sz="2600" dirty="0">
                <a:solidFill>
                  <a:srgbClr val="000000"/>
                </a:solidFill>
                <a:latin typeface="Courier New" panose="02070309020205020404" pitchFamily="49" charset="0"/>
              </a:rPr>
              <a:t>      </a:t>
            </a:r>
            <a:r>
              <a:rPr lang="en-US" sz="2600" dirty="0" err="1">
                <a:solidFill>
                  <a:srgbClr val="941EDF"/>
                </a:solidFill>
                <a:latin typeface="Courier New" panose="02070309020205020404" pitchFamily="49" charset="0"/>
              </a:rPr>
              <a:t>this</a:t>
            </a:r>
            <a:r>
              <a:rPr lang="en-US" sz="2600" dirty="0" err="1">
                <a:solidFill>
                  <a:srgbClr val="000000"/>
                </a:solidFill>
                <a:latin typeface="Courier New" panose="02070309020205020404" pitchFamily="49" charset="0"/>
              </a:rPr>
              <a:t>.previous</a:t>
            </a:r>
            <a:r>
              <a:rPr lang="en-US" sz="2600" dirty="0">
                <a:solidFill>
                  <a:srgbClr val="000000"/>
                </a:solidFill>
                <a:latin typeface="Courier New" panose="02070309020205020404" pitchFamily="49" charset="0"/>
              </a:rPr>
              <a:t> = previous;</a:t>
            </a:r>
            <a:br>
              <a:rPr lang="en-US" sz="2600" dirty="0">
                <a:solidFill>
                  <a:srgbClr val="000000"/>
                </a:solidFill>
                <a:latin typeface="Courier New" panose="02070309020205020404" pitchFamily="49" charset="0"/>
              </a:rPr>
            </a:br>
            <a:r>
              <a:rPr lang="en-US" sz="2600" dirty="0">
                <a:solidFill>
                  <a:srgbClr val="000000"/>
                </a:solidFill>
                <a:latin typeface="Courier New" panose="02070309020205020404" pitchFamily="49" charset="0"/>
              </a:rPr>
              <a:t>   }</a:t>
            </a:r>
            <a:br>
              <a:rPr lang="en-US" sz="2600" dirty="0">
                <a:solidFill>
                  <a:srgbClr val="000000"/>
                </a:solidFill>
                <a:latin typeface="Courier New" panose="02070309020205020404" pitchFamily="49" charset="0"/>
              </a:rPr>
            </a:br>
            <a:r>
              <a:rPr lang="en-US" sz="2600" dirty="0">
                <a:solidFill>
                  <a:srgbClr val="000000"/>
                </a:solidFill>
                <a:latin typeface="Courier New" panose="02070309020205020404" pitchFamily="49" charset="0"/>
              </a:rPr>
              <a:t>}</a:t>
            </a:r>
            <a:endParaRPr kumimoji="0" lang="en-US" altLang="en-US" sz="2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97CD58A-469C-1AD6-F9DB-98A001647664}"/>
              </a:ext>
            </a:extLst>
          </p:cNvPr>
          <p:cNvSpPr txBox="1"/>
          <p:nvPr/>
        </p:nvSpPr>
        <p:spPr>
          <a:xfrm>
            <a:off x="235974" y="5606898"/>
            <a:ext cx="8908026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/>
              <a:t>Note that you don’t interact with a LinkedList’s nodes directly. You have to use the public methods.</a:t>
            </a:r>
          </a:p>
        </p:txBody>
      </p:sp>
    </p:spTree>
    <p:extLst>
      <p:ext uri="{BB962C8B-B14F-4D97-AF65-F5344CB8AC3E}">
        <p14:creationId xmlns:p14="http://schemas.microsoft.com/office/powerpoint/2010/main" val="10550074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51304E-233D-4E91-8AC6-B6C904D860E1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553496" y="1273260"/>
            <a:ext cx="7185151" cy="39241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1" i="0" u="none" strike="noStrike" cap="none" normalizeH="0" baseline="0" dirty="0">
                <a:ln>
                  <a:noFill/>
                </a:ln>
                <a:solidFill>
                  <a:srgbClr val="353833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Looping using an iterator: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en-US" sz="3600" dirty="0">
              <a:solidFill>
                <a:srgbClr val="353833"/>
              </a:solidFill>
              <a:cs typeface="Arial" panose="020B0604020202020204" pitchFamily="34" charset="0"/>
            </a:endParaRPr>
          </a:p>
          <a:p>
            <a:pPr marL="461963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i="0" u="none" strike="noStrike" cap="none" normalizeH="0" baseline="0" dirty="0">
                <a:ln>
                  <a:noFill/>
                </a:ln>
                <a:solidFill>
                  <a:srgbClr val="330099"/>
                </a:solidFill>
                <a:effectLst/>
                <a:latin typeface="Arial Unicode MS"/>
              </a:rPr>
              <a:t>Iterator </a:t>
            </a:r>
            <a:r>
              <a:rPr kumimoji="0" lang="en-US" altLang="en-US" sz="3600" i="0" u="none" strike="noStrike" cap="none" normalizeH="0" baseline="0" dirty="0" err="1">
                <a:ln>
                  <a:noFill/>
                </a:ln>
                <a:solidFill>
                  <a:srgbClr val="330099"/>
                </a:solidFill>
                <a:effectLst/>
                <a:latin typeface="Arial Unicode MS"/>
              </a:rPr>
              <a:t>i</a:t>
            </a:r>
            <a:r>
              <a:rPr kumimoji="0" lang="en-US" altLang="en-US" sz="3600" i="0" u="none" strike="noStrike" cap="none" normalizeH="0" baseline="0" dirty="0">
                <a:ln>
                  <a:noFill/>
                </a:ln>
                <a:solidFill>
                  <a:srgbClr val="330099"/>
                </a:solidFill>
                <a:effectLst/>
                <a:latin typeface="Arial Unicode MS"/>
              </a:rPr>
              <a:t>=</a:t>
            </a:r>
            <a:r>
              <a:rPr kumimoji="0" lang="en-US" altLang="en-US" sz="3600" i="0" u="none" strike="noStrike" cap="none" normalizeH="0" baseline="0" dirty="0" err="1">
                <a:ln>
                  <a:noFill/>
                </a:ln>
                <a:solidFill>
                  <a:srgbClr val="330099"/>
                </a:solidFill>
                <a:effectLst/>
                <a:latin typeface="Arial Unicode MS"/>
              </a:rPr>
              <a:t>list.iterator</a:t>
            </a:r>
            <a:r>
              <a:rPr kumimoji="0" lang="en-US" altLang="en-US" sz="3600" i="0" u="none" strike="noStrike" cap="none" normalizeH="0" baseline="0" dirty="0">
                <a:ln>
                  <a:noFill/>
                </a:ln>
                <a:solidFill>
                  <a:srgbClr val="330099"/>
                </a:solidFill>
                <a:effectLst/>
                <a:latin typeface="Arial Unicode MS"/>
              </a:rPr>
              <a:t>();</a:t>
            </a:r>
            <a:endParaRPr lang="en-US" altLang="en-US" sz="3600" dirty="0">
              <a:solidFill>
                <a:srgbClr val="330099"/>
              </a:solidFill>
              <a:latin typeface="Arial Unicode MS"/>
            </a:endParaRPr>
          </a:p>
          <a:p>
            <a:pPr marL="461963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i="0" u="none" strike="noStrike" cap="none" normalizeH="0" baseline="0" dirty="0">
                <a:ln>
                  <a:noFill/>
                </a:ln>
                <a:solidFill>
                  <a:srgbClr val="330099"/>
                </a:solidFill>
                <a:effectLst/>
                <a:latin typeface="Arial Unicode MS"/>
              </a:rPr>
              <a:t>while (</a:t>
            </a:r>
            <a:r>
              <a:rPr kumimoji="0" lang="en-US" altLang="en-US" sz="3600" i="0" u="none" strike="noStrike" cap="none" normalizeH="0" baseline="0" dirty="0" err="1">
                <a:ln>
                  <a:noFill/>
                </a:ln>
                <a:solidFill>
                  <a:srgbClr val="330099"/>
                </a:solidFill>
                <a:effectLst/>
                <a:latin typeface="Arial Unicode MS"/>
              </a:rPr>
              <a:t>i.hasNext</a:t>
            </a:r>
            <a:r>
              <a:rPr kumimoji="0" lang="en-US" altLang="en-US" sz="3600" i="0" u="none" strike="noStrike" cap="none" normalizeH="0" baseline="0" dirty="0">
                <a:ln>
                  <a:noFill/>
                </a:ln>
                <a:solidFill>
                  <a:srgbClr val="330099"/>
                </a:solidFill>
                <a:effectLst/>
                <a:latin typeface="Arial Unicode MS"/>
              </a:rPr>
              <a:t>())  </a:t>
            </a:r>
          </a:p>
          <a:p>
            <a:pPr marL="461963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sz="3600" dirty="0">
                <a:solidFill>
                  <a:srgbClr val="330099"/>
                </a:solidFill>
                <a:latin typeface="Arial Unicode MS"/>
              </a:rPr>
              <a:t>     </a:t>
            </a:r>
            <a:r>
              <a:rPr kumimoji="0" lang="en-US" altLang="en-US" sz="3600" i="0" u="none" strike="noStrike" cap="none" normalizeH="0" baseline="0" dirty="0" err="1">
                <a:ln>
                  <a:noFill/>
                </a:ln>
                <a:solidFill>
                  <a:srgbClr val="330099"/>
                </a:solidFill>
                <a:effectLst/>
                <a:latin typeface="Arial Unicode MS"/>
              </a:rPr>
              <a:t>i.next</a:t>
            </a:r>
            <a:r>
              <a:rPr kumimoji="0" lang="en-US" altLang="en-US" sz="3600" i="0" u="none" strike="noStrike" cap="none" normalizeH="0" baseline="0" dirty="0">
                <a:ln>
                  <a:noFill/>
                </a:ln>
                <a:solidFill>
                  <a:srgbClr val="330099"/>
                </a:solidFill>
                <a:effectLst/>
                <a:latin typeface="Arial Unicode MS"/>
              </a:rPr>
              <a:t>();</a:t>
            </a:r>
            <a:r>
              <a:rPr kumimoji="0" lang="en-US" altLang="en-US" sz="3600" i="0" u="none" strike="noStrike" cap="none" normalizeH="0" baseline="0" dirty="0">
                <a:ln>
                  <a:noFill/>
                </a:ln>
                <a:solidFill>
                  <a:srgbClr val="330099"/>
                </a:solidFill>
                <a:effectLst/>
              </a:rPr>
              <a:t> </a:t>
            </a:r>
            <a:endParaRPr kumimoji="0" lang="en-US" altLang="en-US" sz="3600" i="0" u="none" strike="noStrike" cap="none" normalizeH="0" baseline="0" dirty="0">
              <a:ln>
                <a:noFill/>
              </a:ln>
              <a:solidFill>
                <a:srgbClr val="330099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3600" i="0" u="none" strike="noStrike" cap="none" normalizeH="0" baseline="0" dirty="0">
              <a:ln>
                <a:noFill/>
              </a:ln>
              <a:solidFill>
                <a:srgbClr val="353833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i="0" u="none" strike="noStrike" cap="none" normalizeH="0" baseline="0" dirty="0">
                <a:ln>
                  <a:noFill/>
                </a:ln>
                <a:solidFill>
                  <a:srgbClr val="353833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is </a:t>
            </a:r>
            <a:r>
              <a:rPr lang="en-US" altLang="en-US" sz="3600" b="1" dirty="0">
                <a:solidFill>
                  <a:srgbClr val="336633"/>
                </a:solidFill>
                <a:cs typeface="Arial" panose="020B0604020202020204" pitchFamily="34" charset="0"/>
              </a:rPr>
              <a:t>O(n)</a:t>
            </a:r>
            <a:r>
              <a:rPr kumimoji="0" lang="en-US" altLang="en-US" sz="3600" i="0" u="none" strike="noStrike" cap="none" normalizeH="0" baseline="0" dirty="0">
                <a:ln>
                  <a:noFill/>
                </a:ln>
                <a:solidFill>
                  <a:srgbClr val="353833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for ANY list:</a:t>
            </a:r>
            <a:r>
              <a:rPr kumimoji="0" lang="en-US" altLang="en-US" sz="3600" i="0" u="none" strike="noStrike" cap="none" normalizeH="0" baseline="0" dirty="0">
                <a:ln>
                  <a:noFill/>
                </a:ln>
                <a:solidFill>
                  <a:srgbClr val="353833"/>
                </a:solidFill>
                <a:effectLst/>
                <a:latin typeface="Arial Unicode MS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87677523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5492B25F-4ACC-4396-8406-F48E8A073AF4}"/>
              </a:ext>
            </a:extLst>
          </p:cNvPr>
          <p:cNvGraphicFramePr>
            <a:graphicFrameLocks noGrp="1"/>
          </p:cNvGraphicFramePr>
          <p:nvPr/>
        </p:nvGraphicFramePr>
        <p:xfrm>
          <a:off x="0" y="0"/>
          <a:ext cx="9144000" cy="685800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4572000">
                  <a:extLst>
                    <a:ext uri="{9D8B030D-6E8A-4147-A177-3AD203B41FA5}">
                      <a16:colId xmlns:a16="http://schemas.microsoft.com/office/drawing/2014/main" val="2262344766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947268632"/>
                    </a:ext>
                  </a:extLst>
                </a:gridCol>
              </a:tblGrid>
              <a:tr h="616175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dirty="0" err="1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ArrayList</a:t>
                      </a:r>
                      <a:endParaRPr lang="en-US" sz="1600" dirty="0">
                        <a:effectLst/>
                        <a:latin typeface="Tahoma" panose="020B0604030504040204" pitchFamily="34" charset="0"/>
                        <a:ea typeface="Tahoma" panose="020B0604030504040204" pitchFamily="34" charset="0"/>
                        <a:cs typeface="Tahoma" panose="020B0604030504040204" pitchFamily="34" charset="0"/>
                      </a:endParaRPr>
                    </a:p>
                  </a:txBody>
                  <a:tcPr marL="44618" marR="44618" marT="44618" marB="44618" anchor="ctr">
                    <a:solidFill>
                      <a:srgbClr val="33663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dirty="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LinkedList</a:t>
                      </a:r>
                      <a:endParaRPr lang="en-US" sz="1600" dirty="0">
                        <a:effectLst/>
                        <a:latin typeface="Tahoma" panose="020B0604030504040204" pitchFamily="34" charset="0"/>
                        <a:ea typeface="Tahoma" panose="020B0604030504040204" pitchFamily="34" charset="0"/>
                        <a:cs typeface="Tahoma" panose="020B0604030504040204" pitchFamily="34" charset="0"/>
                      </a:endParaRPr>
                    </a:p>
                  </a:txBody>
                  <a:tcPr marL="44618" marR="44618" marT="44618" marB="44618" anchor="ctr">
                    <a:solidFill>
                      <a:srgbClr val="3366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0157584"/>
                  </a:ext>
                </a:extLst>
              </a:tr>
              <a:tr h="1244729">
                <a:tc>
                  <a:txBody>
                    <a:bodyPr/>
                    <a:lstStyle/>
                    <a:p>
                      <a:pPr marL="19050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b="0" kern="1200" dirty="0">
                          <a:solidFill>
                            <a:schemeClr val="dk1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Uses a dynamic array</a:t>
                      </a:r>
                      <a:br>
                        <a:rPr lang="en-US" sz="2400" b="0" kern="1200" dirty="0">
                          <a:solidFill>
                            <a:schemeClr val="dk1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</a:br>
                      <a:r>
                        <a:rPr lang="en-US" sz="2400" b="0" kern="1200" dirty="0">
                          <a:solidFill>
                            <a:schemeClr val="dk1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to store the elements.</a:t>
                      </a:r>
                    </a:p>
                  </a:txBody>
                  <a:tcPr marL="44618" marR="44618" marT="44618" marB="44618" anchor="ctr">
                    <a:solidFill>
                      <a:srgbClr val="CBECDE"/>
                    </a:solidFill>
                  </a:tcPr>
                </a:tc>
                <a:tc>
                  <a:txBody>
                    <a:bodyPr/>
                    <a:lstStyle/>
                    <a:p>
                      <a:pPr marL="19050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dirty="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Uses a doubly linked list</a:t>
                      </a:r>
                      <a:br>
                        <a:rPr lang="en-US" sz="2400" dirty="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</a:br>
                      <a:r>
                        <a:rPr lang="en-US" sz="2400" dirty="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to store the elements.</a:t>
                      </a:r>
                      <a:endParaRPr lang="en-US" sz="2800" dirty="0">
                        <a:effectLst/>
                        <a:latin typeface="Tahoma" panose="020B0604030504040204" pitchFamily="34" charset="0"/>
                        <a:ea typeface="Tahoma" panose="020B0604030504040204" pitchFamily="34" charset="0"/>
                        <a:cs typeface="Tahoma" panose="020B0604030504040204" pitchFamily="34" charset="0"/>
                      </a:endParaRPr>
                    </a:p>
                  </a:txBody>
                  <a:tcPr marL="44618" marR="44618" marT="44618" marB="44618" anchor="ctr"/>
                </a:tc>
                <a:extLst>
                  <a:ext uri="{0D108BD9-81ED-4DB2-BD59-A6C34878D82A}">
                    <a16:rowId xmlns:a16="http://schemas.microsoft.com/office/drawing/2014/main" val="4067080482"/>
                  </a:ext>
                </a:extLst>
              </a:tr>
              <a:tr h="2265449">
                <a:tc>
                  <a:txBody>
                    <a:bodyPr/>
                    <a:lstStyle/>
                    <a:p>
                      <a:pPr marL="19050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b="0" kern="1200" dirty="0">
                          <a:solidFill>
                            <a:schemeClr val="dk1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Manipulation is slow since when any element is removed, all following bits are shifted in memory.</a:t>
                      </a:r>
                    </a:p>
                  </a:txBody>
                  <a:tcPr marL="44618" marR="44618" marT="44618" marB="44618" anchor="ctr">
                    <a:solidFill>
                      <a:srgbClr val="E7F6EF"/>
                    </a:solidFill>
                  </a:tcPr>
                </a:tc>
                <a:tc>
                  <a:txBody>
                    <a:bodyPr/>
                    <a:lstStyle/>
                    <a:p>
                      <a:pPr marL="19050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dirty="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Manipulation is faster because no bit shifting is required in memory.</a:t>
                      </a:r>
                      <a:endParaRPr lang="en-US" sz="2800" dirty="0">
                        <a:effectLst/>
                        <a:latin typeface="Tahoma" panose="020B0604030504040204" pitchFamily="34" charset="0"/>
                        <a:ea typeface="Tahoma" panose="020B0604030504040204" pitchFamily="34" charset="0"/>
                        <a:cs typeface="Tahoma" panose="020B0604030504040204" pitchFamily="34" charset="0"/>
                      </a:endParaRPr>
                    </a:p>
                  </a:txBody>
                  <a:tcPr marL="44618" marR="44618" marT="44618" marB="44618" anchor="ctr"/>
                </a:tc>
                <a:extLst>
                  <a:ext uri="{0D108BD9-81ED-4DB2-BD59-A6C34878D82A}">
                    <a16:rowId xmlns:a16="http://schemas.microsoft.com/office/drawing/2014/main" val="3102102299"/>
                  </a:ext>
                </a:extLst>
              </a:tr>
              <a:tr h="1745263">
                <a:tc>
                  <a:txBody>
                    <a:bodyPr/>
                    <a:lstStyle/>
                    <a:p>
                      <a:pPr marL="19050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b="0" u="none" kern="1200" dirty="0">
                          <a:solidFill>
                            <a:schemeClr val="dk1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Can only act as a list</a:t>
                      </a:r>
                      <a:br>
                        <a:rPr lang="en-US" sz="2400" b="0" u="none" kern="1200" dirty="0">
                          <a:solidFill>
                            <a:schemeClr val="dk1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</a:br>
                      <a:r>
                        <a:rPr lang="en-US" sz="2400" b="0" kern="1200" dirty="0">
                          <a:solidFill>
                            <a:schemeClr val="dk1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since it only implements List.</a:t>
                      </a:r>
                    </a:p>
                  </a:txBody>
                  <a:tcPr marL="44618" marR="44618" marT="44618" marB="44618" anchor="ctr">
                    <a:solidFill>
                      <a:srgbClr val="CBECDE"/>
                    </a:solidFill>
                  </a:tcPr>
                </a:tc>
                <a:tc>
                  <a:txBody>
                    <a:bodyPr/>
                    <a:lstStyle/>
                    <a:p>
                      <a:pPr marL="19050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u="none" dirty="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Can act as a list or queue (including a stack) </a:t>
                      </a:r>
                      <a:r>
                        <a:rPr lang="en-US" sz="2400" dirty="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because it implements List and Deque interfaces.</a:t>
                      </a:r>
                      <a:endParaRPr lang="en-US" sz="2800" dirty="0">
                        <a:effectLst/>
                        <a:latin typeface="Tahoma" panose="020B0604030504040204" pitchFamily="34" charset="0"/>
                        <a:ea typeface="Tahoma" panose="020B0604030504040204" pitchFamily="34" charset="0"/>
                        <a:cs typeface="Tahoma" panose="020B0604030504040204" pitchFamily="34" charset="0"/>
                      </a:endParaRPr>
                    </a:p>
                  </a:txBody>
                  <a:tcPr marL="44618" marR="44618" marT="44618" marB="44618" anchor="ctr"/>
                </a:tc>
                <a:extLst>
                  <a:ext uri="{0D108BD9-81ED-4DB2-BD59-A6C34878D82A}">
                    <a16:rowId xmlns:a16="http://schemas.microsoft.com/office/drawing/2014/main" val="3999517526"/>
                  </a:ext>
                </a:extLst>
              </a:tr>
              <a:tr h="986384">
                <a:tc>
                  <a:txBody>
                    <a:bodyPr/>
                    <a:lstStyle/>
                    <a:p>
                      <a:pPr marL="19050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b="1" kern="1200" dirty="0" err="1">
                          <a:solidFill>
                            <a:schemeClr val="dk1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ArrayList</a:t>
                      </a:r>
                      <a:r>
                        <a:rPr lang="en-US" sz="2400" b="1" kern="1200" dirty="0">
                          <a:solidFill>
                            <a:schemeClr val="dk1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 is better for storing and accessing data</a:t>
                      </a:r>
                      <a:r>
                        <a:rPr lang="en-US" sz="2400" b="0" kern="1200" dirty="0">
                          <a:solidFill>
                            <a:schemeClr val="dk1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.</a:t>
                      </a:r>
                    </a:p>
                  </a:txBody>
                  <a:tcPr marL="44618" marR="44618" marT="44618" marB="44618" anchor="ctr">
                    <a:solidFill>
                      <a:srgbClr val="E7F6EF"/>
                    </a:solidFill>
                  </a:tcPr>
                </a:tc>
                <a:tc>
                  <a:txBody>
                    <a:bodyPr/>
                    <a:lstStyle/>
                    <a:p>
                      <a:pPr marL="19050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b="1" dirty="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LinkedList is better for manipulating data</a:t>
                      </a:r>
                      <a:r>
                        <a:rPr lang="en-US" sz="2400" dirty="0"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.</a:t>
                      </a:r>
                      <a:endParaRPr lang="en-US" sz="2800" dirty="0">
                        <a:effectLst/>
                        <a:latin typeface="Tahoma" panose="020B0604030504040204" pitchFamily="34" charset="0"/>
                        <a:ea typeface="Tahoma" panose="020B0604030504040204" pitchFamily="34" charset="0"/>
                        <a:cs typeface="Tahoma" panose="020B0604030504040204" pitchFamily="34" charset="0"/>
                      </a:endParaRPr>
                    </a:p>
                  </a:txBody>
                  <a:tcPr marL="44618" marR="44618" marT="44618" marB="44618" anchor="ctr"/>
                </a:tc>
                <a:extLst>
                  <a:ext uri="{0D108BD9-81ED-4DB2-BD59-A6C34878D82A}">
                    <a16:rowId xmlns:a16="http://schemas.microsoft.com/office/drawing/2014/main" val="325497821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5814623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Footer Placeholder 3">
            <a:extLst>
              <a:ext uri="{FF2B5EF4-FFF2-40B4-BE49-F238E27FC236}">
                <a16:creationId xmlns:a16="http://schemas.microsoft.com/office/drawing/2014/main" id="{A328D7BA-8516-4D0A-A215-163672FD06E9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800" b="1"/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 b="1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800" b="1">
                <a:latin typeface="Tahoma" panose="020B0604030504040204" pitchFamily="34" charset="0"/>
              </a:rPr>
              <a:t>© A+ Computer Science  -  www.apluscompsci.com</a:t>
            </a:r>
          </a:p>
        </p:txBody>
      </p:sp>
      <p:sp>
        <p:nvSpPr>
          <p:cNvPr id="24579" name="Rectangle 2">
            <a:extLst>
              <a:ext uri="{FF2B5EF4-FFF2-40B4-BE49-F238E27FC236}">
                <a16:creationId xmlns:a16="http://schemas.microsoft.com/office/drawing/2014/main" id="{ABE6EDA3-9CD3-4DF5-BB13-321154F00C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6713" y="1508125"/>
            <a:ext cx="1841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2400">
              <a:latin typeface="MS LineDraw" charset="2"/>
            </a:endParaRPr>
          </a:p>
        </p:txBody>
      </p:sp>
      <p:sp>
        <p:nvSpPr>
          <p:cNvPr id="63492" name="Text Box 4">
            <a:extLst>
              <a:ext uri="{FF2B5EF4-FFF2-40B4-BE49-F238E27FC236}">
                <a16:creationId xmlns:a16="http://schemas.microsoft.com/office/drawing/2014/main" id="{D2340A22-84E5-4AB9-AA45-8FA85F72372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66800" y="3048000"/>
            <a:ext cx="7045325" cy="20415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b="1">
                <a:latin typeface="Tahoma" panose="020B0604030504040204" pitchFamily="34" charset="0"/>
              </a:rPr>
              <a:t>A linked list is a group of nodes.   </a:t>
            </a:r>
            <a:br>
              <a:rPr lang="en-US" altLang="en-US" b="1">
                <a:latin typeface="Tahoma" panose="020B0604030504040204" pitchFamily="34" charset="0"/>
              </a:rPr>
            </a:br>
            <a:r>
              <a:rPr lang="en-US" altLang="en-US" b="1">
                <a:latin typeface="Tahoma" panose="020B0604030504040204" pitchFamily="34" charset="0"/>
              </a:rPr>
              <a:t>Each node contains a value and a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b="1">
                <a:latin typeface="Tahoma" panose="020B0604030504040204" pitchFamily="34" charset="0"/>
              </a:rPr>
              <a:t>reference to the next node in 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b="1">
                <a:latin typeface="Tahoma" panose="020B0604030504040204" pitchFamily="34" charset="0"/>
              </a:rPr>
              <a:t>the list.</a:t>
            </a:r>
          </a:p>
        </p:txBody>
      </p:sp>
      <p:sp>
        <p:nvSpPr>
          <p:cNvPr id="24581" name="WordArt 6">
            <a:extLst>
              <a:ext uri="{FF2B5EF4-FFF2-40B4-BE49-F238E27FC236}">
                <a16:creationId xmlns:a16="http://schemas.microsoft.com/office/drawing/2014/main" id="{77530551-8514-44DA-8A9F-7DE0C4C9A58F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838200" y="762000"/>
            <a:ext cx="7543800" cy="10668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US" sz="3600" kern="10">
                <a:ln w="9525">
                  <a:solidFill>
                    <a:srgbClr val="FFFF00"/>
                  </a:solidFill>
                  <a:round/>
                  <a:headEnd type="none" w="sm" len="sm"/>
                  <a:tailEnd type="none" w="sm" len="sm"/>
                </a:ln>
                <a:solidFill>
                  <a:srgbClr val="0000FF"/>
                </a:solidFill>
                <a:effectLst>
                  <a:outerShdw dist="35921" dir="2700000" algn="ctr" rotWithShape="0">
                    <a:srgbClr val="C0C0C0">
                      <a:alpha val="79999"/>
                    </a:srgbClr>
                  </a:outerShdw>
                </a:effectLst>
                <a:latin typeface="Impact" panose="020B0806030902050204" pitchFamily="34" charset="0"/>
              </a:rPr>
              <a:t>Linked Lists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4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349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349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3492" grpId="0" autoUpdateAnimBg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Footer Placeholder 3">
            <a:extLst>
              <a:ext uri="{FF2B5EF4-FFF2-40B4-BE49-F238E27FC236}">
                <a16:creationId xmlns:a16="http://schemas.microsoft.com/office/drawing/2014/main" id="{D00D5A11-75B4-45BD-A10B-8E5ABDAD15FF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800" b="1"/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 b="1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800" b="1">
                <a:latin typeface="Tahoma" panose="020B0604030504040204" pitchFamily="34" charset="0"/>
              </a:rPr>
              <a:t>© A+ Computer Science  -  www.apluscompsci.com</a:t>
            </a:r>
          </a:p>
        </p:txBody>
      </p:sp>
      <p:sp>
        <p:nvSpPr>
          <p:cNvPr id="26627" name="Rectangle 2">
            <a:extLst>
              <a:ext uri="{FF2B5EF4-FFF2-40B4-BE49-F238E27FC236}">
                <a16:creationId xmlns:a16="http://schemas.microsoft.com/office/drawing/2014/main" id="{96A8F1A0-33B4-4A46-AC8C-5F1BD630920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5800" y="1447800"/>
            <a:ext cx="8153400" cy="47894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2075" tIns="46038" rIns="92075" bIns="46038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2800" b="1">
                <a:latin typeface="Tahoma" panose="020B0604030504040204" pitchFamily="34" charset="0"/>
              </a:rPr>
              <a:t>public class Node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2800" b="1">
                <a:latin typeface="Tahoma" panose="020B0604030504040204" pitchFamily="34" charset="0"/>
              </a:rPr>
              <a:t>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2800" b="1">
                <a:latin typeface="Tahoma" panose="020B0604030504040204" pitchFamily="34" charset="0"/>
              </a:rPr>
              <a:t>   private Comparable data;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2800" b="1">
                <a:latin typeface="Tahoma" panose="020B0604030504040204" pitchFamily="34" charset="0"/>
              </a:rPr>
              <a:t>   private Node next;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en-US" sz="2800" b="1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2800" b="1">
                <a:latin typeface="Tahoma" panose="020B0604030504040204" pitchFamily="34" charset="0"/>
              </a:rPr>
              <a:t>   public Node(Comparable dat, Node nxt)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2800" b="1">
                <a:latin typeface="Tahoma" panose="020B0604030504040204" pitchFamily="34" charset="0"/>
              </a:rPr>
              <a:t>  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2800" b="1">
                <a:latin typeface="Tahoma" panose="020B0604030504040204" pitchFamily="34" charset="0"/>
              </a:rPr>
              <a:t>      data=dat;	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2800" b="1">
                <a:latin typeface="Tahoma" panose="020B0604030504040204" pitchFamily="34" charset="0"/>
              </a:rPr>
              <a:t>      next=nxt;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2800" b="1">
                <a:latin typeface="Tahoma" panose="020B0604030504040204" pitchFamily="34" charset="0"/>
              </a:rPr>
              <a:t>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2800" b="1">
                <a:latin typeface="Tahoma" panose="020B0604030504040204" pitchFamily="34" charset="0"/>
              </a:rPr>
              <a:t>}</a:t>
            </a:r>
          </a:p>
        </p:txBody>
      </p:sp>
      <p:sp>
        <p:nvSpPr>
          <p:cNvPr id="26628" name="WordArt 3">
            <a:extLst>
              <a:ext uri="{FF2B5EF4-FFF2-40B4-BE49-F238E27FC236}">
                <a16:creationId xmlns:a16="http://schemas.microsoft.com/office/drawing/2014/main" id="{EB0F3751-D6AF-4015-A3D2-A164F2AD88E9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990600" y="381000"/>
            <a:ext cx="6553200" cy="6858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US" sz="3600" kern="10">
                <a:ln w="9525">
                  <a:solidFill>
                    <a:srgbClr val="FFFF00"/>
                  </a:solidFill>
                  <a:round/>
                  <a:headEnd type="none" w="sm" len="sm"/>
                  <a:tailEnd type="none" w="sm" len="sm"/>
                </a:ln>
                <a:solidFill>
                  <a:srgbClr val="0000FF"/>
                </a:solidFill>
                <a:effectLst>
                  <a:outerShdw dist="35921" dir="2700000" algn="ctr" rotWithShape="0">
                    <a:srgbClr val="C0C0C0"/>
                  </a:outerShdw>
                </a:effectLst>
                <a:latin typeface="Impact" panose="020B0806030902050204" pitchFamily="34" charset="0"/>
              </a:rPr>
              <a:t>Simple Node Class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 dirty="0"/>
              <a:t>Typical Linked List</a:t>
            </a:r>
          </a:p>
        </p:txBody>
      </p:sp>
      <p:sp>
        <p:nvSpPr>
          <p:cNvPr id="30925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228600" y="1597739"/>
            <a:ext cx="8915400" cy="1863212"/>
          </a:xfrm>
        </p:spPr>
        <p:txBody>
          <a:bodyPr/>
          <a:lstStyle/>
          <a:p>
            <a:pPr eaLnBrk="1" hangingPunct="1">
              <a:buFont typeface="Wingdings 2" charset="0"/>
              <a:buChar char=""/>
              <a:defRPr/>
            </a:pPr>
            <a:r>
              <a:rPr lang="en-US" sz="2600" b="1" dirty="0">
                <a:latin typeface="Courier New" charset="0"/>
                <a:ea typeface="ＭＳ Ｐゴシック" charset="-128"/>
              </a:rPr>
              <a:t>list</a:t>
            </a:r>
            <a:r>
              <a:rPr lang="en-US" sz="2600" dirty="0">
                <a:ea typeface="ＭＳ Ｐゴシック" charset="0"/>
              </a:rPr>
              <a:t> is a reference variable that stores a reference to the first node. It does not store 10!</a:t>
            </a:r>
          </a:p>
          <a:p>
            <a:pPr eaLnBrk="1" hangingPunct="1">
              <a:buFont typeface="Wingdings 2" charset="0"/>
              <a:buChar char=""/>
              <a:defRPr/>
            </a:pPr>
            <a:r>
              <a:rPr lang="en-US" sz="2600" dirty="0">
                <a:ea typeface="ＭＳ Ｐゴシック" charset="0"/>
              </a:rPr>
              <a:t>Each node</a:t>
            </a:r>
            <a:r>
              <a:rPr lang="en-US" sz="2600" dirty="0">
                <a:ea typeface="ＭＳ Ｐゴシック" charset="-128"/>
              </a:rPr>
              <a:t> stores a value AND a reference to the node that follows it.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706B4F8-4568-7BCB-B8B1-E0490EB7A9AB}"/>
              </a:ext>
            </a:extLst>
          </p:cNvPr>
          <p:cNvSpPr/>
          <p:nvPr/>
        </p:nvSpPr>
        <p:spPr>
          <a:xfrm>
            <a:off x="3097162" y="6422465"/>
            <a:ext cx="6046838" cy="42688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 descr="reference variable list points to a node storing 10 and a link to a node storing 20 and a link to . . . a link to a final node storing 990 and no link.&#10;&#10;list --&gt; 10 --&gt; 20 --&gt; ... --&gt; 990&#10;">
            <a:extLst>
              <a:ext uri="{FF2B5EF4-FFF2-40B4-BE49-F238E27FC236}">
                <a16:creationId xmlns:a16="http://schemas.microsoft.com/office/drawing/2014/main" id="{02F24E35-76DB-DA8A-BC68-72A29E9DC073}"/>
              </a:ext>
            </a:extLst>
          </p:cNvPr>
          <p:cNvGrpSpPr/>
          <p:nvPr/>
        </p:nvGrpSpPr>
        <p:grpSpPr>
          <a:xfrm>
            <a:off x="282575" y="4024648"/>
            <a:ext cx="8525856" cy="938865"/>
            <a:chOff x="282575" y="4024648"/>
            <a:chExt cx="8525856" cy="938865"/>
          </a:xfrm>
        </p:grpSpPr>
        <p:sp>
          <p:nvSpPr>
            <p:cNvPr id="309316" name="Line 68"/>
            <p:cNvSpPr>
              <a:spLocks noChangeShapeType="1"/>
            </p:cNvSpPr>
            <p:nvPr/>
          </p:nvSpPr>
          <p:spPr bwMode="auto">
            <a:xfrm flipV="1">
              <a:off x="6530975" y="4642771"/>
              <a:ext cx="385763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/>
              <a:ext uri="{AF507438-7753-43e0-B8FC-AC1667EBCBE1}"/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/>
                <a:ea typeface="MS PGothic" panose="020B0600070205080204" pitchFamily="34" charset="-128"/>
                <a:cs typeface="+mn-cs"/>
              </a:endParaRPr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D92E157B-286A-D6E6-8644-660100CCEF27}"/>
                </a:ext>
              </a:extLst>
            </p:cNvPr>
            <p:cNvGrpSpPr/>
            <p:nvPr/>
          </p:nvGrpSpPr>
          <p:grpSpPr>
            <a:xfrm>
              <a:off x="6973376" y="4027696"/>
              <a:ext cx="1835055" cy="932769"/>
              <a:chOff x="6973376" y="4110305"/>
              <a:chExt cx="1835055" cy="932769"/>
            </a:xfrm>
          </p:grpSpPr>
          <p:pic>
            <p:nvPicPr>
              <p:cNvPr id="8" name="Picture 7">
                <a:extLst>
                  <a:ext uri="{FF2B5EF4-FFF2-40B4-BE49-F238E27FC236}">
                    <a16:creationId xmlns:a16="http://schemas.microsoft.com/office/drawing/2014/main" id="{74C26217-3D7E-7736-40B9-45FB2ABF65D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6973376" y="4110305"/>
                <a:ext cx="1835055" cy="932769"/>
              </a:xfrm>
              <a:prstGeom prst="rect">
                <a:avLst/>
              </a:prstGeom>
            </p:spPr>
          </p:pic>
          <p:sp>
            <p:nvSpPr>
              <p:cNvPr id="309317" name="Line 69"/>
              <p:cNvSpPr>
                <a:spLocks noChangeShapeType="1"/>
              </p:cNvSpPr>
              <p:nvPr/>
            </p:nvSpPr>
            <p:spPr bwMode="auto">
              <a:xfrm flipH="1">
                <a:off x="7890903" y="4551680"/>
                <a:ext cx="867017" cy="378586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/>
                <a:ext uri="{AF507438-7753-43e0-B8FC-AC1667EBCBE1}"/>
              </a:extLst>
            </p:spPr>
            <p:txBody>
              <a:bodyPr/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Verdana"/>
                  <a:ea typeface="MS PGothic" panose="020B0600070205080204" pitchFamily="34" charset="-128"/>
                  <a:cs typeface="+mn-cs"/>
                </a:endParaRPr>
              </a:p>
            </p:txBody>
          </p:sp>
        </p:grpSp>
        <p:sp>
          <p:nvSpPr>
            <p:cNvPr id="309318" name="Text Box 70"/>
            <p:cNvSpPr txBox="1">
              <a:spLocks noChangeArrowheads="1"/>
            </p:cNvSpPr>
            <p:nvPr/>
          </p:nvSpPr>
          <p:spPr bwMode="auto">
            <a:xfrm>
              <a:off x="282575" y="4193509"/>
              <a:ext cx="793750" cy="39687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/>
              <a:ext uri="{91240B29-F687-4f45-9708-019B960494DF}"/>
              <a:ext uri="{AF507438-7753-43e0-B8FC-AC1667EBCBE1}"/>
            </a:extLst>
          </p:spPr>
          <p:txBody>
            <a:bodyPr wrap="none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charset="0"/>
                  <a:ea typeface="MS PGothic" panose="020B0600070205080204" pitchFamily="34" charset="-128"/>
                  <a:cs typeface="+mn-cs"/>
                </a:rPr>
                <a:t>list</a:t>
              </a:r>
            </a:p>
          </p:txBody>
        </p:sp>
        <p:sp>
          <p:nvSpPr>
            <p:cNvPr id="309319" name="Line 71"/>
            <p:cNvSpPr>
              <a:spLocks noChangeShapeType="1"/>
            </p:cNvSpPr>
            <p:nvPr/>
          </p:nvSpPr>
          <p:spPr bwMode="auto">
            <a:xfrm flipV="1">
              <a:off x="1158875" y="4404646"/>
              <a:ext cx="76200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/>
              <a:ext uri="{AF507438-7753-43e0-B8FC-AC1667EBCBE1}"/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/>
                <a:ea typeface="MS PGothic" panose="020B0600070205080204" pitchFamily="34" charset="-128"/>
                <a:cs typeface="+mn-cs"/>
              </a:endParaRPr>
            </a:p>
          </p:txBody>
        </p:sp>
        <p:sp>
          <p:nvSpPr>
            <p:cNvPr id="309320" name="Text Box 72"/>
            <p:cNvSpPr txBox="1">
              <a:spLocks noChangeArrowheads="1"/>
            </p:cNvSpPr>
            <p:nvPr/>
          </p:nvSpPr>
          <p:spPr bwMode="auto">
            <a:xfrm>
              <a:off x="6073775" y="4398296"/>
              <a:ext cx="412750" cy="39687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/>
              <a:ext uri="{91240B29-F687-4f45-9708-019B960494DF}"/>
              <a:ext uri="{AF507438-7753-43e0-B8FC-AC1667EBCBE1}"/>
            </a:extLst>
          </p:spPr>
          <p:txBody>
            <a:bodyPr wrap="none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ahoma" charset="0"/>
                  <a:ea typeface="MS PGothic" panose="020B0600070205080204" pitchFamily="34" charset="-128"/>
                  <a:cs typeface="+mn-cs"/>
                </a:rPr>
                <a:t>...</a:t>
              </a:r>
            </a:p>
          </p:txBody>
        </p:sp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8201FC27-5556-783A-4E2A-687FC669746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059300" y="4027696"/>
              <a:ext cx="1676545" cy="932769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D899101D-8E64-79EC-05FD-ED23DFFBEBB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066029" y="4024648"/>
              <a:ext cx="1682642" cy="938865"/>
            </a:xfrm>
            <a:prstGeom prst="rect">
              <a:avLst/>
            </a:prstGeom>
          </p:spPr>
        </p:pic>
        <p:sp>
          <p:nvSpPr>
            <p:cNvPr id="309333" name="Line 85"/>
            <p:cNvSpPr>
              <a:spLocks noChangeShapeType="1"/>
            </p:cNvSpPr>
            <p:nvPr/>
          </p:nvSpPr>
          <p:spPr bwMode="auto">
            <a:xfrm flipV="1">
              <a:off x="5286375" y="4642771"/>
              <a:ext cx="76200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/>
              <a:ext uri="{AF507438-7753-43e0-B8FC-AC1667EBCBE1}"/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/>
                <a:ea typeface="MS PGothic" panose="020B0600070205080204" pitchFamily="34" charset="-128"/>
                <a:cs typeface="+mn-cs"/>
              </a:endParaRPr>
            </a:p>
          </p:txBody>
        </p:sp>
        <p:sp>
          <p:nvSpPr>
            <p:cNvPr id="309321" name="Line 73"/>
            <p:cNvSpPr>
              <a:spLocks noChangeShapeType="1"/>
            </p:cNvSpPr>
            <p:nvPr/>
          </p:nvSpPr>
          <p:spPr bwMode="auto">
            <a:xfrm flipV="1">
              <a:off x="3292475" y="4642771"/>
              <a:ext cx="76200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/>
              <a:ext uri="{AF507438-7753-43e0-B8FC-AC1667EBCBE1}"/>
            </a:extLst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/>
                <a:ea typeface="MS PGothic" panose="020B0600070205080204" pitchFamily="34" charset="-128"/>
                <a:cs typeface="+mn-cs"/>
              </a:endParaRPr>
            </a:p>
          </p:txBody>
        </p:sp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Footer Placeholder 3">
            <a:extLst>
              <a:ext uri="{FF2B5EF4-FFF2-40B4-BE49-F238E27FC236}">
                <a16:creationId xmlns:a16="http://schemas.microsoft.com/office/drawing/2014/main" id="{946195DF-7BF0-4671-908A-749789810B03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800" b="1"/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 b="1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800" b="1">
                <a:latin typeface="Tahoma" panose="020B0604030504040204" pitchFamily="34" charset="0"/>
              </a:rPr>
              <a:t>© A+ Computer Science  -  www.apluscompsci.com</a:t>
            </a:r>
          </a:p>
        </p:txBody>
      </p:sp>
      <p:sp>
        <p:nvSpPr>
          <p:cNvPr id="28675" name="Rectangle 2">
            <a:extLst>
              <a:ext uri="{FF2B5EF4-FFF2-40B4-BE49-F238E27FC236}">
                <a16:creationId xmlns:a16="http://schemas.microsoft.com/office/drawing/2014/main" id="{F138ADEC-BEC2-459D-AAE9-0C14610FB76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6713" y="1508125"/>
            <a:ext cx="1841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2400">
              <a:latin typeface="MS LineDraw" charset="2"/>
            </a:endParaRPr>
          </a:p>
        </p:txBody>
      </p:sp>
      <p:grpSp>
        <p:nvGrpSpPr>
          <p:cNvPr id="2" name="Group 1" descr="reference variable node stores a reference to a ListNode object storing &quot;B&quot; and null. The memory location node stores is 0xF2.">
            <a:extLst>
              <a:ext uri="{FF2B5EF4-FFF2-40B4-BE49-F238E27FC236}">
                <a16:creationId xmlns:a16="http://schemas.microsoft.com/office/drawing/2014/main" id="{6CD26A19-0A70-1610-A2BB-8AF4D12F239A}"/>
              </a:ext>
            </a:extLst>
          </p:cNvPr>
          <p:cNvGrpSpPr/>
          <p:nvPr/>
        </p:nvGrpSpPr>
        <p:grpSpPr>
          <a:xfrm>
            <a:off x="1447800" y="2438400"/>
            <a:ext cx="3804444" cy="1250950"/>
            <a:chOff x="1447800" y="2438400"/>
            <a:chExt cx="3804444" cy="1250950"/>
          </a:xfrm>
        </p:grpSpPr>
        <p:sp>
          <p:nvSpPr>
            <p:cNvPr id="28676" name="Line 3">
              <a:extLst>
                <a:ext uri="{FF2B5EF4-FFF2-40B4-BE49-F238E27FC236}">
                  <a16:creationId xmlns:a16="http://schemas.microsoft.com/office/drawing/2014/main" id="{75493DBE-9CF7-4493-9BEA-C70653FD3BA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667000" y="3276600"/>
              <a:ext cx="381000" cy="0"/>
            </a:xfrm>
            <a:prstGeom prst="line">
              <a:avLst/>
            </a:prstGeom>
            <a:noFill/>
            <a:ln w="63500">
              <a:solidFill>
                <a:srgbClr val="FF0000"/>
              </a:solidFill>
              <a:round/>
              <a:headEnd type="none" w="sm" len="sm"/>
              <a:tailEnd type="triangl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8677" name="Rectangle 4">
              <a:extLst>
                <a:ext uri="{FF2B5EF4-FFF2-40B4-BE49-F238E27FC236}">
                  <a16:creationId xmlns:a16="http://schemas.microsoft.com/office/drawing/2014/main" id="{E6BB0464-A47E-4CB9-8CDC-0BC34523E86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00400" y="2819400"/>
              <a:ext cx="1905000" cy="838200"/>
            </a:xfrm>
            <a:prstGeom prst="rect">
              <a:avLst/>
            </a:prstGeom>
            <a:solidFill>
              <a:srgbClr val="CCFFFF"/>
            </a:solidFill>
            <a:ln w="12700">
              <a:solidFill>
                <a:schemeClr val="tx1"/>
              </a:solidFill>
              <a:miter lim="800000"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US" altLang="en-US" sz="2000">
                <a:latin typeface="Tahoma" panose="020B0604030504040204" pitchFamily="34" charset="0"/>
              </a:endParaRPr>
            </a:p>
          </p:txBody>
        </p:sp>
        <p:sp>
          <p:nvSpPr>
            <p:cNvPr id="28678" name="Rectangle 5">
              <a:extLst>
                <a:ext uri="{FF2B5EF4-FFF2-40B4-BE49-F238E27FC236}">
                  <a16:creationId xmlns:a16="http://schemas.microsoft.com/office/drawing/2014/main" id="{1FA7082F-F7C8-4629-A777-FC04FBB2472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14800" y="2819400"/>
              <a:ext cx="990600" cy="838200"/>
            </a:xfrm>
            <a:prstGeom prst="rect">
              <a:avLst/>
            </a:prstGeom>
            <a:solidFill>
              <a:srgbClr val="CCFFCC"/>
            </a:solidFill>
            <a:ln w="12700">
              <a:solidFill>
                <a:schemeClr val="tx1"/>
              </a:solidFill>
              <a:miter lim="800000"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US" altLang="en-US" sz="2000">
                <a:latin typeface="Tahoma" panose="020B0604030504040204" pitchFamily="34" charset="0"/>
              </a:endParaRPr>
            </a:p>
          </p:txBody>
        </p:sp>
        <p:sp>
          <p:nvSpPr>
            <p:cNvPr id="28680" name="Text Box 7">
              <a:extLst>
                <a:ext uri="{FF2B5EF4-FFF2-40B4-BE49-F238E27FC236}">
                  <a16:creationId xmlns:a16="http://schemas.microsoft.com/office/drawing/2014/main" id="{0014584C-BCA7-4366-AB6E-8E8BCEB65B4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429000" y="2971800"/>
              <a:ext cx="838200" cy="4572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 type="none" w="sm" len="sm"/>
                  <a:tailEnd type="none" w="sm" len="sm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2400" b="1">
                  <a:latin typeface="Tahoma" panose="020B0604030504040204" pitchFamily="34" charset="0"/>
                </a:rPr>
                <a:t>B</a:t>
              </a:r>
            </a:p>
          </p:txBody>
        </p:sp>
        <p:sp>
          <p:nvSpPr>
            <p:cNvPr id="28681" name="Text Box 8">
              <a:extLst>
                <a:ext uri="{FF2B5EF4-FFF2-40B4-BE49-F238E27FC236}">
                  <a16:creationId xmlns:a16="http://schemas.microsoft.com/office/drawing/2014/main" id="{45F1F17A-9FA6-4024-8733-BD6D37F5FFB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261644" y="3004997"/>
              <a:ext cx="990600" cy="4572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 type="none" w="sm" len="sm"/>
                  <a:tailEnd type="none" w="sm" len="sm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2400" b="1" dirty="0">
                  <a:solidFill>
                    <a:srgbClr val="0000CC"/>
                  </a:solidFill>
                  <a:latin typeface="Tahoma" panose="020B0604030504040204" pitchFamily="34" charset="0"/>
                </a:rPr>
                <a:t>null</a:t>
              </a:r>
            </a:p>
          </p:txBody>
        </p:sp>
        <p:sp>
          <p:nvSpPr>
            <p:cNvPr id="28682" name="Text Box 9">
              <a:extLst>
                <a:ext uri="{FF2B5EF4-FFF2-40B4-BE49-F238E27FC236}">
                  <a16:creationId xmlns:a16="http://schemas.microsoft.com/office/drawing/2014/main" id="{7A0523A3-8911-40AA-A84A-A40C1D191D1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447800" y="2895600"/>
              <a:ext cx="1295400" cy="57943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 type="none" w="sm" len="sm"/>
                  <a:tailEnd type="none" w="sm" len="sm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b="1">
                  <a:latin typeface="Tahoma" panose="020B0604030504040204" pitchFamily="34" charset="0"/>
                </a:rPr>
                <a:t>node</a:t>
              </a:r>
            </a:p>
          </p:txBody>
        </p:sp>
        <p:sp>
          <p:nvSpPr>
            <p:cNvPr id="28683" name="Text Box 10">
              <a:extLst>
                <a:ext uri="{FF2B5EF4-FFF2-40B4-BE49-F238E27FC236}">
                  <a16:creationId xmlns:a16="http://schemas.microsoft.com/office/drawing/2014/main" id="{CCFEAF47-A311-4F48-9428-44CD3A41980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600200" y="3352800"/>
              <a:ext cx="990600" cy="33655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 type="none" w="sm" len="sm"/>
                  <a:tailEnd type="none" w="sm" len="sm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1600" b="1">
                  <a:solidFill>
                    <a:srgbClr val="0000CC"/>
                  </a:solidFill>
                  <a:latin typeface="Tahoma" panose="020B0604030504040204" pitchFamily="34" charset="0"/>
                </a:rPr>
                <a:t>0xF2</a:t>
              </a:r>
            </a:p>
          </p:txBody>
        </p:sp>
        <p:sp>
          <p:nvSpPr>
            <p:cNvPr id="28684" name="Text Box 11">
              <a:extLst>
                <a:ext uri="{FF2B5EF4-FFF2-40B4-BE49-F238E27FC236}">
                  <a16:creationId xmlns:a16="http://schemas.microsoft.com/office/drawing/2014/main" id="{CAB28DCE-156A-47E1-A446-DCC88FA7ECF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733800" y="2438400"/>
              <a:ext cx="990600" cy="33655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 type="none" w="sm" len="sm"/>
                  <a:tailEnd type="none" w="sm" len="sm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1600" b="1">
                  <a:solidFill>
                    <a:srgbClr val="0000CC"/>
                  </a:solidFill>
                  <a:latin typeface="Tahoma" panose="020B0604030504040204" pitchFamily="34" charset="0"/>
                </a:rPr>
                <a:t>0xF2</a:t>
              </a:r>
            </a:p>
          </p:txBody>
        </p:sp>
      </p:grpSp>
      <p:sp>
        <p:nvSpPr>
          <p:cNvPr id="28685" name="WordArt 12">
            <a:extLst>
              <a:ext uri="{FF2B5EF4-FFF2-40B4-BE49-F238E27FC236}">
                <a16:creationId xmlns:a16="http://schemas.microsoft.com/office/drawing/2014/main" id="{32E15CAD-8FA8-4095-ABDE-712A9AE1EC35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838200" y="762000"/>
            <a:ext cx="7543800" cy="10668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US" sz="3600" kern="10">
                <a:ln w="9525">
                  <a:solidFill>
                    <a:srgbClr val="FFFF00"/>
                  </a:solidFill>
                  <a:round/>
                  <a:headEnd type="none" w="sm" len="sm"/>
                  <a:tailEnd type="none" w="sm" len="sm"/>
                </a:ln>
                <a:solidFill>
                  <a:srgbClr val="0000FF"/>
                </a:solidFill>
                <a:effectLst>
                  <a:outerShdw dist="35921" dir="2700000" algn="ctr" rotWithShape="0">
                    <a:srgbClr val="C0C0C0">
                      <a:alpha val="79999"/>
                    </a:srgbClr>
                  </a:outerShdw>
                </a:effectLst>
                <a:latin typeface="Impact" panose="020B0806030902050204" pitchFamily="34" charset="0"/>
              </a:rPr>
              <a:t>A Single Node</a:t>
            </a:r>
          </a:p>
        </p:txBody>
      </p:sp>
      <p:sp>
        <p:nvSpPr>
          <p:cNvPr id="28686" name="Text Box 13">
            <a:extLst>
              <a:ext uri="{FF2B5EF4-FFF2-40B4-BE49-F238E27FC236}">
                <a16:creationId xmlns:a16="http://schemas.microsoft.com/office/drawing/2014/main" id="{10806F20-EE18-4366-9E85-411E462B9D9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71600" y="4114800"/>
            <a:ext cx="5780088" cy="15541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b="1">
                <a:latin typeface="Tahoma" panose="020B0604030504040204" pitchFamily="34" charset="0"/>
              </a:rPr>
              <a:t>A node typically has a data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b="1">
                <a:latin typeface="Tahoma" panose="020B0604030504040204" pitchFamily="34" charset="0"/>
              </a:rPr>
              <a:t>component and a reference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b="1">
                <a:latin typeface="Tahoma" panose="020B0604030504040204" pitchFamily="34" charset="0"/>
              </a:rPr>
              <a:t>to the next node.</a:t>
            </a:r>
          </a:p>
        </p:txBody>
      </p:sp>
    </p:spTree>
    <p:extLst>
      <p:ext uri="{BB962C8B-B14F-4D97-AF65-F5344CB8AC3E}">
        <p14:creationId xmlns:p14="http://schemas.microsoft.com/office/powerpoint/2010/main" val="223925086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Footer Placeholder 3">
            <a:extLst>
              <a:ext uri="{FF2B5EF4-FFF2-40B4-BE49-F238E27FC236}">
                <a16:creationId xmlns:a16="http://schemas.microsoft.com/office/drawing/2014/main" id="{946195DF-7BF0-4671-908A-749789810B03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6248400" y="6320095"/>
            <a:ext cx="2895600" cy="457200"/>
          </a:xfrm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800" b="1" dirty="0"/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 dirty="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 b="1" dirty="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800" b="1" dirty="0">
                <a:latin typeface="Tahoma" panose="020B0604030504040204" pitchFamily="34" charset="0"/>
              </a:rPr>
              <a:t>© A+ Computer Science  -  www.apluscompsci.com</a:t>
            </a:r>
          </a:p>
        </p:txBody>
      </p:sp>
      <p:grpSp>
        <p:nvGrpSpPr>
          <p:cNvPr id="2" name="Group 1" descr="Below is the same description as the last slide, but this image has an arrow leading from the &quot;next&quot; part of the node to the word &quot;null&quot;, whereas the previous image had the word &quot;null&quot; in the &quot;next&quot; part of the node.&#10;&#10;reference variable node stores a reference to a ListNode object storing &quot;B&quot; and null. The memory location node stores is 0xF2.">
            <a:extLst>
              <a:ext uri="{FF2B5EF4-FFF2-40B4-BE49-F238E27FC236}">
                <a16:creationId xmlns:a16="http://schemas.microsoft.com/office/drawing/2014/main" id="{141488A4-2902-2CC1-7104-40CF5328F26E}"/>
              </a:ext>
            </a:extLst>
          </p:cNvPr>
          <p:cNvGrpSpPr/>
          <p:nvPr/>
        </p:nvGrpSpPr>
        <p:grpSpPr>
          <a:xfrm>
            <a:off x="1624385" y="1868227"/>
            <a:ext cx="5215219" cy="1250950"/>
            <a:chOff x="1624385" y="1868227"/>
            <a:chExt cx="5215219" cy="1250950"/>
          </a:xfrm>
        </p:grpSpPr>
        <p:sp>
          <p:nvSpPr>
            <p:cNvPr id="28675" name="Rectangle 2">
              <a:extLst>
                <a:ext uri="{FF2B5EF4-FFF2-40B4-BE49-F238E27FC236}">
                  <a16:creationId xmlns:a16="http://schemas.microsoft.com/office/drawing/2014/main" id="{F138ADEC-BEC2-459D-AAE9-0C14610FB76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655454" y="1988108"/>
              <a:ext cx="184150" cy="4572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2075" tIns="46038" rIns="92075" bIns="46038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endParaRPr lang="en-US" altLang="en-US" sz="2400">
                <a:latin typeface="MS LineDraw" charset="2"/>
              </a:endParaRPr>
            </a:p>
          </p:txBody>
        </p:sp>
        <p:sp>
          <p:nvSpPr>
            <p:cNvPr id="28676" name="Line 3">
              <a:extLst>
                <a:ext uri="{FF2B5EF4-FFF2-40B4-BE49-F238E27FC236}">
                  <a16:creationId xmlns:a16="http://schemas.microsoft.com/office/drawing/2014/main" id="{75493DBE-9CF7-4493-9BEA-C70653FD3BA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843585" y="2706427"/>
              <a:ext cx="381000" cy="0"/>
            </a:xfrm>
            <a:prstGeom prst="line">
              <a:avLst/>
            </a:prstGeom>
            <a:noFill/>
            <a:ln w="63500">
              <a:solidFill>
                <a:srgbClr val="FF0000"/>
              </a:solidFill>
              <a:round/>
              <a:headEnd type="none" w="sm" len="sm"/>
              <a:tailEnd type="triangl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8677" name="Rectangle 4">
              <a:extLst>
                <a:ext uri="{FF2B5EF4-FFF2-40B4-BE49-F238E27FC236}">
                  <a16:creationId xmlns:a16="http://schemas.microsoft.com/office/drawing/2014/main" id="{E6BB0464-A47E-4CB9-8CDC-0BC34523E86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76985" y="2249227"/>
              <a:ext cx="1905000" cy="838200"/>
            </a:xfrm>
            <a:prstGeom prst="rect">
              <a:avLst/>
            </a:prstGeom>
            <a:solidFill>
              <a:srgbClr val="CCFFFF"/>
            </a:solidFill>
            <a:ln w="12700">
              <a:solidFill>
                <a:schemeClr val="tx1"/>
              </a:solidFill>
              <a:miter lim="800000"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US" altLang="en-US" sz="2000">
                <a:latin typeface="Tahoma" panose="020B0604030504040204" pitchFamily="34" charset="0"/>
              </a:endParaRPr>
            </a:p>
          </p:txBody>
        </p:sp>
        <p:sp>
          <p:nvSpPr>
            <p:cNvPr id="28678" name="Rectangle 5">
              <a:extLst>
                <a:ext uri="{FF2B5EF4-FFF2-40B4-BE49-F238E27FC236}">
                  <a16:creationId xmlns:a16="http://schemas.microsoft.com/office/drawing/2014/main" id="{1FA7082F-F7C8-4629-A777-FC04FBB2472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91385" y="2249227"/>
              <a:ext cx="990600" cy="838200"/>
            </a:xfrm>
            <a:prstGeom prst="rect">
              <a:avLst/>
            </a:prstGeom>
            <a:solidFill>
              <a:srgbClr val="CCFFCC"/>
            </a:solidFill>
            <a:ln w="12700">
              <a:solidFill>
                <a:schemeClr val="tx1"/>
              </a:solidFill>
              <a:miter lim="800000"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US" altLang="en-US" sz="2000">
                <a:latin typeface="Tahoma" panose="020B0604030504040204" pitchFamily="34" charset="0"/>
              </a:endParaRPr>
            </a:p>
          </p:txBody>
        </p:sp>
        <p:sp>
          <p:nvSpPr>
            <p:cNvPr id="28679" name="Line 6">
              <a:extLst>
                <a:ext uri="{FF2B5EF4-FFF2-40B4-BE49-F238E27FC236}">
                  <a16:creationId xmlns:a16="http://schemas.microsoft.com/office/drawing/2014/main" id="{AE029987-C8EA-4EA9-ABBF-67A972BD856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900985" y="2706427"/>
              <a:ext cx="914400" cy="0"/>
            </a:xfrm>
            <a:prstGeom prst="line">
              <a:avLst/>
            </a:prstGeom>
            <a:noFill/>
            <a:ln w="63500">
              <a:solidFill>
                <a:srgbClr val="FF0000"/>
              </a:solidFill>
              <a:round/>
              <a:headEnd type="none" w="sm" len="sm"/>
              <a:tailEnd type="triangl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8680" name="Text Box 7">
              <a:extLst>
                <a:ext uri="{FF2B5EF4-FFF2-40B4-BE49-F238E27FC236}">
                  <a16:creationId xmlns:a16="http://schemas.microsoft.com/office/drawing/2014/main" id="{0014584C-BCA7-4366-AB6E-8E8BCEB65B4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05585" y="2401627"/>
              <a:ext cx="838200" cy="4572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 type="none" w="sm" len="sm"/>
                  <a:tailEnd type="none" w="sm" len="sm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2400" b="1">
                  <a:latin typeface="Tahoma" panose="020B0604030504040204" pitchFamily="34" charset="0"/>
                </a:rPr>
                <a:t>B</a:t>
              </a:r>
            </a:p>
          </p:txBody>
        </p:sp>
        <p:sp>
          <p:nvSpPr>
            <p:cNvPr id="28681" name="Text Box 8">
              <a:extLst>
                <a:ext uri="{FF2B5EF4-FFF2-40B4-BE49-F238E27FC236}">
                  <a16:creationId xmlns:a16="http://schemas.microsoft.com/office/drawing/2014/main" id="{45F1F17A-9FA6-4024-8733-BD6D37F5FFB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815385" y="2477827"/>
              <a:ext cx="990600" cy="4572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 type="none" w="sm" len="sm"/>
                  <a:tailEnd type="none" w="sm" len="sm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2400" b="1" dirty="0">
                  <a:solidFill>
                    <a:srgbClr val="0000CC"/>
                  </a:solidFill>
                  <a:latin typeface="Tahoma" panose="020B0604030504040204" pitchFamily="34" charset="0"/>
                </a:rPr>
                <a:t>null</a:t>
              </a:r>
            </a:p>
          </p:txBody>
        </p:sp>
        <p:sp>
          <p:nvSpPr>
            <p:cNvPr id="28682" name="Text Box 9">
              <a:extLst>
                <a:ext uri="{FF2B5EF4-FFF2-40B4-BE49-F238E27FC236}">
                  <a16:creationId xmlns:a16="http://schemas.microsoft.com/office/drawing/2014/main" id="{7A0523A3-8911-40AA-A84A-A40C1D191D1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624385" y="2325427"/>
              <a:ext cx="1295400" cy="57943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 type="none" w="sm" len="sm"/>
                  <a:tailEnd type="none" w="sm" len="sm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b="1" dirty="0">
                  <a:latin typeface="Tahoma" panose="020B0604030504040204" pitchFamily="34" charset="0"/>
                </a:rPr>
                <a:t>node</a:t>
              </a:r>
            </a:p>
          </p:txBody>
        </p:sp>
        <p:sp>
          <p:nvSpPr>
            <p:cNvPr id="28683" name="Text Box 10">
              <a:extLst>
                <a:ext uri="{FF2B5EF4-FFF2-40B4-BE49-F238E27FC236}">
                  <a16:creationId xmlns:a16="http://schemas.microsoft.com/office/drawing/2014/main" id="{CCFEAF47-A311-4F48-9428-44CD3A41980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776785" y="2782627"/>
              <a:ext cx="990600" cy="33655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 type="none" w="sm" len="sm"/>
                  <a:tailEnd type="none" w="sm" len="sm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1600" b="1">
                  <a:solidFill>
                    <a:srgbClr val="0000CC"/>
                  </a:solidFill>
                  <a:latin typeface="Tahoma" panose="020B0604030504040204" pitchFamily="34" charset="0"/>
                </a:rPr>
                <a:t>0xF2</a:t>
              </a:r>
            </a:p>
          </p:txBody>
        </p:sp>
        <p:sp>
          <p:nvSpPr>
            <p:cNvPr id="28684" name="Text Box 11">
              <a:extLst>
                <a:ext uri="{FF2B5EF4-FFF2-40B4-BE49-F238E27FC236}">
                  <a16:creationId xmlns:a16="http://schemas.microsoft.com/office/drawing/2014/main" id="{CAB28DCE-156A-47E1-A446-DCC88FA7ECF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910385" y="1868227"/>
              <a:ext cx="990600" cy="33655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 type="none" w="sm" len="sm"/>
                  <a:tailEnd type="none" w="sm" len="sm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1600" b="1" dirty="0">
                  <a:solidFill>
                    <a:srgbClr val="0000CC"/>
                  </a:solidFill>
                  <a:latin typeface="Tahoma" panose="020B0604030504040204" pitchFamily="34" charset="0"/>
                </a:rPr>
                <a:t>0xF2</a:t>
              </a:r>
            </a:p>
          </p:txBody>
        </p:sp>
      </p:grpSp>
      <p:sp>
        <p:nvSpPr>
          <p:cNvPr id="28686" name="Text Box 13">
            <a:extLst>
              <a:ext uri="{FF2B5EF4-FFF2-40B4-BE49-F238E27FC236}">
                <a16:creationId xmlns:a16="http://schemas.microsoft.com/office/drawing/2014/main" id="{10806F20-EE18-4366-9E85-411E462B9D9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2748" y="511693"/>
            <a:ext cx="8337177" cy="5847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b="1" dirty="0">
                <a:solidFill>
                  <a:srgbClr val="C00000"/>
                </a:solidFill>
                <a:latin typeface="Tahoma" panose="020B0604030504040204" pitchFamily="34" charset="0"/>
              </a:rPr>
              <a:t>Some draw the null reference this way!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C12D104-EB37-C32A-8849-E0E212EAB1BC}"/>
              </a:ext>
            </a:extLst>
          </p:cNvPr>
          <p:cNvSpPr txBox="1"/>
          <p:nvPr/>
        </p:nvSpPr>
        <p:spPr>
          <a:xfrm>
            <a:off x="598392" y="3770574"/>
            <a:ext cx="8142195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3200" b="1" dirty="0">
                <a:solidFill>
                  <a:srgbClr val="C00000"/>
                </a:solidFill>
                <a:latin typeface="Tahoma" panose="020B0604030504040204" pitchFamily="34" charset="0"/>
              </a:rPr>
              <a:t>This leads to the misconception that the “B” node points to a node that stores a </a:t>
            </a:r>
            <a:r>
              <a:rPr lang="en-US" altLang="en-US" sz="3200" b="1" i="1" dirty="0">
                <a:solidFill>
                  <a:srgbClr val="C00000"/>
                </a:solidFill>
                <a:latin typeface="Tahoma" panose="020B0604030504040204" pitchFamily="34" charset="0"/>
              </a:rPr>
              <a:t>null</a:t>
            </a:r>
            <a:r>
              <a:rPr lang="en-US" altLang="en-US" sz="3200" b="1" dirty="0">
                <a:solidFill>
                  <a:srgbClr val="C00000"/>
                </a:solidFill>
                <a:latin typeface="Tahoma" panose="020B0604030504040204" pitchFamily="34" charset="0"/>
              </a:rPr>
              <a:t> value, but there simply is no node after the “B” node.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Footer Placeholder 3">
            <a:extLst>
              <a:ext uri="{FF2B5EF4-FFF2-40B4-BE49-F238E27FC236}">
                <a16:creationId xmlns:a16="http://schemas.microsoft.com/office/drawing/2014/main" id="{88A65B06-EB06-4ACE-B1BA-53CCEAD2BBD3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800" b="1"/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 b="1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800" b="1">
                <a:latin typeface="Tahoma" panose="020B0604030504040204" pitchFamily="34" charset="0"/>
              </a:rPr>
              <a:t>© A+ Computer Science  -  www.apluscompsci.com</a:t>
            </a:r>
          </a:p>
        </p:txBody>
      </p:sp>
      <p:sp>
        <p:nvSpPr>
          <p:cNvPr id="30723" name="Rectangle 2">
            <a:extLst>
              <a:ext uri="{FF2B5EF4-FFF2-40B4-BE49-F238E27FC236}">
                <a16:creationId xmlns:a16="http://schemas.microsoft.com/office/drawing/2014/main" id="{7452FD68-A092-40F7-A4D5-799F7E01539B}"/>
              </a:ext>
            </a:extLst>
          </p:cNvPr>
          <p:cNvSpPr>
            <a:spLocks noChangeArrowheads="1"/>
          </p:cNvSpPr>
          <p:nvPr/>
        </p:nvSpPr>
        <p:spPr bwMode="auto">
          <a:xfrm>
            <a:off x="914400" y="2209800"/>
            <a:ext cx="7467600" cy="30813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2075" tIns="46038" rIns="92075" bIns="46038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2800" b="1">
                <a:latin typeface="Tahoma" panose="020B0604030504040204" pitchFamily="34" charset="0"/>
              </a:rPr>
              <a:t>public interface Linkable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2800" b="1">
                <a:latin typeface="Tahoma" panose="020B0604030504040204" pitchFamily="34" charset="0"/>
              </a:rPr>
              <a:t>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2800" b="1">
                <a:latin typeface="Tahoma" panose="020B0604030504040204" pitchFamily="34" charset="0"/>
              </a:rPr>
              <a:t>   Comparable getValue();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2800" b="1">
                <a:latin typeface="Tahoma" panose="020B0604030504040204" pitchFamily="34" charset="0"/>
              </a:rPr>
              <a:t>   Linkable getNext();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2800" b="1">
                <a:latin typeface="Tahoma" panose="020B0604030504040204" pitchFamily="34" charset="0"/>
              </a:rPr>
              <a:t>   void setNext(Linkable next);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2800" b="1">
                <a:latin typeface="Tahoma" panose="020B0604030504040204" pitchFamily="34" charset="0"/>
              </a:rPr>
              <a:t>   void setValue(Comparable value);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2800" b="1">
                <a:latin typeface="Tahoma" panose="020B0604030504040204" pitchFamily="34" charset="0"/>
              </a:rPr>
              <a:t>}</a:t>
            </a:r>
          </a:p>
        </p:txBody>
      </p:sp>
      <p:sp>
        <p:nvSpPr>
          <p:cNvPr id="30724" name="WordArt 3">
            <a:extLst>
              <a:ext uri="{FF2B5EF4-FFF2-40B4-BE49-F238E27FC236}">
                <a16:creationId xmlns:a16="http://schemas.microsoft.com/office/drawing/2014/main" id="{F183F238-9A8A-49BA-B18F-704942143AC8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914400" y="685800"/>
            <a:ext cx="7239000" cy="8382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US" sz="3600" kern="10">
                <a:ln w="9525">
                  <a:solidFill>
                    <a:srgbClr val="FFFF00"/>
                  </a:solidFill>
                  <a:round/>
                  <a:headEnd type="none" w="sm" len="sm"/>
                  <a:tailEnd type="none" w="sm" len="sm"/>
                </a:ln>
                <a:solidFill>
                  <a:srgbClr val="0000FF"/>
                </a:solidFill>
                <a:effectLst>
                  <a:outerShdw dist="35921" dir="2700000" algn="ctr" rotWithShape="0">
                    <a:srgbClr val="C0C0C0"/>
                  </a:outerShdw>
                </a:effectLst>
                <a:latin typeface="Impact" panose="020B0806030902050204" pitchFamily="34" charset="0"/>
              </a:rPr>
              <a:t>Linkable Interface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Footer Placeholder 3">
            <a:extLst>
              <a:ext uri="{FF2B5EF4-FFF2-40B4-BE49-F238E27FC236}">
                <a16:creationId xmlns:a16="http://schemas.microsoft.com/office/drawing/2014/main" id="{094BE7ED-7E37-4C6C-B2B3-F801E0CE4D9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800" b="1"/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 b="1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800" b="1">
                <a:latin typeface="Tahoma" panose="020B0604030504040204" pitchFamily="34" charset="0"/>
              </a:rPr>
              <a:t>© A+ Computer Science  -  www.apluscompsci.com</a:t>
            </a:r>
          </a:p>
        </p:txBody>
      </p:sp>
      <p:sp>
        <p:nvSpPr>
          <p:cNvPr id="32771" name="Rectangle 1026">
            <a:extLst>
              <a:ext uri="{FF2B5EF4-FFF2-40B4-BE49-F238E27FC236}">
                <a16:creationId xmlns:a16="http://schemas.microsoft.com/office/drawing/2014/main" id="{2937205B-9519-4A27-9CE2-E3E041C944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3400" y="457200"/>
            <a:ext cx="8153400" cy="57023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2075" tIns="46038" rIns="92075" bIns="46038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2000" b="1">
                <a:latin typeface="Tahoma" panose="020B0604030504040204" pitchFamily="34" charset="0"/>
              </a:rPr>
              <a:t>public class ListNode implements Linkable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2000" b="1">
                <a:latin typeface="Tahoma" panose="020B0604030504040204" pitchFamily="34" charset="0"/>
              </a:rPr>
              <a:t>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2000" b="1">
                <a:latin typeface="Tahoma" panose="020B0604030504040204" pitchFamily="34" charset="0"/>
              </a:rPr>
              <a:t>   private Comparable listNodeValue;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2000" b="1">
                <a:latin typeface="Tahoma" panose="020B0604030504040204" pitchFamily="34" charset="0"/>
              </a:rPr>
              <a:t>   private ListNode nextListNode;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en-US" sz="2000" b="1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2000" b="1">
                <a:latin typeface="Tahoma" panose="020B0604030504040204" pitchFamily="34" charset="0"/>
              </a:rPr>
              <a:t>   public ListNode(){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2000" b="1">
                <a:latin typeface="Tahoma" panose="020B0604030504040204" pitchFamily="34" charset="0"/>
              </a:rPr>
              <a:t>      listNodeValue = null;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2000" b="1">
                <a:latin typeface="Tahoma" panose="020B0604030504040204" pitchFamily="34" charset="0"/>
              </a:rPr>
              <a:t>      nextListNode = null;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2000" b="1">
                <a:latin typeface="Tahoma" panose="020B0604030504040204" pitchFamily="34" charset="0"/>
              </a:rPr>
              <a:t>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en-US" sz="2000" b="1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2000" b="1">
                <a:latin typeface="Tahoma" panose="020B0604030504040204" pitchFamily="34" charset="0"/>
              </a:rPr>
              <a:t>   public ListNode(Comparable value, ListNode next)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2000" b="1">
                <a:latin typeface="Tahoma" panose="020B0604030504040204" pitchFamily="34" charset="0"/>
              </a:rPr>
              <a:t>  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2000" b="1">
                <a:latin typeface="Tahoma" panose="020B0604030504040204" pitchFamily="34" charset="0"/>
              </a:rPr>
              <a:t>      nextListNode</a:t>
            </a:r>
            <a:r>
              <a:rPr lang="en-US" altLang="en-US" sz="2000">
                <a:latin typeface="Tahoma" panose="020B0604030504040204" pitchFamily="34" charset="0"/>
              </a:rPr>
              <a:t> </a:t>
            </a:r>
            <a:r>
              <a:rPr lang="en-US" altLang="en-US" sz="2000" b="1">
                <a:latin typeface="Tahoma" panose="020B0604030504040204" pitchFamily="34" charset="0"/>
              </a:rPr>
              <a:t>= next;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2000" b="1">
                <a:latin typeface="Tahoma" panose="020B0604030504040204" pitchFamily="34" charset="0"/>
              </a:rPr>
              <a:t>      listNodeValue</a:t>
            </a:r>
            <a:r>
              <a:rPr lang="en-US" altLang="en-US" sz="2000">
                <a:latin typeface="Tahoma" panose="020B0604030504040204" pitchFamily="34" charset="0"/>
              </a:rPr>
              <a:t> </a:t>
            </a:r>
            <a:r>
              <a:rPr lang="en-US" altLang="en-US" sz="2000" b="1">
                <a:latin typeface="Tahoma" panose="020B0604030504040204" pitchFamily="34" charset="0"/>
              </a:rPr>
              <a:t>= value;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2000" b="1">
                <a:latin typeface="Tahoma" panose="020B0604030504040204" pitchFamily="34" charset="0"/>
              </a:rPr>
              <a:t>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en-US" sz="1600" b="1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1600" b="1">
                <a:latin typeface="Tahoma" panose="020B0604030504040204" pitchFamily="34" charset="0"/>
              </a:rPr>
              <a:t>  //other methods not shown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1600" b="1">
                <a:latin typeface="Tahoma" panose="020B0604030504040204" pitchFamily="34" charset="0"/>
              </a:rPr>
              <a:t>  //refer to the Linkable interface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2000" b="1">
                <a:latin typeface="Tahoma" panose="020B0604030504040204" pitchFamily="34" charset="0"/>
              </a:rPr>
              <a:t>}</a:t>
            </a:r>
          </a:p>
        </p:txBody>
      </p:sp>
      <p:sp>
        <p:nvSpPr>
          <p:cNvPr id="32772" name="WordArt 1027">
            <a:extLst>
              <a:ext uri="{FF2B5EF4-FFF2-40B4-BE49-F238E27FC236}">
                <a16:creationId xmlns:a16="http://schemas.microsoft.com/office/drawing/2014/main" id="{3749889A-C3E8-4B4A-A127-090EAF64D223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5410200" y="1447800"/>
            <a:ext cx="3505200" cy="19050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US" sz="3600" kern="10">
                <a:ln w="9525">
                  <a:solidFill>
                    <a:srgbClr val="FFFF00"/>
                  </a:solidFill>
                  <a:round/>
                  <a:headEnd type="none" w="sm" len="sm"/>
                  <a:tailEnd type="none" w="sm" len="sm"/>
                </a:ln>
                <a:solidFill>
                  <a:srgbClr val="0000FF"/>
                </a:solidFill>
                <a:effectLst>
                  <a:outerShdw dist="35921" dir="2700000" algn="ctr" rotWithShape="0">
                    <a:srgbClr val="C0C0C0"/>
                  </a:outerShdw>
                </a:effectLst>
                <a:latin typeface="Impact" panose="020B0806030902050204" pitchFamily="34" charset="0"/>
              </a:rPr>
              <a:t>The </a:t>
            </a:r>
          </a:p>
          <a:p>
            <a:pPr algn="ctr"/>
            <a:r>
              <a:rPr lang="en-US" sz="3600" kern="10">
                <a:ln w="9525">
                  <a:solidFill>
                    <a:srgbClr val="FFFF00"/>
                  </a:solidFill>
                  <a:round/>
                  <a:headEnd type="none" w="sm" len="sm"/>
                  <a:tailEnd type="none" w="sm" len="sm"/>
                </a:ln>
                <a:solidFill>
                  <a:srgbClr val="0000FF"/>
                </a:solidFill>
                <a:effectLst>
                  <a:outerShdw dist="35921" dir="2700000" algn="ctr" rotWithShape="0">
                    <a:srgbClr val="C0C0C0"/>
                  </a:outerShdw>
                </a:effectLst>
                <a:latin typeface="Impact" panose="020B0806030902050204" pitchFamily="34" charset="0"/>
              </a:rPr>
              <a:t>ListNode </a:t>
            </a:r>
          </a:p>
          <a:p>
            <a:pPr algn="ctr"/>
            <a:r>
              <a:rPr lang="en-US" sz="3600" kern="10">
                <a:ln w="9525">
                  <a:solidFill>
                    <a:srgbClr val="FFFF00"/>
                  </a:solidFill>
                  <a:round/>
                  <a:headEnd type="none" w="sm" len="sm"/>
                  <a:tailEnd type="none" w="sm" len="sm"/>
                </a:ln>
                <a:solidFill>
                  <a:srgbClr val="0000FF"/>
                </a:solidFill>
                <a:effectLst>
                  <a:outerShdw dist="35921" dir="2700000" algn="ctr" rotWithShape="0">
                    <a:srgbClr val="C0C0C0"/>
                  </a:outerShdw>
                </a:effectLst>
                <a:latin typeface="Impact" panose="020B0806030902050204" pitchFamily="34" charset="0"/>
              </a:rPr>
              <a:t>Class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Footer Placeholder 3">
            <a:extLst>
              <a:ext uri="{FF2B5EF4-FFF2-40B4-BE49-F238E27FC236}">
                <a16:creationId xmlns:a16="http://schemas.microsoft.com/office/drawing/2014/main" id="{869AC684-9010-419A-AF70-AF9FC8739DB0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6216446" y="6299173"/>
            <a:ext cx="2895600" cy="457200"/>
          </a:xfrm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800" b="1" dirty="0"/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 dirty="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 b="1" dirty="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800" b="1" dirty="0">
                <a:latin typeface="Tahoma" panose="020B0604030504040204" pitchFamily="34" charset="0"/>
              </a:rPr>
              <a:t>© A+ Computer Science  -  www.apluscompsci.com</a:t>
            </a:r>
          </a:p>
        </p:txBody>
      </p:sp>
      <p:sp>
        <p:nvSpPr>
          <p:cNvPr id="34819" name="Text Box 2">
            <a:extLst>
              <a:ext uri="{FF2B5EF4-FFF2-40B4-BE49-F238E27FC236}">
                <a16:creationId xmlns:a16="http://schemas.microsoft.com/office/drawing/2014/main" id="{722A2647-79E2-41C8-A00F-EFE27CA7951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2286000"/>
            <a:ext cx="8915400" cy="338554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800" b="1" dirty="0">
                <a:latin typeface="Tahoma" panose="020B0604030504040204" pitchFamily="34" charset="0"/>
              </a:rPr>
              <a:t>Linkable node = new </a:t>
            </a:r>
            <a:r>
              <a:rPr lang="en-US" altLang="en-US" sz="2800" b="1" dirty="0" err="1">
                <a:latin typeface="Tahoma" panose="020B0604030504040204" pitchFamily="34" charset="0"/>
              </a:rPr>
              <a:t>ListNode</a:t>
            </a:r>
            <a:r>
              <a:rPr lang="en-US" altLang="en-US" sz="2800" b="1" dirty="0">
                <a:latin typeface="Tahoma" panose="020B0604030504040204" pitchFamily="34" charset="0"/>
              </a:rPr>
              <a:t>("10", null);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1600" b="1" dirty="0">
                <a:latin typeface="Tahoma" panose="020B0604030504040204" pitchFamily="34" charset="0"/>
              </a:rPr>
              <a:t>	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altLang="en-US" sz="2800" b="1" dirty="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 b="1" dirty="0" err="1">
                <a:latin typeface="Tahoma" panose="020B0604030504040204" pitchFamily="34" charset="0"/>
              </a:rPr>
              <a:t>out.println</a:t>
            </a:r>
            <a:r>
              <a:rPr lang="en-US" altLang="en-US" sz="2800" b="1" dirty="0">
                <a:latin typeface="Tahoma" panose="020B0604030504040204" pitchFamily="34" charset="0"/>
              </a:rPr>
              <a:t>(node);</a:t>
            </a:r>
          </a:p>
          <a:p>
            <a:pPr>
              <a:spcBef>
                <a:spcPct val="0"/>
              </a:spcBef>
              <a:buNone/>
            </a:pPr>
            <a:r>
              <a:rPr lang="en-US" altLang="en-US" sz="2800" b="1" dirty="0" err="1">
                <a:latin typeface="Tahoma" panose="020B0604030504040204" pitchFamily="34" charset="0"/>
              </a:rPr>
              <a:t>out.println</a:t>
            </a:r>
            <a:r>
              <a:rPr lang="en-US" altLang="en-US" sz="2800" b="1" dirty="0">
                <a:latin typeface="Tahoma" panose="020B0604030504040204" pitchFamily="34" charset="0"/>
              </a:rPr>
              <a:t>(</a:t>
            </a:r>
            <a:r>
              <a:rPr lang="en-US" altLang="en-US" sz="2800" b="1" dirty="0" err="1">
                <a:latin typeface="Tahoma" panose="020B0604030504040204" pitchFamily="34" charset="0"/>
              </a:rPr>
              <a:t>node.getValue</a:t>
            </a:r>
            <a:r>
              <a:rPr lang="en-US" altLang="en-US" sz="2800" b="1" dirty="0">
                <a:latin typeface="Tahoma" panose="020B0604030504040204" pitchFamily="34" charset="0"/>
              </a:rPr>
              <a:t>());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 b="1" dirty="0" err="1">
                <a:latin typeface="Tahoma" panose="020B0604030504040204" pitchFamily="34" charset="0"/>
              </a:rPr>
              <a:t>out.println</a:t>
            </a:r>
            <a:r>
              <a:rPr lang="en-US" altLang="en-US" sz="2800" b="1" dirty="0">
                <a:latin typeface="Tahoma" panose="020B0604030504040204" pitchFamily="34" charset="0"/>
              </a:rPr>
              <a:t>(</a:t>
            </a:r>
            <a:r>
              <a:rPr lang="en-US" altLang="en-US" sz="2800" b="1" dirty="0" err="1">
                <a:latin typeface="Tahoma" panose="020B0604030504040204" pitchFamily="34" charset="0"/>
              </a:rPr>
              <a:t>node.getNext</a:t>
            </a:r>
            <a:r>
              <a:rPr lang="en-US" altLang="en-US" sz="2800" b="1" dirty="0">
                <a:latin typeface="Tahoma" panose="020B0604030504040204" pitchFamily="34" charset="0"/>
              </a:rPr>
              <a:t>());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altLang="en-US" sz="2800" b="1" dirty="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en-US" altLang="en-US" sz="2400" dirty="0">
              <a:latin typeface="Tahoma" panose="020B0604030504040204" pitchFamily="34" charset="0"/>
            </a:endParaRPr>
          </a:p>
        </p:txBody>
      </p:sp>
      <p:sp>
        <p:nvSpPr>
          <p:cNvPr id="34820" name="WordArt 3">
            <a:extLst>
              <a:ext uri="{FF2B5EF4-FFF2-40B4-BE49-F238E27FC236}">
                <a16:creationId xmlns:a16="http://schemas.microsoft.com/office/drawing/2014/main" id="{C830DF50-7B52-4293-87B5-C730BA5AC316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2357284" y="304800"/>
            <a:ext cx="4268253" cy="1238377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US" sz="3600" kern="10" dirty="0">
                <a:ln w="9525">
                  <a:solidFill>
                    <a:srgbClr val="FFFF00"/>
                  </a:solidFill>
                  <a:round/>
                  <a:headEnd type="none" w="sm" len="sm"/>
                  <a:tailEnd type="none" w="sm" len="sm"/>
                </a:ln>
                <a:solidFill>
                  <a:srgbClr val="0000FF"/>
                </a:solidFill>
                <a:effectLst>
                  <a:outerShdw dist="35921" dir="2700000" algn="ctr" rotWithShape="0">
                    <a:srgbClr val="C0C0C0"/>
                  </a:outerShdw>
                </a:effectLst>
                <a:latin typeface="Impact" panose="020B0806030902050204" pitchFamily="34" charset="0"/>
              </a:rPr>
              <a:t>Creating A </a:t>
            </a:r>
          </a:p>
          <a:p>
            <a:pPr algn="ctr"/>
            <a:r>
              <a:rPr lang="en-US" sz="3600" kern="10" dirty="0">
                <a:ln w="9525">
                  <a:solidFill>
                    <a:srgbClr val="FFFF00"/>
                  </a:solidFill>
                  <a:round/>
                  <a:headEnd type="none" w="sm" len="sm"/>
                  <a:tailEnd type="none" w="sm" len="sm"/>
                </a:ln>
                <a:solidFill>
                  <a:srgbClr val="0000FF"/>
                </a:solidFill>
                <a:effectLst>
                  <a:outerShdw dist="35921" dir="2700000" algn="ctr" rotWithShape="0">
                    <a:srgbClr val="C0C0C0"/>
                  </a:outerShdw>
                </a:effectLst>
                <a:latin typeface="Impact" panose="020B0806030902050204" pitchFamily="34" charset="0"/>
              </a:rPr>
              <a:t>Single Node</a:t>
            </a:r>
          </a:p>
        </p:txBody>
      </p:sp>
      <p:grpSp>
        <p:nvGrpSpPr>
          <p:cNvPr id="2" name="Group 1" descr="reference variable node stores a reference to a ListNode object storing 10 and null. The memory location node stores is 0xFA.">
            <a:extLst>
              <a:ext uri="{FF2B5EF4-FFF2-40B4-BE49-F238E27FC236}">
                <a16:creationId xmlns:a16="http://schemas.microsoft.com/office/drawing/2014/main" id="{519FAAB4-39FB-7314-70D2-D37CEA2C1753}"/>
              </a:ext>
            </a:extLst>
          </p:cNvPr>
          <p:cNvGrpSpPr/>
          <p:nvPr/>
        </p:nvGrpSpPr>
        <p:grpSpPr>
          <a:xfrm>
            <a:off x="2357280" y="5164388"/>
            <a:ext cx="3543300" cy="1219200"/>
            <a:chOff x="2357280" y="4967747"/>
            <a:chExt cx="3543300" cy="1219200"/>
          </a:xfrm>
        </p:grpSpPr>
        <p:sp>
          <p:nvSpPr>
            <p:cNvPr id="88068" name="Rectangle 4">
              <a:extLst>
                <a:ext uri="{FF2B5EF4-FFF2-40B4-BE49-F238E27FC236}">
                  <a16:creationId xmlns:a16="http://schemas.microsoft.com/office/drawing/2014/main" id="{63B35EE1-968B-4FF0-BE31-73BEAB7296C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881280" y="5348747"/>
              <a:ext cx="1905000" cy="838200"/>
            </a:xfrm>
            <a:prstGeom prst="rect">
              <a:avLst/>
            </a:prstGeom>
            <a:solidFill>
              <a:srgbClr val="CCFFFF"/>
            </a:solidFill>
            <a:ln w="12700">
              <a:solidFill>
                <a:schemeClr val="tx1"/>
              </a:solidFill>
              <a:miter lim="800000"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en-US" altLang="en-US" sz="2400">
                <a:latin typeface="Tahoma" panose="020B0604030504040204" pitchFamily="34" charset="0"/>
              </a:endParaRPr>
            </a:p>
          </p:txBody>
        </p:sp>
        <p:sp>
          <p:nvSpPr>
            <p:cNvPr id="88069" name="Rectangle 5">
              <a:extLst>
                <a:ext uri="{FF2B5EF4-FFF2-40B4-BE49-F238E27FC236}">
                  <a16:creationId xmlns:a16="http://schemas.microsoft.com/office/drawing/2014/main" id="{3384A7FC-0D2F-4787-8604-F7625D9173F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795680" y="5348747"/>
              <a:ext cx="990600" cy="838200"/>
            </a:xfrm>
            <a:prstGeom prst="rect">
              <a:avLst/>
            </a:prstGeom>
            <a:solidFill>
              <a:srgbClr val="CCFFCC"/>
            </a:solidFill>
            <a:ln w="12700">
              <a:solidFill>
                <a:schemeClr val="tx1"/>
              </a:solidFill>
              <a:miter lim="800000"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US" altLang="en-US" sz="2000">
                <a:latin typeface="Tahoma" panose="020B0604030504040204" pitchFamily="34" charset="0"/>
              </a:endParaRPr>
            </a:p>
          </p:txBody>
        </p:sp>
        <p:sp>
          <p:nvSpPr>
            <p:cNvPr id="88071" name="Text Box 7">
              <a:extLst>
                <a:ext uri="{FF2B5EF4-FFF2-40B4-BE49-F238E27FC236}">
                  <a16:creationId xmlns:a16="http://schemas.microsoft.com/office/drawing/2014/main" id="{97EB41B5-29CC-4198-9B2D-9AD3EAB8E3D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957480" y="5577347"/>
              <a:ext cx="838200" cy="4572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 type="none" w="sm" len="sm"/>
                  <a:tailEnd type="none" w="sm" len="sm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2400" b="1">
                  <a:latin typeface="Tahoma" panose="020B0604030504040204" pitchFamily="34" charset="0"/>
                </a:rPr>
                <a:t>10</a:t>
              </a:r>
            </a:p>
          </p:txBody>
        </p:sp>
        <p:sp>
          <p:nvSpPr>
            <p:cNvPr id="88072" name="Text Box 8">
              <a:extLst>
                <a:ext uri="{FF2B5EF4-FFF2-40B4-BE49-F238E27FC236}">
                  <a16:creationId xmlns:a16="http://schemas.microsoft.com/office/drawing/2014/main" id="{2126790F-140A-4F5A-A7F9-C43373F4C94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909980" y="5539434"/>
              <a:ext cx="990600" cy="4572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 type="none" w="sm" len="sm"/>
                  <a:tailEnd type="none" w="sm" len="sm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2400" b="1" dirty="0">
                  <a:latin typeface="Tahoma" panose="020B0604030504040204" pitchFamily="34" charset="0"/>
                </a:rPr>
                <a:t>null</a:t>
              </a:r>
            </a:p>
          </p:txBody>
        </p:sp>
        <p:sp>
          <p:nvSpPr>
            <p:cNvPr id="88073" name="Text Box 9">
              <a:extLst>
                <a:ext uri="{FF2B5EF4-FFF2-40B4-BE49-F238E27FC236}">
                  <a16:creationId xmlns:a16="http://schemas.microsoft.com/office/drawing/2014/main" id="{B89DADA2-B95E-4774-BC46-5B56EA67906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357280" y="5424947"/>
              <a:ext cx="1447800" cy="51911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 type="none" w="sm" len="sm"/>
                  <a:tailEnd type="none" w="sm" len="sm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2800" b="1" dirty="0">
                  <a:latin typeface="Tahoma" panose="020B0604030504040204" pitchFamily="34" charset="0"/>
                </a:rPr>
                <a:t>node</a:t>
              </a:r>
            </a:p>
          </p:txBody>
        </p:sp>
        <p:sp>
          <p:nvSpPr>
            <p:cNvPr id="88074" name="Text Box 10">
              <a:extLst>
                <a:ext uri="{FF2B5EF4-FFF2-40B4-BE49-F238E27FC236}">
                  <a16:creationId xmlns:a16="http://schemas.microsoft.com/office/drawing/2014/main" id="{E5F90ED7-4532-46A9-80FD-75D2B2C830A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585880" y="5805947"/>
              <a:ext cx="990600" cy="33655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 type="none" w="sm" len="sm"/>
                  <a:tailEnd type="none" w="sm" len="sm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1600" b="1" dirty="0">
                  <a:solidFill>
                    <a:srgbClr val="0000CC"/>
                  </a:solidFill>
                  <a:latin typeface="Tahoma" panose="020B0604030504040204" pitchFamily="34" charset="0"/>
                </a:rPr>
                <a:t>0xFA</a:t>
              </a:r>
            </a:p>
          </p:txBody>
        </p:sp>
        <p:sp>
          <p:nvSpPr>
            <p:cNvPr id="88075" name="Text Box 11">
              <a:extLst>
                <a:ext uri="{FF2B5EF4-FFF2-40B4-BE49-F238E27FC236}">
                  <a16:creationId xmlns:a16="http://schemas.microsoft.com/office/drawing/2014/main" id="{5AE0BFE6-352E-4A26-B7E1-30A6CC60CF2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338480" y="4967747"/>
              <a:ext cx="990600" cy="33655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 type="none" w="sm" len="sm"/>
                  <a:tailEnd type="none" w="sm" len="sm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1600" b="1" dirty="0">
                  <a:solidFill>
                    <a:srgbClr val="0000CC"/>
                  </a:solidFill>
                  <a:latin typeface="Tahoma" panose="020B0604030504040204" pitchFamily="34" charset="0"/>
                </a:rPr>
                <a:t>0xFA</a:t>
              </a:r>
            </a:p>
          </p:txBody>
        </p:sp>
        <p:sp>
          <p:nvSpPr>
            <p:cNvPr id="88076" name="Line 12">
              <a:extLst>
                <a:ext uri="{FF2B5EF4-FFF2-40B4-BE49-F238E27FC236}">
                  <a16:creationId xmlns:a16="http://schemas.microsoft.com/office/drawing/2014/main" id="{25CD0869-AD12-481D-B12C-1E39315A22E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424080" y="5729747"/>
              <a:ext cx="533400" cy="0"/>
            </a:xfrm>
            <a:prstGeom prst="line">
              <a:avLst/>
            </a:prstGeom>
            <a:noFill/>
            <a:ln w="63500">
              <a:solidFill>
                <a:srgbClr val="FF0000"/>
              </a:solidFill>
              <a:round/>
              <a:headEnd type="none" w="sm" len="sm"/>
              <a:tailEnd type="triangl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34830" name="Text Box 13">
            <a:extLst>
              <a:ext uri="{FF2B5EF4-FFF2-40B4-BE49-F238E27FC236}">
                <a16:creationId xmlns:a16="http://schemas.microsoft.com/office/drawing/2014/main" id="{DC4AA381-4CA2-4A46-BBEA-6303CE27FAA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44381" y="2976368"/>
            <a:ext cx="3067665" cy="1815882"/>
          </a:xfrm>
          <a:prstGeom prst="rect">
            <a:avLst/>
          </a:prstGeom>
          <a:noFill/>
          <a:ln w="12700">
            <a:solidFill>
              <a:srgbClr val="993300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  <a:buFontTx/>
              <a:buNone/>
            </a:pPr>
            <a:r>
              <a:rPr lang="en-US" altLang="en-US" sz="2800" b="1" u="sng" dirty="0">
                <a:solidFill>
                  <a:srgbClr val="FF0000"/>
                </a:solidFill>
                <a:latin typeface="Tahoma" panose="020B0604030504040204" pitchFamily="34" charset="0"/>
              </a:rPr>
              <a:t>OUTPUT</a:t>
            </a:r>
            <a:br>
              <a:rPr lang="en-US" altLang="en-US" sz="2800" b="1" u="sng" dirty="0">
                <a:solidFill>
                  <a:srgbClr val="FF0000"/>
                </a:solidFill>
                <a:latin typeface="Tahoma" panose="020B0604030504040204" pitchFamily="34" charset="0"/>
              </a:rPr>
            </a:br>
            <a:r>
              <a:rPr lang="en-US" altLang="en-US" sz="2800" b="1" dirty="0">
                <a:latin typeface="Tahoma" panose="020B0604030504040204" pitchFamily="34" charset="0"/>
              </a:rPr>
              <a:t>ListNode@0xFA</a:t>
            </a:r>
            <a:br>
              <a:rPr lang="en-US" altLang="en-US" sz="2800" b="1" dirty="0">
                <a:latin typeface="Tahoma" panose="020B0604030504040204" pitchFamily="34" charset="0"/>
              </a:rPr>
            </a:br>
            <a:r>
              <a:rPr lang="en-US" altLang="en-US" sz="2800" b="1" dirty="0">
                <a:latin typeface="Tahoma" panose="020B0604030504040204" pitchFamily="34" charset="0"/>
              </a:rPr>
              <a:t>10</a:t>
            </a:r>
            <a:br>
              <a:rPr lang="en-US" altLang="en-US" sz="2800" b="1" dirty="0">
                <a:latin typeface="Tahoma" panose="020B0604030504040204" pitchFamily="34" charset="0"/>
              </a:rPr>
            </a:br>
            <a:r>
              <a:rPr lang="en-US" altLang="en-US" sz="2800" b="1" dirty="0">
                <a:latin typeface="Tahoma" panose="020B0604030504040204" pitchFamily="34" charset="0"/>
              </a:rPr>
              <a:t>null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4" name="Footer Placeholder 3">
            <a:extLst>
              <a:ext uri="{FF2B5EF4-FFF2-40B4-BE49-F238E27FC236}">
                <a16:creationId xmlns:a16="http://schemas.microsoft.com/office/drawing/2014/main" id="{7DCEA428-94FA-43B0-B4E6-E3C9BF7D764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800" b="1"/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 b="1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800" b="1">
                <a:latin typeface="Tahoma" panose="020B0604030504040204" pitchFamily="34" charset="0"/>
              </a:rPr>
              <a:t>© A+ Computer Science  -  www.apluscompsci.com</a:t>
            </a:r>
          </a:p>
        </p:txBody>
      </p:sp>
      <p:sp>
        <p:nvSpPr>
          <p:cNvPr id="38915" name="WordArt 2">
            <a:extLst>
              <a:ext uri="{FF2B5EF4-FFF2-40B4-BE49-F238E27FC236}">
                <a16:creationId xmlns:a16="http://schemas.microsoft.com/office/drawing/2014/main" id="{895C2814-1F9A-4F1F-8C38-D5148A7E9EE5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762000" y="2362200"/>
            <a:ext cx="7391400" cy="19050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US" sz="3600" kern="10">
                <a:ln w="9525">
                  <a:solidFill>
                    <a:srgbClr val="FFFF00"/>
                  </a:solidFill>
                  <a:round/>
                  <a:headEnd type="none" w="sm" len="sm"/>
                  <a:tailEnd type="none" w="sm" len="sm"/>
                </a:ln>
                <a:solidFill>
                  <a:srgbClr val="0000FF"/>
                </a:solidFill>
                <a:effectLst>
                  <a:outerShdw dist="35921" dir="2700000" algn="ctr" rotWithShape="0">
                    <a:srgbClr val="C0C0C0">
                      <a:alpha val="79999"/>
                    </a:srgbClr>
                  </a:outerShdw>
                </a:effectLst>
                <a:latin typeface="Impact" panose="020B0806030902050204" pitchFamily="34" charset="0"/>
              </a:rPr>
              <a:t>Linking Nodes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2" name="Footer Placeholder 3">
            <a:extLst>
              <a:ext uri="{FF2B5EF4-FFF2-40B4-BE49-F238E27FC236}">
                <a16:creationId xmlns:a16="http://schemas.microsoft.com/office/drawing/2014/main" id="{CFB5C8F0-3640-40A1-84E0-302E0D34D03C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800" b="1"/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 b="1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800" b="1">
                <a:latin typeface="Tahoma" panose="020B0604030504040204" pitchFamily="34" charset="0"/>
              </a:rPr>
              <a:t>© A+ Computer Science  -  www.apluscompsci.com</a:t>
            </a:r>
          </a:p>
        </p:txBody>
      </p:sp>
      <p:sp>
        <p:nvSpPr>
          <p:cNvPr id="40963" name="WordArt 3">
            <a:extLst>
              <a:ext uri="{FF2B5EF4-FFF2-40B4-BE49-F238E27FC236}">
                <a16:creationId xmlns:a16="http://schemas.microsoft.com/office/drawing/2014/main" id="{7C222F03-920C-4806-B174-DB380239D615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838200" y="533400"/>
            <a:ext cx="7162800" cy="8382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US" sz="3600" kern="10">
                <a:ln w="9525">
                  <a:solidFill>
                    <a:srgbClr val="FFFF00"/>
                  </a:solidFill>
                  <a:round/>
                  <a:headEnd type="none" w="sm" len="sm"/>
                  <a:tailEnd type="none" w="sm" len="sm"/>
                </a:ln>
                <a:solidFill>
                  <a:srgbClr val="0000FF">
                    <a:alpha val="72940"/>
                  </a:srgbClr>
                </a:solidFill>
                <a:effectLst>
                  <a:outerShdw dist="35921" dir="2700000" algn="ctr" rotWithShape="0">
                    <a:srgbClr val="C0C0C0"/>
                  </a:outerShdw>
                </a:effectLst>
                <a:latin typeface="Impact" panose="020B0806030902050204" pitchFamily="34" charset="0"/>
              </a:rPr>
              <a:t>Linking Nodes</a:t>
            </a:r>
          </a:p>
        </p:txBody>
      </p:sp>
      <p:sp>
        <p:nvSpPr>
          <p:cNvPr id="40964" name="Rectangle 32">
            <a:extLst>
              <a:ext uri="{FF2B5EF4-FFF2-40B4-BE49-F238E27FC236}">
                <a16:creationId xmlns:a16="http://schemas.microsoft.com/office/drawing/2014/main" id="{E45706D2-616F-4FE1-BFEB-42B5C0E3008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4800" y="2971800"/>
            <a:ext cx="8497888" cy="30813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2800" b="1" dirty="0" err="1">
                <a:latin typeface="Tahoma" panose="020B0604030504040204" pitchFamily="34" charset="0"/>
              </a:rPr>
              <a:t>ListNode</a:t>
            </a:r>
            <a:r>
              <a:rPr lang="en-US" altLang="en-US" sz="2800" b="1" dirty="0">
                <a:latin typeface="Tahoma" panose="020B0604030504040204" pitchFamily="34" charset="0"/>
              </a:rPr>
              <a:t> x = new </a:t>
            </a:r>
            <a:r>
              <a:rPr lang="en-US" altLang="en-US" sz="2800" b="1" dirty="0" err="1">
                <a:latin typeface="Tahoma" panose="020B0604030504040204" pitchFamily="34" charset="0"/>
              </a:rPr>
              <a:t>ListNode</a:t>
            </a:r>
            <a:r>
              <a:rPr lang="en-US" altLang="en-US" sz="2800" b="1" dirty="0">
                <a:latin typeface="Tahoma" panose="020B0604030504040204" pitchFamily="34" charset="0"/>
              </a:rPr>
              <a:t>("10",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2800" b="1" dirty="0">
                <a:latin typeface="Tahoma" panose="020B0604030504040204" pitchFamily="34" charset="0"/>
              </a:rPr>
              <a:t>		     new </a:t>
            </a:r>
            <a:r>
              <a:rPr lang="en-US" altLang="en-US" sz="2800" b="1" dirty="0" err="1">
                <a:latin typeface="Tahoma" panose="020B0604030504040204" pitchFamily="34" charset="0"/>
              </a:rPr>
              <a:t>ListNode</a:t>
            </a:r>
            <a:r>
              <a:rPr lang="en-US" altLang="en-US" sz="2800" b="1" dirty="0">
                <a:latin typeface="Tahoma" panose="020B0604030504040204" pitchFamily="34" charset="0"/>
              </a:rPr>
              <a:t>("11",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2800" b="1" dirty="0">
                <a:latin typeface="Tahoma" panose="020B0604030504040204" pitchFamily="34" charset="0"/>
              </a:rPr>
              <a:t>		     new </a:t>
            </a:r>
            <a:r>
              <a:rPr lang="en-US" altLang="en-US" sz="2800" b="1" dirty="0" err="1">
                <a:latin typeface="Tahoma" panose="020B0604030504040204" pitchFamily="34" charset="0"/>
              </a:rPr>
              <a:t>ListNode</a:t>
            </a:r>
            <a:r>
              <a:rPr lang="en-US" altLang="en-US" sz="2800" b="1" dirty="0">
                <a:latin typeface="Tahoma" panose="020B0604030504040204" pitchFamily="34" charset="0"/>
              </a:rPr>
              <a:t>("12",null)));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en-US" sz="2800" b="1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2800" b="1" dirty="0" err="1">
                <a:latin typeface="Tahoma" panose="020B0604030504040204" pitchFamily="34" charset="0"/>
              </a:rPr>
              <a:t>out.println</a:t>
            </a:r>
            <a:r>
              <a:rPr lang="en-US" altLang="en-US" sz="2800" b="1" dirty="0">
                <a:latin typeface="Tahoma" panose="020B0604030504040204" pitchFamily="34" charset="0"/>
              </a:rPr>
              <a:t>(</a:t>
            </a:r>
            <a:r>
              <a:rPr lang="en-US" altLang="en-US" sz="2800" b="1" dirty="0" err="1">
                <a:latin typeface="Tahoma" panose="020B0604030504040204" pitchFamily="34" charset="0"/>
              </a:rPr>
              <a:t>x.getValue</a:t>
            </a:r>
            <a:r>
              <a:rPr lang="en-US" altLang="en-US" sz="2800" b="1" dirty="0">
                <a:latin typeface="Tahoma" panose="020B0604030504040204" pitchFamily="34" charset="0"/>
              </a:rPr>
              <a:t>());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2800" b="1" dirty="0" err="1">
                <a:latin typeface="Tahoma" panose="020B0604030504040204" pitchFamily="34" charset="0"/>
              </a:rPr>
              <a:t>out.println</a:t>
            </a:r>
            <a:r>
              <a:rPr lang="en-US" altLang="en-US" sz="2800" b="1" dirty="0">
                <a:latin typeface="Tahoma" panose="020B0604030504040204" pitchFamily="34" charset="0"/>
              </a:rPr>
              <a:t>(</a:t>
            </a:r>
            <a:r>
              <a:rPr lang="en-US" altLang="en-US" sz="2800" b="1" dirty="0" err="1">
                <a:latin typeface="Tahoma" panose="020B0604030504040204" pitchFamily="34" charset="0"/>
              </a:rPr>
              <a:t>x.getNext</a:t>
            </a:r>
            <a:r>
              <a:rPr lang="en-US" altLang="en-US" sz="2800" b="1" dirty="0">
                <a:latin typeface="Tahoma" panose="020B0604030504040204" pitchFamily="34" charset="0"/>
              </a:rPr>
              <a:t>().</a:t>
            </a:r>
            <a:r>
              <a:rPr lang="en-US" altLang="en-US" sz="2800" b="1" dirty="0" err="1">
                <a:latin typeface="Tahoma" panose="020B0604030504040204" pitchFamily="34" charset="0"/>
              </a:rPr>
              <a:t>getNext</a:t>
            </a:r>
            <a:r>
              <a:rPr lang="en-US" altLang="en-US" sz="2800" b="1" dirty="0">
                <a:latin typeface="Tahoma" panose="020B0604030504040204" pitchFamily="34" charset="0"/>
              </a:rPr>
              <a:t>().</a:t>
            </a:r>
            <a:r>
              <a:rPr lang="en-US" altLang="en-US" sz="2800" b="1" dirty="0" err="1">
                <a:latin typeface="Tahoma" panose="020B0604030504040204" pitchFamily="34" charset="0"/>
              </a:rPr>
              <a:t>getValue</a:t>
            </a:r>
            <a:r>
              <a:rPr lang="en-US" altLang="en-US" sz="2800" b="1" dirty="0">
                <a:latin typeface="Tahoma" panose="020B0604030504040204" pitchFamily="34" charset="0"/>
              </a:rPr>
              <a:t>());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2800" b="1" dirty="0" err="1">
                <a:latin typeface="Tahoma" panose="020B0604030504040204" pitchFamily="34" charset="0"/>
              </a:rPr>
              <a:t>out.println</a:t>
            </a:r>
            <a:r>
              <a:rPr lang="en-US" altLang="en-US" sz="2800" b="1" dirty="0">
                <a:latin typeface="Tahoma" panose="020B0604030504040204" pitchFamily="34" charset="0"/>
              </a:rPr>
              <a:t>(</a:t>
            </a:r>
            <a:r>
              <a:rPr lang="en-US" altLang="en-US" sz="2800" b="1" dirty="0" err="1">
                <a:latin typeface="Tahoma" panose="020B0604030504040204" pitchFamily="34" charset="0"/>
              </a:rPr>
              <a:t>x.getNext</a:t>
            </a:r>
            <a:r>
              <a:rPr lang="en-US" altLang="en-US" sz="2800" b="1" dirty="0">
                <a:latin typeface="Tahoma" panose="020B0604030504040204" pitchFamily="34" charset="0"/>
              </a:rPr>
              <a:t>().</a:t>
            </a:r>
            <a:r>
              <a:rPr lang="en-US" altLang="en-US" sz="2800" b="1" dirty="0" err="1">
                <a:latin typeface="Tahoma" panose="020B0604030504040204" pitchFamily="34" charset="0"/>
              </a:rPr>
              <a:t>getValue</a:t>
            </a:r>
            <a:r>
              <a:rPr lang="en-US" altLang="en-US" sz="2800" b="1" dirty="0">
                <a:latin typeface="Tahoma" panose="020B0604030504040204" pitchFamily="34" charset="0"/>
              </a:rPr>
              <a:t>());</a:t>
            </a:r>
          </a:p>
        </p:txBody>
      </p:sp>
      <p:sp>
        <p:nvSpPr>
          <p:cNvPr id="40965" name="Text Box 34">
            <a:extLst>
              <a:ext uri="{FF2B5EF4-FFF2-40B4-BE49-F238E27FC236}">
                <a16:creationId xmlns:a16="http://schemas.microsoft.com/office/drawing/2014/main" id="{C1B444E0-DA1C-41F5-A7B6-B0442926B84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934200" y="1600200"/>
            <a:ext cx="1981200" cy="2054225"/>
          </a:xfrm>
          <a:prstGeom prst="rect">
            <a:avLst/>
          </a:prstGeom>
          <a:noFill/>
          <a:ln w="12700">
            <a:solidFill>
              <a:srgbClr val="993300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  <a:buFontTx/>
              <a:buNone/>
            </a:pPr>
            <a:r>
              <a:rPr lang="en-US" altLang="en-US" b="1" u="sng">
                <a:solidFill>
                  <a:srgbClr val="FF0000"/>
                </a:solidFill>
                <a:latin typeface="Tahoma" panose="020B0604030504040204" pitchFamily="34" charset="0"/>
              </a:rPr>
              <a:t>OUTPUT</a:t>
            </a:r>
            <a:r>
              <a:rPr lang="en-US" altLang="en-US" b="1">
                <a:latin typeface="Tahoma" panose="020B0604030504040204" pitchFamily="34" charset="0"/>
              </a:rPr>
              <a:t>10</a:t>
            </a:r>
            <a:br>
              <a:rPr lang="en-US" altLang="en-US" b="1">
                <a:latin typeface="Tahoma" panose="020B0604030504040204" pitchFamily="34" charset="0"/>
              </a:rPr>
            </a:br>
            <a:r>
              <a:rPr lang="en-US" altLang="en-US" b="1">
                <a:latin typeface="Tahoma" panose="020B0604030504040204" pitchFamily="34" charset="0"/>
              </a:rPr>
              <a:t>12</a:t>
            </a:r>
            <a:br>
              <a:rPr lang="en-US" altLang="en-US" b="1">
                <a:latin typeface="Tahoma" panose="020B0604030504040204" pitchFamily="34" charset="0"/>
              </a:rPr>
            </a:br>
            <a:r>
              <a:rPr lang="en-US" altLang="en-US" b="1">
                <a:latin typeface="Tahoma" panose="020B0604030504040204" pitchFamily="34" charset="0"/>
              </a:rPr>
              <a:t>11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Footer Placeholder 3">
            <a:extLst>
              <a:ext uri="{FF2B5EF4-FFF2-40B4-BE49-F238E27FC236}">
                <a16:creationId xmlns:a16="http://schemas.microsoft.com/office/drawing/2014/main" id="{733B75A4-4886-4EE1-9211-8C2FFE56168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800" b="1"/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 b="1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800" b="1">
                <a:latin typeface="Tahoma" panose="020B0604030504040204" pitchFamily="34" charset="0"/>
              </a:rPr>
              <a:t>© A+ Computer Science  -  www.apluscompsci.com</a:t>
            </a:r>
          </a:p>
        </p:txBody>
      </p:sp>
      <p:sp>
        <p:nvSpPr>
          <p:cNvPr id="45059" name="Rectangle 2">
            <a:extLst>
              <a:ext uri="{FF2B5EF4-FFF2-40B4-BE49-F238E27FC236}">
                <a16:creationId xmlns:a16="http://schemas.microsoft.com/office/drawing/2014/main" id="{E32363B8-6C31-49E1-A5EA-739D92CB25AB}"/>
              </a:ext>
            </a:extLst>
          </p:cNvPr>
          <p:cNvSpPr>
            <a:spLocks noChangeArrowheads="1"/>
          </p:cNvSpPr>
          <p:nvPr/>
        </p:nvSpPr>
        <p:spPr bwMode="auto">
          <a:xfrm>
            <a:off x="914400" y="1752600"/>
            <a:ext cx="7143750" cy="22272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800" b="1">
                <a:latin typeface="Tahoma" panose="020B0604030504040204" pitchFamily="34" charset="0"/>
              </a:rPr>
              <a:t>ListNode x = new ListNode("10", null);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altLang="en-US" sz="2800" b="1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 b="1">
                <a:latin typeface="Tahoma" panose="020B0604030504040204" pitchFamily="34" charset="0"/>
              </a:rPr>
              <a:t>ListNode y = new ListNode("11",x);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altLang="en-US" sz="2800" b="1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 b="1">
                <a:latin typeface="Tahoma" panose="020B0604030504040204" pitchFamily="34" charset="0"/>
              </a:rPr>
              <a:t>ListNode z = new ListNode("12",y);</a:t>
            </a:r>
          </a:p>
        </p:txBody>
      </p:sp>
      <p:grpSp>
        <p:nvGrpSpPr>
          <p:cNvPr id="2" name="Group 1" descr="This image shows 3 nodes linked together as well as three variables, x, y, and z, that store references to them:&#10;&#10;z = 0x12&#10;0x12 --&gt; 12, 0x15&#10;y = 0x15&#10;0x15 --&gt; 11, 0x17&#10;x = 0x17&#10;0x17 --&gt; 10, null&#10;&#10;Normally this linked list would be represented linearly as:&#10;&#10;z --&gt; 12 --&gt; 11 --&gt; 10 where it is understood that z is a reference variable that refers to the first node and each number represents a node that stores that numeric value AND a link to the following node.">
            <a:extLst>
              <a:ext uri="{FF2B5EF4-FFF2-40B4-BE49-F238E27FC236}">
                <a16:creationId xmlns:a16="http://schemas.microsoft.com/office/drawing/2014/main" id="{7003C4CD-7B1B-A446-8448-559A2A9F9D7F}"/>
              </a:ext>
            </a:extLst>
          </p:cNvPr>
          <p:cNvGrpSpPr/>
          <p:nvPr/>
        </p:nvGrpSpPr>
        <p:grpSpPr>
          <a:xfrm>
            <a:off x="0" y="4191000"/>
            <a:ext cx="8229600" cy="2089150"/>
            <a:chOff x="0" y="4191000"/>
            <a:chExt cx="8229600" cy="2089150"/>
          </a:xfrm>
        </p:grpSpPr>
        <p:sp>
          <p:nvSpPr>
            <p:cNvPr id="93196" name="Rectangle 12">
              <a:extLst>
                <a:ext uri="{FF2B5EF4-FFF2-40B4-BE49-F238E27FC236}">
                  <a16:creationId xmlns:a16="http://schemas.microsoft.com/office/drawing/2014/main" id="{3E0BC32D-3F57-42BB-AA0B-EEDE393FE6A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324600" y="4495800"/>
              <a:ext cx="1905000" cy="838200"/>
            </a:xfrm>
            <a:prstGeom prst="rect">
              <a:avLst/>
            </a:prstGeom>
            <a:solidFill>
              <a:srgbClr val="CCFFFF"/>
            </a:solidFill>
            <a:ln w="12700">
              <a:solidFill>
                <a:schemeClr val="tx1"/>
              </a:solidFill>
              <a:miter lim="800000"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en-US" altLang="en-US" sz="2400">
                <a:latin typeface="Tahoma" panose="020B0604030504040204" pitchFamily="34" charset="0"/>
              </a:endParaRPr>
            </a:p>
          </p:txBody>
        </p:sp>
        <p:sp>
          <p:nvSpPr>
            <p:cNvPr id="93197" name="Rectangle 13">
              <a:extLst>
                <a:ext uri="{FF2B5EF4-FFF2-40B4-BE49-F238E27FC236}">
                  <a16:creationId xmlns:a16="http://schemas.microsoft.com/office/drawing/2014/main" id="{6B56A01B-287C-4F84-8D3A-577F3788305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239000" y="4495800"/>
              <a:ext cx="990600" cy="838200"/>
            </a:xfrm>
            <a:prstGeom prst="rect">
              <a:avLst/>
            </a:prstGeom>
            <a:solidFill>
              <a:srgbClr val="CCFFCC"/>
            </a:solidFill>
            <a:ln w="12700">
              <a:solidFill>
                <a:schemeClr val="tx1"/>
              </a:solidFill>
              <a:miter lim="800000"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US" altLang="en-US" sz="2000">
                <a:latin typeface="Tahoma" panose="020B0604030504040204" pitchFamily="34" charset="0"/>
              </a:endParaRPr>
            </a:p>
          </p:txBody>
        </p:sp>
        <p:sp>
          <p:nvSpPr>
            <p:cNvPr id="93200" name="Text Box 16">
              <a:extLst>
                <a:ext uri="{FF2B5EF4-FFF2-40B4-BE49-F238E27FC236}">
                  <a16:creationId xmlns:a16="http://schemas.microsoft.com/office/drawing/2014/main" id="{951DF76F-A357-41EE-BBD5-312E9BD2F5B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400800" y="4724400"/>
              <a:ext cx="838200" cy="4572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 type="none" w="sm" len="sm"/>
                  <a:tailEnd type="none" w="sm" len="sm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2400" b="1">
                  <a:latin typeface="Tahoma" panose="020B0604030504040204" pitchFamily="34" charset="0"/>
                </a:rPr>
                <a:t>10</a:t>
              </a:r>
            </a:p>
          </p:txBody>
        </p:sp>
        <p:sp>
          <p:nvSpPr>
            <p:cNvPr id="93209" name="Text Box 25">
              <a:extLst>
                <a:ext uri="{FF2B5EF4-FFF2-40B4-BE49-F238E27FC236}">
                  <a16:creationId xmlns:a16="http://schemas.microsoft.com/office/drawing/2014/main" id="{AC79DB6B-1328-4636-ADA0-732B9D3A87D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562600" y="5562600"/>
              <a:ext cx="1447800" cy="51911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 type="none" w="sm" len="sm"/>
                  <a:tailEnd type="none" w="sm" len="sm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2800" b="1">
                  <a:latin typeface="Tahoma" panose="020B0604030504040204" pitchFamily="34" charset="0"/>
                </a:rPr>
                <a:t>x</a:t>
              </a:r>
            </a:p>
          </p:txBody>
        </p:sp>
        <p:sp>
          <p:nvSpPr>
            <p:cNvPr id="93215" name="Text Box 31">
              <a:extLst>
                <a:ext uri="{FF2B5EF4-FFF2-40B4-BE49-F238E27FC236}">
                  <a16:creationId xmlns:a16="http://schemas.microsoft.com/office/drawing/2014/main" id="{69C4D6E4-E8DB-460A-9CCA-CCC59991914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858000" y="4191000"/>
              <a:ext cx="990600" cy="33655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 type="none" w="sm" len="sm"/>
                  <a:tailEnd type="none" w="sm" len="sm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1600" b="1">
                  <a:solidFill>
                    <a:srgbClr val="0000CC"/>
                  </a:solidFill>
                  <a:latin typeface="Tahoma" panose="020B0604030504040204" pitchFamily="34" charset="0"/>
                </a:rPr>
                <a:t>0x17</a:t>
              </a:r>
            </a:p>
          </p:txBody>
        </p:sp>
        <p:sp>
          <p:nvSpPr>
            <p:cNvPr id="93218" name="Text Box 34">
              <a:extLst>
                <a:ext uri="{FF2B5EF4-FFF2-40B4-BE49-F238E27FC236}">
                  <a16:creationId xmlns:a16="http://schemas.microsoft.com/office/drawing/2014/main" id="{C461ADA9-DD17-493A-9113-AE3A9E1A240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467600" y="4724400"/>
              <a:ext cx="667871" cy="33655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 type="none" w="sm" len="sm"/>
                  <a:tailEnd type="none" w="sm" len="sm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1600" b="1">
                  <a:solidFill>
                    <a:srgbClr val="0000CC"/>
                  </a:solidFill>
                  <a:latin typeface="Tahoma" panose="020B0604030504040204" pitchFamily="34" charset="0"/>
                </a:rPr>
                <a:t>null</a:t>
              </a:r>
            </a:p>
          </p:txBody>
        </p:sp>
        <p:sp>
          <p:nvSpPr>
            <p:cNvPr id="93221" name="Text Box 37">
              <a:extLst>
                <a:ext uri="{FF2B5EF4-FFF2-40B4-BE49-F238E27FC236}">
                  <a16:creationId xmlns:a16="http://schemas.microsoft.com/office/drawing/2014/main" id="{A84DFD7D-CDC6-447D-9B3A-C12E3756C61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410200" y="5943600"/>
              <a:ext cx="990600" cy="33655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 type="none" w="sm" len="sm"/>
                  <a:tailEnd type="none" w="sm" len="sm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1600" b="1">
                  <a:solidFill>
                    <a:srgbClr val="0000CC"/>
                  </a:solidFill>
                  <a:latin typeface="Tahoma" panose="020B0604030504040204" pitchFamily="34" charset="0"/>
                </a:rPr>
                <a:t>0x17</a:t>
              </a:r>
            </a:p>
          </p:txBody>
        </p:sp>
        <p:sp>
          <p:nvSpPr>
            <p:cNvPr id="93222" name="Line 38">
              <a:extLst>
                <a:ext uri="{FF2B5EF4-FFF2-40B4-BE49-F238E27FC236}">
                  <a16:creationId xmlns:a16="http://schemas.microsoft.com/office/drawing/2014/main" id="{3822C529-BD55-477A-9229-2CE28099188D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5943600" y="5029200"/>
              <a:ext cx="304800" cy="533400"/>
            </a:xfrm>
            <a:prstGeom prst="line">
              <a:avLst/>
            </a:prstGeom>
            <a:noFill/>
            <a:ln w="63500">
              <a:solidFill>
                <a:srgbClr val="FF0000"/>
              </a:solidFill>
              <a:round/>
              <a:headEnd type="none" w="sm" len="sm"/>
              <a:tailEnd type="triangl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241" name="Rectangle 57">
              <a:extLst>
                <a:ext uri="{FF2B5EF4-FFF2-40B4-BE49-F238E27FC236}">
                  <a16:creationId xmlns:a16="http://schemas.microsoft.com/office/drawing/2014/main" id="{DD111D31-915F-4726-B76E-16FE49843A7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95400" y="4495800"/>
              <a:ext cx="1905000" cy="838200"/>
            </a:xfrm>
            <a:prstGeom prst="rect">
              <a:avLst/>
            </a:prstGeom>
            <a:solidFill>
              <a:srgbClr val="CCFFFF"/>
            </a:solidFill>
            <a:ln w="12700">
              <a:solidFill>
                <a:schemeClr val="tx1"/>
              </a:solidFill>
              <a:miter lim="800000"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US" altLang="en-US" sz="2000">
                <a:latin typeface="Tahoma" panose="020B0604030504040204" pitchFamily="34" charset="0"/>
              </a:endParaRPr>
            </a:p>
          </p:txBody>
        </p:sp>
        <p:sp>
          <p:nvSpPr>
            <p:cNvPr id="93242" name="Rectangle 58">
              <a:extLst>
                <a:ext uri="{FF2B5EF4-FFF2-40B4-BE49-F238E27FC236}">
                  <a16:creationId xmlns:a16="http://schemas.microsoft.com/office/drawing/2014/main" id="{1C8BDB8C-B66E-4E6E-ABE2-5D2304F05A5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209800" y="4495800"/>
              <a:ext cx="990600" cy="838200"/>
            </a:xfrm>
            <a:prstGeom prst="rect">
              <a:avLst/>
            </a:prstGeom>
            <a:solidFill>
              <a:srgbClr val="CCFFCC"/>
            </a:solidFill>
            <a:ln w="12700">
              <a:solidFill>
                <a:schemeClr val="tx1"/>
              </a:solidFill>
              <a:miter lim="800000"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US" altLang="en-US" sz="2000">
                <a:latin typeface="Tahoma" panose="020B0604030504040204" pitchFamily="34" charset="0"/>
              </a:endParaRPr>
            </a:p>
          </p:txBody>
        </p:sp>
        <p:sp>
          <p:nvSpPr>
            <p:cNvPr id="93243" name="Line 59">
              <a:extLst>
                <a:ext uri="{FF2B5EF4-FFF2-40B4-BE49-F238E27FC236}">
                  <a16:creationId xmlns:a16="http://schemas.microsoft.com/office/drawing/2014/main" id="{341A5F2B-7276-40D1-8195-8E8EF4618EC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048000" y="4953000"/>
              <a:ext cx="533400" cy="0"/>
            </a:xfrm>
            <a:prstGeom prst="line">
              <a:avLst/>
            </a:prstGeom>
            <a:noFill/>
            <a:ln w="63500">
              <a:solidFill>
                <a:srgbClr val="FF0000"/>
              </a:solidFill>
              <a:round/>
              <a:headEnd type="none" w="sm" len="sm"/>
              <a:tailEnd type="triangl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244" name="Rectangle 60">
              <a:extLst>
                <a:ext uri="{FF2B5EF4-FFF2-40B4-BE49-F238E27FC236}">
                  <a16:creationId xmlns:a16="http://schemas.microsoft.com/office/drawing/2014/main" id="{4331EBBF-AF74-44A9-AFA5-8F99766EE7F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57600" y="4495800"/>
              <a:ext cx="1905000" cy="838200"/>
            </a:xfrm>
            <a:prstGeom prst="rect">
              <a:avLst/>
            </a:prstGeom>
            <a:solidFill>
              <a:srgbClr val="CCFFFF"/>
            </a:solidFill>
            <a:ln w="12700">
              <a:solidFill>
                <a:schemeClr val="tx1"/>
              </a:solidFill>
              <a:miter lim="800000"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US" altLang="en-US" sz="2000">
                <a:latin typeface="Tahoma" panose="020B0604030504040204" pitchFamily="34" charset="0"/>
              </a:endParaRPr>
            </a:p>
          </p:txBody>
        </p:sp>
        <p:sp>
          <p:nvSpPr>
            <p:cNvPr id="93245" name="Rectangle 61">
              <a:extLst>
                <a:ext uri="{FF2B5EF4-FFF2-40B4-BE49-F238E27FC236}">
                  <a16:creationId xmlns:a16="http://schemas.microsoft.com/office/drawing/2014/main" id="{3073509A-7596-48DF-92A3-0C02FBC7C69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72000" y="4495800"/>
              <a:ext cx="990600" cy="838200"/>
            </a:xfrm>
            <a:prstGeom prst="rect">
              <a:avLst/>
            </a:prstGeom>
            <a:solidFill>
              <a:srgbClr val="CCFFCC"/>
            </a:solidFill>
            <a:ln w="12700">
              <a:solidFill>
                <a:schemeClr val="tx1"/>
              </a:solidFill>
              <a:miter lim="800000"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US" altLang="en-US" sz="2000">
                <a:latin typeface="Tahoma" panose="020B0604030504040204" pitchFamily="34" charset="0"/>
              </a:endParaRPr>
            </a:p>
          </p:txBody>
        </p:sp>
        <p:sp>
          <p:nvSpPr>
            <p:cNvPr id="93246" name="Line 62">
              <a:extLst>
                <a:ext uri="{FF2B5EF4-FFF2-40B4-BE49-F238E27FC236}">
                  <a16:creationId xmlns:a16="http://schemas.microsoft.com/office/drawing/2014/main" id="{C76304D4-EE68-483E-A309-C2B334C461D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410200" y="4953000"/>
              <a:ext cx="533400" cy="0"/>
            </a:xfrm>
            <a:prstGeom prst="line">
              <a:avLst/>
            </a:prstGeom>
            <a:noFill/>
            <a:ln w="63500">
              <a:solidFill>
                <a:srgbClr val="FF0000"/>
              </a:solidFill>
              <a:round/>
              <a:headEnd type="none" w="sm" len="sm"/>
              <a:tailEnd type="triangl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247" name="Text Box 63">
              <a:extLst>
                <a:ext uri="{FF2B5EF4-FFF2-40B4-BE49-F238E27FC236}">
                  <a16:creationId xmlns:a16="http://schemas.microsoft.com/office/drawing/2014/main" id="{1FF3A8F8-0CBE-4469-B9A1-51952227895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733800" y="4724400"/>
              <a:ext cx="838200" cy="4572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 type="none" w="sm" len="sm"/>
                  <a:tailEnd type="none" w="sm" len="sm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2400" b="1">
                  <a:latin typeface="Tahoma" panose="020B0604030504040204" pitchFamily="34" charset="0"/>
                </a:rPr>
                <a:t>11</a:t>
              </a:r>
            </a:p>
          </p:txBody>
        </p:sp>
        <p:sp>
          <p:nvSpPr>
            <p:cNvPr id="93248" name="Text Box 64">
              <a:extLst>
                <a:ext uri="{FF2B5EF4-FFF2-40B4-BE49-F238E27FC236}">
                  <a16:creationId xmlns:a16="http://schemas.microsoft.com/office/drawing/2014/main" id="{25737533-1272-4A92-B77A-E42FEB91BE2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371600" y="4724400"/>
              <a:ext cx="838200" cy="4572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 type="none" w="sm" len="sm"/>
                  <a:tailEnd type="none" w="sm" len="sm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2400" b="1">
                  <a:latin typeface="Tahoma" panose="020B0604030504040204" pitchFamily="34" charset="0"/>
                </a:rPr>
                <a:t>12</a:t>
              </a:r>
            </a:p>
          </p:txBody>
        </p:sp>
        <p:sp>
          <p:nvSpPr>
            <p:cNvPr id="93249" name="Text Box 65">
              <a:extLst>
                <a:ext uri="{FF2B5EF4-FFF2-40B4-BE49-F238E27FC236}">
                  <a16:creationId xmlns:a16="http://schemas.microsoft.com/office/drawing/2014/main" id="{EAADA115-0BB0-4242-8516-E4F03F311B2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971800" y="5410200"/>
              <a:ext cx="1447800" cy="51911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 type="none" w="sm" len="sm"/>
                  <a:tailEnd type="none" w="sm" len="sm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2800" b="1">
                  <a:latin typeface="Tahoma" panose="020B0604030504040204" pitchFamily="34" charset="0"/>
                </a:rPr>
                <a:t>y</a:t>
              </a:r>
            </a:p>
          </p:txBody>
        </p:sp>
        <p:sp>
          <p:nvSpPr>
            <p:cNvPr id="93250" name="Text Box 66">
              <a:extLst>
                <a:ext uri="{FF2B5EF4-FFF2-40B4-BE49-F238E27FC236}">
                  <a16:creationId xmlns:a16="http://schemas.microsoft.com/office/drawing/2014/main" id="{DCA76FFA-4414-46AF-AD6C-4E1BB8D1793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52400" y="4648200"/>
              <a:ext cx="1447800" cy="51911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 type="none" w="sm" len="sm"/>
                  <a:tailEnd type="none" w="sm" len="sm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2800" b="1">
                  <a:latin typeface="Tahoma" panose="020B0604030504040204" pitchFamily="34" charset="0"/>
                </a:rPr>
                <a:t>z</a:t>
              </a:r>
            </a:p>
          </p:txBody>
        </p:sp>
        <p:sp>
          <p:nvSpPr>
            <p:cNvPr id="93251" name="Text Box 67">
              <a:extLst>
                <a:ext uri="{FF2B5EF4-FFF2-40B4-BE49-F238E27FC236}">
                  <a16:creationId xmlns:a16="http://schemas.microsoft.com/office/drawing/2014/main" id="{27CE9588-3B74-47AB-B38D-0BCF6034C43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0" y="5105400"/>
              <a:ext cx="990600" cy="33655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 type="none" w="sm" len="sm"/>
                  <a:tailEnd type="none" w="sm" len="sm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1600" b="1">
                  <a:solidFill>
                    <a:srgbClr val="0000CC"/>
                  </a:solidFill>
                  <a:latin typeface="Tahoma" panose="020B0604030504040204" pitchFamily="34" charset="0"/>
                </a:rPr>
                <a:t>0x12</a:t>
              </a:r>
            </a:p>
          </p:txBody>
        </p:sp>
        <p:sp>
          <p:nvSpPr>
            <p:cNvPr id="93252" name="Line 68">
              <a:extLst>
                <a:ext uri="{FF2B5EF4-FFF2-40B4-BE49-F238E27FC236}">
                  <a16:creationId xmlns:a16="http://schemas.microsoft.com/office/drawing/2014/main" id="{AA587DBA-EF24-4739-B9DC-8B07AFE5A28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62000" y="4953000"/>
              <a:ext cx="533400" cy="0"/>
            </a:xfrm>
            <a:prstGeom prst="line">
              <a:avLst/>
            </a:prstGeom>
            <a:noFill/>
            <a:ln w="63500">
              <a:solidFill>
                <a:srgbClr val="FF0000"/>
              </a:solidFill>
              <a:round/>
              <a:headEnd type="none" w="sm" len="sm"/>
              <a:tailEnd type="triangl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253" name="Text Box 69">
              <a:extLst>
                <a:ext uri="{FF2B5EF4-FFF2-40B4-BE49-F238E27FC236}">
                  <a16:creationId xmlns:a16="http://schemas.microsoft.com/office/drawing/2014/main" id="{4094D04E-707A-46B0-A85F-16742D6E746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752600" y="4191000"/>
              <a:ext cx="990600" cy="33655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 type="none" w="sm" len="sm"/>
                  <a:tailEnd type="none" w="sm" len="sm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1600" b="1">
                  <a:solidFill>
                    <a:srgbClr val="0000CC"/>
                  </a:solidFill>
                  <a:latin typeface="Tahoma" panose="020B0604030504040204" pitchFamily="34" charset="0"/>
                </a:rPr>
                <a:t>0x12</a:t>
              </a:r>
            </a:p>
          </p:txBody>
        </p:sp>
        <p:sp>
          <p:nvSpPr>
            <p:cNvPr id="93254" name="Text Box 70">
              <a:extLst>
                <a:ext uri="{FF2B5EF4-FFF2-40B4-BE49-F238E27FC236}">
                  <a16:creationId xmlns:a16="http://schemas.microsoft.com/office/drawing/2014/main" id="{F58392D4-1F7F-4C5B-8961-86235A13756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114800" y="4191000"/>
              <a:ext cx="990600" cy="33655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 type="none" w="sm" len="sm"/>
                  <a:tailEnd type="none" w="sm" len="sm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1600" b="1">
                  <a:solidFill>
                    <a:srgbClr val="0000CC"/>
                  </a:solidFill>
                  <a:latin typeface="Tahoma" panose="020B0604030504040204" pitchFamily="34" charset="0"/>
                </a:rPr>
                <a:t>0x15</a:t>
              </a:r>
            </a:p>
          </p:txBody>
        </p:sp>
        <p:sp>
          <p:nvSpPr>
            <p:cNvPr id="93255" name="Text Box 71">
              <a:extLst>
                <a:ext uri="{FF2B5EF4-FFF2-40B4-BE49-F238E27FC236}">
                  <a16:creationId xmlns:a16="http://schemas.microsoft.com/office/drawing/2014/main" id="{3663D850-59BF-42B3-9E64-A133CBDC0A3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362200" y="4724400"/>
              <a:ext cx="990600" cy="33655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 type="none" w="sm" len="sm"/>
                  <a:tailEnd type="none" w="sm" len="sm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1600" b="1">
                  <a:solidFill>
                    <a:srgbClr val="0000CC"/>
                  </a:solidFill>
                  <a:latin typeface="Tahoma" panose="020B0604030504040204" pitchFamily="34" charset="0"/>
                </a:rPr>
                <a:t>0x15</a:t>
              </a:r>
            </a:p>
          </p:txBody>
        </p:sp>
        <p:sp>
          <p:nvSpPr>
            <p:cNvPr id="93256" name="Text Box 72">
              <a:extLst>
                <a:ext uri="{FF2B5EF4-FFF2-40B4-BE49-F238E27FC236}">
                  <a16:creationId xmlns:a16="http://schemas.microsoft.com/office/drawing/2014/main" id="{E1F67665-A599-4415-93C3-7D0A4BEDA0B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648200" y="4724400"/>
              <a:ext cx="990600" cy="33655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 type="none" w="sm" len="sm"/>
                  <a:tailEnd type="none" w="sm" len="sm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1600" b="1">
                  <a:solidFill>
                    <a:srgbClr val="0000CC"/>
                  </a:solidFill>
                  <a:latin typeface="Tahoma" panose="020B0604030504040204" pitchFamily="34" charset="0"/>
                </a:rPr>
                <a:t>0x17</a:t>
              </a:r>
            </a:p>
          </p:txBody>
        </p:sp>
        <p:sp>
          <p:nvSpPr>
            <p:cNvPr id="93257" name="Text Box 73">
              <a:extLst>
                <a:ext uri="{FF2B5EF4-FFF2-40B4-BE49-F238E27FC236}">
                  <a16:creationId xmlns:a16="http://schemas.microsoft.com/office/drawing/2014/main" id="{6685E6B7-BAD4-4AA6-AC39-8DE5B70D8C9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667000" y="5943600"/>
              <a:ext cx="990600" cy="33655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 type="none" w="sm" len="sm"/>
                  <a:tailEnd type="none" w="sm" len="sm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1600" b="1">
                  <a:solidFill>
                    <a:srgbClr val="0000CC"/>
                  </a:solidFill>
                  <a:latin typeface="Tahoma" panose="020B0604030504040204" pitchFamily="34" charset="0"/>
                </a:rPr>
                <a:t>0x15</a:t>
              </a:r>
            </a:p>
          </p:txBody>
        </p:sp>
        <p:sp>
          <p:nvSpPr>
            <p:cNvPr id="93258" name="Line 74">
              <a:extLst>
                <a:ext uri="{FF2B5EF4-FFF2-40B4-BE49-F238E27FC236}">
                  <a16:creationId xmlns:a16="http://schemas.microsoft.com/office/drawing/2014/main" id="{D6E22B71-2D20-458F-9949-27FFE7AB279A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276600" y="5105400"/>
              <a:ext cx="304800" cy="381000"/>
            </a:xfrm>
            <a:prstGeom prst="line">
              <a:avLst/>
            </a:prstGeom>
            <a:noFill/>
            <a:ln w="63500">
              <a:solidFill>
                <a:srgbClr val="FF0000"/>
              </a:solidFill>
              <a:round/>
              <a:headEnd type="none" w="sm" len="sm"/>
              <a:tailEnd type="triangl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5088" name="WordArt 75">
            <a:extLst>
              <a:ext uri="{FF2B5EF4-FFF2-40B4-BE49-F238E27FC236}">
                <a16:creationId xmlns:a16="http://schemas.microsoft.com/office/drawing/2014/main" id="{FF8166D1-C7FC-4495-8101-4DA8A486EF84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838200" y="533400"/>
            <a:ext cx="7162800" cy="8382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US" sz="3600" kern="10">
                <a:ln w="9525">
                  <a:solidFill>
                    <a:srgbClr val="FFFF00"/>
                  </a:solidFill>
                  <a:round/>
                  <a:headEnd type="none" w="sm" len="sm"/>
                  <a:tailEnd type="none" w="sm" len="sm"/>
                </a:ln>
                <a:solidFill>
                  <a:srgbClr val="0000FF">
                    <a:alpha val="72940"/>
                  </a:srgbClr>
                </a:solidFill>
                <a:effectLst>
                  <a:outerShdw dist="35921" dir="2700000" algn="ctr" rotWithShape="0">
                    <a:srgbClr val="C0C0C0"/>
                  </a:outerShdw>
                </a:effectLst>
                <a:latin typeface="Impact" panose="020B0806030902050204" pitchFamily="34" charset="0"/>
              </a:rPr>
              <a:t>Linking Nodes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6" name="Footer Placeholder 3">
            <a:extLst>
              <a:ext uri="{FF2B5EF4-FFF2-40B4-BE49-F238E27FC236}">
                <a16:creationId xmlns:a16="http://schemas.microsoft.com/office/drawing/2014/main" id="{86E17B69-EC87-40A4-A032-CE4DAA079315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800" b="1"/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 b="1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800" b="1">
                <a:latin typeface="Tahoma" panose="020B0604030504040204" pitchFamily="34" charset="0"/>
              </a:rPr>
              <a:t>© A+ Computer Science  -  www.apluscompsci.com</a:t>
            </a:r>
          </a:p>
        </p:txBody>
      </p:sp>
      <p:sp>
        <p:nvSpPr>
          <p:cNvPr id="47107" name="Rectangle 2">
            <a:extLst>
              <a:ext uri="{FF2B5EF4-FFF2-40B4-BE49-F238E27FC236}">
                <a16:creationId xmlns:a16="http://schemas.microsoft.com/office/drawing/2014/main" id="{6C7B3325-5863-434D-A567-68B7F75E4629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2000" y="1752600"/>
            <a:ext cx="7132638" cy="22272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800" b="1">
                <a:latin typeface="Tahoma" panose="020B0604030504040204" pitchFamily="34" charset="0"/>
              </a:rPr>
              <a:t>ListNode x = new ListNode(10.3, null);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altLang="en-US" sz="2800" b="1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 b="1">
                <a:latin typeface="Tahoma" panose="020B0604030504040204" pitchFamily="34" charset="0"/>
              </a:rPr>
              <a:t>ListNode y = new ListNode(11.0, x);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altLang="en-US" sz="2800" b="1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 b="1">
                <a:latin typeface="Tahoma" panose="020B0604030504040204" pitchFamily="34" charset="0"/>
              </a:rPr>
              <a:t>ListNode z = new ListNode(12.5, y);</a:t>
            </a:r>
          </a:p>
        </p:txBody>
      </p:sp>
      <p:grpSp>
        <p:nvGrpSpPr>
          <p:cNvPr id="2" name="Group 1" descr="This image is similar to the last one, except it doesn't show the memory references.  There are 3 nodes linked together as well as three variables, x, y, and z, that store references to them:&#10;&#10;z --&gt; 12.5 node --&gt; 11.0 node --&gt; 10.3 node&#10;y --&gt; 11.0 node&#10;x --&gt; 10.3 node&#10;&#10;y = 0x15&#10;0x15 --&gt; 11, 0x17&#10;x = 0x17&#10;0x17 --&gt; 10, null&#10;">
            <a:extLst>
              <a:ext uri="{FF2B5EF4-FFF2-40B4-BE49-F238E27FC236}">
                <a16:creationId xmlns:a16="http://schemas.microsoft.com/office/drawing/2014/main" id="{40156607-9457-421A-776A-6834D0493077}"/>
              </a:ext>
            </a:extLst>
          </p:cNvPr>
          <p:cNvGrpSpPr/>
          <p:nvPr/>
        </p:nvGrpSpPr>
        <p:grpSpPr>
          <a:xfrm>
            <a:off x="381000" y="4419600"/>
            <a:ext cx="7655861" cy="1524000"/>
            <a:chOff x="381000" y="4419600"/>
            <a:chExt cx="7655861" cy="1524000"/>
          </a:xfrm>
        </p:grpSpPr>
        <p:sp>
          <p:nvSpPr>
            <p:cNvPr id="47108" name="Rectangle 4">
              <a:extLst>
                <a:ext uri="{FF2B5EF4-FFF2-40B4-BE49-F238E27FC236}">
                  <a16:creationId xmlns:a16="http://schemas.microsoft.com/office/drawing/2014/main" id="{861B4A8B-4A02-4202-8409-E86F3124614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19200" y="4419600"/>
              <a:ext cx="1905000" cy="838200"/>
            </a:xfrm>
            <a:prstGeom prst="rect">
              <a:avLst/>
            </a:prstGeom>
            <a:solidFill>
              <a:srgbClr val="CCFFFF"/>
            </a:solidFill>
            <a:ln w="12700">
              <a:solidFill>
                <a:schemeClr val="tx1"/>
              </a:solidFill>
              <a:miter lim="800000"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US" altLang="en-US" sz="2000">
                <a:latin typeface="Tahoma" panose="020B0604030504040204" pitchFamily="34" charset="0"/>
              </a:endParaRPr>
            </a:p>
          </p:txBody>
        </p:sp>
        <p:sp>
          <p:nvSpPr>
            <p:cNvPr id="47109" name="Rectangle 5">
              <a:extLst>
                <a:ext uri="{FF2B5EF4-FFF2-40B4-BE49-F238E27FC236}">
                  <a16:creationId xmlns:a16="http://schemas.microsoft.com/office/drawing/2014/main" id="{A40F9448-C1D9-47D4-9000-71C5BB1251B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33600" y="4419600"/>
              <a:ext cx="990600" cy="838200"/>
            </a:xfrm>
            <a:prstGeom prst="rect">
              <a:avLst/>
            </a:prstGeom>
            <a:solidFill>
              <a:srgbClr val="CCFFCC"/>
            </a:solidFill>
            <a:ln w="12700">
              <a:solidFill>
                <a:schemeClr val="tx1"/>
              </a:solidFill>
              <a:miter lim="800000"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US" altLang="en-US" sz="2000">
                <a:latin typeface="Tahoma" panose="020B0604030504040204" pitchFamily="34" charset="0"/>
              </a:endParaRPr>
            </a:p>
          </p:txBody>
        </p:sp>
        <p:sp>
          <p:nvSpPr>
            <p:cNvPr id="47110" name="Line 6">
              <a:extLst>
                <a:ext uri="{FF2B5EF4-FFF2-40B4-BE49-F238E27FC236}">
                  <a16:creationId xmlns:a16="http://schemas.microsoft.com/office/drawing/2014/main" id="{EAB141D8-32B9-47C8-849D-78B6ACD6515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590800" y="4876800"/>
              <a:ext cx="914400" cy="0"/>
            </a:xfrm>
            <a:prstGeom prst="line">
              <a:avLst/>
            </a:prstGeom>
            <a:noFill/>
            <a:ln w="63500">
              <a:solidFill>
                <a:srgbClr val="FF0000"/>
              </a:solidFill>
              <a:round/>
              <a:headEnd type="none" w="sm" len="sm"/>
              <a:tailEnd type="triangl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7111" name="Rectangle 7">
              <a:extLst>
                <a:ext uri="{FF2B5EF4-FFF2-40B4-BE49-F238E27FC236}">
                  <a16:creationId xmlns:a16="http://schemas.microsoft.com/office/drawing/2014/main" id="{5A16ED35-E20F-4831-96D5-76706AD6B0D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81400" y="4419600"/>
              <a:ext cx="1905000" cy="838200"/>
            </a:xfrm>
            <a:prstGeom prst="rect">
              <a:avLst/>
            </a:prstGeom>
            <a:solidFill>
              <a:srgbClr val="CCFFFF"/>
            </a:solidFill>
            <a:ln w="12700">
              <a:solidFill>
                <a:schemeClr val="tx1"/>
              </a:solidFill>
              <a:miter lim="800000"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US" altLang="en-US" sz="2000">
                <a:latin typeface="Tahoma" panose="020B0604030504040204" pitchFamily="34" charset="0"/>
              </a:endParaRPr>
            </a:p>
          </p:txBody>
        </p:sp>
        <p:sp>
          <p:nvSpPr>
            <p:cNvPr id="47112" name="Rectangle 8">
              <a:extLst>
                <a:ext uri="{FF2B5EF4-FFF2-40B4-BE49-F238E27FC236}">
                  <a16:creationId xmlns:a16="http://schemas.microsoft.com/office/drawing/2014/main" id="{1417493C-3875-4F3D-B605-3B113402B66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95800" y="4419600"/>
              <a:ext cx="990600" cy="838200"/>
            </a:xfrm>
            <a:prstGeom prst="rect">
              <a:avLst/>
            </a:prstGeom>
            <a:solidFill>
              <a:srgbClr val="CCFFCC"/>
            </a:solidFill>
            <a:ln w="12700">
              <a:solidFill>
                <a:schemeClr val="tx1"/>
              </a:solidFill>
              <a:miter lim="800000"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US" altLang="en-US" sz="2000">
                <a:latin typeface="Tahoma" panose="020B0604030504040204" pitchFamily="34" charset="0"/>
              </a:endParaRPr>
            </a:p>
          </p:txBody>
        </p:sp>
        <p:sp>
          <p:nvSpPr>
            <p:cNvPr id="47113" name="Line 9">
              <a:extLst>
                <a:ext uri="{FF2B5EF4-FFF2-40B4-BE49-F238E27FC236}">
                  <a16:creationId xmlns:a16="http://schemas.microsoft.com/office/drawing/2014/main" id="{CDCBE074-5B67-4A77-B4A2-2F327FF02A6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953000" y="4876800"/>
              <a:ext cx="914400" cy="0"/>
            </a:xfrm>
            <a:prstGeom prst="line">
              <a:avLst/>
            </a:prstGeom>
            <a:noFill/>
            <a:ln w="63500">
              <a:solidFill>
                <a:srgbClr val="FF0000"/>
              </a:solidFill>
              <a:round/>
              <a:headEnd type="none" w="sm" len="sm"/>
              <a:tailEnd type="triangl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7114" name="Rectangle 10">
              <a:extLst>
                <a:ext uri="{FF2B5EF4-FFF2-40B4-BE49-F238E27FC236}">
                  <a16:creationId xmlns:a16="http://schemas.microsoft.com/office/drawing/2014/main" id="{D45E4C30-B5F7-4E60-AE64-5FF7C8C95BF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019800" y="4419600"/>
              <a:ext cx="1905000" cy="838200"/>
            </a:xfrm>
            <a:prstGeom prst="rect">
              <a:avLst/>
            </a:prstGeom>
            <a:solidFill>
              <a:srgbClr val="CCFFFF"/>
            </a:solidFill>
            <a:ln w="12700">
              <a:solidFill>
                <a:schemeClr val="tx1"/>
              </a:solidFill>
              <a:miter lim="800000"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en-US" altLang="en-US" sz="2400">
                <a:latin typeface="Tahoma" panose="020B0604030504040204" pitchFamily="34" charset="0"/>
              </a:endParaRPr>
            </a:p>
          </p:txBody>
        </p:sp>
        <p:sp>
          <p:nvSpPr>
            <p:cNvPr id="47115" name="Rectangle 11">
              <a:extLst>
                <a:ext uri="{FF2B5EF4-FFF2-40B4-BE49-F238E27FC236}">
                  <a16:creationId xmlns:a16="http://schemas.microsoft.com/office/drawing/2014/main" id="{8E691505-798B-4421-A834-69B0553DAE0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934200" y="4419600"/>
              <a:ext cx="990600" cy="838200"/>
            </a:xfrm>
            <a:prstGeom prst="rect">
              <a:avLst/>
            </a:prstGeom>
            <a:solidFill>
              <a:srgbClr val="CCFFCC"/>
            </a:solidFill>
            <a:ln w="12700">
              <a:solidFill>
                <a:schemeClr val="tx1"/>
              </a:solidFill>
              <a:miter lim="800000"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US" altLang="en-US" sz="2000">
                <a:latin typeface="Tahoma" panose="020B0604030504040204" pitchFamily="34" charset="0"/>
              </a:endParaRPr>
            </a:p>
          </p:txBody>
        </p:sp>
        <p:sp>
          <p:nvSpPr>
            <p:cNvPr id="47117" name="Text Box 13">
              <a:extLst>
                <a:ext uri="{FF2B5EF4-FFF2-40B4-BE49-F238E27FC236}">
                  <a16:creationId xmlns:a16="http://schemas.microsoft.com/office/drawing/2014/main" id="{D1C8CF99-F88C-4D0E-82E2-37CD59F7CE2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096000" y="4648200"/>
              <a:ext cx="1143000" cy="4572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 type="none" w="sm" len="sm"/>
                  <a:tailEnd type="none" w="sm" len="sm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2400" b="1">
                  <a:latin typeface="Tahoma" panose="020B0604030504040204" pitchFamily="34" charset="0"/>
                </a:rPr>
                <a:t>10.3</a:t>
              </a:r>
            </a:p>
          </p:txBody>
        </p:sp>
        <p:sp>
          <p:nvSpPr>
            <p:cNvPr id="47118" name="Text Box 14">
              <a:extLst>
                <a:ext uri="{FF2B5EF4-FFF2-40B4-BE49-F238E27FC236}">
                  <a16:creationId xmlns:a16="http://schemas.microsoft.com/office/drawing/2014/main" id="{D60EA552-A16D-4792-90E3-11BB2E7EE32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57600" y="4648200"/>
              <a:ext cx="990600" cy="4572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 type="none" w="sm" len="sm"/>
                  <a:tailEnd type="none" w="sm" len="sm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2400" b="1">
                  <a:latin typeface="Tahoma" panose="020B0604030504040204" pitchFamily="34" charset="0"/>
                </a:rPr>
                <a:t>11.0</a:t>
              </a:r>
            </a:p>
          </p:txBody>
        </p:sp>
        <p:sp>
          <p:nvSpPr>
            <p:cNvPr id="47119" name="Text Box 15">
              <a:extLst>
                <a:ext uri="{FF2B5EF4-FFF2-40B4-BE49-F238E27FC236}">
                  <a16:creationId xmlns:a16="http://schemas.microsoft.com/office/drawing/2014/main" id="{81A78FD5-8D90-466A-A70A-199D8E167BD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295400" y="4648200"/>
              <a:ext cx="990600" cy="4572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 type="none" w="sm" len="sm"/>
                  <a:tailEnd type="none" w="sm" len="sm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2400" b="1">
                  <a:latin typeface="Tahoma" panose="020B0604030504040204" pitchFamily="34" charset="0"/>
                </a:rPr>
                <a:t>12.5</a:t>
              </a:r>
            </a:p>
          </p:txBody>
        </p:sp>
        <p:sp>
          <p:nvSpPr>
            <p:cNvPr id="47120" name="Text Box 16">
              <a:extLst>
                <a:ext uri="{FF2B5EF4-FFF2-40B4-BE49-F238E27FC236}">
                  <a16:creationId xmlns:a16="http://schemas.microsoft.com/office/drawing/2014/main" id="{ED979DA3-AF6D-42CF-84EC-061E7A5E329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81000" y="4572000"/>
              <a:ext cx="838200" cy="4572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 type="none" w="sm" len="sm"/>
                  <a:tailEnd type="none" w="sm" len="sm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2400" b="1">
                  <a:latin typeface="Tahoma" panose="020B0604030504040204" pitchFamily="34" charset="0"/>
                </a:rPr>
                <a:t>z</a:t>
              </a:r>
            </a:p>
          </p:txBody>
        </p:sp>
        <p:sp>
          <p:nvSpPr>
            <p:cNvPr id="47121" name="Text Box 17">
              <a:extLst>
                <a:ext uri="{FF2B5EF4-FFF2-40B4-BE49-F238E27FC236}">
                  <a16:creationId xmlns:a16="http://schemas.microsoft.com/office/drawing/2014/main" id="{85799B8C-401C-442E-A4FF-C674681A002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895600" y="5486400"/>
              <a:ext cx="1600200" cy="4572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 type="none" w="sm" len="sm"/>
                  <a:tailEnd type="none" w="sm" len="sm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2400" b="1">
                  <a:latin typeface="Tahoma" panose="020B0604030504040204" pitchFamily="34" charset="0"/>
                </a:rPr>
                <a:t>y</a:t>
              </a:r>
            </a:p>
          </p:txBody>
        </p:sp>
        <p:sp>
          <p:nvSpPr>
            <p:cNvPr id="47122" name="Text Box 18">
              <a:extLst>
                <a:ext uri="{FF2B5EF4-FFF2-40B4-BE49-F238E27FC236}">
                  <a16:creationId xmlns:a16="http://schemas.microsoft.com/office/drawing/2014/main" id="{9D842C97-DEA9-4037-81C5-99C90CD893E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334000" y="5486400"/>
              <a:ext cx="1447800" cy="4572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 type="none" w="sm" len="sm"/>
                  <a:tailEnd type="none" w="sm" len="sm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2400" b="1">
                  <a:latin typeface="Tahoma" panose="020B0604030504040204" pitchFamily="34" charset="0"/>
                </a:rPr>
                <a:t>x</a:t>
              </a:r>
            </a:p>
          </p:txBody>
        </p:sp>
        <p:sp>
          <p:nvSpPr>
            <p:cNvPr id="47123" name="Text Box 19">
              <a:extLst>
                <a:ext uri="{FF2B5EF4-FFF2-40B4-BE49-F238E27FC236}">
                  <a16:creationId xmlns:a16="http://schemas.microsoft.com/office/drawing/2014/main" id="{2C5B327D-9544-40B2-8E62-6819D790D1F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046261" y="4619068"/>
              <a:ext cx="990600" cy="4572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 type="none" w="sm" len="sm"/>
                  <a:tailEnd type="none" w="sm" len="sm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2400" b="1" dirty="0">
                  <a:latin typeface="Tahoma" panose="020B0604030504040204" pitchFamily="34" charset="0"/>
                </a:rPr>
                <a:t>null</a:t>
              </a:r>
            </a:p>
          </p:txBody>
        </p:sp>
        <p:sp>
          <p:nvSpPr>
            <p:cNvPr id="47124" name="Line 20">
              <a:extLst>
                <a:ext uri="{FF2B5EF4-FFF2-40B4-BE49-F238E27FC236}">
                  <a16:creationId xmlns:a16="http://schemas.microsoft.com/office/drawing/2014/main" id="{67C9FEDF-F439-47FE-9FF7-DAAACC7A72CF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5638800" y="5029200"/>
              <a:ext cx="304800" cy="533400"/>
            </a:xfrm>
            <a:prstGeom prst="line">
              <a:avLst/>
            </a:prstGeom>
            <a:noFill/>
            <a:ln w="63500">
              <a:solidFill>
                <a:srgbClr val="FF0000"/>
              </a:solidFill>
              <a:round/>
              <a:headEnd type="none" w="sm" len="sm"/>
              <a:tailEnd type="triangl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7125" name="Line 21">
              <a:extLst>
                <a:ext uri="{FF2B5EF4-FFF2-40B4-BE49-F238E27FC236}">
                  <a16:creationId xmlns:a16="http://schemas.microsoft.com/office/drawing/2014/main" id="{5699475D-AF55-4715-9141-72ABC8257357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200400" y="5029200"/>
              <a:ext cx="304800" cy="533400"/>
            </a:xfrm>
            <a:prstGeom prst="line">
              <a:avLst/>
            </a:prstGeom>
            <a:noFill/>
            <a:ln w="63500">
              <a:solidFill>
                <a:srgbClr val="FF0000"/>
              </a:solidFill>
              <a:round/>
              <a:headEnd type="none" w="sm" len="sm"/>
              <a:tailEnd type="triangl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7126" name="Line 22">
              <a:extLst>
                <a:ext uri="{FF2B5EF4-FFF2-40B4-BE49-F238E27FC236}">
                  <a16:creationId xmlns:a16="http://schemas.microsoft.com/office/drawing/2014/main" id="{88FB87FA-87BB-474F-AB61-BBCC17F1A4CC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762000" y="4800600"/>
              <a:ext cx="457200" cy="0"/>
            </a:xfrm>
            <a:prstGeom prst="line">
              <a:avLst/>
            </a:prstGeom>
            <a:noFill/>
            <a:ln w="63500">
              <a:solidFill>
                <a:srgbClr val="FF0000"/>
              </a:solidFill>
              <a:round/>
              <a:headEnd type="none" w="sm" len="sm"/>
              <a:tailEnd type="triangl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7127" name="WordArt 23">
            <a:extLst>
              <a:ext uri="{FF2B5EF4-FFF2-40B4-BE49-F238E27FC236}">
                <a16:creationId xmlns:a16="http://schemas.microsoft.com/office/drawing/2014/main" id="{C9CCF7FC-F67A-480C-8BE7-9E3C28A9DBF4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838200" y="533400"/>
            <a:ext cx="7162800" cy="8382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US" sz="3600" kern="10">
                <a:ln w="9525">
                  <a:solidFill>
                    <a:srgbClr val="FFFF00"/>
                  </a:solidFill>
                  <a:round/>
                  <a:headEnd type="none" w="sm" len="sm"/>
                  <a:tailEnd type="none" w="sm" len="sm"/>
                </a:ln>
                <a:solidFill>
                  <a:srgbClr val="0000FF">
                    <a:alpha val="72940"/>
                  </a:srgbClr>
                </a:solidFill>
                <a:effectLst>
                  <a:outerShdw dist="35921" dir="2700000" algn="ctr" rotWithShape="0">
                    <a:srgbClr val="C0C0C0"/>
                  </a:outerShdw>
                </a:effectLst>
                <a:latin typeface="Impact" panose="020B0806030902050204" pitchFamily="34" charset="0"/>
              </a:rPr>
              <a:t>Linking Nodes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4" name="Footer Placeholder 3">
            <a:extLst>
              <a:ext uri="{FF2B5EF4-FFF2-40B4-BE49-F238E27FC236}">
                <a16:creationId xmlns:a16="http://schemas.microsoft.com/office/drawing/2014/main" id="{7C6C72C3-51C3-4F90-9270-A0EC7C64B636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800" b="1"/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 b="1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800" b="1">
                <a:latin typeface="Tahoma" panose="020B0604030504040204" pitchFamily="34" charset="0"/>
              </a:rPr>
              <a:t>© A+ Computer Science  -  www.apluscompsci.com</a:t>
            </a:r>
          </a:p>
        </p:txBody>
      </p:sp>
      <p:sp>
        <p:nvSpPr>
          <p:cNvPr id="49155" name="WordArt 2">
            <a:extLst>
              <a:ext uri="{FF2B5EF4-FFF2-40B4-BE49-F238E27FC236}">
                <a16:creationId xmlns:a16="http://schemas.microsoft.com/office/drawing/2014/main" id="{223A8399-73A3-447B-8255-BA31E7A37942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838200" y="533400"/>
            <a:ext cx="7162800" cy="8382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US" sz="3600" kern="10">
                <a:ln w="9525">
                  <a:solidFill>
                    <a:srgbClr val="FFFF00"/>
                  </a:solidFill>
                  <a:round/>
                  <a:headEnd type="none" w="sm" len="sm"/>
                  <a:tailEnd type="none" w="sm" len="sm"/>
                </a:ln>
                <a:solidFill>
                  <a:srgbClr val="0000FF">
                    <a:alpha val="72940"/>
                  </a:srgbClr>
                </a:solidFill>
                <a:effectLst>
                  <a:outerShdw dist="35921" dir="2700000" algn="ctr" rotWithShape="0">
                    <a:srgbClr val="C0C0C0"/>
                  </a:outerShdw>
                </a:effectLst>
                <a:latin typeface="Impact" panose="020B0806030902050204" pitchFamily="34" charset="0"/>
              </a:rPr>
              <a:t>Linking Nodes</a:t>
            </a:r>
          </a:p>
        </p:txBody>
      </p:sp>
      <p:sp>
        <p:nvSpPr>
          <p:cNvPr id="49156" name="Rectangle 3">
            <a:extLst>
              <a:ext uri="{FF2B5EF4-FFF2-40B4-BE49-F238E27FC236}">
                <a16:creationId xmlns:a16="http://schemas.microsoft.com/office/drawing/2014/main" id="{8007D972-210A-4A1F-93FC-4B03633D6C6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4800" y="1676400"/>
            <a:ext cx="8470900" cy="30813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2800" b="1">
                <a:latin typeface="Tahoma" panose="020B0604030504040204" pitchFamily="34" charset="0"/>
              </a:rPr>
              <a:t>ListNode x = new ListNode(10.3, null);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2800" b="1">
                <a:latin typeface="Tahoma" panose="020B0604030504040204" pitchFamily="34" charset="0"/>
              </a:rPr>
              <a:t>ListNode y = new ListNode(11.0, x);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2800" b="1">
                <a:latin typeface="Tahoma" panose="020B0604030504040204" pitchFamily="34" charset="0"/>
              </a:rPr>
              <a:t>ListNode z = new ListNode(12.5, y);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en-US" sz="2800" b="1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2800" b="1">
                <a:latin typeface="Tahoma" panose="020B0604030504040204" pitchFamily="34" charset="0"/>
              </a:rPr>
              <a:t>out.println(z.getValue());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2800" b="1">
                <a:latin typeface="Tahoma" panose="020B0604030504040204" pitchFamily="34" charset="0"/>
              </a:rPr>
              <a:t>out.println(z.getNext().getNext().getValue());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2800" b="1">
                <a:latin typeface="Tahoma" panose="020B0604030504040204" pitchFamily="34" charset="0"/>
              </a:rPr>
              <a:t>out.println(z.getNext().getValue());</a:t>
            </a:r>
          </a:p>
        </p:txBody>
      </p:sp>
      <p:sp>
        <p:nvSpPr>
          <p:cNvPr id="49157" name="Text Box 4">
            <a:extLst>
              <a:ext uri="{FF2B5EF4-FFF2-40B4-BE49-F238E27FC236}">
                <a16:creationId xmlns:a16="http://schemas.microsoft.com/office/drawing/2014/main" id="{E587E026-68D8-44F4-82F7-F019610075C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934200" y="4724400"/>
            <a:ext cx="1981200" cy="1873250"/>
          </a:xfrm>
          <a:prstGeom prst="rect">
            <a:avLst/>
          </a:prstGeom>
          <a:noFill/>
          <a:ln w="12700">
            <a:solidFill>
              <a:srgbClr val="993300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b="1" u="sng">
                <a:solidFill>
                  <a:srgbClr val="FF0000"/>
                </a:solidFill>
                <a:latin typeface="Tahoma" panose="020B0604030504040204" pitchFamily="34" charset="0"/>
              </a:rPr>
              <a:t>OUTPUT</a:t>
            </a:r>
            <a:r>
              <a:rPr lang="en-US" altLang="en-US" sz="2800" b="1">
                <a:latin typeface="Tahoma" panose="020B0604030504040204" pitchFamily="34" charset="0"/>
              </a:rPr>
              <a:t>12.5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2800" b="1">
                <a:latin typeface="Tahoma" panose="020B0604030504040204" pitchFamily="34" charset="0"/>
              </a:rPr>
              <a:t>10.3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2800" b="1">
                <a:latin typeface="Tahoma" panose="020B0604030504040204" pitchFamily="34" charset="0"/>
              </a:rPr>
              <a:t>11.0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50" name="Footer Placeholder 3">
            <a:extLst>
              <a:ext uri="{FF2B5EF4-FFF2-40B4-BE49-F238E27FC236}">
                <a16:creationId xmlns:a16="http://schemas.microsoft.com/office/drawing/2014/main" id="{59245B57-DB93-48DD-918C-C1CD5D457C9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800" b="1"/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 b="1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800" b="1">
                <a:latin typeface="Tahoma" panose="020B0604030504040204" pitchFamily="34" charset="0"/>
              </a:rPr>
              <a:t>© A+ Computer Science  -  www.apluscompsci.com</a:t>
            </a:r>
          </a:p>
        </p:txBody>
      </p:sp>
      <p:sp>
        <p:nvSpPr>
          <p:cNvPr id="53251" name="WordArt 2">
            <a:extLst>
              <a:ext uri="{FF2B5EF4-FFF2-40B4-BE49-F238E27FC236}">
                <a16:creationId xmlns:a16="http://schemas.microsoft.com/office/drawing/2014/main" id="{F8CA01F0-95A2-4488-A602-C52211A3FD7E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762000" y="2362200"/>
            <a:ext cx="7391400" cy="19050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US" sz="3600" kern="10">
                <a:ln w="9525">
                  <a:solidFill>
                    <a:srgbClr val="FFFF00"/>
                  </a:solidFill>
                  <a:round/>
                  <a:headEnd type="none" w="sm" len="sm"/>
                  <a:tailEnd type="none" w="sm" len="sm"/>
                </a:ln>
                <a:solidFill>
                  <a:srgbClr val="0000FF"/>
                </a:solidFill>
                <a:effectLst>
                  <a:outerShdw dist="35921" dir="2700000" algn="ctr" rotWithShape="0">
                    <a:srgbClr val="C0C0C0">
                      <a:alpha val="79999"/>
                    </a:srgbClr>
                  </a:outerShdw>
                </a:effectLst>
                <a:latin typeface="Impact" panose="020B0806030902050204" pitchFamily="34" charset="0"/>
              </a:rPr>
              <a:t>Using Loops </a:t>
            </a:r>
          </a:p>
          <a:p>
            <a:pPr algn="ctr"/>
            <a:r>
              <a:rPr lang="en-US" sz="3600" kern="10">
                <a:ln w="9525">
                  <a:solidFill>
                    <a:srgbClr val="FFFF00"/>
                  </a:solidFill>
                  <a:round/>
                  <a:headEnd type="none" w="sm" len="sm"/>
                  <a:tailEnd type="none" w="sm" len="sm"/>
                </a:ln>
                <a:solidFill>
                  <a:srgbClr val="0000FF"/>
                </a:solidFill>
                <a:effectLst>
                  <a:outerShdw dist="35921" dir="2700000" algn="ctr" rotWithShape="0">
                    <a:srgbClr val="C0C0C0">
                      <a:alpha val="79999"/>
                    </a:srgbClr>
                  </a:outerShdw>
                </a:effectLst>
                <a:latin typeface="Impact" panose="020B0806030902050204" pitchFamily="34" charset="0"/>
              </a:rPr>
              <a:t>With Lists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98" name="Footer Placeholder 3">
            <a:extLst>
              <a:ext uri="{FF2B5EF4-FFF2-40B4-BE49-F238E27FC236}">
                <a16:creationId xmlns:a16="http://schemas.microsoft.com/office/drawing/2014/main" id="{DC91DDB1-5660-4FA6-9D9F-9452B3B61F38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800" b="1"/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 b="1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800" b="1">
                <a:latin typeface="Tahoma" panose="020B0604030504040204" pitchFamily="34" charset="0"/>
              </a:rPr>
              <a:t>© A+ Computer Science  -  www.apluscompsci.com</a:t>
            </a:r>
          </a:p>
        </p:txBody>
      </p:sp>
      <p:sp>
        <p:nvSpPr>
          <p:cNvPr id="55299" name="WordArt 2">
            <a:extLst>
              <a:ext uri="{FF2B5EF4-FFF2-40B4-BE49-F238E27FC236}">
                <a16:creationId xmlns:a16="http://schemas.microsoft.com/office/drawing/2014/main" id="{75BCA2D9-5EDE-43C6-BE9C-99852183B7AC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838200" y="533400"/>
            <a:ext cx="7162800" cy="8382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US" sz="3600" kern="10">
                <a:ln w="9525">
                  <a:solidFill>
                    <a:srgbClr val="FFFF00"/>
                  </a:solidFill>
                  <a:round/>
                  <a:headEnd type="none" w="sm" len="sm"/>
                  <a:tailEnd type="none" w="sm" len="sm"/>
                </a:ln>
                <a:solidFill>
                  <a:srgbClr val="0000FF">
                    <a:alpha val="72940"/>
                  </a:srgbClr>
                </a:solidFill>
                <a:effectLst>
                  <a:outerShdw dist="35921" dir="2700000" algn="ctr" rotWithShape="0">
                    <a:srgbClr val="C0C0C0"/>
                  </a:outerShdw>
                </a:effectLst>
                <a:latin typeface="Impact" panose="020B0806030902050204" pitchFamily="34" charset="0"/>
              </a:rPr>
              <a:t>Printing All Nodes</a:t>
            </a:r>
          </a:p>
        </p:txBody>
      </p:sp>
      <p:sp>
        <p:nvSpPr>
          <p:cNvPr id="55300" name="Rectangle 3">
            <a:extLst>
              <a:ext uri="{FF2B5EF4-FFF2-40B4-BE49-F238E27FC236}">
                <a16:creationId xmlns:a16="http://schemas.microsoft.com/office/drawing/2014/main" id="{324C29C3-4C27-4128-A145-5045A78F74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5800" y="1600200"/>
            <a:ext cx="7326313" cy="35083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2800" b="1">
                <a:latin typeface="Tahoma" panose="020B0604030504040204" pitchFamily="34" charset="0"/>
              </a:rPr>
              <a:t>ListNode x = new ListNode("10",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2800" b="1">
                <a:latin typeface="Tahoma" panose="020B0604030504040204" pitchFamily="34" charset="0"/>
              </a:rPr>
              <a:t>		     new ListNode("11",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2800" b="1">
                <a:latin typeface="Tahoma" panose="020B0604030504040204" pitchFamily="34" charset="0"/>
              </a:rPr>
              <a:t>		     new ListNode("12",null)));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en-US" sz="2800" b="1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2800" b="1">
                <a:latin typeface="Tahoma" panose="020B0604030504040204" pitchFamily="34" charset="0"/>
              </a:rPr>
              <a:t>while( x != null 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2800" b="1">
                <a:latin typeface="Tahoma" panose="020B0604030504040204" pitchFamily="34" charset="0"/>
              </a:rPr>
              <a:t>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2800" b="1">
                <a:latin typeface="Tahoma" panose="020B0604030504040204" pitchFamily="34" charset="0"/>
              </a:rPr>
              <a:t>   out.println( x.getValue() 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2800" b="1">
                <a:latin typeface="Tahoma" panose="020B0604030504040204" pitchFamily="34" charset="0"/>
              </a:rPr>
              <a:t>}</a:t>
            </a:r>
          </a:p>
        </p:txBody>
      </p:sp>
      <p:sp>
        <p:nvSpPr>
          <p:cNvPr id="55301" name="Text Box 4">
            <a:extLst>
              <a:ext uri="{FF2B5EF4-FFF2-40B4-BE49-F238E27FC236}">
                <a16:creationId xmlns:a16="http://schemas.microsoft.com/office/drawing/2014/main" id="{6F419529-A048-44A5-BED2-D65F3636EE1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58000" y="3810000"/>
            <a:ext cx="1981200" cy="2541588"/>
          </a:xfrm>
          <a:prstGeom prst="rect">
            <a:avLst/>
          </a:prstGeom>
          <a:noFill/>
          <a:ln w="12700">
            <a:solidFill>
              <a:srgbClr val="993300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  <a:buFontTx/>
              <a:buNone/>
            </a:pPr>
            <a:r>
              <a:rPr lang="en-US" altLang="en-US" b="1" u="sng">
                <a:solidFill>
                  <a:srgbClr val="FF0000"/>
                </a:solidFill>
                <a:latin typeface="Tahoma" panose="020B0604030504040204" pitchFamily="34" charset="0"/>
              </a:rPr>
              <a:t>OUTPUT</a:t>
            </a:r>
            <a:r>
              <a:rPr lang="en-US" altLang="en-US" b="1">
                <a:latin typeface="Tahoma" panose="020B0604030504040204" pitchFamily="34" charset="0"/>
              </a:rPr>
              <a:t>10</a:t>
            </a:r>
            <a:br>
              <a:rPr lang="en-US" altLang="en-US" b="1">
                <a:latin typeface="Tahoma" panose="020B0604030504040204" pitchFamily="34" charset="0"/>
              </a:rPr>
            </a:br>
            <a:r>
              <a:rPr lang="en-US" altLang="en-US" b="1">
                <a:latin typeface="Tahoma" panose="020B0604030504040204" pitchFamily="34" charset="0"/>
              </a:rPr>
              <a:t>10</a:t>
            </a:r>
            <a:br>
              <a:rPr lang="en-US" altLang="en-US" b="1">
                <a:latin typeface="Tahoma" panose="020B0604030504040204" pitchFamily="34" charset="0"/>
              </a:rPr>
            </a:br>
            <a:r>
              <a:rPr lang="en-US" altLang="en-US" b="1">
                <a:latin typeface="Tahoma" panose="020B0604030504040204" pitchFamily="34" charset="0"/>
              </a:rPr>
              <a:t>10</a:t>
            </a:r>
            <a:br>
              <a:rPr lang="en-US" altLang="en-US" b="1">
                <a:latin typeface="Tahoma" panose="020B0604030504040204" pitchFamily="34" charset="0"/>
              </a:rPr>
            </a:br>
            <a:r>
              <a:rPr lang="en-US" altLang="en-US" b="1">
                <a:latin typeface="Tahoma" panose="020B0604030504040204" pitchFamily="34" charset="0"/>
              </a:rPr>
              <a:t>. . 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94" name="Footer Placeholder 3">
            <a:extLst>
              <a:ext uri="{FF2B5EF4-FFF2-40B4-BE49-F238E27FC236}">
                <a16:creationId xmlns:a16="http://schemas.microsoft.com/office/drawing/2014/main" id="{DE901941-3D2A-46F8-8B54-CA582599E192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800" b="1"/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 b="1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800" b="1">
                <a:latin typeface="Tahoma" panose="020B0604030504040204" pitchFamily="34" charset="0"/>
              </a:rPr>
              <a:t>© A+ Computer Science  -  www.apluscompsci.com</a:t>
            </a:r>
          </a:p>
        </p:txBody>
      </p:sp>
      <p:sp>
        <p:nvSpPr>
          <p:cNvPr id="59395" name="WordArt 2">
            <a:extLst>
              <a:ext uri="{FF2B5EF4-FFF2-40B4-BE49-F238E27FC236}">
                <a16:creationId xmlns:a16="http://schemas.microsoft.com/office/drawing/2014/main" id="{2D00BD8B-720E-47D6-890A-5651EBF3D4D0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838200" y="533400"/>
            <a:ext cx="7162800" cy="8382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US" sz="3600" kern="10">
                <a:ln w="9525">
                  <a:solidFill>
                    <a:srgbClr val="FFFF00"/>
                  </a:solidFill>
                  <a:round/>
                  <a:headEnd type="none" w="sm" len="sm"/>
                  <a:tailEnd type="none" w="sm" len="sm"/>
                </a:ln>
                <a:solidFill>
                  <a:srgbClr val="0000FF">
                    <a:alpha val="72940"/>
                  </a:srgbClr>
                </a:solidFill>
                <a:effectLst>
                  <a:outerShdw dist="35921" dir="2700000" algn="ctr" rotWithShape="0">
                    <a:srgbClr val="C0C0C0"/>
                  </a:outerShdw>
                </a:effectLst>
                <a:latin typeface="Impact" panose="020B0806030902050204" pitchFamily="34" charset="0"/>
              </a:rPr>
              <a:t>Printing All Nodes</a:t>
            </a:r>
          </a:p>
        </p:txBody>
      </p:sp>
      <p:sp>
        <p:nvSpPr>
          <p:cNvPr id="59396" name="Rectangle 3">
            <a:extLst>
              <a:ext uri="{FF2B5EF4-FFF2-40B4-BE49-F238E27FC236}">
                <a16:creationId xmlns:a16="http://schemas.microsoft.com/office/drawing/2014/main" id="{2D7B41C7-10A1-49D3-947C-B6458739AF6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5800" y="1600200"/>
            <a:ext cx="7326313" cy="39354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2800" b="1">
                <a:latin typeface="Tahoma" panose="020B0604030504040204" pitchFamily="34" charset="0"/>
              </a:rPr>
              <a:t>ListNode x = new ListNode("10",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2800" b="1">
                <a:latin typeface="Tahoma" panose="020B0604030504040204" pitchFamily="34" charset="0"/>
              </a:rPr>
              <a:t>		     new ListNode("11",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2800" b="1">
                <a:latin typeface="Tahoma" panose="020B0604030504040204" pitchFamily="34" charset="0"/>
              </a:rPr>
              <a:t>		     new ListNode("12",null)));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en-US" sz="2800" b="1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2800" b="1">
                <a:latin typeface="Tahoma" panose="020B0604030504040204" pitchFamily="34" charset="0"/>
              </a:rPr>
              <a:t>while( x != null 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2800" b="1">
                <a:latin typeface="Tahoma" panose="020B0604030504040204" pitchFamily="34" charset="0"/>
              </a:rPr>
              <a:t>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2800" b="1">
                <a:latin typeface="Tahoma" panose="020B0604030504040204" pitchFamily="34" charset="0"/>
              </a:rPr>
              <a:t>   out.println( x.getValue() 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2800" b="1">
                <a:latin typeface="Tahoma" panose="020B0604030504040204" pitchFamily="34" charset="0"/>
              </a:rPr>
              <a:t>   </a:t>
            </a:r>
            <a:r>
              <a:rPr lang="en-US" altLang="en-US" sz="2800" b="1">
                <a:solidFill>
                  <a:srgbClr val="008000"/>
                </a:solidFill>
                <a:latin typeface="Tahoma" panose="020B0604030504040204" pitchFamily="34" charset="0"/>
              </a:rPr>
              <a:t>x = x.getNext();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2800" b="1">
                <a:latin typeface="Tahoma" panose="020B0604030504040204" pitchFamily="34" charset="0"/>
              </a:rPr>
              <a:t>}</a:t>
            </a:r>
          </a:p>
        </p:txBody>
      </p:sp>
      <p:sp>
        <p:nvSpPr>
          <p:cNvPr id="59397" name="Text Box 4">
            <a:extLst>
              <a:ext uri="{FF2B5EF4-FFF2-40B4-BE49-F238E27FC236}">
                <a16:creationId xmlns:a16="http://schemas.microsoft.com/office/drawing/2014/main" id="{8C9E15C1-FE6A-45C6-A0B1-55EFCC4B9AF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58000" y="3810000"/>
            <a:ext cx="1981200" cy="2054225"/>
          </a:xfrm>
          <a:prstGeom prst="rect">
            <a:avLst/>
          </a:prstGeom>
          <a:noFill/>
          <a:ln w="12700">
            <a:solidFill>
              <a:srgbClr val="993300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  <a:buFontTx/>
              <a:buNone/>
            </a:pPr>
            <a:r>
              <a:rPr lang="en-US" altLang="en-US" b="1" u="sng">
                <a:solidFill>
                  <a:srgbClr val="FF0000"/>
                </a:solidFill>
                <a:latin typeface="Tahoma" panose="020B0604030504040204" pitchFamily="34" charset="0"/>
              </a:rPr>
              <a:t>OUTPUT</a:t>
            </a:r>
            <a:r>
              <a:rPr lang="en-US" altLang="en-US" b="1">
                <a:latin typeface="Tahoma" panose="020B0604030504040204" pitchFamily="34" charset="0"/>
              </a:rPr>
              <a:t>10</a:t>
            </a:r>
            <a:br>
              <a:rPr lang="en-US" altLang="en-US" b="1">
                <a:latin typeface="Tahoma" panose="020B0604030504040204" pitchFamily="34" charset="0"/>
              </a:rPr>
            </a:br>
            <a:r>
              <a:rPr lang="en-US" altLang="en-US" b="1">
                <a:latin typeface="Tahoma" panose="020B0604030504040204" pitchFamily="34" charset="0"/>
              </a:rPr>
              <a:t>11</a:t>
            </a:r>
            <a:br>
              <a:rPr lang="en-US" altLang="en-US" b="1">
                <a:latin typeface="Tahoma" panose="020B0604030504040204" pitchFamily="34" charset="0"/>
              </a:rPr>
            </a:br>
            <a:r>
              <a:rPr lang="en-US" altLang="en-US" b="1">
                <a:latin typeface="Tahoma" panose="020B0604030504040204" pitchFamily="34" charset="0"/>
              </a:rPr>
              <a:t>12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90" name="Footer Placeholder 3">
            <a:extLst>
              <a:ext uri="{FF2B5EF4-FFF2-40B4-BE49-F238E27FC236}">
                <a16:creationId xmlns:a16="http://schemas.microsoft.com/office/drawing/2014/main" id="{692B78AA-5511-4609-9D7F-0AB6232D88D3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800" b="1"/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 b="1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800" b="1">
                <a:latin typeface="Tahoma" panose="020B0604030504040204" pitchFamily="34" charset="0"/>
              </a:rPr>
              <a:t>© A+ Computer Science  -  www.apluscompsci.com</a:t>
            </a:r>
          </a:p>
        </p:txBody>
      </p:sp>
      <p:sp>
        <p:nvSpPr>
          <p:cNvPr id="63491" name="WordArt 2">
            <a:extLst>
              <a:ext uri="{FF2B5EF4-FFF2-40B4-BE49-F238E27FC236}">
                <a16:creationId xmlns:a16="http://schemas.microsoft.com/office/drawing/2014/main" id="{0A58F576-B93E-4527-8563-FFFB3ADAF482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838200" y="533400"/>
            <a:ext cx="7162800" cy="8382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US" sz="3600" kern="10">
                <a:ln w="9525">
                  <a:solidFill>
                    <a:srgbClr val="FFFF00"/>
                  </a:solidFill>
                  <a:round/>
                  <a:headEnd type="none" w="sm" len="sm"/>
                  <a:tailEnd type="none" w="sm" len="sm"/>
                </a:ln>
                <a:solidFill>
                  <a:srgbClr val="0000FF">
                    <a:alpha val="72940"/>
                  </a:srgbClr>
                </a:solidFill>
                <a:effectLst>
                  <a:outerShdw dist="35921" dir="2700000" algn="ctr" rotWithShape="0">
                    <a:srgbClr val="C0C0C0"/>
                  </a:outerShdw>
                </a:effectLst>
                <a:latin typeface="Impact" panose="020B0806030902050204" pitchFamily="34" charset="0"/>
              </a:rPr>
              <a:t>Summing All Nodes</a:t>
            </a:r>
          </a:p>
        </p:txBody>
      </p:sp>
      <p:sp>
        <p:nvSpPr>
          <p:cNvPr id="63492" name="Rectangle 3">
            <a:extLst>
              <a:ext uri="{FF2B5EF4-FFF2-40B4-BE49-F238E27FC236}">
                <a16:creationId xmlns:a16="http://schemas.microsoft.com/office/drawing/2014/main" id="{99EAC22B-02DC-4E27-8801-CE25E60D671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5800" y="1600200"/>
            <a:ext cx="7026275" cy="47894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2800" b="1">
                <a:latin typeface="Tahoma" panose="020B0604030504040204" pitchFamily="34" charset="0"/>
              </a:rPr>
              <a:t>ListNode x = new ListNode(11,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2800" b="1">
                <a:latin typeface="Tahoma" panose="020B0604030504040204" pitchFamily="34" charset="0"/>
              </a:rPr>
              <a:t>		     new ListNode(8,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2800" b="1">
                <a:latin typeface="Tahoma" panose="020B0604030504040204" pitchFamily="34" charset="0"/>
              </a:rPr>
              <a:t>		     new ListNode(5,null)));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en-US" sz="2800" b="1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2800" b="1">
                <a:latin typeface="Tahoma" panose="020B0604030504040204" pitchFamily="34" charset="0"/>
              </a:rPr>
              <a:t>int sum=0;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2800" b="1">
                <a:latin typeface="Tahoma" panose="020B0604030504040204" pitchFamily="34" charset="0"/>
              </a:rPr>
              <a:t>while( x != null 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2800" b="1">
                <a:latin typeface="Tahoma" panose="020B0604030504040204" pitchFamily="34" charset="0"/>
              </a:rPr>
              <a:t>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2800" b="1">
                <a:latin typeface="Tahoma" panose="020B0604030504040204" pitchFamily="34" charset="0"/>
              </a:rPr>
              <a:t>   sum = sum + (Integer)x.getValue();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2800" b="1">
                <a:latin typeface="Tahoma" panose="020B0604030504040204" pitchFamily="34" charset="0"/>
              </a:rPr>
              <a:t>   x = x.getNext();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2800" b="1">
                <a:latin typeface="Tahoma" panose="020B0604030504040204" pitchFamily="34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2800" b="1">
                <a:latin typeface="Tahoma" panose="020B0604030504040204" pitchFamily="34" charset="0"/>
              </a:rPr>
              <a:t>out.println(sum);</a:t>
            </a:r>
          </a:p>
        </p:txBody>
      </p:sp>
      <p:sp>
        <p:nvSpPr>
          <p:cNvPr id="63493" name="Text Box 4">
            <a:extLst>
              <a:ext uri="{FF2B5EF4-FFF2-40B4-BE49-F238E27FC236}">
                <a16:creationId xmlns:a16="http://schemas.microsoft.com/office/drawing/2014/main" id="{2D83B299-E1D7-4FEF-A7DB-F5472526ACC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58000" y="3276600"/>
            <a:ext cx="1981200" cy="1079500"/>
          </a:xfrm>
          <a:prstGeom prst="rect">
            <a:avLst/>
          </a:prstGeom>
          <a:noFill/>
          <a:ln w="12700">
            <a:solidFill>
              <a:srgbClr val="993300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  <a:buFontTx/>
              <a:buNone/>
            </a:pPr>
            <a:r>
              <a:rPr lang="en-US" altLang="en-US" b="1" u="sng">
                <a:solidFill>
                  <a:srgbClr val="FF0000"/>
                </a:solidFill>
                <a:latin typeface="Tahoma" panose="020B0604030504040204" pitchFamily="34" charset="0"/>
              </a:rPr>
              <a:t>OUTPUT</a:t>
            </a:r>
            <a:r>
              <a:rPr lang="en-US" altLang="en-US" b="1">
                <a:latin typeface="Tahoma" panose="020B0604030504040204" pitchFamily="34" charset="0"/>
              </a:rPr>
              <a:t>24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86" name="Footer Placeholder 3">
            <a:extLst>
              <a:ext uri="{FF2B5EF4-FFF2-40B4-BE49-F238E27FC236}">
                <a16:creationId xmlns:a16="http://schemas.microsoft.com/office/drawing/2014/main" id="{84304D99-99E6-4446-B68F-025ECA2EF3D1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800" b="1"/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 b="1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800" b="1">
                <a:latin typeface="Tahoma" panose="020B0604030504040204" pitchFamily="34" charset="0"/>
              </a:rPr>
              <a:t>© A+ Computer Science  -  www.apluscompsci.com</a:t>
            </a:r>
          </a:p>
        </p:txBody>
      </p:sp>
      <p:sp>
        <p:nvSpPr>
          <p:cNvPr id="67587" name="WordArt 2">
            <a:extLst>
              <a:ext uri="{FF2B5EF4-FFF2-40B4-BE49-F238E27FC236}">
                <a16:creationId xmlns:a16="http://schemas.microsoft.com/office/drawing/2014/main" id="{99524BB6-17D0-485F-BA97-3AAC4870C657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762000" y="1447800"/>
            <a:ext cx="7391400" cy="35814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US" sz="3600" kern="10">
                <a:ln w="9525">
                  <a:solidFill>
                    <a:srgbClr val="FFFF00"/>
                  </a:solidFill>
                  <a:round/>
                  <a:headEnd type="none" w="sm" len="sm"/>
                  <a:tailEnd type="none" w="sm" len="sm"/>
                </a:ln>
                <a:solidFill>
                  <a:srgbClr val="0000FF"/>
                </a:solidFill>
                <a:effectLst>
                  <a:outerShdw dist="35921" dir="2700000" algn="ctr" rotWithShape="0">
                    <a:srgbClr val="C0C0C0">
                      <a:alpha val="79999"/>
                    </a:srgbClr>
                  </a:outerShdw>
                </a:effectLst>
                <a:latin typeface="Impact" panose="020B0806030902050204" pitchFamily="34" charset="0"/>
              </a:rPr>
              <a:t>Adding</a:t>
            </a:r>
          </a:p>
          <a:p>
            <a:pPr algn="ctr"/>
            <a:r>
              <a:rPr lang="en-US" sz="3600" kern="10">
                <a:ln w="9525">
                  <a:solidFill>
                    <a:srgbClr val="FFFF00"/>
                  </a:solidFill>
                  <a:round/>
                  <a:headEnd type="none" w="sm" len="sm"/>
                  <a:tailEnd type="none" w="sm" len="sm"/>
                </a:ln>
                <a:solidFill>
                  <a:srgbClr val="0000FF"/>
                </a:solidFill>
                <a:effectLst>
                  <a:outerShdw dist="35921" dir="2700000" algn="ctr" rotWithShape="0">
                    <a:srgbClr val="C0C0C0">
                      <a:alpha val="79999"/>
                    </a:srgbClr>
                  </a:outerShdw>
                </a:effectLst>
                <a:latin typeface="Impact" panose="020B0806030902050204" pitchFamily="34" charset="0"/>
              </a:rPr>
              <a:t>Nodes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34" name="Footer Placeholder 3">
            <a:extLst>
              <a:ext uri="{FF2B5EF4-FFF2-40B4-BE49-F238E27FC236}">
                <a16:creationId xmlns:a16="http://schemas.microsoft.com/office/drawing/2014/main" id="{87D8BBF8-377A-4401-8F7E-419470E6F9D7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800" b="1"/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 b="1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800" b="1">
                <a:latin typeface="Tahoma" panose="020B0604030504040204" pitchFamily="34" charset="0"/>
              </a:rPr>
              <a:t>© A+ Computer Science  -  www.apluscompsci.com</a:t>
            </a:r>
          </a:p>
        </p:txBody>
      </p:sp>
      <p:sp>
        <p:nvSpPr>
          <p:cNvPr id="69635" name="Rectangle 2">
            <a:extLst>
              <a:ext uri="{FF2B5EF4-FFF2-40B4-BE49-F238E27FC236}">
                <a16:creationId xmlns:a16="http://schemas.microsoft.com/office/drawing/2014/main" id="{A44AE894-FF41-472E-B370-52D3BCBB83A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1143000"/>
            <a:ext cx="1958975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800" b="1">
                <a:latin typeface="Courier New" panose="02070309020205020404" pitchFamily="49" charset="0"/>
              </a:rPr>
              <a:t>             </a:t>
            </a:r>
          </a:p>
        </p:txBody>
      </p:sp>
      <p:sp>
        <p:nvSpPr>
          <p:cNvPr id="69641" name="Text Box 19">
            <a:extLst>
              <a:ext uri="{FF2B5EF4-FFF2-40B4-BE49-F238E27FC236}">
                <a16:creationId xmlns:a16="http://schemas.microsoft.com/office/drawing/2014/main" id="{1E40844E-4D38-4316-8E46-41AD9EFC038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43000" y="4572000"/>
            <a:ext cx="6292107" cy="523220"/>
          </a:xfrm>
          <a:prstGeom prst="rect">
            <a:avLst/>
          </a:prstGeom>
          <a:noFill/>
          <a:ln w="12700">
            <a:solidFill>
              <a:srgbClr val="0000FF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2800" b="1" dirty="0">
                <a:solidFill>
                  <a:schemeClr val="accent2"/>
                </a:solidFill>
                <a:latin typeface="Tahoma" panose="020B0604030504040204" pitchFamily="34" charset="0"/>
              </a:rPr>
              <a:t>front = new </a:t>
            </a:r>
            <a:r>
              <a:rPr lang="en-US" altLang="en-US" sz="2800" b="1" dirty="0" err="1">
                <a:solidFill>
                  <a:schemeClr val="accent2"/>
                </a:solidFill>
                <a:latin typeface="Tahoma" panose="020B0604030504040204" pitchFamily="34" charset="0"/>
              </a:rPr>
              <a:t>ListNode</a:t>
            </a:r>
            <a:r>
              <a:rPr lang="en-US" altLang="en-US" sz="2800" b="1" dirty="0">
                <a:solidFill>
                  <a:schemeClr val="accent2"/>
                </a:solidFill>
                <a:latin typeface="Tahoma" panose="020B0604030504040204" pitchFamily="34" charset="0"/>
              </a:rPr>
              <a:t>("cat", null);</a:t>
            </a:r>
          </a:p>
        </p:txBody>
      </p:sp>
      <p:grpSp>
        <p:nvGrpSpPr>
          <p:cNvPr id="2" name="Group 1" descr="front = 0xF2&#10;0xF2 --&gt; cat, null&#10;Normal representation:&#10;front --&gt; cat --&gt; null">
            <a:extLst>
              <a:ext uri="{FF2B5EF4-FFF2-40B4-BE49-F238E27FC236}">
                <a16:creationId xmlns:a16="http://schemas.microsoft.com/office/drawing/2014/main" id="{24F219CB-A544-372E-F167-FD6E51CA2BFE}"/>
              </a:ext>
            </a:extLst>
          </p:cNvPr>
          <p:cNvGrpSpPr/>
          <p:nvPr/>
        </p:nvGrpSpPr>
        <p:grpSpPr>
          <a:xfrm>
            <a:off x="4343400" y="2514600"/>
            <a:ext cx="3220572" cy="1327150"/>
            <a:chOff x="4343400" y="2514600"/>
            <a:chExt cx="3220572" cy="1327150"/>
          </a:xfrm>
        </p:grpSpPr>
        <p:sp>
          <p:nvSpPr>
            <p:cNvPr id="69636" name="Rectangle 9">
              <a:extLst>
                <a:ext uri="{FF2B5EF4-FFF2-40B4-BE49-F238E27FC236}">
                  <a16:creationId xmlns:a16="http://schemas.microsoft.com/office/drawing/2014/main" id="{913A88A8-E2B0-4746-9DD9-0C554CAB255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62600" y="2895600"/>
              <a:ext cx="1905000" cy="838200"/>
            </a:xfrm>
            <a:prstGeom prst="rect">
              <a:avLst/>
            </a:prstGeom>
            <a:solidFill>
              <a:srgbClr val="CCFFFF"/>
            </a:solidFill>
            <a:ln w="12700">
              <a:solidFill>
                <a:schemeClr val="tx1"/>
              </a:solidFill>
              <a:miter lim="800000"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en-US" altLang="en-US" sz="2400">
                <a:latin typeface="Tahoma" panose="020B0604030504040204" pitchFamily="34" charset="0"/>
              </a:endParaRPr>
            </a:p>
          </p:txBody>
        </p:sp>
        <p:sp>
          <p:nvSpPr>
            <p:cNvPr id="69637" name="Rectangle 10">
              <a:extLst>
                <a:ext uri="{FF2B5EF4-FFF2-40B4-BE49-F238E27FC236}">
                  <a16:creationId xmlns:a16="http://schemas.microsoft.com/office/drawing/2014/main" id="{F33F6D2F-6BC3-494F-9601-E639D3E5AFA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477000" y="2895600"/>
              <a:ext cx="990600" cy="838200"/>
            </a:xfrm>
            <a:prstGeom prst="rect">
              <a:avLst/>
            </a:prstGeom>
            <a:solidFill>
              <a:srgbClr val="CCFFCC"/>
            </a:solidFill>
            <a:ln w="12700">
              <a:solidFill>
                <a:schemeClr val="tx1"/>
              </a:solidFill>
              <a:miter lim="800000"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US" altLang="en-US" sz="2000">
                <a:latin typeface="Tahoma" panose="020B0604030504040204" pitchFamily="34" charset="0"/>
              </a:endParaRPr>
            </a:p>
          </p:txBody>
        </p:sp>
        <p:sp>
          <p:nvSpPr>
            <p:cNvPr id="69639" name="Text Box 12">
              <a:extLst>
                <a:ext uri="{FF2B5EF4-FFF2-40B4-BE49-F238E27FC236}">
                  <a16:creationId xmlns:a16="http://schemas.microsoft.com/office/drawing/2014/main" id="{3B4124BB-72D2-4FB9-9C78-58F5799CEE1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638800" y="3124200"/>
              <a:ext cx="838200" cy="4572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 type="none" w="sm" len="sm"/>
                  <a:tailEnd type="none" w="sm" len="sm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2400" b="1">
                  <a:latin typeface="Tahoma" panose="020B0604030504040204" pitchFamily="34" charset="0"/>
                </a:rPr>
                <a:t>cat</a:t>
              </a:r>
            </a:p>
          </p:txBody>
        </p:sp>
        <p:sp>
          <p:nvSpPr>
            <p:cNvPr id="69640" name="Text Box 16">
              <a:extLst>
                <a:ext uri="{FF2B5EF4-FFF2-40B4-BE49-F238E27FC236}">
                  <a16:creationId xmlns:a16="http://schemas.microsoft.com/office/drawing/2014/main" id="{AA8B9557-9714-41E4-9D2E-BDC879790AD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573372" y="3124200"/>
              <a:ext cx="990600" cy="4572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 type="none" w="sm" len="sm"/>
                  <a:tailEnd type="none" w="sm" len="sm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2400" b="1" dirty="0">
                  <a:latin typeface="Tahoma" panose="020B0604030504040204" pitchFamily="34" charset="0"/>
                </a:rPr>
                <a:t>null</a:t>
              </a:r>
            </a:p>
          </p:txBody>
        </p:sp>
        <p:sp>
          <p:nvSpPr>
            <p:cNvPr id="69642" name="Text Box 20">
              <a:extLst>
                <a:ext uri="{FF2B5EF4-FFF2-40B4-BE49-F238E27FC236}">
                  <a16:creationId xmlns:a16="http://schemas.microsoft.com/office/drawing/2014/main" id="{4BD36D29-C325-4C74-98D4-2D522BA3357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343400" y="3048000"/>
              <a:ext cx="990600" cy="51911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 type="none" w="sm" len="sm"/>
                  <a:tailEnd type="none" w="sm" len="sm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2800">
                  <a:latin typeface="Tahoma" panose="020B0604030504040204" pitchFamily="34" charset="0"/>
                </a:rPr>
                <a:t>front</a:t>
              </a:r>
            </a:p>
          </p:txBody>
        </p:sp>
        <p:sp>
          <p:nvSpPr>
            <p:cNvPr id="69643" name="Text Box 21">
              <a:extLst>
                <a:ext uri="{FF2B5EF4-FFF2-40B4-BE49-F238E27FC236}">
                  <a16:creationId xmlns:a16="http://schemas.microsoft.com/office/drawing/2014/main" id="{0079C6D5-51E1-49B8-8A98-79366BD2468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343400" y="3505200"/>
              <a:ext cx="990600" cy="33655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 type="none" w="sm" len="sm"/>
                  <a:tailEnd type="none" w="sm" len="sm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1600" b="1">
                  <a:solidFill>
                    <a:srgbClr val="0000CC"/>
                  </a:solidFill>
                  <a:latin typeface="Tahoma" panose="020B0604030504040204" pitchFamily="34" charset="0"/>
                </a:rPr>
                <a:t>0xF2</a:t>
              </a:r>
            </a:p>
          </p:txBody>
        </p:sp>
        <p:sp>
          <p:nvSpPr>
            <p:cNvPr id="69644" name="Text Box 22">
              <a:extLst>
                <a:ext uri="{FF2B5EF4-FFF2-40B4-BE49-F238E27FC236}">
                  <a16:creationId xmlns:a16="http://schemas.microsoft.com/office/drawing/2014/main" id="{CBAECB9A-2C86-48A6-B583-D48D8449C54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019800" y="2514600"/>
              <a:ext cx="990600" cy="33655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 type="none" w="sm" len="sm"/>
                  <a:tailEnd type="none" w="sm" len="sm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1600" b="1">
                  <a:solidFill>
                    <a:srgbClr val="0000CC"/>
                  </a:solidFill>
                  <a:latin typeface="Tahoma" panose="020B0604030504040204" pitchFamily="34" charset="0"/>
                </a:rPr>
                <a:t>0xF2</a:t>
              </a:r>
            </a:p>
          </p:txBody>
        </p:sp>
      </p:grpSp>
      <p:sp>
        <p:nvSpPr>
          <p:cNvPr id="69645" name="WordArt 24">
            <a:extLst>
              <a:ext uri="{FF2B5EF4-FFF2-40B4-BE49-F238E27FC236}">
                <a16:creationId xmlns:a16="http://schemas.microsoft.com/office/drawing/2014/main" id="{7558B041-D1BA-4123-A6E4-618F04745053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1295400" y="609600"/>
            <a:ext cx="6553200" cy="10668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US" sz="3600" kern="10">
                <a:ln w="9525">
                  <a:solidFill>
                    <a:srgbClr val="FFFF00"/>
                  </a:solidFill>
                  <a:round/>
                  <a:headEnd type="none" w="sm" len="sm"/>
                  <a:tailEnd type="none" w="sm" len="sm"/>
                </a:ln>
                <a:solidFill>
                  <a:srgbClr val="0000FF">
                    <a:alpha val="72940"/>
                  </a:srgbClr>
                </a:solidFill>
                <a:effectLst>
                  <a:outerShdw dist="35921" dir="2700000" algn="ctr" rotWithShape="0">
                    <a:srgbClr val="C0C0C0"/>
                  </a:outerShdw>
                </a:effectLst>
                <a:latin typeface="Impact" panose="020B0806030902050204" pitchFamily="34" charset="0"/>
              </a:rPr>
              <a:t>add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82" name="Footer Placeholder 3">
            <a:extLst>
              <a:ext uri="{FF2B5EF4-FFF2-40B4-BE49-F238E27FC236}">
                <a16:creationId xmlns:a16="http://schemas.microsoft.com/office/drawing/2014/main" id="{0EB6099F-AABF-4965-BD3F-F402EDE99890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800" b="1"/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 b="1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800" b="1">
                <a:latin typeface="Tahoma" panose="020B0604030504040204" pitchFamily="34" charset="0"/>
              </a:rPr>
              <a:t>© A+ Computer Science  -  www.apluscompsci.com</a:t>
            </a:r>
          </a:p>
        </p:txBody>
      </p:sp>
      <p:sp>
        <p:nvSpPr>
          <p:cNvPr id="71683" name="Rectangle 2">
            <a:extLst>
              <a:ext uri="{FF2B5EF4-FFF2-40B4-BE49-F238E27FC236}">
                <a16:creationId xmlns:a16="http://schemas.microsoft.com/office/drawing/2014/main" id="{F40EEE06-FAD0-4188-8F85-84E70E935D7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1143000"/>
            <a:ext cx="1958975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800" b="1">
                <a:latin typeface="Courier New" panose="02070309020205020404" pitchFamily="49" charset="0"/>
              </a:rPr>
              <a:t>             </a:t>
            </a:r>
          </a:p>
        </p:txBody>
      </p:sp>
      <p:grpSp>
        <p:nvGrpSpPr>
          <p:cNvPr id="2" name="Group 1" descr="front = 0xF33&#10;0xF33 --&gt; dog, 0xF2&#10;0xF2 --&gt; cat, null&#10;&#10;Normal representation:&#10;front --&gt; dog --&gt; cat --&gt; null">
            <a:extLst>
              <a:ext uri="{FF2B5EF4-FFF2-40B4-BE49-F238E27FC236}">
                <a16:creationId xmlns:a16="http://schemas.microsoft.com/office/drawing/2014/main" id="{9DE390BD-749F-AA78-5C7D-A58FC891EBF5}"/>
              </a:ext>
            </a:extLst>
          </p:cNvPr>
          <p:cNvGrpSpPr/>
          <p:nvPr/>
        </p:nvGrpSpPr>
        <p:grpSpPr>
          <a:xfrm>
            <a:off x="1981200" y="2514600"/>
            <a:ext cx="5589496" cy="1250950"/>
            <a:chOff x="1981200" y="2514600"/>
            <a:chExt cx="5589496" cy="1250950"/>
          </a:xfrm>
        </p:grpSpPr>
        <p:sp>
          <p:nvSpPr>
            <p:cNvPr id="71684" name="Rectangle 6">
              <a:extLst>
                <a:ext uri="{FF2B5EF4-FFF2-40B4-BE49-F238E27FC236}">
                  <a16:creationId xmlns:a16="http://schemas.microsoft.com/office/drawing/2014/main" id="{2BE50758-8F94-49DC-8ED0-1A83A4CE8D7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124200" y="2895600"/>
              <a:ext cx="1905000" cy="838200"/>
            </a:xfrm>
            <a:prstGeom prst="rect">
              <a:avLst/>
            </a:prstGeom>
            <a:solidFill>
              <a:srgbClr val="CCFFFF"/>
            </a:solidFill>
            <a:ln w="12700">
              <a:solidFill>
                <a:schemeClr val="tx1"/>
              </a:solidFill>
              <a:miter lim="800000"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US" altLang="en-US" sz="2000">
                <a:latin typeface="Tahoma" panose="020B0604030504040204" pitchFamily="34" charset="0"/>
              </a:endParaRPr>
            </a:p>
          </p:txBody>
        </p:sp>
        <p:sp>
          <p:nvSpPr>
            <p:cNvPr id="71685" name="Rectangle 7">
              <a:extLst>
                <a:ext uri="{FF2B5EF4-FFF2-40B4-BE49-F238E27FC236}">
                  <a16:creationId xmlns:a16="http://schemas.microsoft.com/office/drawing/2014/main" id="{174B9809-B47D-464D-867F-C6A7119E715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38600" y="2895600"/>
              <a:ext cx="990600" cy="838200"/>
            </a:xfrm>
            <a:prstGeom prst="rect">
              <a:avLst/>
            </a:prstGeom>
            <a:solidFill>
              <a:srgbClr val="CCFFCC"/>
            </a:solidFill>
            <a:ln w="12700">
              <a:solidFill>
                <a:schemeClr val="tx1"/>
              </a:solidFill>
              <a:miter lim="800000"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US" altLang="en-US" sz="2000">
                <a:latin typeface="Tahoma" panose="020B0604030504040204" pitchFamily="34" charset="0"/>
              </a:endParaRPr>
            </a:p>
          </p:txBody>
        </p:sp>
        <p:sp>
          <p:nvSpPr>
            <p:cNvPr id="71686" name="Line 8">
              <a:extLst>
                <a:ext uri="{FF2B5EF4-FFF2-40B4-BE49-F238E27FC236}">
                  <a16:creationId xmlns:a16="http://schemas.microsoft.com/office/drawing/2014/main" id="{ED90A58A-9E6D-4396-A5A9-E6FD6B791AF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953000" y="3352800"/>
              <a:ext cx="457200" cy="0"/>
            </a:xfrm>
            <a:prstGeom prst="line">
              <a:avLst/>
            </a:prstGeom>
            <a:noFill/>
            <a:ln w="63500">
              <a:solidFill>
                <a:srgbClr val="FF0000"/>
              </a:solidFill>
              <a:round/>
              <a:headEnd type="none" w="sm" len="sm"/>
              <a:tailEnd type="triangl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1687" name="Rectangle 9">
              <a:extLst>
                <a:ext uri="{FF2B5EF4-FFF2-40B4-BE49-F238E27FC236}">
                  <a16:creationId xmlns:a16="http://schemas.microsoft.com/office/drawing/2014/main" id="{FE41F74F-4827-4E4E-85C7-CFF1E5E5AA5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62600" y="2895600"/>
              <a:ext cx="1905000" cy="838200"/>
            </a:xfrm>
            <a:prstGeom prst="rect">
              <a:avLst/>
            </a:prstGeom>
            <a:solidFill>
              <a:srgbClr val="CCFFFF"/>
            </a:solidFill>
            <a:ln w="12700">
              <a:solidFill>
                <a:schemeClr val="tx1"/>
              </a:solidFill>
              <a:miter lim="800000"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en-US" altLang="en-US" sz="2400">
                <a:latin typeface="Tahoma" panose="020B0604030504040204" pitchFamily="34" charset="0"/>
              </a:endParaRPr>
            </a:p>
          </p:txBody>
        </p:sp>
        <p:sp>
          <p:nvSpPr>
            <p:cNvPr id="71688" name="Rectangle 10">
              <a:extLst>
                <a:ext uri="{FF2B5EF4-FFF2-40B4-BE49-F238E27FC236}">
                  <a16:creationId xmlns:a16="http://schemas.microsoft.com/office/drawing/2014/main" id="{DFD0E51B-9D51-46F0-8E13-130065C9D7E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477000" y="2895600"/>
              <a:ext cx="990600" cy="838200"/>
            </a:xfrm>
            <a:prstGeom prst="rect">
              <a:avLst/>
            </a:prstGeom>
            <a:solidFill>
              <a:srgbClr val="CCFFCC"/>
            </a:solidFill>
            <a:ln w="12700">
              <a:solidFill>
                <a:schemeClr val="tx1"/>
              </a:solidFill>
              <a:miter lim="800000"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US" altLang="en-US" sz="2000">
                <a:latin typeface="Tahoma" panose="020B0604030504040204" pitchFamily="34" charset="0"/>
              </a:endParaRPr>
            </a:p>
          </p:txBody>
        </p:sp>
        <p:sp>
          <p:nvSpPr>
            <p:cNvPr id="71690" name="Text Box 12">
              <a:extLst>
                <a:ext uri="{FF2B5EF4-FFF2-40B4-BE49-F238E27FC236}">
                  <a16:creationId xmlns:a16="http://schemas.microsoft.com/office/drawing/2014/main" id="{232BBAAF-6359-49E6-AF66-8E51B42AA94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638800" y="3124200"/>
              <a:ext cx="838200" cy="4572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 type="none" w="sm" len="sm"/>
                  <a:tailEnd type="none" w="sm" len="sm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2400" b="1">
                  <a:latin typeface="Tahoma" panose="020B0604030504040204" pitchFamily="34" charset="0"/>
                </a:rPr>
                <a:t>cat</a:t>
              </a:r>
            </a:p>
          </p:txBody>
        </p:sp>
        <p:sp>
          <p:nvSpPr>
            <p:cNvPr id="71691" name="Text Box 13">
              <a:extLst>
                <a:ext uri="{FF2B5EF4-FFF2-40B4-BE49-F238E27FC236}">
                  <a16:creationId xmlns:a16="http://schemas.microsoft.com/office/drawing/2014/main" id="{966892D3-75F4-4410-AB0D-988FDD90CFA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200400" y="3124200"/>
              <a:ext cx="838200" cy="4572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 type="none" w="sm" len="sm"/>
                  <a:tailEnd type="none" w="sm" len="sm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2400" b="1">
                  <a:latin typeface="Tahoma" panose="020B0604030504040204" pitchFamily="34" charset="0"/>
                </a:rPr>
                <a:t>dog</a:t>
              </a:r>
            </a:p>
          </p:txBody>
        </p:sp>
        <p:sp>
          <p:nvSpPr>
            <p:cNvPr id="71692" name="Text Box 16">
              <a:extLst>
                <a:ext uri="{FF2B5EF4-FFF2-40B4-BE49-F238E27FC236}">
                  <a16:creationId xmlns:a16="http://schemas.microsoft.com/office/drawing/2014/main" id="{92169B3E-D055-409F-9D0D-2DAEC579D3C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580096" y="3131110"/>
              <a:ext cx="990600" cy="4572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 type="none" w="sm" len="sm"/>
                  <a:tailEnd type="none" w="sm" len="sm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2400" b="1" dirty="0">
                  <a:latin typeface="Tahoma" panose="020B0604030504040204" pitchFamily="34" charset="0"/>
                </a:rPr>
                <a:t>null</a:t>
              </a:r>
            </a:p>
          </p:txBody>
        </p:sp>
        <p:sp>
          <p:nvSpPr>
            <p:cNvPr id="71693" name="Text Box 21">
              <a:extLst>
                <a:ext uri="{FF2B5EF4-FFF2-40B4-BE49-F238E27FC236}">
                  <a16:creationId xmlns:a16="http://schemas.microsoft.com/office/drawing/2014/main" id="{F58DBD64-EE54-4069-9C63-D7C1E85D062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981200" y="3048000"/>
              <a:ext cx="990600" cy="51911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 type="none" w="sm" len="sm"/>
                  <a:tailEnd type="none" w="sm" len="sm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2800">
                  <a:latin typeface="Tahoma" panose="020B0604030504040204" pitchFamily="34" charset="0"/>
                </a:rPr>
                <a:t>front</a:t>
              </a:r>
            </a:p>
          </p:txBody>
        </p:sp>
        <p:sp>
          <p:nvSpPr>
            <p:cNvPr id="71694" name="Text Box 22">
              <a:extLst>
                <a:ext uri="{FF2B5EF4-FFF2-40B4-BE49-F238E27FC236}">
                  <a16:creationId xmlns:a16="http://schemas.microsoft.com/office/drawing/2014/main" id="{42500536-2DFD-40CD-AE6F-894EDB151EC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019800" y="2514600"/>
              <a:ext cx="990600" cy="33655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 type="none" w="sm" len="sm"/>
                  <a:tailEnd type="none" w="sm" len="sm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1600" b="1">
                  <a:solidFill>
                    <a:srgbClr val="0000CC"/>
                  </a:solidFill>
                  <a:latin typeface="Tahoma" panose="020B0604030504040204" pitchFamily="34" charset="0"/>
                </a:rPr>
                <a:t>0xF2</a:t>
              </a:r>
            </a:p>
          </p:txBody>
        </p:sp>
        <p:sp>
          <p:nvSpPr>
            <p:cNvPr id="71695" name="Text Box 23">
              <a:extLst>
                <a:ext uri="{FF2B5EF4-FFF2-40B4-BE49-F238E27FC236}">
                  <a16:creationId xmlns:a16="http://schemas.microsoft.com/office/drawing/2014/main" id="{48A9B8FF-686E-474D-A0DF-2F5B9AD2255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267200" y="3200400"/>
              <a:ext cx="990600" cy="33655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 type="none" w="sm" len="sm"/>
                  <a:tailEnd type="none" w="sm" len="sm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1600" b="1">
                  <a:solidFill>
                    <a:srgbClr val="0000CC"/>
                  </a:solidFill>
                  <a:latin typeface="Tahoma" panose="020B0604030504040204" pitchFamily="34" charset="0"/>
                </a:rPr>
                <a:t>0xF2</a:t>
              </a:r>
            </a:p>
          </p:txBody>
        </p:sp>
        <p:sp>
          <p:nvSpPr>
            <p:cNvPr id="71696" name="Text Box 24">
              <a:extLst>
                <a:ext uri="{FF2B5EF4-FFF2-40B4-BE49-F238E27FC236}">
                  <a16:creationId xmlns:a16="http://schemas.microsoft.com/office/drawing/2014/main" id="{2ABD523D-F3AC-4528-983B-016C52440F5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981200" y="3429000"/>
              <a:ext cx="990600" cy="33655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 type="none" w="sm" len="sm"/>
                  <a:tailEnd type="none" w="sm" len="sm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1600" b="1">
                  <a:solidFill>
                    <a:srgbClr val="0000CC"/>
                  </a:solidFill>
                  <a:latin typeface="Tahoma" panose="020B0604030504040204" pitchFamily="34" charset="0"/>
                </a:rPr>
                <a:t>0xF33</a:t>
              </a:r>
            </a:p>
          </p:txBody>
        </p:sp>
        <p:sp>
          <p:nvSpPr>
            <p:cNvPr id="71697" name="Text Box 25">
              <a:extLst>
                <a:ext uri="{FF2B5EF4-FFF2-40B4-BE49-F238E27FC236}">
                  <a16:creationId xmlns:a16="http://schemas.microsoft.com/office/drawing/2014/main" id="{943FD49A-FC93-4E42-9221-6403E0E11EA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57600" y="2514600"/>
              <a:ext cx="990600" cy="33655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 type="none" w="sm" len="sm"/>
                  <a:tailEnd type="none" w="sm" len="sm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1600" b="1">
                  <a:solidFill>
                    <a:srgbClr val="0000CC"/>
                  </a:solidFill>
                  <a:latin typeface="Tahoma" panose="020B0604030504040204" pitchFamily="34" charset="0"/>
                </a:rPr>
                <a:t>0xF33</a:t>
              </a:r>
            </a:p>
          </p:txBody>
        </p:sp>
      </p:grpSp>
      <p:sp>
        <p:nvSpPr>
          <p:cNvPr id="71698" name="Text Box 30">
            <a:extLst>
              <a:ext uri="{FF2B5EF4-FFF2-40B4-BE49-F238E27FC236}">
                <a16:creationId xmlns:a16="http://schemas.microsoft.com/office/drawing/2014/main" id="{B37A3CCE-9FD8-4F41-9D8E-F0F9B985584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43000" y="4572000"/>
            <a:ext cx="6883616" cy="523220"/>
          </a:xfrm>
          <a:prstGeom prst="rect">
            <a:avLst/>
          </a:prstGeom>
          <a:noFill/>
          <a:ln w="12700">
            <a:solidFill>
              <a:srgbClr val="0000FF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2800" b="1" dirty="0">
                <a:solidFill>
                  <a:schemeClr val="accent2"/>
                </a:solidFill>
                <a:latin typeface="Tahoma" panose="020B0604030504040204" pitchFamily="34" charset="0"/>
              </a:rPr>
              <a:t>front = new </a:t>
            </a:r>
            <a:r>
              <a:rPr lang="en-US" altLang="en-US" sz="2800" b="1" dirty="0" err="1">
                <a:solidFill>
                  <a:schemeClr val="accent2"/>
                </a:solidFill>
                <a:latin typeface="Tahoma" panose="020B0604030504040204" pitchFamily="34" charset="0"/>
              </a:rPr>
              <a:t>ListNode</a:t>
            </a:r>
            <a:r>
              <a:rPr lang="en-US" altLang="en-US" sz="2800" b="1" dirty="0">
                <a:solidFill>
                  <a:schemeClr val="accent2"/>
                </a:solidFill>
                <a:latin typeface="Tahoma" panose="020B0604030504040204" pitchFamily="34" charset="0"/>
              </a:rPr>
              <a:t> ("dog", front);</a:t>
            </a:r>
          </a:p>
        </p:txBody>
      </p:sp>
      <p:sp>
        <p:nvSpPr>
          <p:cNvPr id="71699" name="WordArt 31">
            <a:extLst>
              <a:ext uri="{FF2B5EF4-FFF2-40B4-BE49-F238E27FC236}">
                <a16:creationId xmlns:a16="http://schemas.microsoft.com/office/drawing/2014/main" id="{422EE3EB-BADA-4730-A2BF-F9F167AB3534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1295400" y="457200"/>
            <a:ext cx="6553200" cy="10668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US" sz="3600" kern="10">
                <a:ln w="9525">
                  <a:solidFill>
                    <a:srgbClr val="FFFF00"/>
                  </a:solidFill>
                  <a:round/>
                  <a:headEnd type="none" w="sm" len="sm"/>
                  <a:tailEnd type="none" w="sm" len="sm"/>
                </a:ln>
                <a:solidFill>
                  <a:srgbClr val="0000FF">
                    <a:alpha val="72940"/>
                  </a:srgbClr>
                </a:solidFill>
                <a:effectLst>
                  <a:outerShdw dist="35921" dir="2700000" algn="ctr" rotWithShape="0">
                    <a:srgbClr val="C0C0C0"/>
                  </a:outerShdw>
                </a:effectLst>
                <a:latin typeface="Impact" panose="020B0806030902050204" pitchFamily="34" charset="0"/>
              </a:rPr>
              <a:t>add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30" name="Footer Placeholder 3">
            <a:extLst>
              <a:ext uri="{FF2B5EF4-FFF2-40B4-BE49-F238E27FC236}">
                <a16:creationId xmlns:a16="http://schemas.microsoft.com/office/drawing/2014/main" id="{D4966E99-3043-4723-A101-F1033BD7255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800" b="1"/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 b="1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800" b="1">
                <a:latin typeface="Tahoma" panose="020B0604030504040204" pitchFamily="34" charset="0"/>
              </a:rPr>
              <a:t>© A+ Computer Science  -  www.apluscompsci.com</a:t>
            </a:r>
          </a:p>
        </p:txBody>
      </p:sp>
      <p:sp>
        <p:nvSpPr>
          <p:cNvPr id="73731" name="Rectangle 2">
            <a:extLst>
              <a:ext uri="{FF2B5EF4-FFF2-40B4-BE49-F238E27FC236}">
                <a16:creationId xmlns:a16="http://schemas.microsoft.com/office/drawing/2014/main" id="{E6E5568C-0639-418D-976A-DCF0775C760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1143000"/>
            <a:ext cx="1958975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800" b="1">
                <a:latin typeface="Courier New" panose="02070309020205020404" pitchFamily="49" charset="0"/>
              </a:rPr>
              <a:t>             </a:t>
            </a:r>
          </a:p>
        </p:txBody>
      </p:sp>
      <p:grpSp>
        <p:nvGrpSpPr>
          <p:cNvPr id="2" name="Group 1" descr="front = 0xF17&#10;0xF17 --&gt; pig, 0xF33&#10;0xF33 --&gt; dog, 0xF2&#10;0xF2 --&gt; cat, null&#10;&#10;Normal representation:&#10;front --&gt; pig --&gt; dog --&gt; cat --&gt; null">
            <a:extLst>
              <a:ext uri="{FF2B5EF4-FFF2-40B4-BE49-F238E27FC236}">
                <a16:creationId xmlns:a16="http://schemas.microsoft.com/office/drawing/2014/main" id="{E4D52452-B3CA-9C01-21B3-F6F3D6F36AE2}"/>
              </a:ext>
            </a:extLst>
          </p:cNvPr>
          <p:cNvGrpSpPr/>
          <p:nvPr/>
        </p:nvGrpSpPr>
        <p:grpSpPr>
          <a:xfrm>
            <a:off x="304800" y="2514600"/>
            <a:ext cx="7810500" cy="1250950"/>
            <a:chOff x="304800" y="2514600"/>
            <a:chExt cx="7810500" cy="1250950"/>
          </a:xfrm>
        </p:grpSpPr>
        <p:sp>
          <p:nvSpPr>
            <p:cNvPr id="73732" name="Rectangle 13">
              <a:extLst>
                <a:ext uri="{FF2B5EF4-FFF2-40B4-BE49-F238E27FC236}">
                  <a16:creationId xmlns:a16="http://schemas.microsoft.com/office/drawing/2014/main" id="{1B24CD4C-3E95-4AF8-8BE4-61A5CA53163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95400" y="2895600"/>
              <a:ext cx="1905000" cy="838200"/>
            </a:xfrm>
            <a:prstGeom prst="rect">
              <a:avLst/>
            </a:prstGeom>
            <a:solidFill>
              <a:srgbClr val="CCFFFF"/>
            </a:solidFill>
            <a:ln w="12700">
              <a:solidFill>
                <a:schemeClr val="tx1"/>
              </a:solidFill>
              <a:miter lim="800000"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US" altLang="en-US" sz="2000">
                <a:latin typeface="Tahoma" panose="020B0604030504040204" pitchFamily="34" charset="0"/>
              </a:endParaRPr>
            </a:p>
          </p:txBody>
        </p:sp>
        <p:sp>
          <p:nvSpPr>
            <p:cNvPr id="73733" name="Rectangle 14">
              <a:extLst>
                <a:ext uri="{FF2B5EF4-FFF2-40B4-BE49-F238E27FC236}">
                  <a16:creationId xmlns:a16="http://schemas.microsoft.com/office/drawing/2014/main" id="{2BB03E62-91EA-43BC-8167-7FB9DE32DD9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209800" y="2895600"/>
              <a:ext cx="990600" cy="838200"/>
            </a:xfrm>
            <a:prstGeom prst="rect">
              <a:avLst/>
            </a:prstGeom>
            <a:solidFill>
              <a:srgbClr val="CCFFCC"/>
            </a:solidFill>
            <a:ln w="12700">
              <a:solidFill>
                <a:schemeClr val="tx1"/>
              </a:solidFill>
              <a:miter lim="800000"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US" altLang="en-US" sz="2000">
                <a:latin typeface="Tahoma" panose="020B0604030504040204" pitchFamily="34" charset="0"/>
              </a:endParaRPr>
            </a:p>
          </p:txBody>
        </p:sp>
        <p:sp>
          <p:nvSpPr>
            <p:cNvPr id="73734" name="Line 15">
              <a:extLst>
                <a:ext uri="{FF2B5EF4-FFF2-40B4-BE49-F238E27FC236}">
                  <a16:creationId xmlns:a16="http://schemas.microsoft.com/office/drawing/2014/main" id="{0BA8D338-883A-4930-A91E-B11993CE616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124200" y="3352800"/>
              <a:ext cx="457200" cy="0"/>
            </a:xfrm>
            <a:prstGeom prst="line">
              <a:avLst/>
            </a:prstGeom>
            <a:noFill/>
            <a:ln w="63500">
              <a:solidFill>
                <a:srgbClr val="FF0000"/>
              </a:solidFill>
              <a:round/>
              <a:headEnd type="none" w="sm" len="sm"/>
              <a:tailEnd type="triangl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735" name="Rectangle 16">
              <a:extLst>
                <a:ext uri="{FF2B5EF4-FFF2-40B4-BE49-F238E27FC236}">
                  <a16:creationId xmlns:a16="http://schemas.microsoft.com/office/drawing/2014/main" id="{1D374B6A-33A5-4B6F-A5BA-FDF7E8CE1AA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57600" y="2895600"/>
              <a:ext cx="1905000" cy="838200"/>
            </a:xfrm>
            <a:prstGeom prst="rect">
              <a:avLst/>
            </a:prstGeom>
            <a:solidFill>
              <a:srgbClr val="CCFFFF"/>
            </a:solidFill>
            <a:ln w="12700">
              <a:solidFill>
                <a:schemeClr val="tx1"/>
              </a:solidFill>
              <a:miter lim="800000"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US" altLang="en-US" sz="2000">
                <a:latin typeface="Tahoma" panose="020B0604030504040204" pitchFamily="34" charset="0"/>
              </a:endParaRPr>
            </a:p>
          </p:txBody>
        </p:sp>
        <p:sp>
          <p:nvSpPr>
            <p:cNvPr id="73736" name="Rectangle 17">
              <a:extLst>
                <a:ext uri="{FF2B5EF4-FFF2-40B4-BE49-F238E27FC236}">
                  <a16:creationId xmlns:a16="http://schemas.microsoft.com/office/drawing/2014/main" id="{7BCF5846-3034-4FFE-9B59-E82B6D3B2DA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72000" y="2895600"/>
              <a:ext cx="990600" cy="838200"/>
            </a:xfrm>
            <a:prstGeom prst="rect">
              <a:avLst/>
            </a:prstGeom>
            <a:solidFill>
              <a:srgbClr val="CCFFCC"/>
            </a:solidFill>
            <a:ln w="12700">
              <a:solidFill>
                <a:schemeClr val="tx1"/>
              </a:solidFill>
              <a:miter lim="800000"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US" altLang="en-US" sz="2000">
                <a:latin typeface="Tahoma" panose="020B0604030504040204" pitchFamily="34" charset="0"/>
              </a:endParaRPr>
            </a:p>
          </p:txBody>
        </p:sp>
        <p:sp>
          <p:nvSpPr>
            <p:cNvPr id="73737" name="Line 18">
              <a:extLst>
                <a:ext uri="{FF2B5EF4-FFF2-40B4-BE49-F238E27FC236}">
                  <a16:creationId xmlns:a16="http://schemas.microsoft.com/office/drawing/2014/main" id="{6390ABB3-5B93-4D36-A483-5AF5CF6ADA1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486400" y="3352800"/>
              <a:ext cx="457200" cy="0"/>
            </a:xfrm>
            <a:prstGeom prst="line">
              <a:avLst/>
            </a:prstGeom>
            <a:noFill/>
            <a:ln w="63500">
              <a:solidFill>
                <a:srgbClr val="FF0000"/>
              </a:solidFill>
              <a:round/>
              <a:headEnd type="none" w="sm" len="sm"/>
              <a:tailEnd type="triangl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738" name="Rectangle 19">
              <a:extLst>
                <a:ext uri="{FF2B5EF4-FFF2-40B4-BE49-F238E27FC236}">
                  <a16:creationId xmlns:a16="http://schemas.microsoft.com/office/drawing/2014/main" id="{980ACEFE-1362-46FD-BDCB-6E211ADA756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096000" y="2895600"/>
              <a:ext cx="1905000" cy="838200"/>
            </a:xfrm>
            <a:prstGeom prst="rect">
              <a:avLst/>
            </a:prstGeom>
            <a:solidFill>
              <a:srgbClr val="CCFFFF"/>
            </a:solidFill>
            <a:ln w="12700">
              <a:solidFill>
                <a:schemeClr val="tx1"/>
              </a:solidFill>
              <a:miter lim="800000"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en-US" altLang="en-US" sz="2400">
                <a:latin typeface="Tahoma" panose="020B0604030504040204" pitchFamily="34" charset="0"/>
              </a:endParaRPr>
            </a:p>
          </p:txBody>
        </p:sp>
        <p:sp>
          <p:nvSpPr>
            <p:cNvPr id="73739" name="Rectangle 20">
              <a:extLst>
                <a:ext uri="{FF2B5EF4-FFF2-40B4-BE49-F238E27FC236}">
                  <a16:creationId xmlns:a16="http://schemas.microsoft.com/office/drawing/2014/main" id="{F5B7DD40-AD8C-40E0-AD11-B440BEBF389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010400" y="2895600"/>
              <a:ext cx="990600" cy="838200"/>
            </a:xfrm>
            <a:prstGeom prst="rect">
              <a:avLst/>
            </a:prstGeom>
            <a:solidFill>
              <a:srgbClr val="CCFFCC"/>
            </a:solidFill>
            <a:ln w="12700">
              <a:solidFill>
                <a:schemeClr val="tx1"/>
              </a:solidFill>
              <a:miter lim="800000"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US" altLang="en-US" sz="2000">
                <a:latin typeface="Tahoma" panose="020B0604030504040204" pitchFamily="34" charset="0"/>
              </a:endParaRPr>
            </a:p>
          </p:txBody>
        </p:sp>
        <p:sp>
          <p:nvSpPr>
            <p:cNvPr id="73741" name="Text Box 22">
              <a:extLst>
                <a:ext uri="{FF2B5EF4-FFF2-40B4-BE49-F238E27FC236}">
                  <a16:creationId xmlns:a16="http://schemas.microsoft.com/office/drawing/2014/main" id="{C2ABE3C7-5A75-4314-861D-DD57ADD4F53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172200" y="3124200"/>
              <a:ext cx="838200" cy="4572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 type="none" w="sm" len="sm"/>
                  <a:tailEnd type="none" w="sm" len="sm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2400" b="1">
                  <a:latin typeface="Tahoma" panose="020B0604030504040204" pitchFamily="34" charset="0"/>
                </a:rPr>
                <a:t>cat</a:t>
              </a:r>
            </a:p>
          </p:txBody>
        </p:sp>
        <p:sp>
          <p:nvSpPr>
            <p:cNvPr id="73742" name="Text Box 23">
              <a:extLst>
                <a:ext uri="{FF2B5EF4-FFF2-40B4-BE49-F238E27FC236}">
                  <a16:creationId xmlns:a16="http://schemas.microsoft.com/office/drawing/2014/main" id="{0F2E32B2-D6F3-4689-98C1-718CFA45B79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733800" y="3124200"/>
              <a:ext cx="838200" cy="4572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 type="none" w="sm" len="sm"/>
                  <a:tailEnd type="none" w="sm" len="sm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2400" b="1">
                  <a:latin typeface="Tahoma" panose="020B0604030504040204" pitchFamily="34" charset="0"/>
                </a:rPr>
                <a:t>dog</a:t>
              </a:r>
            </a:p>
          </p:txBody>
        </p:sp>
        <p:sp>
          <p:nvSpPr>
            <p:cNvPr id="73743" name="Text Box 24">
              <a:extLst>
                <a:ext uri="{FF2B5EF4-FFF2-40B4-BE49-F238E27FC236}">
                  <a16:creationId xmlns:a16="http://schemas.microsoft.com/office/drawing/2014/main" id="{E9CA6B9C-5C28-4099-A778-63E4E4F1415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371600" y="3124200"/>
              <a:ext cx="838200" cy="4572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 type="none" w="sm" len="sm"/>
                  <a:tailEnd type="none" w="sm" len="sm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2400" b="1">
                  <a:latin typeface="Tahoma" panose="020B0604030504040204" pitchFamily="34" charset="0"/>
                </a:rPr>
                <a:t>pig</a:t>
              </a:r>
            </a:p>
          </p:txBody>
        </p:sp>
        <p:sp>
          <p:nvSpPr>
            <p:cNvPr id="73744" name="Text Box 26">
              <a:extLst>
                <a:ext uri="{FF2B5EF4-FFF2-40B4-BE49-F238E27FC236}">
                  <a16:creationId xmlns:a16="http://schemas.microsoft.com/office/drawing/2014/main" id="{55E3B61A-0295-48FE-99B5-C0849C0CC25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124700" y="3124200"/>
              <a:ext cx="990600" cy="4572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 type="none" w="sm" len="sm"/>
                  <a:tailEnd type="none" w="sm" len="sm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2400" b="1" dirty="0">
                  <a:latin typeface="Tahoma" panose="020B0604030504040204" pitchFamily="34" charset="0"/>
                </a:rPr>
                <a:t>null</a:t>
              </a:r>
            </a:p>
          </p:txBody>
        </p:sp>
        <p:sp>
          <p:nvSpPr>
            <p:cNvPr id="73745" name="Text Box 30">
              <a:extLst>
                <a:ext uri="{FF2B5EF4-FFF2-40B4-BE49-F238E27FC236}">
                  <a16:creationId xmlns:a16="http://schemas.microsoft.com/office/drawing/2014/main" id="{92A696E1-F586-4BF4-B830-9BD29C94332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04800" y="2971800"/>
              <a:ext cx="990600" cy="51911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 type="none" w="sm" len="sm"/>
                  <a:tailEnd type="none" w="sm" len="sm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2800">
                  <a:latin typeface="Tahoma" panose="020B0604030504040204" pitchFamily="34" charset="0"/>
                </a:rPr>
                <a:t>front</a:t>
              </a:r>
            </a:p>
          </p:txBody>
        </p:sp>
        <p:sp>
          <p:nvSpPr>
            <p:cNvPr id="73746" name="Text Box 31">
              <a:extLst>
                <a:ext uri="{FF2B5EF4-FFF2-40B4-BE49-F238E27FC236}">
                  <a16:creationId xmlns:a16="http://schemas.microsoft.com/office/drawing/2014/main" id="{A5E4255F-16EC-48A5-8DE4-AA5643A27AB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114800" y="2514600"/>
              <a:ext cx="990600" cy="33655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 type="none" w="sm" len="sm"/>
                  <a:tailEnd type="none" w="sm" len="sm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1600" b="1">
                  <a:solidFill>
                    <a:srgbClr val="0000CC"/>
                  </a:solidFill>
                  <a:latin typeface="Tahoma" panose="020B0604030504040204" pitchFamily="34" charset="0"/>
                </a:rPr>
                <a:t>0xF33</a:t>
              </a:r>
            </a:p>
          </p:txBody>
        </p:sp>
        <p:sp>
          <p:nvSpPr>
            <p:cNvPr id="73747" name="Text Box 32">
              <a:extLst>
                <a:ext uri="{FF2B5EF4-FFF2-40B4-BE49-F238E27FC236}">
                  <a16:creationId xmlns:a16="http://schemas.microsoft.com/office/drawing/2014/main" id="{3B06477F-1A81-42CD-A617-B0A94577557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629400" y="2514600"/>
              <a:ext cx="990600" cy="33655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 type="none" w="sm" len="sm"/>
                  <a:tailEnd type="none" w="sm" len="sm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1600" b="1">
                  <a:solidFill>
                    <a:srgbClr val="0000CC"/>
                  </a:solidFill>
                  <a:latin typeface="Tahoma" panose="020B0604030504040204" pitchFamily="34" charset="0"/>
                </a:rPr>
                <a:t>0xF2</a:t>
              </a:r>
            </a:p>
          </p:txBody>
        </p:sp>
        <p:sp>
          <p:nvSpPr>
            <p:cNvPr id="73748" name="Text Box 33">
              <a:extLst>
                <a:ext uri="{FF2B5EF4-FFF2-40B4-BE49-F238E27FC236}">
                  <a16:creationId xmlns:a16="http://schemas.microsoft.com/office/drawing/2014/main" id="{106DC784-7D91-4CEE-AA1C-C4B0C60A05E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724400" y="3200400"/>
              <a:ext cx="990600" cy="33655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 type="none" w="sm" len="sm"/>
                  <a:tailEnd type="none" w="sm" len="sm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1600" b="1">
                  <a:solidFill>
                    <a:srgbClr val="0000CC"/>
                  </a:solidFill>
                  <a:latin typeface="Tahoma" panose="020B0604030504040204" pitchFamily="34" charset="0"/>
                </a:rPr>
                <a:t>0xF2</a:t>
              </a:r>
            </a:p>
          </p:txBody>
        </p:sp>
        <p:sp>
          <p:nvSpPr>
            <p:cNvPr id="73749" name="Text Box 34">
              <a:extLst>
                <a:ext uri="{FF2B5EF4-FFF2-40B4-BE49-F238E27FC236}">
                  <a16:creationId xmlns:a16="http://schemas.microsoft.com/office/drawing/2014/main" id="{E574D0C5-D65E-442E-8B5B-F3112E35B33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286000" y="3200400"/>
              <a:ext cx="990600" cy="33655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 type="none" w="sm" len="sm"/>
                  <a:tailEnd type="none" w="sm" len="sm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1600" b="1">
                  <a:solidFill>
                    <a:srgbClr val="0000CC"/>
                  </a:solidFill>
                  <a:latin typeface="Tahoma" panose="020B0604030504040204" pitchFamily="34" charset="0"/>
                </a:rPr>
                <a:t>0xF33</a:t>
              </a:r>
            </a:p>
          </p:txBody>
        </p:sp>
        <p:sp>
          <p:nvSpPr>
            <p:cNvPr id="73750" name="Text Box 35">
              <a:extLst>
                <a:ext uri="{FF2B5EF4-FFF2-40B4-BE49-F238E27FC236}">
                  <a16:creationId xmlns:a16="http://schemas.microsoft.com/office/drawing/2014/main" id="{365E84C5-D4CF-46A1-87C7-957E986D553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04800" y="3429000"/>
              <a:ext cx="990600" cy="33655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 type="none" w="sm" len="sm"/>
                  <a:tailEnd type="none" w="sm" len="sm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1600" b="1">
                  <a:solidFill>
                    <a:srgbClr val="0000CC"/>
                  </a:solidFill>
                  <a:latin typeface="Tahoma" panose="020B0604030504040204" pitchFamily="34" charset="0"/>
                </a:rPr>
                <a:t>0xF17</a:t>
              </a:r>
            </a:p>
          </p:txBody>
        </p:sp>
        <p:sp>
          <p:nvSpPr>
            <p:cNvPr id="73751" name="Text Box 36">
              <a:extLst>
                <a:ext uri="{FF2B5EF4-FFF2-40B4-BE49-F238E27FC236}">
                  <a16:creationId xmlns:a16="http://schemas.microsoft.com/office/drawing/2014/main" id="{05604ACD-9A2F-4103-9885-7CDA07EAF6D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828800" y="2514600"/>
              <a:ext cx="990600" cy="33655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 type="none" w="sm" len="sm"/>
                  <a:tailEnd type="none" w="sm" len="sm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1600" b="1">
                  <a:solidFill>
                    <a:srgbClr val="0000CC"/>
                  </a:solidFill>
                  <a:latin typeface="Tahoma" panose="020B0604030504040204" pitchFamily="34" charset="0"/>
                </a:rPr>
                <a:t>0xF17</a:t>
              </a:r>
            </a:p>
          </p:txBody>
        </p:sp>
      </p:grpSp>
      <p:sp>
        <p:nvSpPr>
          <p:cNvPr id="73752" name="Text Box 40">
            <a:extLst>
              <a:ext uri="{FF2B5EF4-FFF2-40B4-BE49-F238E27FC236}">
                <a16:creationId xmlns:a16="http://schemas.microsoft.com/office/drawing/2014/main" id="{284A82D8-7ADE-4A4B-8C79-C9CB3500B4B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43000" y="4572000"/>
            <a:ext cx="6811480" cy="523220"/>
          </a:xfrm>
          <a:prstGeom prst="rect">
            <a:avLst/>
          </a:prstGeom>
          <a:noFill/>
          <a:ln w="12700">
            <a:solidFill>
              <a:srgbClr val="0000FF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2800" b="1" dirty="0">
                <a:solidFill>
                  <a:schemeClr val="accent2"/>
                </a:solidFill>
                <a:latin typeface="Tahoma" panose="020B0604030504040204" pitchFamily="34" charset="0"/>
              </a:rPr>
              <a:t>front = new </a:t>
            </a:r>
            <a:r>
              <a:rPr lang="en-US" altLang="en-US" sz="2800" b="1" dirty="0" err="1">
                <a:solidFill>
                  <a:schemeClr val="accent2"/>
                </a:solidFill>
                <a:latin typeface="Tahoma" panose="020B0604030504040204" pitchFamily="34" charset="0"/>
              </a:rPr>
              <a:t>ListNode</a:t>
            </a:r>
            <a:r>
              <a:rPr lang="en-US" altLang="en-US" sz="2800" b="1" dirty="0">
                <a:solidFill>
                  <a:schemeClr val="accent2"/>
                </a:solidFill>
                <a:latin typeface="Tahoma" panose="020B0604030504040204" pitchFamily="34" charset="0"/>
              </a:rPr>
              <a:t> ("pig", front);</a:t>
            </a:r>
          </a:p>
        </p:txBody>
      </p:sp>
      <p:sp>
        <p:nvSpPr>
          <p:cNvPr id="73753" name="WordArt 42">
            <a:extLst>
              <a:ext uri="{FF2B5EF4-FFF2-40B4-BE49-F238E27FC236}">
                <a16:creationId xmlns:a16="http://schemas.microsoft.com/office/drawing/2014/main" id="{2A3B3D4C-6052-40A0-8CE0-92A0AC8508CC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1295400" y="457200"/>
            <a:ext cx="6553200" cy="10668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US" sz="3600" kern="10">
                <a:ln w="9525">
                  <a:solidFill>
                    <a:srgbClr val="FFFF00"/>
                  </a:solidFill>
                  <a:round/>
                  <a:headEnd type="none" w="sm" len="sm"/>
                  <a:tailEnd type="none" w="sm" len="sm"/>
                </a:ln>
                <a:solidFill>
                  <a:srgbClr val="0000FF">
                    <a:alpha val="72940"/>
                  </a:srgbClr>
                </a:solidFill>
                <a:effectLst>
                  <a:outerShdw dist="35921" dir="2700000" algn="ctr" rotWithShape="0">
                    <a:srgbClr val="C0C0C0"/>
                  </a:outerShdw>
                </a:effectLst>
                <a:latin typeface="Impact" panose="020B0806030902050204" pitchFamily="34" charset="0"/>
              </a:rPr>
              <a:t>add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78" name="Footer Placeholder 3">
            <a:extLst>
              <a:ext uri="{FF2B5EF4-FFF2-40B4-BE49-F238E27FC236}">
                <a16:creationId xmlns:a16="http://schemas.microsoft.com/office/drawing/2014/main" id="{7AB9A650-A22A-4117-9055-35BA17B8FEE5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800" b="1"/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 b="1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800" b="1">
                <a:latin typeface="Tahoma" panose="020B0604030504040204" pitchFamily="34" charset="0"/>
              </a:rPr>
              <a:t>© A+ Computer Science  -  www.apluscompsci.com</a:t>
            </a:r>
          </a:p>
        </p:txBody>
      </p:sp>
      <p:sp>
        <p:nvSpPr>
          <p:cNvPr id="75779" name="Rectangle 3">
            <a:extLst>
              <a:ext uri="{FF2B5EF4-FFF2-40B4-BE49-F238E27FC236}">
                <a16:creationId xmlns:a16="http://schemas.microsoft.com/office/drawing/2014/main" id="{EAB38429-946B-4B62-991D-6B02EC805D96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2362200"/>
            <a:ext cx="9167813" cy="35083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2800" b="1">
                <a:latin typeface="Tahoma" panose="020B0604030504040204" pitchFamily="34" charset="0"/>
              </a:rPr>
              <a:t>ListNode front=null;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2800" b="1">
                <a:latin typeface="Tahoma" panose="020B0604030504040204" pitchFamily="34" charset="0"/>
              </a:rPr>
              <a:t>front = new ListNode("10", front);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2800" b="1">
                <a:latin typeface="Tahoma" panose="020B0604030504040204" pitchFamily="34" charset="0"/>
              </a:rPr>
              <a:t>front = new ListNode("11",front);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2800" b="1">
                <a:latin typeface="Tahoma" panose="020B0604030504040204" pitchFamily="34" charset="0"/>
              </a:rPr>
              <a:t>front = new ListNode("12",front);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en-US" sz="2800" b="1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2800" b="1">
                <a:latin typeface="Tahoma" panose="020B0604030504040204" pitchFamily="34" charset="0"/>
              </a:rPr>
              <a:t>out.println(front.getValue());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2800" b="1">
                <a:latin typeface="Tahoma" panose="020B0604030504040204" pitchFamily="34" charset="0"/>
              </a:rPr>
              <a:t>out.println(front.getNext().getNext().getValue());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2800" b="1">
                <a:latin typeface="Tahoma" panose="020B0604030504040204" pitchFamily="34" charset="0"/>
              </a:rPr>
              <a:t>out.println(front.getNext().getValue());</a:t>
            </a:r>
          </a:p>
        </p:txBody>
      </p:sp>
      <p:sp>
        <p:nvSpPr>
          <p:cNvPr id="75780" name="Text Box 4">
            <a:extLst>
              <a:ext uri="{FF2B5EF4-FFF2-40B4-BE49-F238E27FC236}">
                <a16:creationId xmlns:a16="http://schemas.microsoft.com/office/drawing/2014/main" id="{9A047981-433D-4B1F-BC58-B0A596215FE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58000" y="1863437"/>
            <a:ext cx="1981200" cy="2786063"/>
          </a:xfrm>
          <a:prstGeom prst="rect">
            <a:avLst/>
          </a:prstGeom>
          <a:noFill/>
          <a:ln w="12700">
            <a:solidFill>
              <a:srgbClr val="993300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  <a:buFontTx/>
              <a:buNone/>
            </a:pPr>
            <a:r>
              <a:rPr lang="en-US" altLang="en-US" b="1" u="sng" dirty="0">
                <a:solidFill>
                  <a:srgbClr val="FF0000"/>
                </a:solidFill>
                <a:latin typeface="Tahoma" panose="020B0604030504040204" pitchFamily="34" charset="0"/>
              </a:rPr>
              <a:t>OUTPUT</a:t>
            </a:r>
          </a:p>
          <a:p>
            <a:pPr algn="ctr">
              <a:spcBef>
                <a:spcPct val="50000"/>
              </a:spcBef>
              <a:buFontTx/>
              <a:buNone/>
            </a:pPr>
            <a:r>
              <a:rPr lang="en-US" altLang="en-US" b="1" dirty="0">
                <a:solidFill>
                  <a:schemeClr val="bg1"/>
                </a:solidFill>
                <a:latin typeface="Tahoma" panose="020B0604030504040204" pitchFamily="34" charset="0"/>
              </a:rPr>
              <a:t>12</a:t>
            </a:r>
            <a:br>
              <a:rPr lang="en-US" altLang="en-US" b="1" dirty="0">
                <a:solidFill>
                  <a:schemeClr val="bg1"/>
                </a:solidFill>
                <a:latin typeface="Tahoma" panose="020B0604030504040204" pitchFamily="34" charset="0"/>
              </a:rPr>
            </a:br>
            <a:r>
              <a:rPr lang="en-US" altLang="en-US" b="1" dirty="0">
                <a:solidFill>
                  <a:schemeClr val="bg1"/>
                </a:solidFill>
                <a:latin typeface="Tahoma" panose="020B0604030504040204" pitchFamily="34" charset="0"/>
              </a:rPr>
              <a:t>10</a:t>
            </a:r>
            <a:br>
              <a:rPr lang="en-US" altLang="en-US" b="1" dirty="0">
                <a:solidFill>
                  <a:schemeClr val="bg1"/>
                </a:solidFill>
                <a:latin typeface="Tahoma" panose="020B0604030504040204" pitchFamily="34" charset="0"/>
              </a:rPr>
            </a:br>
            <a:r>
              <a:rPr lang="en-US" altLang="en-US" b="1" dirty="0">
                <a:solidFill>
                  <a:schemeClr val="bg1"/>
                </a:solidFill>
                <a:latin typeface="Tahoma" panose="020B0604030504040204" pitchFamily="34" charset="0"/>
              </a:rPr>
              <a:t>11</a:t>
            </a:r>
            <a:br>
              <a:rPr lang="en-US" altLang="en-US" b="1" dirty="0">
                <a:latin typeface="Tahoma" panose="020B0604030504040204" pitchFamily="34" charset="0"/>
              </a:rPr>
            </a:br>
            <a:endParaRPr lang="en-US" altLang="en-US" b="1" dirty="0">
              <a:latin typeface="Tahoma" panose="020B0604030504040204" pitchFamily="34" charset="0"/>
            </a:endParaRPr>
          </a:p>
        </p:txBody>
      </p:sp>
      <p:sp>
        <p:nvSpPr>
          <p:cNvPr id="75781" name="WordArt 8">
            <a:extLst>
              <a:ext uri="{FF2B5EF4-FFF2-40B4-BE49-F238E27FC236}">
                <a16:creationId xmlns:a16="http://schemas.microsoft.com/office/drawing/2014/main" id="{23D64189-BA8F-4043-8D9C-99898953B0F2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1295400" y="457200"/>
            <a:ext cx="6553200" cy="10668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US" sz="3600" kern="10">
                <a:ln w="9525">
                  <a:solidFill>
                    <a:srgbClr val="FFFF00"/>
                  </a:solidFill>
                  <a:round/>
                  <a:headEnd type="none" w="sm" len="sm"/>
                  <a:tailEnd type="none" w="sm" len="sm"/>
                </a:ln>
                <a:solidFill>
                  <a:srgbClr val="0000FF">
                    <a:alpha val="72940"/>
                  </a:srgbClr>
                </a:solidFill>
                <a:effectLst>
                  <a:outerShdw dist="35921" dir="2700000" algn="ctr" rotWithShape="0">
                    <a:srgbClr val="C0C0C0"/>
                  </a:outerShdw>
                </a:effectLst>
                <a:latin typeface="Impact" panose="020B0806030902050204" pitchFamily="34" charset="0"/>
              </a:rPr>
              <a:t>add</a:t>
            </a:r>
          </a:p>
        </p:txBody>
      </p:sp>
      <p:sp>
        <p:nvSpPr>
          <p:cNvPr id="6" name="Text Box 4">
            <a:extLst>
              <a:ext uri="{FF2B5EF4-FFF2-40B4-BE49-F238E27FC236}">
                <a16:creationId xmlns:a16="http://schemas.microsoft.com/office/drawing/2014/main" id="{85A70D92-7679-4A9D-8101-FABEF5945F9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58000" y="1863437"/>
            <a:ext cx="1981200" cy="2786063"/>
          </a:xfrm>
          <a:prstGeom prst="rect">
            <a:avLst/>
          </a:prstGeom>
          <a:noFill/>
          <a:ln w="12700">
            <a:solidFill>
              <a:srgbClr val="993300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  <a:buFontTx/>
              <a:buNone/>
            </a:pPr>
            <a:r>
              <a:rPr lang="en-US" altLang="en-US" b="1" u="sng" dirty="0">
                <a:solidFill>
                  <a:srgbClr val="FF0000"/>
                </a:solidFill>
                <a:latin typeface="Tahoma" panose="020B0604030504040204" pitchFamily="34" charset="0"/>
              </a:rPr>
              <a:t>OUTPUT</a:t>
            </a:r>
          </a:p>
          <a:p>
            <a:pPr algn="ctr">
              <a:spcBef>
                <a:spcPct val="50000"/>
              </a:spcBef>
              <a:buFontTx/>
              <a:buNone/>
            </a:pPr>
            <a:r>
              <a:rPr lang="en-US" altLang="en-US" b="1" dirty="0">
                <a:latin typeface="Tahoma" panose="020B0604030504040204" pitchFamily="34" charset="0"/>
              </a:rPr>
              <a:t>12</a:t>
            </a:r>
            <a:br>
              <a:rPr lang="en-US" altLang="en-US" b="1" dirty="0">
                <a:latin typeface="Tahoma" panose="020B0604030504040204" pitchFamily="34" charset="0"/>
              </a:rPr>
            </a:br>
            <a:r>
              <a:rPr lang="en-US" altLang="en-US" b="1" dirty="0">
                <a:solidFill>
                  <a:schemeClr val="bg1"/>
                </a:solidFill>
                <a:latin typeface="Tahoma" panose="020B0604030504040204" pitchFamily="34" charset="0"/>
              </a:rPr>
              <a:t>10</a:t>
            </a:r>
            <a:br>
              <a:rPr lang="en-US" altLang="en-US" b="1" dirty="0">
                <a:solidFill>
                  <a:schemeClr val="bg1"/>
                </a:solidFill>
                <a:latin typeface="Tahoma" panose="020B0604030504040204" pitchFamily="34" charset="0"/>
              </a:rPr>
            </a:br>
            <a:r>
              <a:rPr lang="en-US" altLang="en-US" b="1" dirty="0">
                <a:solidFill>
                  <a:schemeClr val="bg1"/>
                </a:solidFill>
                <a:latin typeface="Tahoma" panose="020B0604030504040204" pitchFamily="34" charset="0"/>
              </a:rPr>
              <a:t>11</a:t>
            </a:r>
            <a:br>
              <a:rPr lang="en-US" altLang="en-US" b="1" dirty="0">
                <a:latin typeface="Tahoma" panose="020B0604030504040204" pitchFamily="34" charset="0"/>
              </a:rPr>
            </a:br>
            <a:endParaRPr lang="en-US" altLang="en-US" b="1" dirty="0">
              <a:latin typeface="Tahoma" panose="020B0604030504040204" pitchFamily="34" charset="0"/>
            </a:endParaRPr>
          </a:p>
        </p:txBody>
      </p:sp>
      <p:sp>
        <p:nvSpPr>
          <p:cNvPr id="7" name="Text Box 4">
            <a:extLst>
              <a:ext uri="{FF2B5EF4-FFF2-40B4-BE49-F238E27FC236}">
                <a16:creationId xmlns:a16="http://schemas.microsoft.com/office/drawing/2014/main" id="{601B2B6A-6414-4D49-944E-28BFA2358C1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58000" y="1863437"/>
            <a:ext cx="1981200" cy="2786063"/>
          </a:xfrm>
          <a:prstGeom prst="rect">
            <a:avLst/>
          </a:prstGeom>
          <a:noFill/>
          <a:ln w="12700">
            <a:solidFill>
              <a:srgbClr val="993300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  <a:buFontTx/>
              <a:buNone/>
            </a:pPr>
            <a:r>
              <a:rPr lang="en-US" altLang="en-US" b="1" u="sng" dirty="0">
                <a:solidFill>
                  <a:srgbClr val="FF0000"/>
                </a:solidFill>
                <a:latin typeface="Tahoma" panose="020B0604030504040204" pitchFamily="34" charset="0"/>
              </a:rPr>
              <a:t>OUTPUT</a:t>
            </a:r>
          </a:p>
          <a:p>
            <a:pPr algn="ctr">
              <a:spcBef>
                <a:spcPct val="50000"/>
              </a:spcBef>
              <a:buFontTx/>
              <a:buNone/>
            </a:pPr>
            <a:r>
              <a:rPr lang="en-US" altLang="en-US" b="1" dirty="0">
                <a:latin typeface="Tahoma" panose="020B0604030504040204" pitchFamily="34" charset="0"/>
              </a:rPr>
              <a:t>12</a:t>
            </a:r>
            <a:br>
              <a:rPr lang="en-US" altLang="en-US" b="1" dirty="0">
                <a:latin typeface="Tahoma" panose="020B0604030504040204" pitchFamily="34" charset="0"/>
              </a:rPr>
            </a:br>
            <a:r>
              <a:rPr lang="en-US" altLang="en-US" b="1" dirty="0">
                <a:latin typeface="Tahoma" panose="020B0604030504040204" pitchFamily="34" charset="0"/>
              </a:rPr>
              <a:t>10</a:t>
            </a:r>
            <a:br>
              <a:rPr lang="en-US" altLang="en-US" b="1" dirty="0">
                <a:latin typeface="Tahoma" panose="020B0604030504040204" pitchFamily="34" charset="0"/>
              </a:rPr>
            </a:br>
            <a:r>
              <a:rPr lang="en-US" altLang="en-US" b="1" dirty="0">
                <a:solidFill>
                  <a:schemeClr val="bg1"/>
                </a:solidFill>
                <a:latin typeface="Tahoma" panose="020B0604030504040204" pitchFamily="34" charset="0"/>
              </a:rPr>
              <a:t>11</a:t>
            </a:r>
            <a:br>
              <a:rPr lang="en-US" altLang="en-US" b="1" dirty="0">
                <a:latin typeface="Tahoma" panose="020B0604030504040204" pitchFamily="34" charset="0"/>
              </a:rPr>
            </a:br>
            <a:endParaRPr lang="en-US" altLang="en-US" b="1" dirty="0">
              <a:latin typeface="Tahoma" panose="020B0604030504040204" pitchFamily="34" charset="0"/>
            </a:endParaRPr>
          </a:p>
        </p:txBody>
      </p:sp>
      <p:sp>
        <p:nvSpPr>
          <p:cNvPr id="8" name="Text Box 4">
            <a:extLst>
              <a:ext uri="{FF2B5EF4-FFF2-40B4-BE49-F238E27FC236}">
                <a16:creationId xmlns:a16="http://schemas.microsoft.com/office/drawing/2014/main" id="{43F7B9CB-B3AC-4FA3-86E9-D3452EBF058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58000" y="1863437"/>
            <a:ext cx="1981200" cy="2786063"/>
          </a:xfrm>
          <a:prstGeom prst="rect">
            <a:avLst/>
          </a:prstGeom>
          <a:noFill/>
          <a:ln w="12700">
            <a:solidFill>
              <a:srgbClr val="993300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  <a:buFontTx/>
              <a:buNone/>
            </a:pPr>
            <a:r>
              <a:rPr lang="en-US" altLang="en-US" b="1" u="sng" dirty="0">
                <a:solidFill>
                  <a:srgbClr val="FF0000"/>
                </a:solidFill>
                <a:latin typeface="Tahoma" panose="020B0604030504040204" pitchFamily="34" charset="0"/>
              </a:rPr>
              <a:t>OUTPUT</a:t>
            </a:r>
          </a:p>
          <a:p>
            <a:pPr algn="ctr">
              <a:spcBef>
                <a:spcPct val="50000"/>
              </a:spcBef>
              <a:buFontTx/>
              <a:buNone/>
            </a:pPr>
            <a:r>
              <a:rPr lang="en-US" altLang="en-US" b="1" dirty="0">
                <a:latin typeface="Tahoma" panose="020B0604030504040204" pitchFamily="34" charset="0"/>
              </a:rPr>
              <a:t>12</a:t>
            </a:r>
            <a:br>
              <a:rPr lang="en-US" altLang="en-US" b="1" dirty="0">
                <a:latin typeface="Tahoma" panose="020B0604030504040204" pitchFamily="34" charset="0"/>
              </a:rPr>
            </a:br>
            <a:r>
              <a:rPr lang="en-US" altLang="en-US" b="1" dirty="0">
                <a:latin typeface="Tahoma" panose="020B0604030504040204" pitchFamily="34" charset="0"/>
              </a:rPr>
              <a:t>10</a:t>
            </a:r>
            <a:br>
              <a:rPr lang="en-US" altLang="en-US" b="1" dirty="0">
                <a:latin typeface="Tahoma" panose="020B0604030504040204" pitchFamily="34" charset="0"/>
              </a:rPr>
            </a:br>
            <a:r>
              <a:rPr lang="en-US" altLang="en-US" b="1" dirty="0">
                <a:latin typeface="Tahoma" panose="020B0604030504040204" pitchFamily="34" charset="0"/>
              </a:rPr>
              <a:t>11</a:t>
            </a:r>
            <a:br>
              <a:rPr lang="en-US" altLang="en-US" b="1" dirty="0">
                <a:latin typeface="Tahoma" panose="020B0604030504040204" pitchFamily="34" charset="0"/>
              </a:rPr>
            </a:br>
            <a:endParaRPr lang="en-US" altLang="en-US" b="1" dirty="0">
              <a:latin typeface="Tahoma" panose="020B060403050404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74" name="Footer Placeholder 3">
            <a:extLst>
              <a:ext uri="{FF2B5EF4-FFF2-40B4-BE49-F238E27FC236}">
                <a16:creationId xmlns:a16="http://schemas.microsoft.com/office/drawing/2014/main" id="{63FA20B5-F552-4FB1-993C-7E7DE991F4AF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800" b="1"/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 b="1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800" b="1">
                <a:latin typeface="Tahoma" panose="020B0604030504040204" pitchFamily="34" charset="0"/>
              </a:rPr>
              <a:t>© A+ Computer Science  -  www.apluscompsci.com</a:t>
            </a:r>
          </a:p>
        </p:txBody>
      </p:sp>
      <p:sp>
        <p:nvSpPr>
          <p:cNvPr id="79875" name="WordArt 2">
            <a:extLst>
              <a:ext uri="{FF2B5EF4-FFF2-40B4-BE49-F238E27FC236}">
                <a16:creationId xmlns:a16="http://schemas.microsoft.com/office/drawing/2014/main" id="{3A55F777-190C-49CB-ACB4-DE4F6E2C5C77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762000" y="1447800"/>
            <a:ext cx="7391400" cy="35814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US" sz="3600" kern="10">
                <a:ln w="9525">
                  <a:solidFill>
                    <a:srgbClr val="FFFF00"/>
                  </a:solidFill>
                  <a:round/>
                  <a:headEnd type="none" w="sm" len="sm"/>
                  <a:tailEnd type="none" w="sm" len="sm"/>
                </a:ln>
                <a:solidFill>
                  <a:srgbClr val="0000FF"/>
                </a:solidFill>
                <a:effectLst>
                  <a:outerShdw dist="35921" dir="2700000" algn="ctr" rotWithShape="0">
                    <a:srgbClr val="C0C0C0">
                      <a:alpha val="79999"/>
                    </a:srgbClr>
                  </a:outerShdw>
                </a:effectLst>
                <a:latin typeface="Impact" panose="020B0806030902050204" pitchFamily="34" charset="0"/>
              </a:rPr>
              <a:t>Finding A</a:t>
            </a:r>
          </a:p>
          <a:p>
            <a:pPr algn="ctr"/>
            <a:r>
              <a:rPr lang="en-US" sz="3600" kern="10">
                <a:ln w="9525">
                  <a:solidFill>
                    <a:srgbClr val="FFFF00"/>
                  </a:solidFill>
                  <a:round/>
                  <a:headEnd type="none" w="sm" len="sm"/>
                  <a:tailEnd type="none" w="sm" len="sm"/>
                </a:ln>
                <a:solidFill>
                  <a:srgbClr val="0000FF"/>
                </a:solidFill>
                <a:effectLst>
                  <a:outerShdw dist="35921" dir="2700000" algn="ctr" rotWithShape="0">
                    <a:srgbClr val="C0C0C0">
                      <a:alpha val="79999"/>
                    </a:srgbClr>
                  </a:outerShdw>
                </a:effectLst>
                <a:latin typeface="Impact" panose="020B0806030902050204" pitchFamily="34" charset="0"/>
              </a:rPr>
              <a:t>Node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22" name="Footer Placeholder 3">
            <a:extLst>
              <a:ext uri="{FF2B5EF4-FFF2-40B4-BE49-F238E27FC236}">
                <a16:creationId xmlns:a16="http://schemas.microsoft.com/office/drawing/2014/main" id="{B4D89A9A-BF26-42BC-A5E8-EB40BAB4AD3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800" b="1"/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 b="1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800" b="1">
                <a:latin typeface="Tahoma" panose="020B0604030504040204" pitchFamily="34" charset="0"/>
              </a:rPr>
              <a:t>© A+ Computer Science  -  www.apluscompsci.com</a:t>
            </a:r>
          </a:p>
        </p:txBody>
      </p:sp>
      <p:sp>
        <p:nvSpPr>
          <p:cNvPr id="81923" name="WordArt 2">
            <a:extLst>
              <a:ext uri="{FF2B5EF4-FFF2-40B4-BE49-F238E27FC236}">
                <a16:creationId xmlns:a16="http://schemas.microsoft.com/office/drawing/2014/main" id="{1A44BEB0-B8F6-4171-9BBB-104071BA16F5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838200" y="533400"/>
            <a:ext cx="7162800" cy="8382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US" sz="3600" kern="10">
                <a:ln w="9525">
                  <a:solidFill>
                    <a:srgbClr val="FFFF00"/>
                  </a:solidFill>
                  <a:round/>
                  <a:headEnd type="none" w="sm" len="sm"/>
                  <a:tailEnd type="none" w="sm" len="sm"/>
                </a:ln>
                <a:solidFill>
                  <a:srgbClr val="0000FF">
                    <a:alpha val="72940"/>
                  </a:srgbClr>
                </a:solidFill>
                <a:effectLst>
                  <a:outerShdw dist="35921" dir="2700000" algn="ctr" rotWithShape="0">
                    <a:srgbClr val="C0C0C0"/>
                  </a:outerShdw>
                </a:effectLst>
                <a:latin typeface="Impact" panose="020B0806030902050204" pitchFamily="34" charset="0"/>
              </a:rPr>
              <a:t>Finding a Node</a:t>
            </a:r>
          </a:p>
        </p:txBody>
      </p:sp>
      <p:sp>
        <p:nvSpPr>
          <p:cNvPr id="81924" name="Rectangle 3">
            <a:extLst>
              <a:ext uri="{FF2B5EF4-FFF2-40B4-BE49-F238E27FC236}">
                <a16:creationId xmlns:a16="http://schemas.microsoft.com/office/drawing/2014/main" id="{0A029B7A-5C95-453F-8318-8FBFB124AC3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3400" y="2057400"/>
            <a:ext cx="8181975" cy="35083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2800" b="1">
                <a:latin typeface="Tahoma" panose="020B0604030504040204" pitchFamily="34" charset="0"/>
              </a:rPr>
              <a:t>ListNode list = front;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2800" b="1">
                <a:latin typeface="Tahoma" panose="020B0604030504040204" pitchFamily="34" charset="0"/>
              </a:rPr>
              <a:t>while ( there are more nodes to check 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2800" b="1">
                <a:latin typeface="Tahoma" panose="020B0604030504040204" pitchFamily="34" charset="0"/>
              </a:rPr>
              <a:t>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2800" b="1">
                <a:latin typeface="Tahoma" panose="020B0604030504040204" pitchFamily="34" charset="0"/>
              </a:rPr>
              <a:t>   if( a node containing the value was found 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2800" b="1">
                <a:latin typeface="Tahoma" panose="020B0604030504040204" pitchFamily="34" charset="0"/>
              </a:rPr>
              <a:t>      return true;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2800" b="1">
                <a:latin typeface="Tahoma" panose="020B0604030504040204" pitchFamily="34" charset="0"/>
              </a:rPr>
              <a:t>   move to the next node to check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2800" b="1">
                <a:latin typeface="Tahoma" panose="020B0604030504040204" pitchFamily="34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2800" b="1">
                <a:latin typeface="Tahoma" panose="020B0604030504040204" pitchFamily="34" charset="0"/>
              </a:rPr>
              <a:t>return false;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018" name="Footer Placeholder 3">
            <a:extLst>
              <a:ext uri="{FF2B5EF4-FFF2-40B4-BE49-F238E27FC236}">
                <a16:creationId xmlns:a16="http://schemas.microsoft.com/office/drawing/2014/main" id="{EC923905-0368-4B87-9F67-46DF2E8A2903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800" b="1"/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 b="1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800" b="1">
                <a:latin typeface="Tahoma" panose="020B0604030504040204" pitchFamily="34" charset="0"/>
              </a:rPr>
              <a:t>© A+ Computer Science  -  www.apluscompsci.com</a:t>
            </a:r>
          </a:p>
        </p:txBody>
      </p:sp>
      <p:sp>
        <p:nvSpPr>
          <p:cNvPr id="86019" name="WordArt 2">
            <a:extLst>
              <a:ext uri="{FF2B5EF4-FFF2-40B4-BE49-F238E27FC236}">
                <a16:creationId xmlns:a16="http://schemas.microsoft.com/office/drawing/2014/main" id="{F22F650D-4155-44E9-A054-8FDA638C52B9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762000" y="1447800"/>
            <a:ext cx="7391400" cy="35814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US" sz="3600" kern="10">
                <a:ln w="9525">
                  <a:solidFill>
                    <a:srgbClr val="FFFF00"/>
                  </a:solidFill>
                  <a:round/>
                  <a:headEnd type="none" w="sm" len="sm"/>
                  <a:tailEnd type="none" w="sm" len="sm"/>
                </a:ln>
                <a:solidFill>
                  <a:srgbClr val="0000FF"/>
                </a:solidFill>
                <a:effectLst>
                  <a:outerShdw dist="35921" dir="2700000" algn="ctr" rotWithShape="0">
                    <a:srgbClr val="C0C0C0">
                      <a:alpha val="79999"/>
                    </a:srgbClr>
                  </a:outerShdw>
                </a:effectLst>
                <a:latin typeface="Impact" panose="020B0806030902050204" pitchFamily="34" charset="0"/>
              </a:rPr>
              <a:t>Removing</a:t>
            </a:r>
          </a:p>
          <a:p>
            <a:pPr algn="ctr"/>
            <a:r>
              <a:rPr lang="en-US" sz="3600" kern="10">
                <a:ln w="9525">
                  <a:solidFill>
                    <a:srgbClr val="FFFF00"/>
                  </a:solidFill>
                  <a:round/>
                  <a:headEnd type="none" w="sm" len="sm"/>
                  <a:tailEnd type="none" w="sm" len="sm"/>
                </a:ln>
                <a:solidFill>
                  <a:srgbClr val="0000FF"/>
                </a:solidFill>
                <a:effectLst>
                  <a:outerShdw dist="35921" dir="2700000" algn="ctr" rotWithShape="0">
                    <a:srgbClr val="C0C0C0">
                      <a:alpha val="79999"/>
                    </a:srgbClr>
                  </a:outerShdw>
                </a:effectLst>
                <a:latin typeface="Impact" panose="020B0806030902050204" pitchFamily="34" charset="0"/>
              </a:rPr>
              <a:t>Nodes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66" name="Footer Placeholder 3">
            <a:extLst>
              <a:ext uri="{FF2B5EF4-FFF2-40B4-BE49-F238E27FC236}">
                <a16:creationId xmlns:a16="http://schemas.microsoft.com/office/drawing/2014/main" id="{E03E79F5-A609-4C85-8B14-AE4E42DBF1A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800" b="1"/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 b="1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800" b="1">
                <a:latin typeface="Tahoma" panose="020B0604030504040204" pitchFamily="34" charset="0"/>
              </a:rPr>
              <a:t>© A+ Computer Science  -  www.apluscompsci.com</a:t>
            </a:r>
          </a:p>
        </p:txBody>
      </p:sp>
      <p:sp>
        <p:nvSpPr>
          <p:cNvPr id="88067" name="WordArt 2">
            <a:extLst>
              <a:ext uri="{FF2B5EF4-FFF2-40B4-BE49-F238E27FC236}">
                <a16:creationId xmlns:a16="http://schemas.microsoft.com/office/drawing/2014/main" id="{82FA84AD-3390-4D3D-A942-5C71D742B20D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609600" y="1219200"/>
            <a:ext cx="7543800" cy="30480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US" sz="3600" kern="10">
                <a:ln w="9525">
                  <a:solidFill>
                    <a:srgbClr val="FFFF00"/>
                  </a:solidFill>
                  <a:round/>
                  <a:headEnd type="none" w="sm" len="sm"/>
                  <a:tailEnd type="none" w="sm" len="sm"/>
                </a:ln>
                <a:solidFill>
                  <a:srgbClr val="0000FF"/>
                </a:solidFill>
                <a:effectLst>
                  <a:outerShdw dist="35921" dir="2700000" algn="ctr" rotWithShape="0">
                    <a:srgbClr val="C0C0C0">
                      <a:alpha val="79999"/>
                    </a:srgbClr>
                  </a:outerShdw>
                </a:effectLst>
                <a:latin typeface="Impact" panose="020B0806030902050204" pitchFamily="34" charset="0"/>
              </a:rPr>
              <a:t>Removing the</a:t>
            </a:r>
          </a:p>
          <a:p>
            <a:pPr algn="ctr"/>
            <a:r>
              <a:rPr lang="en-US" sz="3600" kern="10">
                <a:ln w="9525">
                  <a:solidFill>
                    <a:srgbClr val="FFFF00"/>
                  </a:solidFill>
                  <a:round/>
                  <a:headEnd type="none" w="sm" len="sm"/>
                  <a:tailEnd type="none" w="sm" len="sm"/>
                </a:ln>
                <a:solidFill>
                  <a:srgbClr val="0000FF"/>
                </a:solidFill>
                <a:effectLst>
                  <a:outerShdw dist="35921" dir="2700000" algn="ctr" rotWithShape="0">
                    <a:srgbClr val="C0C0C0">
                      <a:alpha val="79999"/>
                    </a:srgbClr>
                  </a:outerShdw>
                </a:effectLst>
                <a:latin typeface="Impact" panose="020B0806030902050204" pitchFamily="34" charset="0"/>
              </a:rPr>
              <a:t>First Node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14" name="Footer Placeholder 3">
            <a:extLst>
              <a:ext uri="{FF2B5EF4-FFF2-40B4-BE49-F238E27FC236}">
                <a16:creationId xmlns:a16="http://schemas.microsoft.com/office/drawing/2014/main" id="{CD03B3DC-9CCD-45BA-BFD7-520AE69EF3F2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800" b="1"/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 b="1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800" b="1">
                <a:latin typeface="Tahoma" panose="020B0604030504040204" pitchFamily="34" charset="0"/>
              </a:rPr>
              <a:t>© A+ Computer Science  -  www.apluscompsci.com</a:t>
            </a:r>
          </a:p>
        </p:txBody>
      </p:sp>
      <p:sp>
        <p:nvSpPr>
          <p:cNvPr id="90115" name="Rectangle 2">
            <a:extLst>
              <a:ext uri="{FF2B5EF4-FFF2-40B4-BE49-F238E27FC236}">
                <a16:creationId xmlns:a16="http://schemas.microsoft.com/office/drawing/2014/main" id="{BB859716-5E5C-47CD-9C50-C54EF35C355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14600" y="1143000"/>
            <a:ext cx="3938588" cy="528638"/>
          </a:xfrm>
          <a:prstGeom prst="rect">
            <a:avLst/>
          </a:prstGeom>
          <a:noFill/>
          <a:ln w="9525">
            <a:solidFill>
              <a:srgbClr val="FF66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800" b="1">
                <a:solidFill>
                  <a:srgbClr val="FF6600"/>
                </a:solidFill>
                <a:latin typeface="Tahoma" panose="020B0604030504040204" pitchFamily="34" charset="0"/>
              </a:rPr>
              <a:t>pig is to be removed.</a:t>
            </a:r>
            <a:endParaRPr lang="en-US" altLang="en-US" sz="1800" b="1">
              <a:latin typeface="Courier New" panose="02070309020205020404" pitchFamily="49" charset="0"/>
            </a:endParaRPr>
          </a:p>
        </p:txBody>
      </p:sp>
      <p:sp>
        <p:nvSpPr>
          <p:cNvPr id="90126" name="WordArt 15">
            <a:extLst>
              <a:ext uri="{FF2B5EF4-FFF2-40B4-BE49-F238E27FC236}">
                <a16:creationId xmlns:a16="http://schemas.microsoft.com/office/drawing/2014/main" id="{6D88AC51-689E-4762-9FD1-AAA90BF1000B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2438400" y="228600"/>
            <a:ext cx="4114800" cy="5334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US" sz="3600" kern="10">
                <a:ln w="9525">
                  <a:solidFill>
                    <a:srgbClr val="FFFF00"/>
                  </a:solidFill>
                  <a:round/>
                  <a:headEnd type="none" w="sm" len="sm"/>
                  <a:tailEnd type="none" w="sm" len="sm"/>
                </a:ln>
                <a:solidFill>
                  <a:srgbClr val="0000FF"/>
                </a:solidFill>
                <a:effectLst>
                  <a:outerShdw dist="35921" dir="2700000" algn="ctr" rotWithShape="0">
                    <a:srgbClr val="C0C0C0">
                      <a:alpha val="79999"/>
                    </a:srgbClr>
                  </a:outerShdw>
                </a:effectLst>
                <a:latin typeface="Impact" panose="020B0806030902050204" pitchFamily="34" charset="0"/>
              </a:rPr>
              <a:t>Removing the first node</a:t>
            </a:r>
          </a:p>
        </p:txBody>
      </p:sp>
      <p:sp>
        <p:nvSpPr>
          <p:cNvPr id="90127" name="Text Box 16">
            <a:extLst>
              <a:ext uri="{FF2B5EF4-FFF2-40B4-BE49-F238E27FC236}">
                <a16:creationId xmlns:a16="http://schemas.microsoft.com/office/drawing/2014/main" id="{5322F3DB-F847-4740-8786-3F04030B079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00200" y="5105400"/>
            <a:ext cx="6324600" cy="531813"/>
          </a:xfrm>
          <a:prstGeom prst="rect">
            <a:avLst/>
          </a:prstGeom>
          <a:noFill/>
          <a:ln w="12700">
            <a:solidFill>
              <a:srgbClr val="0000FF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en-US" altLang="en-US" sz="2800">
                <a:solidFill>
                  <a:schemeClr val="accent2"/>
                </a:solidFill>
                <a:latin typeface="Tahoma" panose="020B0604030504040204" pitchFamily="34" charset="0"/>
              </a:rPr>
              <a:t>front refers to the 1</a:t>
            </a:r>
            <a:r>
              <a:rPr lang="en-US" altLang="en-US" sz="2800" baseline="30000">
                <a:solidFill>
                  <a:schemeClr val="accent2"/>
                </a:solidFill>
                <a:latin typeface="Tahoma" panose="020B0604030504040204" pitchFamily="34" charset="0"/>
              </a:rPr>
              <a:t>st</a:t>
            </a:r>
            <a:r>
              <a:rPr lang="en-US" altLang="en-US" sz="2800">
                <a:solidFill>
                  <a:schemeClr val="accent2"/>
                </a:solidFill>
                <a:latin typeface="Tahoma" panose="020B0604030504040204" pitchFamily="34" charset="0"/>
              </a:rPr>
              <a:t> node in the list.</a:t>
            </a:r>
          </a:p>
        </p:txBody>
      </p:sp>
      <p:grpSp>
        <p:nvGrpSpPr>
          <p:cNvPr id="2" name="Group 1" descr="front = 0xB3A&#10;0xB3A --&gt; pig, 0x2CB&#10;0x2CB --&gt; dog, 0xFEA&#10;0xFEA --&gt; cat, null&#10;&#10;Normal representation:&#10;front --&gt; pig --&gt; dog --&gt; cat --&gt; null">
            <a:extLst>
              <a:ext uri="{FF2B5EF4-FFF2-40B4-BE49-F238E27FC236}">
                <a16:creationId xmlns:a16="http://schemas.microsoft.com/office/drawing/2014/main" id="{C4A20493-8F71-9453-DB5A-F458CE1D7AAD}"/>
              </a:ext>
            </a:extLst>
          </p:cNvPr>
          <p:cNvGrpSpPr/>
          <p:nvPr/>
        </p:nvGrpSpPr>
        <p:grpSpPr>
          <a:xfrm>
            <a:off x="396690" y="2608729"/>
            <a:ext cx="8305800" cy="1143000"/>
            <a:chOff x="396690" y="2608729"/>
            <a:chExt cx="8305800" cy="1143000"/>
          </a:xfrm>
        </p:grpSpPr>
        <p:sp>
          <p:nvSpPr>
            <p:cNvPr id="90116" name="Rectangle 3">
              <a:extLst>
                <a:ext uri="{FF2B5EF4-FFF2-40B4-BE49-F238E27FC236}">
                  <a16:creationId xmlns:a16="http://schemas.microsoft.com/office/drawing/2014/main" id="{6C1D11D6-7604-4E07-8581-C28FABD56A3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01690" y="2913529"/>
              <a:ext cx="1905000" cy="838200"/>
            </a:xfrm>
            <a:prstGeom prst="rect">
              <a:avLst/>
            </a:prstGeom>
            <a:solidFill>
              <a:srgbClr val="CCFFFF"/>
            </a:solidFill>
            <a:ln w="12700">
              <a:solidFill>
                <a:schemeClr val="tx1"/>
              </a:solidFill>
              <a:miter lim="800000"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US" altLang="en-US" sz="2000">
                <a:latin typeface="Tahoma" panose="020B0604030504040204" pitchFamily="34" charset="0"/>
              </a:endParaRPr>
            </a:p>
          </p:txBody>
        </p:sp>
        <p:sp>
          <p:nvSpPr>
            <p:cNvPr id="90117" name="Rectangle 4">
              <a:extLst>
                <a:ext uri="{FF2B5EF4-FFF2-40B4-BE49-F238E27FC236}">
                  <a16:creationId xmlns:a16="http://schemas.microsoft.com/office/drawing/2014/main" id="{455E2DB5-8698-4504-86F9-0C4EC3865AF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16090" y="2913529"/>
              <a:ext cx="990600" cy="838200"/>
            </a:xfrm>
            <a:prstGeom prst="rect">
              <a:avLst/>
            </a:prstGeom>
            <a:solidFill>
              <a:srgbClr val="CCFFCC"/>
            </a:solidFill>
            <a:ln w="12700">
              <a:solidFill>
                <a:schemeClr val="tx1"/>
              </a:solidFill>
              <a:miter lim="800000"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US" altLang="en-US" sz="2000">
                <a:latin typeface="Tahoma" panose="020B0604030504040204" pitchFamily="34" charset="0"/>
              </a:endParaRPr>
            </a:p>
          </p:txBody>
        </p:sp>
        <p:sp>
          <p:nvSpPr>
            <p:cNvPr id="90118" name="Rectangle 5">
              <a:extLst>
                <a:ext uri="{FF2B5EF4-FFF2-40B4-BE49-F238E27FC236}">
                  <a16:creationId xmlns:a16="http://schemas.microsoft.com/office/drawing/2014/main" id="{08654975-28CA-4AD2-8E25-123ABEC2638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11490" y="2913529"/>
              <a:ext cx="1905000" cy="838200"/>
            </a:xfrm>
            <a:prstGeom prst="rect">
              <a:avLst/>
            </a:prstGeom>
            <a:solidFill>
              <a:srgbClr val="CCFFFF"/>
            </a:solidFill>
            <a:ln w="12700">
              <a:solidFill>
                <a:schemeClr val="tx1"/>
              </a:solidFill>
              <a:miter lim="800000"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US" altLang="en-US" sz="2000">
                <a:latin typeface="Tahoma" panose="020B0604030504040204" pitchFamily="34" charset="0"/>
              </a:endParaRPr>
            </a:p>
          </p:txBody>
        </p:sp>
        <p:sp>
          <p:nvSpPr>
            <p:cNvPr id="90119" name="Rectangle 6">
              <a:extLst>
                <a:ext uri="{FF2B5EF4-FFF2-40B4-BE49-F238E27FC236}">
                  <a16:creationId xmlns:a16="http://schemas.microsoft.com/office/drawing/2014/main" id="{D2088F77-5557-436C-A12B-4290AF8FDEE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425890" y="2913529"/>
              <a:ext cx="990600" cy="838200"/>
            </a:xfrm>
            <a:prstGeom prst="rect">
              <a:avLst/>
            </a:prstGeom>
            <a:solidFill>
              <a:srgbClr val="CCFFCC"/>
            </a:solidFill>
            <a:ln w="12700">
              <a:solidFill>
                <a:schemeClr val="tx1"/>
              </a:solidFill>
              <a:miter lim="800000"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US" altLang="en-US" sz="2000">
                <a:latin typeface="Tahoma" panose="020B0604030504040204" pitchFamily="34" charset="0"/>
              </a:endParaRPr>
            </a:p>
          </p:txBody>
        </p:sp>
        <p:sp>
          <p:nvSpPr>
            <p:cNvPr id="90120" name="Rectangle 7">
              <a:extLst>
                <a:ext uri="{FF2B5EF4-FFF2-40B4-BE49-F238E27FC236}">
                  <a16:creationId xmlns:a16="http://schemas.microsoft.com/office/drawing/2014/main" id="{3365ACE2-E822-4110-BC1D-ABFA4728303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21290" y="2913529"/>
              <a:ext cx="1905000" cy="838200"/>
            </a:xfrm>
            <a:prstGeom prst="rect">
              <a:avLst/>
            </a:prstGeom>
            <a:solidFill>
              <a:srgbClr val="CCFFFF"/>
            </a:solidFill>
            <a:ln w="12700">
              <a:solidFill>
                <a:schemeClr val="tx1"/>
              </a:solidFill>
              <a:miter lim="800000"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en-US" altLang="en-US" sz="2400">
                <a:latin typeface="Tahoma" panose="020B0604030504040204" pitchFamily="34" charset="0"/>
              </a:endParaRPr>
            </a:p>
          </p:txBody>
        </p:sp>
        <p:sp>
          <p:nvSpPr>
            <p:cNvPr id="90121" name="Rectangle 8">
              <a:extLst>
                <a:ext uri="{FF2B5EF4-FFF2-40B4-BE49-F238E27FC236}">
                  <a16:creationId xmlns:a16="http://schemas.microsoft.com/office/drawing/2014/main" id="{4E8DDBE7-8F2B-4915-BED0-45AD2D862CF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635690" y="2913529"/>
              <a:ext cx="990600" cy="838200"/>
            </a:xfrm>
            <a:prstGeom prst="rect">
              <a:avLst/>
            </a:prstGeom>
            <a:solidFill>
              <a:srgbClr val="CCFFCC"/>
            </a:solidFill>
            <a:ln w="12700">
              <a:solidFill>
                <a:schemeClr val="tx1"/>
              </a:solidFill>
              <a:miter lim="800000"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US" altLang="en-US" sz="2000">
                <a:latin typeface="Tahoma" panose="020B0604030504040204" pitchFamily="34" charset="0"/>
              </a:endParaRPr>
            </a:p>
          </p:txBody>
        </p:sp>
        <p:sp>
          <p:nvSpPr>
            <p:cNvPr id="90122" name="Text Box 9">
              <a:extLst>
                <a:ext uri="{FF2B5EF4-FFF2-40B4-BE49-F238E27FC236}">
                  <a16:creationId xmlns:a16="http://schemas.microsoft.com/office/drawing/2014/main" id="{4347A3FF-5004-4720-B465-29CD99CCE61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797490" y="3142129"/>
              <a:ext cx="838200" cy="4572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 type="none" w="sm" len="sm"/>
                  <a:tailEnd type="none" w="sm" len="sm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2400" b="1">
                  <a:latin typeface="Tahoma" panose="020B0604030504040204" pitchFamily="34" charset="0"/>
                </a:rPr>
                <a:t>cat</a:t>
              </a:r>
            </a:p>
          </p:txBody>
        </p:sp>
        <p:sp>
          <p:nvSpPr>
            <p:cNvPr id="90123" name="Text Box 10">
              <a:extLst>
                <a:ext uri="{FF2B5EF4-FFF2-40B4-BE49-F238E27FC236}">
                  <a16:creationId xmlns:a16="http://schemas.microsoft.com/office/drawing/2014/main" id="{1B1675A1-AB07-4D31-AEAD-EFD017E68DE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587690" y="3142129"/>
              <a:ext cx="838200" cy="4572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 type="none" w="sm" len="sm"/>
                  <a:tailEnd type="none" w="sm" len="sm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2400" b="1">
                  <a:latin typeface="Tahoma" panose="020B0604030504040204" pitchFamily="34" charset="0"/>
                </a:rPr>
                <a:t>dog</a:t>
              </a:r>
            </a:p>
          </p:txBody>
        </p:sp>
        <p:sp>
          <p:nvSpPr>
            <p:cNvPr id="90124" name="Text Box 11">
              <a:extLst>
                <a:ext uri="{FF2B5EF4-FFF2-40B4-BE49-F238E27FC236}">
                  <a16:creationId xmlns:a16="http://schemas.microsoft.com/office/drawing/2014/main" id="{553ED3E5-DD80-46C0-8512-C7196A25542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377890" y="3142129"/>
              <a:ext cx="838200" cy="4572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 type="none" w="sm" len="sm"/>
                  <a:tailEnd type="none" w="sm" len="sm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2400" b="1">
                  <a:latin typeface="Tahoma" panose="020B0604030504040204" pitchFamily="34" charset="0"/>
                </a:rPr>
                <a:t>pig</a:t>
              </a:r>
            </a:p>
          </p:txBody>
        </p:sp>
        <p:sp>
          <p:nvSpPr>
            <p:cNvPr id="90125" name="Text Box 13">
              <a:extLst>
                <a:ext uri="{FF2B5EF4-FFF2-40B4-BE49-F238E27FC236}">
                  <a16:creationId xmlns:a16="http://schemas.microsoft.com/office/drawing/2014/main" id="{9A728038-9296-4C42-A473-03BC4FFF09A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711890" y="3142129"/>
              <a:ext cx="990600" cy="4572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 type="none" w="sm" len="sm"/>
                  <a:tailEnd type="none" w="sm" len="sm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2400" b="1" dirty="0">
                  <a:latin typeface="Tahoma" panose="020B0604030504040204" pitchFamily="34" charset="0"/>
                </a:rPr>
                <a:t>null</a:t>
              </a:r>
            </a:p>
          </p:txBody>
        </p:sp>
        <p:sp>
          <p:nvSpPr>
            <p:cNvPr id="90128" name="Text Box 18">
              <a:extLst>
                <a:ext uri="{FF2B5EF4-FFF2-40B4-BE49-F238E27FC236}">
                  <a16:creationId xmlns:a16="http://schemas.microsoft.com/office/drawing/2014/main" id="{D834061D-6427-4515-B66F-FDA4CDD7EC7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682690" y="2608729"/>
              <a:ext cx="990600" cy="33655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 type="none" w="sm" len="sm"/>
                  <a:tailEnd type="none" w="sm" len="sm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1600" b="1" dirty="0">
                  <a:solidFill>
                    <a:srgbClr val="0000CC"/>
                  </a:solidFill>
                  <a:latin typeface="Tahoma" panose="020B0604030504040204" pitchFamily="34" charset="0"/>
                </a:rPr>
                <a:t>0xB3A</a:t>
              </a:r>
            </a:p>
          </p:txBody>
        </p:sp>
        <p:sp>
          <p:nvSpPr>
            <p:cNvPr id="90129" name="Line 19">
              <a:extLst>
                <a:ext uri="{FF2B5EF4-FFF2-40B4-BE49-F238E27FC236}">
                  <a16:creationId xmlns:a16="http://schemas.microsoft.com/office/drawing/2014/main" id="{07303EF1-C989-48FD-8C65-FF5939B9BC4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054290" y="3370729"/>
              <a:ext cx="381000" cy="0"/>
            </a:xfrm>
            <a:prstGeom prst="line">
              <a:avLst/>
            </a:prstGeom>
            <a:noFill/>
            <a:ln w="63500">
              <a:solidFill>
                <a:srgbClr val="FF0000"/>
              </a:solidFill>
              <a:round/>
              <a:headEnd type="none" w="sm" len="sm"/>
              <a:tailEnd type="triangl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0130" name="Text Box 23">
              <a:extLst>
                <a:ext uri="{FF2B5EF4-FFF2-40B4-BE49-F238E27FC236}">
                  <a16:creationId xmlns:a16="http://schemas.microsoft.com/office/drawing/2014/main" id="{F73439AC-15B8-4419-BFF9-6B69D407FC8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892490" y="2608729"/>
              <a:ext cx="990600" cy="33655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 type="none" w="sm" len="sm"/>
                  <a:tailEnd type="none" w="sm" len="sm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1600" b="1" dirty="0">
                  <a:solidFill>
                    <a:srgbClr val="0000CC"/>
                  </a:solidFill>
                  <a:latin typeface="Tahoma" panose="020B0604030504040204" pitchFamily="34" charset="0"/>
                </a:rPr>
                <a:t>0x2CB</a:t>
              </a:r>
            </a:p>
          </p:txBody>
        </p:sp>
        <p:sp>
          <p:nvSpPr>
            <p:cNvPr id="90131" name="Text Box 24">
              <a:extLst>
                <a:ext uri="{FF2B5EF4-FFF2-40B4-BE49-F238E27FC236}">
                  <a16:creationId xmlns:a16="http://schemas.microsoft.com/office/drawing/2014/main" id="{C7477C31-CC12-4F19-BD11-8BC7FE9826F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178490" y="2608729"/>
              <a:ext cx="990600" cy="33655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 type="none" w="sm" len="sm"/>
                  <a:tailEnd type="none" w="sm" len="sm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1600" b="1">
                  <a:solidFill>
                    <a:srgbClr val="0000CC"/>
                  </a:solidFill>
                  <a:latin typeface="Tahoma" panose="020B0604030504040204" pitchFamily="34" charset="0"/>
                </a:rPr>
                <a:t>0xFEA</a:t>
              </a:r>
            </a:p>
          </p:txBody>
        </p:sp>
        <p:sp>
          <p:nvSpPr>
            <p:cNvPr id="90132" name="Line 25">
              <a:extLst>
                <a:ext uri="{FF2B5EF4-FFF2-40B4-BE49-F238E27FC236}">
                  <a16:creationId xmlns:a16="http://schemas.microsoft.com/office/drawing/2014/main" id="{19241349-31C6-4EE0-8E6D-237A7AE235F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264090" y="3370729"/>
              <a:ext cx="381000" cy="0"/>
            </a:xfrm>
            <a:prstGeom prst="line">
              <a:avLst/>
            </a:prstGeom>
            <a:noFill/>
            <a:ln w="63500">
              <a:solidFill>
                <a:srgbClr val="FF0000"/>
              </a:solidFill>
              <a:round/>
              <a:headEnd type="none" w="sm" len="sm"/>
              <a:tailEnd type="triangl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0134" name="Text Box 27">
              <a:extLst>
                <a:ext uri="{FF2B5EF4-FFF2-40B4-BE49-F238E27FC236}">
                  <a16:creationId xmlns:a16="http://schemas.microsoft.com/office/drawing/2014/main" id="{E336753F-BBEC-41F5-9101-3A57D64361E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216090" y="3218329"/>
              <a:ext cx="990600" cy="33655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 type="none" w="sm" len="sm"/>
                  <a:tailEnd type="none" w="sm" len="sm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1600" b="1" dirty="0">
                  <a:solidFill>
                    <a:srgbClr val="0000CC"/>
                  </a:solidFill>
                  <a:latin typeface="Tahoma" panose="020B0604030504040204" pitchFamily="34" charset="0"/>
                </a:rPr>
                <a:t>0x2CB</a:t>
              </a:r>
            </a:p>
          </p:txBody>
        </p:sp>
        <p:sp>
          <p:nvSpPr>
            <p:cNvPr id="90135" name="Text Box 28">
              <a:extLst>
                <a:ext uri="{FF2B5EF4-FFF2-40B4-BE49-F238E27FC236}">
                  <a16:creationId xmlns:a16="http://schemas.microsoft.com/office/drawing/2014/main" id="{7F931461-72C1-4AA4-8A22-B551D5347AE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425890" y="3218329"/>
              <a:ext cx="990600" cy="33655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 type="none" w="sm" len="sm"/>
                  <a:tailEnd type="none" w="sm" len="sm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1600" b="1">
                  <a:solidFill>
                    <a:srgbClr val="0000CC"/>
                  </a:solidFill>
                  <a:latin typeface="Tahoma" panose="020B0604030504040204" pitchFamily="34" charset="0"/>
                </a:rPr>
                <a:t>0xFEA</a:t>
              </a:r>
            </a:p>
          </p:txBody>
        </p:sp>
        <p:sp>
          <p:nvSpPr>
            <p:cNvPr id="90136" name="Text Box 32">
              <a:extLst>
                <a:ext uri="{FF2B5EF4-FFF2-40B4-BE49-F238E27FC236}">
                  <a16:creationId xmlns:a16="http://schemas.microsoft.com/office/drawing/2014/main" id="{19AD7A20-72D8-4B93-9D63-0CBCB69D025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96690" y="2761129"/>
              <a:ext cx="1066800" cy="4572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 type="none" w="sm" len="sm"/>
                  <a:tailEnd type="none" w="sm" len="sm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2400" b="1">
                  <a:latin typeface="Tahoma" panose="020B0604030504040204" pitchFamily="34" charset="0"/>
                </a:rPr>
                <a:t>front</a:t>
              </a:r>
            </a:p>
          </p:txBody>
        </p:sp>
        <p:sp>
          <p:nvSpPr>
            <p:cNvPr id="90137" name="Text Box 34">
              <a:extLst>
                <a:ext uri="{FF2B5EF4-FFF2-40B4-BE49-F238E27FC236}">
                  <a16:creationId xmlns:a16="http://schemas.microsoft.com/office/drawing/2014/main" id="{B9F7648E-F72E-4105-AB83-5A4406BC86E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96690" y="3142129"/>
              <a:ext cx="990600" cy="33655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 type="none" w="sm" len="sm"/>
                  <a:tailEnd type="none" w="sm" len="sm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1600" b="1" dirty="0">
                  <a:solidFill>
                    <a:srgbClr val="0000CC"/>
                  </a:solidFill>
                  <a:latin typeface="Tahoma" panose="020B0604030504040204" pitchFamily="34" charset="0"/>
                </a:rPr>
                <a:t>0xB3A</a:t>
              </a:r>
            </a:p>
          </p:txBody>
        </p:sp>
        <p:sp>
          <p:nvSpPr>
            <p:cNvPr id="90138" name="Line 35">
              <a:extLst>
                <a:ext uri="{FF2B5EF4-FFF2-40B4-BE49-F238E27FC236}">
                  <a16:creationId xmlns:a16="http://schemas.microsoft.com/office/drawing/2014/main" id="{E2407369-5FC3-40EE-AD5F-511DE45C417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463490" y="3065929"/>
              <a:ext cx="685800" cy="0"/>
            </a:xfrm>
            <a:prstGeom prst="line">
              <a:avLst/>
            </a:prstGeom>
            <a:noFill/>
            <a:ln w="63500">
              <a:solidFill>
                <a:srgbClr val="FF0000"/>
              </a:solidFill>
              <a:round/>
              <a:headEnd type="none" w="sm" len="sm"/>
              <a:tailEnd type="triangl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62" name="Footer Placeholder 3">
            <a:extLst>
              <a:ext uri="{FF2B5EF4-FFF2-40B4-BE49-F238E27FC236}">
                <a16:creationId xmlns:a16="http://schemas.microsoft.com/office/drawing/2014/main" id="{9BE25972-ABF2-4859-924A-78ED7FA2BD17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800" b="1"/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 b="1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800" b="1">
                <a:latin typeface="Tahoma" panose="020B0604030504040204" pitchFamily="34" charset="0"/>
              </a:rPr>
              <a:t>© A+ Computer Science  -  www.apluscompsci.com</a:t>
            </a:r>
          </a:p>
        </p:txBody>
      </p:sp>
      <p:sp>
        <p:nvSpPr>
          <p:cNvPr id="92163" name="Rectangle 2">
            <a:extLst>
              <a:ext uri="{FF2B5EF4-FFF2-40B4-BE49-F238E27FC236}">
                <a16:creationId xmlns:a16="http://schemas.microsoft.com/office/drawing/2014/main" id="{4C4AFB20-EED7-4455-80FF-2592816ED9D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62200" y="1143000"/>
            <a:ext cx="4456113" cy="528638"/>
          </a:xfrm>
          <a:prstGeom prst="rect">
            <a:avLst/>
          </a:prstGeom>
          <a:noFill/>
          <a:ln w="9525">
            <a:solidFill>
              <a:srgbClr val="FF66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800" b="1">
                <a:solidFill>
                  <a:srgbClr val="FF6600"/>
                </a:solidFill>
                <a:latin typeface="Tahoma" panose="020B0604030504040204" pitchFamily="34" charset="0"/>
              </a:rPr>
              <a:t>front = front.getNext();</a:t>
            </a:r>
          </a:p>
        </p:txBody>
      </p:sp>
      <p:sp>
        <p:nvSpPr>
          <p:cNvPr id="92164" name="Text Box 4">
            <a:extLst>
              <a:ext uri="{FF2B5EF4-FFF2-40B4-BE49-F238E27FC236}">
                <a16:creationId xmlns:a16="http://schemas.microsoft.com/office/drawing/2014/main" id="{53BEC47D-F119-4EDE-860F-8CB912DC834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38400" y="5105400"/>
            <a:ext cx="4495800" cy="531813"/>
          </a:xfrm>
          <a:prstGeom prst="rect">
            <a:avLst/>
          </a:prstGeom>
          <a:noFill/>
          <a:ln w="12700">
            <a:solidFill>
              <a:srgbClr val="0000FF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en-US" altLang="en-US" sz="2800">
                <a:solidFill>
                  <a:schemeClr val="accent2"/>
                </a:solidFill>
                <a:latin typeface="Tahoma" panose="020B0604030504040204" pitchFamily="34" charset="0"/>
              </a:rPr>
              <a:t>front moves up one node.  </a:t>
            </a:r>
          </a:p>
        </p:txBody>
      </p:sp>
      <p:sp>
        <p:nvSpPr>
          <p:cNvPr id="92186" name="WordArt 32">
            <a:extLst>
              <a:ext uri="{FF2B5EF4-FFF2-40B4-BE49-F238E27FC236}">
                <a16:creationId xmlns:a16="http://schemas.microsoft.com/office/drawing/2014/main" id="{DF347EBE-AB28-49C7-A689-8A7939214194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2438400" y="228600"/>
            <a:ext cx="4114800" cy="5334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US" sz="3600" kern="10">
                <a:ln w="9525">
                  <a:solidFill>
                    <a:srgbClr val="FFFF00"/>
                  </a:solidFill>
                  <a:round/>
                  <a:headEnd type="none" w="sm" len="sm"/>
                  <a:tailEnd type="none" w="sm" len="sm"/>
                </a:ln>
                <a:solidFill>
                  <a:srgbClr val="0000FF"/>
                </a:solidFill>
                <a:effectLst>
                  <a:outerShdw dist="35921" dir="2700000" algn="ctr" rotWithShape="0">
                    <a:srgbClr val="C0C0C0">
                      <a:alpha val="79999"/>
                    </a:srgbClr>
                  </a:outerShdw>
                </a:effectLst>
                <a:latin typeface="Impact" panose="020B0806030902050204" pitchFamily="34" charset="0"/>
              </a:rPr>
              <a:t>Removing the first node</a:t>
            </a:r>
          </a:p>
        </p:txBody>
      </p:sp>
      <p:grpSp>
        <p:nvGrpSpPr>
          <p:cNvPr id="2" name="Group 1" descr="Before removal:&#10;front = 0xB3A&#10;0xB3A --&gt; pig, 0x2CB&#10;0x2CB --&gt; dog, 0xFEA&#10;0xFEA --&gt; cat, null&#10;&#10;After removal:&#10;front = 0x2CB&#10;0x2CB --&gt; dog, 0xFEA&#10;0xFEA --&gt; cat, null&#10;&#10;Note that the pig node still exists in memory temporarily, but has been marked for removal by the garbage collector.&#10;&#10;Normal representation of original list:&#10;front --&gt; pig --&gt; dog --&gt; cat --&gt; null&#10;&#10;after removal:&#10;front --&gt; dog --&gt; cat --&gt; null">
            <a:extLst>
              <a:ext uri="{FF2B5EF4-FFF2-40B4-BE49-F238E27FC236}">
                <a16:creationId xmlns:a16="http://schemas.microsoft.com/office/drawing/2014/main" id="{0421C70A-28EB-2653-02AD-F5778D354342}"/>
              </a:ext>
            </a:extLst>
          </p:cNvPr>
          <p:cNvGrpSpPr/>
          <p:nvPr/>
        </p:nvGrpSpPr>
        <p:grpSpPr>
          <a:xfrm>
            <a:off x="457200" y="2364432"/>
            <a:ext cx="8305800" cy="1353680"/>
            <a:chOff x="457200" y="2364432"/>
            <a:chExt cx="8305800" cy="1353680"/>
          </a:xfrm>
        </p:grpSpPr>
        <p:sp>
          <p:nvSpPr>
            <p:cNvPr id="204805" name="Rectangle 5">
              <a:extLst>
                <a:ext uri="{FF2B5EF4-FFF2-40B4-BE49-F238E27FC236}">
                  <a16:creationId xmlns:a16="http://schemas.microsoft.com/office/drawing/2014/main" id="{2E1693FC-571D-43EC-AA17-2E9793532FA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62200" y="2879912"/>
              <a:ext cx="1905000" cy="838200"/>
            </a:xfrm>
            <a:prstGeom prst="rect">
              <a:avLst/>
            </a:prstGeom>
            <a:solidFill>
              <a:srgbClr val="CCFFFF"/>
            </a:solidFill>
            <a:ln w="12700">
              <a:solidFill>
                <a:schemeClr val="tx1"/>
              </a:solidFill>
              <a:miter lim="800000"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US" altLang="en-US" sz="2000">
                <a:latin typeface="Tahoma" panose="020B0604030504040204" pitchFamily="34" charset="0"/>
              </a:endParaRPr>
            </a:p>
          </p:txBody>
        </p:sp>
        <p:sp>
          <p:nvSpPr>
            <p:cNvPr id="204806" name="Rectangle 6">
              <a:extLst>
                <a:ext uri="{FF2B5EF4-FFF2-40B4-BE49-F238E27FC236}">
                  <a16:creationId xmlns:a16="http://schemas.microsoft.com/office/drawing/2014/main" id="{D3E2A0CA-E3FA-4CF1-9134-D9204D982B6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76600" y="2879912"/>
              <a:ext cx="990600" cy="838200"/>
            </a:xfrm>
            <a:prstGeom prst="rect">
              <a:avLst/>
            </a:prstGeom>
            <a:solidFill>
              <a:srgbClr val="CCFFCC"/>
            </a:solidFill>
            <a:ln w="12700">
              <a:solidFill>
                <a:schemeClr val="tx1"/>
              </a:solidFill>
              <a:miter lim="800000"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US" altLang="en-US" sz="2000">
                <a:latin typeface="Tahoma" panose="020B0604030504040204" pitchFamily="34" charset="0"/>
              </a:endParaRPr>
            </a:p>
          </p:txBody>
        </p:sp>
        <p:sp>
          <p:nvSpPr>
            <p:cNvPr id="92167" name="Rectangle 7">
              <a:extLst>
                <a:ext uri="{FF2B5EF4-FFF2-40B4-BE49-F238E27FC236}">
                  <a16:creationId xmlns:a16="http://schemas.microsoft.com/office/drawing/2014/main" id="{D4FCF855-4867-4B88-A390-80C778C3FC5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72000" y="2879912"/>
              <a:ext cx="1905000" cy="838200"/>
            </a:xfrm>
            <a:prstGeom prst="rect">
              <a:avLst/>
            </a:prstGeom>
            <a:solidFill>
              <a:srgbClr val="CCFFFF"/>
            </a:solidFill>
            <a:ln w="12700">
              <a:solidFill>
                <a:schemeClr val="tx1"/>
              </a:solidFill>
              <a:miter lim="800000"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US" altLang="en-US" sz="2000">
                <a:latin typeface="Tahoma" panose="020B0604030504040204" pitchFamily="34" charset="0"/>
              </a:endParaRPr>
            </a:p>
          </p:txBody>
        </p:sp>
        <p:sp>
          <p:nvSpPr>
            <p:cNvPr id="92168" name="Rectangle 8">
              <a:extLst>
                <a:ext uri="{FF2B5EF4-FFF2-40B4-BE49-F238E27FC236}">
                  <a16:creationId xmlns:a16="http://schemas.microsoft.com/office/drawing/2014/main" id="{32C966C5-CE8C-4AAA-8256-F08862F8140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486400" y="2879912"/>
              <a:ext cx="990600" cy="838200"/>
            </a:xfrm>
            <a:prstGeom prst="rect">
              <a:avLst/>
            </a:prstGeom>
            <a:solidFill>
              <a:srgbClr val="CCFFCC"/>
            </a:solidFill>
            <a:ln w="12700">
              <a:solidFill>
                <a:schemeClr val="tx1"/>
              </a:solidFill>
              <a:miter lim="800000"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US" altLang="en-US" sz="2000">
                <a:latin typeface="Tahoma" panose="020B0604030504040204" pitchFamily="34" charset="0"/>
              </a:endParaRPr>
            </a:p>
          </p:txBody>
        </p:sp>
        <p:sp>
          <p:nvSpPr>
            <p:cNvPr id="92169" name="Rectangle 9">
              <a:extLst>
                <a:ext uri="{FF2B5EF4-FFF2-40B4-BE49-F238E27FC236}">
                  <a16:creationId xmlns:a16="http://schemas.microsoft.com/office/drawing/2014/main" id="{6F4CD220-F95E-4610-80A1-36B3BD357F2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81800" y="2879912"/>
              <a:ext cx="1905000" cy="838200"/>
            </a:xfrm>
            <a:prstGeom prst="rect">
              <a:avLst/>
            </a:prstGeom>
            <a:solidFill>
              <a:srgbClr val="CCFFFF"/>
            </a:solidFill>
            <a:ln w="12700">
              <a:solidFill>
                <a:schemeClr val="tx1"/>
              </a:solidFill>
              <a:miter lim="800000"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en-US" altLang="en-US" sz="2400">
                <a:latin typeface="Tahoma" panose="020B0604030504040204" pitchFamily="34" charset="0"/>
              </a:endParaRPr>
            </a:p>
          </p:txBody>
        </p:sp>
        <p:sp>
          <p:nvSpPr>
            <p:cNvPr id="92170" name="Rectangle 10">
              <a:extLst>
                <a:ext uri="{FF2B5EF4-FFF2-40B4-BE49-F238E27FC236}">
                  <a16:creationId xmlns:a16="http://schemas.microsoft.com/office/drawing/2014/main" id="{A67142BD-DFA6-4EF5-8902-46DC4177EF9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696200" y="2879912"/>
              <a:ext cx="990600" cy="838200"/>
            </a:xfrm>
            <a:prstGeom prst="rect">
              <a:avLst/>
            </a:prstGeom>
            <a:solidFill>
              <a:srgbClr val="CCFFCC"/>
            </a:solidFill>
            <a:ln w="12700">
              <a:solidFill>
                <a:schemeClr val="tx1"/>
              </a:solidFill>
              <a:miter lim="800000"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US" altLang="en-US" sz="2000">
                <a:latin typeface="Tahoma" panose="020B0604030504040204" pitchFamily="34" charset="0"/>
              </a:endParaRPr>
            </a:p>
          </p:txBody>
        </p:sp>
        <p:sp>
          <p:nvSpPr>
            <p:cNvPr id="92172" name="Text Box 12">
              <a:extLst>
                <a:ext uri="{FF2B5EF4-FFF2-40B4-BE49-F238E27FC236}">
                  <a16:creationId xmlns:a16="http://schemas.microsoft.com/office/drawing/2014/main" id="{6673C810-586B-43F8-94C0-0714927CF76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858000" y="3108512"/>
              <a:ext cx="838200" cy="4572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 type="none" w="sm" len="sm"/>
                  <a:tailEnd type="none" w="sm" len="sm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2400" b="1">
                  <a:latin typeface="Tahoma" panose="020B0604030504040204" pitchFamily="34" charset="0"/>
                </a:rPr>
                <a:t>cat</a:t>
              </a:r>
            </a:p>
          </p:txBody>
        </p:sp>
        <p:sp>
          <p:nvSpPr>
            <p:cNvPr id="92173" name="Text Box 13">
              <a:extLst>
                <a:ext uri="{FF2B5EF4-FFF2-40B4-BE49-F238E27FC236}">
                  <a16:creationId xmlns:a16="http://schemas.microsoft.com/office/drawing/2014/main" id="{1BF37935-D657-403B-BEEA-6E5031EE75D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648200" y="3108512"/>
              <a:ext cx="838200" cy="4572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 type="none" w="sm" len="sm"/>
                  <a:tailEnd type="none" w="sm" len="sm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2400" b="1">
                  <a:latin typeface="Tahoma" panose="020B0604030504040204" pitchFamily="34" charset="0"/>
                </a:rPr>
                <a:t>dog</a:t>
              </a:r>
            </a:p>
          </p:txBody>
        </p:sp>
        <p:sp>
          <p:nvSpPr>
            <p:cNvPr id="204814" name="Text Box 14">
              <a:extLst>
                <a:ext uri="{FF2B5EF4-FFF2-40B4-BE49-F238E27FC236}">
                  <a16:creationId xmlns:a16="http://schemas.microsoft.com/office/drawing/2014/main" id="{FDC65391-1E18-46BB-B25D-57108251A8B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438400" y="3108512"/>
              <a:ext cx="838200" cy="4572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 type="none" w="sm" len="sm"/>
                  <a:tailEnd type="none" w="sm" len="sm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2400" b="1">
                  <a:latin typeface="Tahoma" panose="020B0604030504040204" pitchFamily="34" charset="0"/>
                </a:rPr>
                <a:t>pig</a:t>
              </a:r>
            </a:p>
          </p:txBody>
        </p:sp>
        <p:sp>
          <p:nvSpPr>
            <p:cNvPr id="92175" name="Text Box 15">
              <a:extLst>
                <a:ext uri="{FF2B5EF4-FFF2-40B4-BE49-F238E27FC236}">
                  <a16:creationId xmlns:a16="http://schemas.microsoft.com/office/drawing/2014/main" id="{FB5E6539-66B2-4D16-AAD4-3829990AD34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57200" y="2364432"/>
              <a:ext cx="1066800" cy="4572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 type="none" w="sm" len="sm"/>
                  <a:tailEnd type="none" w="sm" len="sm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2400" b="1" dirty="0">
                  <a:latin typeface="Tahoma" panose="020B0604030504040204" pitchFamily="34" charset="0"/>
                </a:rPr>
                <a:t>front</a:t>
              </a:r>
            </a:p>
          </p:txBody>
        </p:sp>
        <p:sp>
          <p:nvSpPr>
            <p:cNvPr id="92176" name="Text Box 16">
              <a:extLst>
                <a:ext uri="{FF2B5EF4-FFF2-40B4-BE49-F238E27FC236}">
                  <a16:creationId xmlns:a16="http://schemas.microsoft.com/office/drawing/2014/main" id="{26319E84-4123-45EE-BF53-46F5B30BCDF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772400" y="3126815"/>
              <a:ext cx="990600" cy="4572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 type="none" w="sm" len="sm"/>
                  <a:tailEnd type="none" w="sm" len="sm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2400" b="1" dirty="0">
                  <a:latin typeface="Tahoma" panose="020B0604030504040204" pitchFamily="34" charset="0"/>
                </a:rPr>
                <a:t>null</a:t>
              </a:r>
            </a:p>
          </p:txBody>
        </p:sp>
        <p:sp>
          <p:nvSpPr>
            <p:cNvPr id="92177" name="Text Box 18">
              <a:extLst>
                <a:ext uri="{FF2B5EF4-FFF2-40B4-BE49-F238E27FC236}">
                  <a16:creationId xmlns:a16="http://schemas.microsoft.com/office/drawing/2014/main" id="{48A40888-301A-49EB-B7E4-E1308C392C9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57200" y="2745432"/>
              <a:ext cx="990600" cy="33655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 type="none" w="sm" len="sm"/>
                  <a:tailEnd type="none" w="sm" len="sm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1600" b="1" dirty="0">
                  <a:solidFill>
                    <a:srgbClr val="0000CC"/>
                  </a:solidFill>
                  <a:latin typeface="Tahoma" panose="020B0604030504040204" pitchFamily="34" charset="0"/>
                </a:rPr>
                <a:t>0xB3A</a:t>
              </a:r>
            </a:p>
          </p:txBody>
        </p:sp>
        <p:sp>
          <p:nvSpPr>
            <p:cNvPr id="204819" name="Text Box 19">
              <a:extLst>
                <a:ext uri="{FF2B5EF4-FFF2-40B4-BE49-F238E27FC236}">
                  <a16:creationId xmlns:a16="http://schemas.microsoft.com/office/drawing/2014/main" id="{375EAF21-032A-418A-84F6-988744E4F13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743200" y="2575112"/>
              <a:ext cx="990600" cy="33655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 type="none" w="sm" len="sm"/>
                  <a:tailEnd type="none" w="sm" len="sm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1600" b="1" dirty="0">
                  <a:solidFill>
                    <a:srgbClr val="0000CC"/>
                  </a:solidFill>
                  <a:latin typeface="Tahoma" panose="020B0604030504040204" pitchFamily="34" charset="0"/>
                </a:rPr>
                <a:t>0xB3A</a:t>
              </a:r>
            </a:p>
          </p:txBody>
        </p:sp>
        <p:sp>
          <p:nvSpPr>
            <p:cNvPr id="204820" name="Line 20">
              <a:extLst>
                <a:ext uri="{FF2B5EF4-FFF2-40B4-BE49-F238E27FC236}">
                  <a16:creationId xmlns:a16="http://schemas.microsoft.com/office/drawing/2014/main" id="{4D9BA668-B2E8-4EB1-B602-C4E5A143A45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371600" y="2879912"/>
              <a:ext cx="3124200" cy="152400"/>
            </a:xfrm>
            <a:prstGeom prst="line">
              <a:avLst/>
            </a:prstGeom>
            <a:noFill/>
            <a:ln w="63500">
              <a:solidFill>
                <a:srgbClr val="FF0000"/>
              </a:solidFill>
              <a:round/>
              <a:headEnd type="none" w="sm" len="sm"/>
              <a:tailEnd type="triangl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180" name="Text Box 23">
              <a:extLst>
                <a:ext uri="{FF2B5EF4-FFF2-40B4-BE49-F238E27FC236}">
                  <a16:creationId xmlns:a16="http://schemas.microsoft.com/office/drawing/2014/main" id="{FF7BAE3A-DFEE-4E0F-807C-B0D418CA750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953000" y="2575112"/>
              <a:ext cx="990600" cy="33655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 type="none" w="sm" len="sm"/>
                  <a:tailEnd type="none" w="sm" len="sm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1600" b="1" dirty="0">
                  <a:solidFill>
                    <a:srgbClr val="0000CC"/>
                  </a:solidFill>
                  <a:latin typeface="Tahoma" panose="020B0604030504040204" pitchFamily="34" charset="0"/>
                </a:rPr>
                <a:t>0x2CB</a:t>
              </a:r>
            </a:p>
          </p:txBody>
        </p:sp>
        <p:sp>
          <p:nvSpPr>
            <p:cNvPr id="92181" name="Text Box 24">
              <a:extLst>
                <a:ext uri="{FF2B5EF4-FFF2-40B4-BE49-F238E27FC236}">
                  <a16:creationId xmlns:a16="http://schemas.microsoft.com/office/drawing/2014/main" id="{E166B4C6-85B0-4D41-9898-86DD12B316A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239000" y="2575112"/>
              <a:ext cx="990600" cy="33655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 type="none" w="sm" len="sm"/>
                  <a:tailEnd type="none" w="sm" len="sm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1600" b="1">
                  <a:solidFill>
                    <a:srgbClr val="0000CC"/>
                  </a:solidFill>
                  <a:latin typeface="Tahoma" panose="020B0604030504040204" pitchFamily="34" charset="0"/>
                </a:rPr>
                <a:t>0xFEA</a:t>
              </a:r>
            </a:p>
          </p:txBody>
        </p:sp>
        <p:sp>
          <p:nvSpPr>
            <p:cNvPr id="204828" name="Line 28">
              <a:extLst>
                <a:ext uri="{FF2B5EF4-FFF2-40B4-BE49-F238E27FC236}">
                  <a16:creationId xmlns:a16="http://schemas.microsoft.com/office/drawing/2014/main" id="{968254E6-1855-4AE5-AB3D-4CE3D0CA29E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114800" y="3337112"/>
              <a:ext cx="381000" cy="0"/>
            </a:xfrm>
            <a:prstGeom prst="line">
              <a:avLst/>
            </a:prstGeom>
            <a:noFill/>
            <a:ln w="63500">
              <a:solidFill>
                <a:srgbClr val="FF0000"/>
              </a:solidFill>
              <a:round/>
              <a:headEnd type="none" w="sm" len="sm"/>
              <a:tailEnd type="triangl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04829" name="Text Box 29">
              <a:extLst>
                <a:ext uri="{FF2B5EF4-FFF2-40B4-BE49-F238E27FC236}">
                  <a16:creationId xmlns:a16="http://schemas.microsoft.com/office/drawing/2014/main" id="{A295E26D-59A8-4B7E-AE4E-32E70FF31C4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276600" y="3184712"/>
              <a:ext cx="990600" cy="33655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 type="none" w="sm" len="sm"/>
                  <a:tailEnd type="none" w="sm" len="sm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1600" b="1" dirty="0">
                  <a:solidFill>
                    <a:srgbClr val="0000CC"/>
                  </a:solidFill>
                  <a:latin typeface="Tahoma" panose="020B0604030504040204" pitchFamily="34" charset="0"/>
                </a:rPr>
                <a:t>0x2CB</a:t>
              </a:r>
            </a:p>
          </p:txBody>
        </p:sp>
        <p:sp>
          <p:nvSpPr>
            <p:cNvPr id="92184" name="Line 30">
              <a:extLst>
                <a:ext uri="{FF2B5EF4-FFF2-40B4-BE49-F238E27FC236}">
                  <a16:creationId xmlns:a16="http://schemas.microsoft.com/office/drawing/2014/main" id="{628BA231-5524-4F15-AB27-469EC8A1674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324600" y="3337112"/>
              <a:ext cx="381000" cy="0"/>
            </a:xfrm>
            <a:prstGeom prst="line">
              <a:avLst/>
            </a:prstGeom>
            <a:noFill/>
            <a:ln w="63500">
              <a:solidFill>
                <a:srgbClr val="FF0000"/>
              </a:solidFill>
              <a:round/>
              <a:headEnd type="none" w="sm" len="sm"/>
              <a:tailEnd type="triangl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185" name="Text Box 31">
              <a:extLst>
                <a:ext uri="{FF2B5EF4-FFF2-40B4-BE49-F238E27FC236}">
                  <a16:creationId xmlns:a16="http://schemas.microsoft.com/office/drawing/2014/main" id="{FDE38F4B-B855-41CA-946D-3BCDA5DFFF2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486400" y="3184712"/>
              <a:ext cx="990600" cy="33655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 type="none" w="sm" len="sm"/>
                  <a:tailEnd type="none" w="sm" len="sm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1600" b="1">
                  <a:solidFill>
                    <a:srgbClr val="0000CC"/>
                  </a:solidFill>
                  <a:latin typeface="Tahoma" panose="020B0604030504040204" pitchFamily="34" charset="0"/>
                </a:rPr>
                <a:t>0xFEA</a:t>
              </a:r>
            </a:p>
          </p:txBody>
        </p:sp>
        <p:sp>
          <p:nvSpPr>
            <p:cNvPr id="204834" name="Line 34">
              <a:extLst>
                <a:ext uri="{FF2B5EF4-FFF2-40B4-BE49-F238E27FC236}">
                  <a16:creationId xmlns:a16="http://schemas.microsoft.com/office/drawing/2014/main" id="{1A079370-0D96-4CD8-8BEA-B34BDE81CB2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371600" y="2879912"/>
              <a:ext cx="685800" cy="152400"/>
            </a:xfrm>
            <a:prstGeom prst="line">
              <a:avLst/>
            </a:prstGeom>
            <a:noFill/>
            <a:ln w="63500">
              <a:solidFill>
                <a:srgbClr val="FF0000"/>
              </a:solidFill>
              <a:round/>
              <a:headEnd type="none" w="sm" len="sm"/>
              <a:tailEnd type="triangl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10" name="Footer Placeholder 3">
            <a:extLst>
              <a:ext uri="{FF2B5EF4-FFF2-40B4-BE49-F238E27FC236}">
                <a16:creationId xmlns:a16="http://schemas.microsoft.com/office/drawing/2014/main" id="{39331A35-3EE0-4817-8772-FB0D5124E230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800" b="1"/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 b="1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800" b="1">
                <a:latin typeface="Tahoma" panose="020B0604030504040204" pitchFamily="34" charset="0"/>
              </a:rPr>
              <a:t>© A+ Computer Science  -  www.apluscompsci.com</a:t>
            </a:r>
          </a:p>
        </p:txBody>
      </p:sp>
      <p:sp>
        <p:nvSpPr>
          <p:cNvPr id="94211" name="WordArt 4">
            <a:extLst>
              <a:ext uri="{FF2B5EF4-FFF2-40B4-BE49-F238E27FC236}">
                <a16:creationId xmlns:a16="http://schemas.microsoft.com/office/drawing/2014/main" id="{BA6FE019-7516-4BF3-984C-D7CE89A1FDD0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762000" y="2362200"/>
            <a:ext cx="7391400" cy="19050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US" sz="3600" kern="10">
                <a:ln w="9525">
                  <a:solidFill>
                    <a:srgbClr val="FFFF00"/>
                  </a:solidFill>
                  <a:round/>
                  <a:headEnd type="none" w="sm" len="sm"/>
                  <a:tailEnd type="none" w="sm" len="sm"/>
                </a:ln>
                <a:solidFill>
                  <a:srgbClr val="0000FF"/>
                </a:solidFill>
                <a:effectLst>
                  <a:outerShdw dist="35921" dir="2700000" algn="ctr" rotWithShape="0">
                    <a:srgbClr val="C0C0C0">
                      <a:alpha val="79999"/>
                    </a:srgbClr>
                  </a:outerShdw>
                </a:effectLst>
                <a:latin typeface="Impact" panose="020B0806030902050204" pitchFamily="34" charset="0"/>
              </a:rPr>
              <a:t>Removing any Node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258" name="Footer Placeholder 3">
            <a:extLst>
              <a:ext uri="{FF2B5EF4-FFF2-40B4-BE49-F238E27FC236}">
                <a16:creationId xmlns:a16="http://schemas.microsoft.com/office/drawing/2014/main" id="{15A9CA9A-62CD-42C6-BEFB-824D24E01985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800" b="1"/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 b="1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800" b="1">
                <a:latin typeface="Tahoma" panose="020B0604030504040204" pitchFamily="34" charset="0"/>
              </a:rPr>
              <a:t>© A+ Computer Science  -  www.apluscompsci.com</a:t>
            </a:r>
          </a:p>
        </p:txBody>
      </p:sp>
      <p:sp>
        <p:nvSpPr>
          <p:cNvPr id="96259" name="Rectangle 2">
            <a:extLst>
              <a:ext uri="{FF2B5EF4-FFF2-40B4-BE49-F238E27FC236}">
                <a16:creationId xmlns:a16="http://schemas.microsoft.com/office/drawing/2014/main" id="{2F31B89E-8AC8-4BF1-9C55-1C753604C73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86000" y="990600"/>
            <a:ext cx="4652963" cy="955675"/>
          </a:xfrm>
          <a:prstGeom prst="rect">
            <a:avLst/>
          </a:prstGeom>
          <a:noFill/>
          <a:ln w="9525">
            <a:solidFill>
              <a:srgbClr val="FF66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800" b="1">
                <a:solidFill>
                  <a:srgbClr val="FF6600"/>
                </a:solidFill>
                <a:latin typeface="Tahoma" panose="020B0604030504040204" pitchFamily="34" charset="0"/>
              </a:rPr>
              <a:t>dog is to be removed.</a:t>
            </a:r>
            <a:br>
              <a:rPr lang="en-US" altLang="en-US" sz="2800" b="1">
                <a:solidFill>
                  <a:srgbClr val="FF6600"/>
                </a:solidFill>
                <a:latin typeface="Tahoma" panose="020B0604030504040204" pitchFamily="34" charset="0"/>
              </a:rPr>
            </a:br>
            <a:r>
              <a:rPr lang="en-US" altLang="en-US" sz="2800" b="1">
                <a:solidFill>
                  <a:srgbClr val="FF6600"/>
                </a:solidFill>
                <a:latin typeface="Tahoma" panose="020B0604030504040204" pitchFamily="34" charset="0"/>
              </a:rPr>
              <a:t>current = front;</a:t>
            </a:r>
            <a:r>
              <a:rPr lang="en-US" altLang="en-US" sz="1800" b="1">
                <a:latin typeface="Courier New" panose="02070309020205020404" pitchFamily="49" charset="0"/>
              </a:rPr>
              <a:t>            </a:t>
            </a:r>
          </a:p>
        </p:txBody>
      </p:sp>
      <p:sp>
        <p:nvSpPr>
          <p:cNvPr id="96272" name="WordArt 45">
            <a:extLst>
              <a:ext uri="{FF2B5EF4-FFF2-40B4-BE49-F238E27FC236}">
                <a16:creationId xmlns:a16="http://schemas.microsoft.com/office/drawing/2014/main" id="{2A2A36E9-1B93-4A56-AF00-2B27C7D10906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2438400" y="228600"/>
            <a:ext cx="4114800" cy="5334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US" sz="3600" kern="10">
                <a:ln w="9525">
                  <a:solidFill>
                    <a:srgbClr val="FFFF00"/>
                  </a:solidFill>
                  <a:round/>
                  <a:headEnd type="none" w="sm" len="sm"/>
                  <a:tailEnd type="none" w="sm" len="sm"/>
                </a:ln>
                <a:solidFill>
                  <a:srgbClr val="0000FF"/>
                </a:solidFill>
                <a:effectLst>
                  <a:outerShdw dist="35921" dir="2700000" algn="ctr" rotWithShape="0">
                    <a:srgbClr val="C0C0C0">
                      <a:alpha val="79999"/>
                    </a:srgbClr>
                  </a:outerShdw>
                </a:effectLst>
                <a:latin typeface="Impact" panose="020B0806030902050204" pitchFamily="34" charset="0"/>
              </a:rPr>
              <a:t>Removing any node</a:t>
            </a:r>
          </a:p>
        </p:txBody>
      </p:sp>
      <p:sp>
        <p:nvSpPr>
          <p:cNvPr id="96273" name="Text Box 46">
            <a:extLst>
              <a:ext uri="{FF2B5EF4-FFF2-40B4-BE49-F238E27FC236}">
                <a16:creationId xmlns:a16="http://schemas.microsoft.com/office/drawing/2014/main" id="{EDEC0036-4F23-47CF-A887-2D29FEECB70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7200" y="5181600"/>
            <a:ext cx="8305800" cy="531813"/>
          </a:xfrm>
          <a:prstGeom prst="rect">
            <a:avLst/>
          </a:prstGeom>
          <a:noFill/>
          <a:ln w="12700">
            <a:solidFill>
              <a:srgbClr val="0000FF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en-US" altLang="en-US" sz="2800">
                <a:solidFill>
                  <a:schemeClr val="accent2"/>
                </a:solidFill>
                <a:latin typeface="Tahoma" panose="020B0604030504040204" pitchFamily="34" charset="0"/>
              </a:rPr>
              <a:t>front and current store the same memory address.</a:t>
            </a:r>
          </a:p>
        </p:txBody>
      </p:sp>
      <p:grpSp>
        <p:nvGrpSpPr>
          <p:cNvPr id="2" name="Group 1" descr="The linked list:&#10;front = current = 0xF17&#10;0xF17 --&gt; pig, 0xF21&#10;0xF21 --&gt; dog, 0xFEA&#10;0xFEA --&gt; cat, null&#10;&#10;Normal representation of original list:&#10;front --&gt; pig --&gt; dog --&gt; cat --&gt; null&#10;current also points to pig">
            <a:extLst>
              <a:ext uri="{FF2B5EF4-FFF2-40B4-BE49-F238E27FC236}">
                <a16:creationId xmlns:a16="http://schemas.microsoft.com/office/drawing/2014/main" id="{18B0EBA1-5481-F1C2-E3E0-E93D3614A8C2}"/>
              </a:ext>
            </a:extLst>
          </p:cNvPr>
          <p:cNvGrpSpPr/>
          <p:nvPr/>
        </p:nvGrpSpPr>
        <p:grpSpPr>
          <a:xfrm>
            <a:off x="437028" y="2487986"/>
            <a:ext cx="8325972" cy="1555750"/>
            <a:chOff x="437028" y="2487986"/>
            <a:chExt cx="8325972" cy="1555750"/>
          </a:xfrm>
        </p:grpSpPr>
        <p:sp>
          <p:nvSpPr>
            <p:cNvPr id="96260" name="Rectangle 28">
              <a:extLst>
                <a:ext uri="{FF2B5EF4-FFF2-40B4-BE49-F238E27FC236}">
                  <a16:creationId xmlns:a16="http://schemas.microsoft.com/office/drawing/2014/main" id="{49A81338-F336-42FF-9E0C-E0E40CDAFD9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42028" y="2792786"/>
              <a:ext cx="1905000" cy="838200"/>
            </a:xfrm>
            <a:prstGeom prst="rect">
              <a:avLst/>
            </a:prstGeom>
            <a:solidFill>
              <a:srgbClr val="CCFFFF"/>
            </a:solidFill>
            <a:ln w="12700">
              <a:solidFill>
                <a:schemeClr val="tx1"/>
              </a:solidFill>
              <a:miter lim="800000"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US" altLang="en-US" sz="2000">
                <a:latin typeface="Tahoma" panose="020B0604030504040204" pitchFamily="34" charset="0"/>
              </a:endParaRPr>
            </a:p>
          </p:txBody>
        </p:sp>
        <p:sp>
          <p:nvSpPr>
            <p:cNvPr id="96261" name="Rectangle 29">
              <a:extLst>
                <a:ext uri="{FF2B5EF4-FFF2-40B4-BE49-F238E27FC236}">
                  <a16:creationId xmlns:a16="http://schemas.microsoft.com/office/drawing/2014/main" id="{BA216382-CF75-47EB-90E0-03A77D5071A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56428" y="2792786"/>
              <a:ext cx="990600" cy="838200"/>
            </a:xfrm>
            <a:prstGeom prst="rect">
              <a:avLst/>
            </a:prstGeom>
            <a:solidFill>
              <a:srgbClr val="CCFFCC"/>
            </a:solidFill>
            <a:ln w="12700">
              <a:solidFill>
                <a:schemeClr val="tx1"/>
              </a:solidFill>
              <a:miter lim="800000"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US" altLang="en-US" sz="2000">
                <a:latin typeface="Tahoma" panose="020B0604030504040204" pitchFamily="34" charset="0"/>
              </a:endParaRPr>
            </a:p>
          </p:txBody>
        </p:sp>
        <p:sp>
          <p:nvSpPr>
            <p:cNvPr id="96262" name="Rectangle 31">
              <a:extLst>
                <a:ext uri="{FF2B5EF4-FFF2-40B4-BE49-F238E27FC236}">
                  <a16:creationId xmlns:a16="http://schemas.microsoft.com/office/drawing/2014/main" id="{A57D0690-7C06-4680-A83B-64D353F29FA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51828" y="2792786"/>
              <a:ext cx="1905000" cy="838200"/>
            </a:xfrm>
            <a:prstGeom prst="rect">
              <a:avLst/>
            </a:prstGeom>
            <a:solidFill>
              <a:srgbClr val="CCFFFF"/>
            </a:solidFill>
            <a:ln w="12700">
              <a:solidFill>
                <a:schemeClr val="tx1"/>
              </a:solidFill>
              <a:miter lim="800000"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US" altLang="en-US" sz="2000">
                <a:latin typeface="Tahoma" panose="020B0604030504040204" pitchFamily="34" charset="0"/>
              </a:endParaRPr>
            </a:p>
          </p:txBody>
        </p:sp>
        <p:sp>
          <p:nvSpPr>
            <p:cNvPr id="96263" name="Rectangle 32">
              <a:extLst>
                <a:ext uri="{FF2B5EF4-FFF2-40B4-BE49-F238E27FC236}">
                  <a16:creationId xmlns:a16="http://schemas.microsoft.com/office/drawing/2014/main" id="{8A890D96-AA8D-4B21-BFEE-DCFDAA8076C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466228" y="2792786"/>
              <a:ext cx="990600" cy="838200"/>
            </a:xfrm>
            <a:prstGeom prst="rect">
              <a:avLst/>
            </a:prstGeom>
            <a:solidFill>
              <a:srgbClr val="CCFFCC"/>
            </a:solidFill>
            <a:ln w="12700">
              <a:solidFill>
                <a:schemeClr val="tx1"/>
              </a:solidFill>
              <a:miter lim="800000"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US" altLang="en-US" sz="2000">
                <a:latin typeface="Tahoma" panose="020B0604030504040204" pitchFamily="34" charset="0"/>
              </a:endParaRPr>
            </a:p>
          </p:txBody>
        </p:sp>
        <p:sp>
          <p:nvSpPr>
            <p:cNvPr id="96264" name="Rectangle 34">
              <a:extLst>
                <a:ext uri="{FF2B5EF4-FFF2-40B4-BE49-F238E27FC236}">
                  <a16:creationId xmlns:a16="http://schemas.microsoft.com/office/drawing/2014/main" id="{9146A60F-A5C2-4B8E-A502-22283BF6B33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61628" y="2792786"/>
              <a:ext cx="1905000" cy="838200"/>
            </a:xfrm>
            <a:prstGeom prst="rect">
              <a:avLst/>
            </a:prstGeom>
            <a:solidFill>
              <a:srgbClr val="CCFFFF"/>
            </a:solidFill>
            <a:ln w="12700">
              <a:solidFill>
                <a:schemeClr val="tx1"/>
              </a:solidFill>
              <a:miter lim="800000"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en-US" altLang="en-US" sz="2400">
                <a:latin typeface="Tahoma" panose="020B0604030504040204" pitchFamily="34" charset="0"/>
              </a:endParaRPr>
            </a:p>
          </p:txBody>
        </p:sp>
        <p:sp>
          <p:nvSpPr>
            <p:cNvPr id="96265" name="Rectangle 35">
              <a:extLst>
                <a:ext uri="{FF2B5EF4-FFF2-40B4-BE49-F238E27FC236}">
                  <a16:creationId xmlns:a16="http://schemas.microsoft.com/office/drawing/2014/main" id="{E67C96F4-EC98-4534-8B3F-F967E07C188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676028" y="2792786"/>
              <a:ext cx="990600" cy="838200"/>
            </a:xfrm>
            <a:prstGeom prst="rect">
              <a:avLst/>
            </a:prstGeom>
            <a:solidFill>
              <a:srgbClr val="CCFFCC"/>
            </a:solidFill>
            <a:ln w="12700">
              <a:solidFill>
                <a:schemeClr val="tx1"/>
              </a:solidFill>
              <a:miter lim="800000"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US" altLang="en-US" sz="2000">
                <a:latin typeface="Tahoma" panose="020B0604030504040204" pitchFamily="34" charset="0"/>
              </a:endParaRPr>
            </a:p>
          </p:txBody>
        </p:sp>
        <p:sp>
          <p:nvSpPr>
            <p:cNvPr id="96266" name="Text Box 37">
              <a:extLst>
                <a:ext uri="{FF2B5EF4-FFF2-40B4-BE49-F238E27FC236}">
                  <a16:creationId xmlns:a16="http://schemas.microsoft.com/office/drawing/2014/main" id="{D83D9166-E88D-403A-833D-1A44FF23EA6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837828" y="3021386"/>
              <a:ext cx="838200" cy="4572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 type="none" w="sm" len="sm"/>
                  <a:tailEnd type="none" w="sm" len="sm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2400" b="1">
                  <a:latin typeface="Tahoma" panose="020B0604030504040204" pitchFamily="34" charset="0"/>
                </a:rPr>
                <a:t>cat</a:t>
              </a:r>
            </a:p>
          </p:txBody>
        </p:sp>
        <p:sp>
          <p:nvSpPr>
            <p:cNvPr id="96267" name="Text Box 38">
              <a:extLst>
                <a:ext uri="{FF2B5EF4-FFF2-40B4-BE49-F238E27FC236}">
                  <a16:creationId xmlns:a16="http://schemas.microsoft.com/office/drawing/2014/main" id="{112B399F-6EE7-4D7B-9D66-B995F27FF41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628028" y="3021386"/>
              <a:ext cx="838200" cy="4572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 type="none" w="sm" len="sm"/>
                  <a:tailEnd type="none" w="sm" len="sm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2400" b="1" dirty="0">
                  <a:latin typeface="Tahoma" panose="020B0604030504040204" pitchFamily="34" charset="0"/>
                </a:rPr>
                <a:t>dog</a:t>
              </a:r>
            </a:p>
          </p:txBody>
        </p:sp>
        <p:sp>
          <p:nvSpPr>
            <p:cNvPr id="96268" name="Text Box 39">
              <a:extLst>
                <a:ext uri="{FF2B5EF4-FFF2-40B4-BE49-F238E27FC236}">
                  <a16:creationId xmlns:a16="http://schemas.microsoft.com/office/drawing/2014/main" id="{4965E794-0B6B-461B-BC58-32823F194EB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418228" y="3021386"/>
              <a:ext cx="838200" cy="4572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 type="none" w="sm" len="sm"/>
                  <a:tailEnd type="none" w="sm" len="sm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2400" b="1">
                  <a:latin typeface="Tahoma" panose="020B0604030504040204" pitchFamily="34" charset="0"/>
                </a:rPr>
                <a:t>pig</a:t>
              </a:r>
            </a:p>
          </p:txBody>
        </p:sp>
        <p:sp>
          <p:nvSpPr>
            <p:cNvPr id="96269" name="Text Box 40">
              <a:extLst>
                <a:ext uri="{FF2B5EF4-FFF2-40B4-BE49-F238E27FC236}">
                  <a16:creationId xmlns:a16="http://schemas.microsoft.com/office/drawing/2014/main" id="{AE628866-83D0-48FD-8613-B8948D5E71E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37028" y="2640386"/>
              <a:ext cx="1066800" cy="4572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 type="none" w="sm" len="sm"/>
                  <a:tailEnd type="none" w="sm" len="sm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2400" b="1">
                  <a:latin typeface="Tahoma" panose="020B0604030504040204" pitchFamily="34" charset="0"/>
                </a:rPr>
                <a:t>front</a:t>
              </a:r>
            </a:p>
          </p:txBody>
        </p:sp>
        <p:sp>
          <p:nvSpPr>
            <p:cNvPr id="96270" name="Text Box 43">
              <a:extLst>
                <a:ext uri="{FF2B5EF4-FFF2-40B4-BE49-F238E27FC236}">
                  <a16:creationId xmlns:a16="http://schemas.microsoft.com/office/drawing/2014/main" id="{B0F85639-7AFC-4033-98B8-0612998A707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772400" y="2999161"/>
              <a:ext cx="990600" cy="4572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 type="none" w="sm" len="sm"/>
                  <a:tailEnd type="none" w="sm" len="sm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2400" b="1" dirty="0">
                  <a:latin typeface="Tahoma" panose="020B0604030504040204" pitchFamily="34" charset="0"/>
                </a:rPr>
                <a:t>null</a:t>
              </a:r>
            </a:p>
          </p:txBody>
        </p:sp>
        <p:sp>
          <p:nvSpPr>
            <p:cNvPr id="96271" name="Text Box 44">
              <a:extLst>
                <a:ext uri="{FF2B5EF4-FFF2-40B4-BE49-F238E27FC236}">
                  <a16:creationId xmlns:a16="http://schemas.microsoft.com/office/drawing/2014/main" id="{C4972756-505B-41C7-9EC1-8E61D53D4AA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37028" y="3326186"/>
              <a:ext cx="1371600" cy="4572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 type="none" w="sm" len="sm"/>
                  <a:tailEnd type="none" w="sm" len="sm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2400" b="1">
                  <a:latin typeface="Tahoma" panose="020B0604030504040204" pitchFamily="34" charset="0"/>
                </a:rPr>
                <a:t>current</a:t>
              </a:r>
            </a:p>
          </p:txBody>
        </p:sp>
        <p:sp>
          <p:nvSpPr>
            <p:cNvPr id="96274" name="Text Box 50">
              <a:extLst>
                <a:ext uri="{FF2B5EF4-FFF2-40B4-BE49-F238E27FC236}">
                  <a16:creationId xmlns:a16="http://schemas.microsoft.com/office/drawing/2014/main" id="{97B78F1D-97B4-4553-B75A-0C6BE7BD863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37028" y="3021386"/>
              <a:ext cx="990600" cy="33655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 type="none" w="sm" len="sm"/>
                  <a:tailEnd type="none" w="sm" len="sm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1600" b="1">
                  <a:solidFill>
                    <a:srgbClr val="0000CC"/>
                  </a:solidFill>
                  <a:latin typeface="Tahoma" panose="020B0604030504040204" pitchFamily="34" charset="0"/>
                </a:rPr>
                <a:t>0xF17</a:t>
              </a:r>
            </a:p>
          </p:txBody>
        </p:sp>
        <p:sp>
          <p:nvSpPr>
            <p:cNvPr id="96275" name="Text Box 51">
              <a:extLst>
                <a:ext uri="{FF2B5EF4-FFF2-40B4-BE49-F238E27FC236}">
                  <a16:creationId xmlns:a16="http://schemas.microsoft.com/office/drawing/2014/main" id="{DE1B8F7D-B9CF-44B5-9F90-338FB9035EA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723028" y="2487986"/>
              <a:ext cx="990600" cy="33655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 type="none" w="sm" len="sm"/>
                  <a:tailEnd type="none" w="sm" len="sm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1600" b="1">
                  <a:solidFill>
                    <a:srgbClr val="0000CC"/>
                  </a:solidFill>
                  <a:latin typeface="Tahoma" panose="020B0604030504040204" pitchFamily="34" charset="0"/>
                </a:rPr>
                <a:t>0xF17</a:t>
              </a:r>
            </a:p>
          </p:txBody>
        </p:sp>
        <p:sp>
          <p:nvSpPr>
            <p:cNvPr id="96276" name="Line 53">
              <a:extLst>
                <a:ext uri="{FF2B5EF4-FFF2-40B4-BE49-F238E27FC236}">
                  <a16:creationId xmlns:a16="http://schemas.microsoft.com/office/drawing/2014/main" id="{790BA45B-F64A-4CB8-8223-A48F419E35F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094628" y="3249986"/>
              <a:ext cx="381000" cy="0"/>
            </a:xfrm>
            <a:prstGeom prst="line">
              <a:avLst/>
            </a:prstGeom>
            <a:noFill/>
            <a:ln w="63500">
              <a:solidFill>
                <a:srgbClr val="FF0000"/>
              </a:solidFill>
              <a:round/>
              <a:headEnd type="none" w="sm" len="sm"/>
              <a:tailEnd type="triangl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6277" name="Line 54">
              <a:extLst>
                <a:ext uri="{FF2B5EF4-FFF2-40B4-BE49-F238E27FC236}">
                  <a16:creationId xmlns:a16="http://schemas.microsoft.com/office/drawing/2014/main" id="{2924DACE-62A1-46D0-8594-53BC24A1B7E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503828" y="2945186"/>
              <a:ext cx="685800" cy="0"/>
            </a:xfrm>
            <a:prstGeom prst="line">
              <a:avLst/>
            </a:prstGeom>
            <a:noFill/>
            <a:ln w="63500">
              <a:solidFill>
                <a:srgbClr val="FF0000"/>
              </a:solidFill>
              <a:round/>
              <a:headEnd type="none" w="sm" len="sm"/>
              <a:tailEnd type="triangl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6278" name="Line 55">
              <a:extLst>
                <a:ext uri="{FF2B5EF4-FFF2-40B4-BE49-F238E27FC236}">
                  <a16:creationId xmlns:a16="http://schemas.microsoft.com/office/drawing/2014/main" id="{C6EB8B9F-B633-4116-93B1-5AB5D7C3D7F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732428" y="3554786"/>
              <a:ext cx="533400" cy="0"/>
            </a:xfrm>
            <a:prstGeom prst="line">
              <a:avLst/>
            </a:prstGeom>
            <a:noFill/>
            <a:ln w="63500">
              <a:solidFill>
                <a:srgbClr val="FF0000"/>
              </a:solidFill>
              <a:round/>
              <a:headEnd type="none" w="sm" len="sm"/>
              <a:tailEnd type="triangl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6279" name="Text Box 56">
              <a:extLst>
                <a:ext uri="{FF2B5EF4-FFF2-40B4-BE49-F238E27FC236}">
                  <a16:creationId xmlns:a16="http://schemas.microsoft.com/office/drawing/2014/main" id="{A2817ADE-C195-489D-8530-72BD97550F4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37028" y="3707186"/>
              <a:ext cx="990600" cy="33655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 type="none" w="sm" len="sm"/>
                  <a:tailEnd type="none" w="sm" len="sm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1600" b="1" dirty="0">
                  <a:solidFill>
                    <a:srgbClr val="0000CC"/>
                  </a:solidFill>
                  <a:latin typeface="Tahoma" panose="020B0604030504040204" pitchFamily="34" charset="0"/>
                </a:rPr>
                <a:t>0xF17</a:t>
              </a:r>
            </a:p>
          </p:txBody>
        </p:sp>
        <p:sp>
          <p:nvSpPr>
            <p:cNvPr id="96280" name="Text Box 57">
              <a:extLst>
                <a:ext uri="{FF2B5EF4-FFF2-40B4-BE49-F238E27FC236}">
                  <a16:creationId xmlns:a16="http://schemas.microsoft.com/office/drawing/2014/main" id="{CBFA1B77-B1A9-4075-9B92-FC841747566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932828" y="2487986"/>
              <a:ext cx="990600" cy="33655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 type="none" w="sm" len="sm"/>
                  <a:tailEnd type="none" w="sm" len="sm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1600" b="1" dirty="0">
                  <a:solidFill>
                    <a:srgbClr val="0000CC"/>
                  </a:solidFill>
                  <a:latin typeface="Tahoma" panose="020B0604030504040204" pitchFamily="34" charset="0"/>
                </a:rPr>
                <a:t>0xF21</a:t>
              </a:r>
            </a:p>
          </p:txBody>
        </p:sp>
        <p:sp>
          <p:nvSpPr>
            <p:cNvPr id="96281" name="Text Box 58">
              <a:extLst>
                <a:ext uri="{FF2B5EF4-FFF2-40B4-BE49-F238E27FC236}">
                  <a16:creationId xmlns:a16="http://schemas.microsoft.com/office/drawing/2014/main" id="{29C97A41-5C88-4306-B25D-1E3B2F489D8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218828" y="2487986"/>
              <a:ext cx="990600" cy="33655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 type="none" w="sm" len="sm"/>
                  <a:tailEnd type="none" w="sm" len="sm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1600" b="1">
                  <a:solidFill>
                    <a:srgbClr val="0000CC"/>
                  </a:solidFill>
                  <a:latin typeface="Tahoma" panose="020B0604030504040204" pitchFamily="34" charset="0"/>
                </a:rPr>
                <a:t>0xFEA</a:t>
              </a:r>
            </a:p>
          </p:txBody>
        </p:sp>
        <p:sp>
          <p:nvSpPr>
            <p:cNvPr id="96282" name="Line 59">
              <a:extLst>
                <a:ext uri="{FF2B5EF4-FFF2-40B4-BE49-F238E27FC236}">
                  <a16:creationId xmlns:a16="http://schemas.microsoft.com/office/drawing/2014/main" id="{DC210B8E-1D5A-4E1E-8EEE-88DA30BBEE2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304428" y="3249986"/>
              <a:ext cx="381000" cy="0"/>
            </a:xfrm>
            <a:prstGeom prst="line">
              <a:avLst/>
            </a:prstGeom>
            <a:noFill/>
            <a:ln w="63500">
              <a:solidFill>
                <a:srgbClr val="FF0000"/>
              </a:solidFill>
              <a:round/>
              <a:headEnd type="none" w="sm" len="sm"/>
              <a:tailEnd type="triangl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6284" name="Text Box 61">
              <a:extLst>
                <a:ext uri="{FF2B5EF4-FFF2-40B4-BE49-F238E27FC236}">
                  <a16:creationId xmlns:a16="http://schemas.microsoft.com/office/drawing/2014/main" id="{3F46EED8-D26C-4281-8A94-5326AB3A7C8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256428" y="3097586"/>
              <a:ext cx="990600" cy="33655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 type="none" w="sm" len="sm"/>
                  <a:tailEnd type="none" w="sm" len="sm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1600" b="1">
                  <a:solidFill>
                    <a:srgbClr val="0000CC"/>
                  </a:solidFill>
                  <a:latin typeface="Tahoma" panose="020B0604030504040204" pitchFamily="34" charset="0"/>
                </a:rPr>
                <a:t>0xF21</a:t>
              </a:r>
            </a:p>
          </p:txBody>
        </p:sp>
        <p:sp>
          <p:nvSpPr>
            <p:cNvPr id="96285" name="Text Box 62">
              <a:extLst>
                <a:ext uri="{FF2B5EF4-FFF2-40B4-BE49-F238E27FC236}">
                  <a16:creationId xmlns:a16="http://schemas.microsoft.com/office/drawing/2014/main" id="{D19E2ADB-BB22-4BEA-9553-527BC33662F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466228" y="3097586"/>
              <a:ext cx="990600" cy="33655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 type="none" w="sm" len="sm"/>
                  <a:tailEnd type="none" w="sm" len="sm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1600" b="1">
                  <a:solidFill>
                    <a:srgbClr val="0000CC"/>
                  </a:solidFill>
                  <a:latin typeface="Tahoma" panose="020B0604030504040204" pitchFamily="34" charset="0"/>
                </a:rPr>
                <a:t>0xFEA</a:t>
              </a:r>
            </a:p>
          </p:txBody>
        </p:sp>
      </p:grp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306" name="Footer Placeholder 3">
            <a:extLst>
              <a:ext uri="{FF2B5EF4-FFF2-40B4-BE49-F238E27FC236}">
                <a16:creationId xmlns:a16="http://schemas.microsoft.com/office/drawing/2014/main" id="{1B2202E4-ABFD-4FC1-BE8C-2813A8488797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800" b="1"/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 b="1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800" b="1">
                <a:latin typeface="Tahoma" panose="020B0604030504040204" pitchFamily="34" charset="0"/>
              </a:rPr>
              <a:t>© A+ Computer Science  -  www.apluscompsci.com</a:t>
            </a:r>
          </a:p>
        </p:txBody>
      </p:sp>
      <p:sp>
        <p:nvSpPr>
          <p:cNvPr id="98307" name="Rectangle 2">
            <a:extLst>
              <a:ext uri="{FF2B5EF4-FFF2-40B4-BE49-F238E27FC236}">
                <a16:creationId xmlns:a16="http://schemas.microsoft.com/office/drawing/2014/main" id="{5FE8C2E4-ECC0-440E-B528-4D50458E89B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90800" y="1143000"/>
            <a:ext cx="3662363" cy="528638"/>
          </a:xfrm>
          <a:prstGeom prst="rect">
            <a:avLst/>
          </a:prstGeom>
          <a:noFill/>
          <a:ln w="9525">
            <a:solidFill>
              <a:srgbClr val="FF66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800" b="1">
                <a:solidFill>
                  <a:srgbClr val="FF6600"/>
                </a:solidFill>
                <a:latin typeface="Tahoma" panose="020B0604030504040204" pitchFamily="34" charset="0"/>
              </a:rPr>
              <a:t>previous = current;</a:t>
            </a:r>
            <a:endParaRPr lang="en-US" altLang="en-US" sz="1800" b="1">
              <a:latin typeface="Courier New" panose="02070309020205020404" pitchFamily="49" charset="0"/>
            </a:endParaRPr>
          </a:p>
        </p:txBody>
      </p:sp>
      <p:sp>
        <p:nvSpPr>
          <p:cNvPr id="98309" name="Text Box 21">
            <a:extLst>
              <a:ext uri="{FF2B5EF4-FFF2-40B4-BE49-F238E27FC236}">
                <a16:creationId xmlns:a16="http://schemas.microsoft.com/office/drawing/2014/main" id="{B958712F-8E20-4EA3-B7D5-6BB8ADAE840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5800" y="5105400"/>
            <a:ext cx="8001000" cy="958850"/>
          </a:xfrm>
          <a:prstGeom prst="rect">
            <a:avLst/>
          </a:prstGeom>
          <a:noFill/>
          <a:ln w="12700">
            <a:solidFill>
              <a:srgbClr val="0000FF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en-US" altLang="en-US" sz="2800">
                <a:solidFill>
                  <a:schemeClr val="accent2"/>
                </a:solidFill>
                <a:latin typeface="Tahoma" panose="020B0604030504040204" pitchFamily="34" charset="0"/>
              </a:rPr>
              <a:t>front, current, and previous all store the same memory address.</a:t>
            </a:r>
          </a:p>
        </p:txBody>
      </p:sp>
      <p:grpSp>
        <p:nvGrpSpPr>
          <p:cNvPr id="2" name="Group 1" descr="The linked list:&#10;front = current = previous = 0xF17&#10;0xF17 --&gt; pig, 0xF21&#10;0xF21 --&gt; dog, 0xFEA&#10;0xFEA --&gt; cat, null&#10;&#10;Normal representation of original list:&#10;front --&gt; pig --&gt; dog --&gt; cat --&gt; null&#10;current and previous also points to pig">
            <a:extLst>
              <a:ext uri="{FF2B5EF4-FFF2-40B4-BE49-F238E27FC236}">
                <a16:creationId xmlns:a16="http://schemas.microsoft.com/office/drawing/2014/main" id="{B9383D49-C5FA-5AB2-B603-D3EAD3FFDB82}"/>
              </a:ext>
            </a:extLst>
          </p:cNvPr>
          <p:cNvGrpSpPr/>
          <p:nvPr/>
        </p:nvGrpSpPr>
        <p:grpSpPr>
          <a:xfrm>
            <a:off x="457200" y="2225488"/>
            <a:ext cx="8305800" cy="2165350"/>
            <a:chOff x="457200" y="2225488"/>
            <a:chExt cx="8305800" cy="2165350"/>
          </a:xfrm>
        </p:grpSpPr>
        <p:sp>
          <p:nvSpPr>
            <p:cNvPr id="98308" name="Text Box 17">
              <a:extLst>
                <a:ext uri="{FF2B5EF4-FFF2-40B4-BE49-F238E27FC236}">
                  <a16:creationId xmlns:a16="http://schemas.microsoft.com/office/drawing/2014/main" id="{D437C571-F9FF-4D72-A736-7730FF0F454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57200" y="3673288"/>
              <a:ext cx="1600200" cy="4572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 type="none" w="sm" len="sm"/>
                  <a:tailEnd type="none" w="sm" len="sm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2400" b="1" dirty="0">
                  <a:latin typeface="Tahoma" panose="020B0604030504040204" pitchFamily="34" charset="0"/>
                </a:rPr>
                <a:t>previous</a:t>
              </a:r>
            </a:p>
          </p:txBody>
        </p:sp>
        <p:sp>
          <p:nvSpPr>
            <p:cNvPr id="98310" name="Rectangle 27">
              <a:extLst>
                <a:ext uri="{FF2B5EF4-FFF2-40B4-BE49-F238E27FC236}">
                  <a16:creationId xmlns:a16="http://schemas.microsoft.com/office/drawing/2014/main" id="{02D50328-E4CB-421F-BD4E-7C41F7831B8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62200" y="2530288"/>
              <a:ext cx="1905000" cy="838200"/>
            </a:xfrm>
            <a:prstGeom prst="rect">
              <a:avLst/>
            </a:prstGeom>
            <a:solidFill>
              <a:srgbClr val="CCFFFF"/>
            </a:solidFill>
            <a:ln w="12700">
              <a:solidFill>
                <a:schemeClr val="tx1"/>
              </a:solidFill>
              <a:miter lim="800000"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US" altLang="en-US" sz="2000">
                <a:latin typeface="Tahoma" panose="020B0604030504040204" pitchFamily="34" charset="0"/>
              </a:endParaRPr>
            </a:p>
          </p:txBody>
        </p:sp>
        <p:sp>
          <p:nvSpPr>
            <p:cNvPr id="98311" name="Rectangle 28">
              <a:extLst>
                <a:ext uri="{FF2B5EF4-FFF2-40B4-BE49-F238E27FC236}">
                  <a16:creationId xmlns:a16="http://schemas.microsoft.com/office/drawing/2014/main" id="{8A869A56-FF38-4114-A14C-70E37DA384C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76600" y="2530288"/>
              <a:ext cx="990600" cy="838200"/>
            </a:xfrm>
            <a:prstGeom prst="rect">
              <a:avLst/>
            </a:prstGeom>
            <a:solidFill>
              <a:srgbClr val="CCFFCC"/>
            </a:solidFill>
            <a:ln w="12700">
              <a:solidFill>
                <a:schemeClr val="tx1"/>
              </a:solidFill>
              <a:miter lim="800000"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US" altLang="en-US" sz="2000">
                <a:latin typeface="Tahoma" panose="020B0604030504040204" pitchFamily="34" charset="0"/>
              </a:endParaRPr>
            </a:p>
          </p:txBody>
        </p:sp>
        <p:sp>
          <p:nvSpPr>
            <p:cNvPr id="98312" name="Rectangle 29">
              <a:extLst>
                <a:ext uri="{FF2B5EF4-FFF2-40B4-BE49-F238E27FC236}">
                  <a16:creationId xmlns:a16="http://schemas.microsoft.com/office/drawing/2014/main" id="{DFB39C42-CD92-478B-BF90-C5D647155BB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72000" y="2530288"/>
              <a:ext cx="1905000" cy="838200"/>
            </a:xfrm>
            <a:prstGeom prst="rect">
              <a:avLst/>
            </a:prstGeom>
            <a:solidFill>
              <a:srgbClr val="CCFFFF"/>
            </a:solidFill>
            <a:ln w="12700">
              <a:solidFill>
                <a:schemeClr val="tx1"/>
              </a:solidFill>
              <a:miter lim="800000"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US" altLang="en-US" sz="2000">
                <a:latin typeface="Tahoma" panose="020B0604030504040204" pitchFamily="34" charset="0"/>
              </a:endParaRPr>
            </a:p>
          </p:txBody>
        </p:sp>
        <p:sp>
          <p:nvSpPr>
            <p:cNvPr id="98313" name="Rectangle 30">
              <a:extLst>
                <a:ext uri="{FF2B5EF4-FFF2-40B4-BE49-F238E27FC236}">
                  <a16:creationId xmlns:a16="http://schemas.microsoft.com/office/drawing/2014/main" id="{783D977F-5B73-4D55-9AE4-51D36847631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486400" y="2530288"/>
              <a:ext cx="990600" cy="838200"/>
            </a:xfrm>
            <a:prstGeom prst="rect">
              <a:avLst/>
            </a:prstGeom>
            <a:solidFill>
              <a:srgbClr val="CCFFCC"/>
            </a:solidFill>
            <a:ln w="12700">
              <a:solidFill>
                <a:schemeClr val="tx1"/>
              </a:solidFill>
              <a:miter lim="800000"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US" altLang="en-US" sz="2000">
                <a:latin typeface="Tahoma" panose="020B0604030504040204" pitchFamily="34" charset="0"/>
              </a:endParaRPr>
            </a:p>
          </p:txBody>
        </p:sp>
        <p:sp>
          <p:nvSpPr>
            <p:cNvPr id="98314" name="Rectangle 31">
              <a:extLst>
                <a:ext uri="{FF2B5EF4-FFF2-40B4-BE49-F238E27FC236}">
                  <a16:creationId xmlns:a16="http://schemas.microsoft.com/office/drawing/2014/main" id="{1D950543-4DB8-4D14-B557-F7AC8425CA0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81800" y="2530288"/>
              <a:ext cx="1905000" cy="838200"/>
            </a:xfrm>
            <a:prstGeom prst="rect">
              <a:avLst/>
            </a:prstGeom>
            <a:solidFill>
              <a:srgbClr val="CCFFFF"/>
            </a:solidFill>
            <a:ln w="12700">
              <a:solidFill>
                <a:schemeClr val="tx1"/>
              </a:solidFill>
              <a:miter lim="800000"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en-US" altLang="en-US" sz="2400">
                <a:latin typeface="Tahoma" panose="020B0604030504040204" pitchFamily="34" charset="0"/>
              </a:endParaRPr>
            </a:p>
          </p:txBody>
        </p:sp>
        <p:sp>
          <p:nvSpPr>
            <p:cNvPr id="98315" name="Rectangle 32">
              <a:extLst>
                <a:ext uri="{FF2B5EF4-FFF2-40B4-BE49-F238E27FC236}">
                  <a16:creationId xmlns:a16="http://schemas.microsoft.com/office/drawing/2014/main" id="{61CC2F46-7026-4147-AEBC-9D8666248FE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696200" y="2530288"/>
              <a:ext cx="990600" cy="838200"/>
            </a:xfrm>
            <a:prstGeom prst="rect">
              <a:avLst/>
            </a:prstGeom>
            <a:solidFill>
              <a:srgbClr val="CCFFCC"/>
            </a:solidFill>
            <a:ln w="12700">
              <a:solidFill>
                <a:schemeClr val="tx1"/>
              </a:solidFill>
              <a:miter lim="800000"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US" altLang="en-US" sz="2000">
                <a:latin typeface="Tahoma" panose="020B0604030504040204" pitchFamily="34" charset="0"/>
              </a:endParaRPr>
            </a:p>
          </p:txBody>
        </p:sp>
        <p:sp>
          <p:nvSpPr>
            <p:cNvPr id="98317" name="Text Box 34">
              <a:extLst>
                <a:ext uri="{FF2B5EF4-FFF2-40B4-BE49-F238E27FC236}">
                  <a16:creationId xmlns:a16="http://schemas.microsoft.com/office/drawing/2014/main" id="{F23CC2BB-7740-465D-B2D6-12D95A6697C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858000" y="2758888"/>
              <a:ext cx="838200" cy="4572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 type="none" w="sm" len="sm"/>
                  <a:tailEnd type="none" w="sm" len="sm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2400" b="1">
                  <a:latin typeface="Tahoma" panose="020B0604030504040204" pitchFamily="34" charset="0"/>
                </a:rPr>
                <a:t>cat</a:t>
              </a:r>
            </a:p>
          </p:txBody>
        </p:sp>
        <p:sp>
          <p:nvSpPr>
            <p:cNvPr id="98318" name="Text Box 35">
              <a:extLst>
                <a:ext uri="{FF2B5EF4-FFF2-40B4-BE49-F238E27FC236}">
                  <a16:creationId xmlns:a16="http://schemas.microsoft.com/office/drawing/2014/main" id="{9F849931-418F-496C-8BA0-D2AC16C94AE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648200" y="2758888"/>
              <a:ext cx="838200" cy="4572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 type="none" w="sm" len="sm"/>
                  <a:tailEnd type="none" w="sm" len="sm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2400" b="1">
                  <a:latin typeface="Tahoma" panose="020B0604030504040204" pitchFamily="34" charset="0"/>
                </a:rPr>
                <a:t>dog</a:t>
              </a:r>
            </a:p>
          </p:txBody>
        </p:sp>
        <p:sp>
          <p:nvSpPr>
            <p:cNvPr id="98319" name="Text Box 36">
              <a:extLst>
                <a:ext uri="{FF2B5EF4-FFF2-40B4-BE49-F238E27FC236}">
                  <a16:creationId xmlns:a16="http://schemas.microsoft.com/office/drawing/2014/main" id="{05C8F16F-9134-48D8-B597-9B30536D38F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438400" y="2758888"/>
              <a:ext cx="838200" cy="4572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 type="none" w="sm" len="sm"/>
                  <a:tailEnd type="none" w="sm" len="sm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2400" b="1">
                  <a:latin typeface="Tahoma" panose="020B0604030504040204" pitchFamily="34" charset="0"/>
                </a:rPr>
                <a:t>pig</a:t>
              </a:r>
            </a:p>
          </p:txBody>
        </p:sp>
        <p:sp>
          <p:nvSpPr>
            <p:cNvPr id="98320" name="Text Box 37">
              <a:extLst>
                <a:ext uri="{FF2B5EF4-FFF2-40B4-BE49-F238E27FC236}">
                  <a16:creationId xmlns:a16="http://schemas.microsoft.com/office/drawing/2014/main" id="{0B0237EC-A345-4352-948D-1211C192D15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57200" y="2377888"/>
              <a:ext cx="1066800" cy="4572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 type="none" w="sm" len="sm"/>
                  <a:tailEnd type="none" w="sm" len="sm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2400" b="1">
                  <a:latin typeface="Tahoma" panose="020B0604030504040204" pitchFamily="34" charset="0"/>
                </a:rPr>
                <a:t>front</a:t>
              </a:r>
            </a:p>
          </p:txBody>
        </p:sp>
        <p:sp>
          <p:nvSpPr>
            <p:cNvPr id="98321" name="Text Box 38">
              <a:extLst>
                <a:ext uri="{FF2B5EF4-FFF2-40B4-BE49-F238E27FC236}">
                  <a16:creationId xmlns:a16="http://schemas.microsoft.com/office/drawing/2014/main" id="{FA9C2443-CBC5-4DC8-91CD-1E67301C2F5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772400" y="2732741"/>
              <a:ext cx="990600" cy="4572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 type="none" w="sm" len="sm"/>
                  <a:tailEnd type="none" w="sm" len="sm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2400" b="1" dirty="0">
                  <a:latin typeface="Tahoma" panose="020B0604030504040204" pitchFamily="34" charset="0"/>
                </a:rPr>
                <a:t>null</a:t>
              </a:r>
            </a:p>
          </p:txBody>
        </p:sp>
        <p:sp>
          <p:nvSpPr>
            <p:cNvPr id="98322" name="Text Box 39">
              <a:extLst>
                <a:ext uri="{FF2B5EF4-FFF2-40B4-BE49-F238E27FC236}">
                  <a16:creationId xmlns:a16="http://schemas.microsoft.com/office/drawing/2014/main" id="{9034811C-3FA7-44B2-A95B-3BADF9D1EBD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57200" y="3063688"/>
              <a:ext cx="1371600" cy="4572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 type="none" w="sm" len="sm"/>
                  <a:tailEnd type="none" w="sm" len="sm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2400" b="1">
                  <a:latin typeface="Tahoma" panose="020B0604030504040204" pitchFamily="34" charset="0"/>
                </a:rPr>
                <a:t>current</a:t>
              </a:r>
            </a:p>
          </p:txBody>
        </p:sp>
        <p:sp>
          <p:nvSpPr>
            <p:cNvPr id="98323" name="Text Box 40">
              <a:extLst>
                <a:ext uri="{FF2B5EF4-FFF2-40B4-BE49-F238E27FC236}">
                  <a16:creationId xmlns:a16="http://schemas.microsoft.com/office/drawing/2014/main" id="{D532C32E-727F-4009-BE15-612CB26EDD7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57200" y="2758888"/>
              <a:ext cx="990600" cy="33655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 type="none" w="sm" len="sm"/>
                  <a:tailEnd type="none" w="sm" len="sm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1600" b="1">
                  <a:solidFill>
                    <a:srgbClr val="0000CC"/>
                  </a:solidFill>
                  <a:latin typeface="Tahoma" panose="020B0604030504040204" pitchFamily="34" charset="0"/>
                </a:rPr>
                <a:t>0xF17</a:t>
              </a:r>
            </a:p>
          </p:txBody>
        </p:sp>
        <p:sp>
          <p:nvSpPr>
            <p:cNvPr id="98324" name="Text Box 41">
              <a:extLst>
                <a:ext uri="{FF2B5EF4-FFF2-40B4-BE49-F238E27FC236}">
                  <a16:creationId xmlns:a16="http://schemas.microsoft.com/office/drawing/2014/main" id="{7E3EF28B-E932-4032-80AA-D0598D831A8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743200" y="2225488"/>
              <a:ext cx="990600" cy="33655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 type="none" w="sm" len="sm"/>
                  <a:tailEnd type="none" w="sm" len="sm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1600" b="1">
                  <a:solidFill>
                    <a:srgbClr val="0000CC"/>
                  </a:solidFill>
                  <a:latin typeface="Tahoma" panose="020B0604030504040204" pitchFamily="34" charset="0"/>
                </a:rPr>
                <a:t>0xF17</a:t>
              </a:r>
            </a:p>
          </p:txBody>
        </p:sp>
        <p:sp>
          <p:nvSpPr>
            <p:cNvPr id="98325" name="Line 44">
              <a:extLst>
                <a:ext uri="{FF2B5EF4-FFF2-40B4-BE49-F238E27FC236}">
                  <a16:creationId xmlns:a16="http://schemas.microsoft.com/office/drawing/2014/main" id="{4AA092B0-F022-4F5B-B852-D11452ED5BA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524000" y="2682688"/>
              <a:ext cx="685800" cy="0"/>
            </a:xfrm>
            <a:prstGeom prst="line">
              <a:avLst/>
            </a:prstGeom>
            <a:noFill/>
            <a:ln w="63500">
              <a:solidFill>
                <a:srgbClr val="FF0000"/>
              </a:solidFill>
              <a:round/>
              <a:headEnd type="none" w="sm" len="sm"/>
              <a:tailEnd type="triangl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8326" name="Line 45">
              <a:extLst>
                <a:ext uri="{FF2B5EF4-FFF2-40B4-BE49-F238E27FC236}">
                  <a16:creationId xmlns:a16="http://schemas.microsoft.com/office/drawing/2014/main" id="{E032A5D3-C2F7-414E-A22E-7FF3807CF38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752600" y="3292288"/>
              <a:ext cx="533400" cy="0"/>
            </a:xfrm>
            <a:prstGeom prst="line">
              <a:avLst/>
            </a:prstGeom>
            <a:noFill/>
            <a:ln w="63500">
              <a:solidFill>
                <a:srgbClr val="FF0000"/>
              </a:solidFill>
              <a:round/>
              <a:headEnd type="none" w="sm" len="sm"/>
              <a:tailEnd type="triangl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8327" name="Text Box 46">
              <a:extLst>
                <a:ext uri="{FF2B5EF4-FFF2-40B4-BE49-F238E27FC236}">
                  <a16:creationId xmlns:a16="http://schemas.microsoft.com/office/drawing/2014/main" id="{35D37ED9-5823-4FC1-A638-5FD7D2FEA87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57200" y="3444688"/>
              <a:ext cx="990600" cy="33655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 type="none" w="sm" len="sm"/>
                  <a:tailEnd type="none" w="sm" len="sm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1600" b="1">
                  <a:solidFill>
                    <a:srgbClr val="0000CC"/>
                  </a:solidFill>
                  <a:latin typeface="Tahoma" panose="020B0604030504040204" pitchFamily="34" charset="0"/>
                </a:rPr>
                <a:t>0xF17</a:t>
              </a:r>
            </a:p>
          </p:txBody>
        </p:sp>
        <p:sp>
          <p:nvSpPr>
            <p:cNvPr id="98328" name="Text Box 47">
              <a:extLst>
                <a:ext uri="{FF2B5EF4-FFF2-40B4-BE49-F238E27FC236}">
                  <a16:creationId xmlns:a16="http://schemas.microsoft.com/office/drawing/2014/main" id="{9DF6C71D-A156-49E4-8D0F-1B54E4CB36F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953000" y="2225488"/>
              <a:ext cx="990600" cy="33655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 type="none" w="sm" len="sm"/>
                  <a:tailEnd type="none" w="sm" len="sm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1600" b="1">
                  <a:solidFill>
                    <a:srgbClr val="0000CC"/>
                  </a:solidFill>
                  <a:latin typeface="Tahoma" panose="020B0604030504040204" pitchFamily="34" charset="0"/>
                </a:rPr>
                <a:t>0xF21</a:t>
              </a:r>
            </a:p>
          </p:txBody>
        </p:sp>
        <p:sp>
          <p:nvSpPr>
            <p:cNvPr id="98329" name="Text Box 48">
              <a:extLst>
                <a:ext uri="{FF2B5EF4-FFF2-40B4-BE49-F238E27FC236}">
                  <a16:creationId xmlns:a16="http://schemas.microsoft.com/office/drawing/2014/main" id="{26E15FA7-CB4F-4291-99D0-3B0DC4E5931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239000" y="2225488"/>
              <a:ext cx="990600" cy="33655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 type="none" w="sm" len="sm"/>
                  <a:tailEnd type="none" w="sm" len="sm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1600" b="1">
                  <a:solidFill>
                    <a:srgbClr val="0000CC"/>
                  </a:solidFill>
                  <a:latin typeface="Tahoma" panose="020B0604030504040204" pitchFamily="34" charset="0"/>
                </a:rPr>
                <a:t>0xFEA</a:t>
              </a:r>
            </a:p>
          </p:txBody>
        </p:sp>
        <p:sp>
          <p:nvSpPr>
            <p:cNvPr id="98330" name="Text Box 49">
              <a:extLst>
                <a:ext uri="{FF2B5EF4-FFF2-40B4-BE49-F238E27FC236}">
                  <a16:creationId xmlns:a16="http://schemas.microsoft.com/office/drawing/2014/main" id="{D87C6546-D706-4A85-9AE5-EC4702AFEC2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57200" y="4054288"/>
              <a:ext cx="990600" cy="33655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 type="none" w="sm" len="sm"/>
                  <a:tailEnd type="none" w="sm" len="sm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1600" b="1">
                  <a:solidFill>
                    <a:srgbClr val="0000CC"/>
                  </a:solidFill>
                  <a:latin typeface="Tahoma" panose="020B0604030504040204" pitchFamily="34" charset="0"/>
                </a:rPr>
                <a:t>0xF17</a:t>
              </a:r>
            </a:p>
          </p:txBody>
        </p:sp>
        <p:sp>
          <p:nvSpPr>
            <p:cNvPr id="98331" name="Line 50">
              <a:extLst>
                <a:ext uri="{FF2B5EF4-FFF2-40B4-BE49-F238E27FC236}">
                  <a16:creationId xmlns:a16="http://schemas.microsoft.com/office/drawing/2014/main" id="{04F41AB0-993F-4BC6-BE04-623E170A4AFF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905000" y="3368488"/>
              <a:ext cx="381000" cy="457200"/>
            </a:xfrm>
            <a:prstGeom prst="line">
              <a:avLst/>
            </a:prstGeom>
            <a:noFill/>
            <a:ln w="63500">
              <a:solidFill>
                <a:srgbClr val="FF0000"/>
              </a:solidFill>
              <a:round/>
              <a:headEnd type="none" w="sm" len="sm"/>
              <a:tailEnd type="triangl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8332" name="Line 52">
              <a:extLst>
                <a:ext uri="{FF2B5EF4-FFF2-40B4-BE49-F238E27FC236}">
                  <a16:creationId xmlns:a16="http://schemas.microsoft.com/office/drawing/2014/main" id="{45A8F184-C09B-4012-941D-D1C31A26A10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114800" y="2987488"/>
              <a:ext cx="381000" cy="0"/>
            </a:xfrm>
            <a:prstGeom prst="line">
              <a:avLst/>
            </a:prstGeom>
            <a:noFill/>
            <a:ln w="63500">
              <a:solidFill>
                <a:srgbClr val="FF0000"/>
              </a:solidFill>
              <a:round/>
              <a:headEnd type="none" w="sm" len="sm"/>
              <a:tailEnd type="triangl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8333" name="Text Box 53">
              <a:extLst>
                <a:ext uri="{FF2B5EF4-FFF2-40B4-BE49-F238E27FC236}">
                  <a16:creationId xmlns:a16="http://schemas.microsoft.com/office/drawing/2014/main" id="{E42262B6-C1C0-4612-A1C0-948D6A56F6E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276600" y="2835088"/>
              <a:ext cx="990600" cy="33655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 type="none" w="sm" len="sm"/>
                  <a:tailEnd type="none" w="sm" len="sm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1600" b="1">
                  <a:solidFill>
                    <a:srgbClr val="0000CC"/>
                  </a:solidFill>
                  <a:latin typeface="Tahoma" panose="020B0604030504040204" pitchFamily="34" charset="0"/>
                </a:rPr>
                <a:t>0xF21</a:t>
              </a:r>
            </a:p>
          </p:txBody>
        </p:sp>
        <p:sp>
          <p:nvSpPr>
            <p:cNvPr id="98334" name="Line 54">
              <a:extLst>
                <a:ext uri="{FF2B5EF4-FFF2-40B4-BE49-F238E27FC236}">
                  <a16:creationId xmlns:a16="http://schemas.microsoft.com/office/drawing/2014/main" id="{CC24F0F9-EAC8-4EA0-8E3D-544372CBAF5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324600" y="2987488"/>
              <a:ext cx="381000" cy="0"/>
            </a:xfrm>
            <a:prstGeom prst="line">
              <a:avLst/>
            </a:prstGeom>
            <a:noFill/>
            <a:ln w="63500">
              <a:solidFill>
                <a:srgbClr val="FF0000"/>
              </a:solidFill>
              <a:round/>
              <a:headEnd type="none" w="sm" len="sm"/>
              <a:tailEnd type="triangl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8335" name="Text Box 55">
              <a:extLst>
                <a:ext uri="{FF2B5EF4-FFF2-40B4-BE49-F238E27FC236}">
                  <a16:creationId xmlns:a16="http://schemas.microsoft.com/office/drawing/2014/main" id="{2E3DFEDA-D623-483E-BDE2-CDA2F106550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486400" y="2835088"/>
              <a:ext cx="990600" cy="33655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 type="none" w="sm" len="sm"/>
                  <a:tailEnd type="none" w="sm" len="sm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1600" b="1">
                  <a:solidFill>
                    <a:srgbClr val="0000CC"/>
                  </a:solidFill>
                  <a:latin typeface="Tahoma" panose="020B0604030504040204" pitchFamily="34" charset="0"/>
                </a:rPr>
                <a:t>0xFEA</a:t>
              </a:r>
            </a:p>
          </p:txBody>
        </p:sp>
      </p:grpSp>
      <p:sp>
        <p:nvSpPr>
          <p:cNvPr id="98336" name="WordArt 56">
            <a:extLst>
              <a:ext uri="{FF2B5EF4-FFF2-40B4-BE49-F238E27FC236}">
                <a16:creationId xmlns:a16="http://schemas.microsoft.com/office/drawing/2014/main" id="{EB931542-79DB-4096-A0D5-69EB2D6E501E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2438400" y="228600"/>
            <a:ext cx="4114800" cy="5334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US" sz="3600" kern="10">
                <a:ln w="9525">
                  <a:solidFill>
                    <a:srgbClr val="FFFF00"/>
                  </a:solidFill>
                  <a:round/>
                  <a:headEnd type="none" w="sm" len="sm"/>
                  <a:tailEnd type="none" w="sm" len="sm"/>
                </a:ln>
                <a:solidFill>
                  <a:srgbClr val="0000FF"/>
                </a:solidFill>
                <a:effectLst>
                  <a:outerShdw dist="35921" dir="2700000" algn="ctr" rotWithShape="0">
                    <a:srgbClr val="C0C0C0">
                      <a:alpha val="79999"/>
                    </a:srgbClr>
                  </a:outerShdw>
                </a:effectLst>
                <a:latin typeface="Impact" panose="020B0806030902050204" pitchFamily="34" charset="0"/>
              </a:rPr>
              <a:t>Removing any node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354" name="Footer Placeholder 3">
            <a:extLst>
              <a:ext uri="{FF2B5EF4-FFF2-40B4-BE49-F238E27FC236}">
                <a16:creationId xmlns:a16="http://schemas.microsoft.com/office/drawing/2014/main" id="{2F4B1B4D-A59F-4722-A7EB-F9042511569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800" b="1"/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 b="1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800" b="1">
                <a:latin typeface="Tahoma" panose="020B0604030504040204" pitchFamily="34" charset="0"/>
              </a:rPr>
              <a:t>© A+ Computer Science  -  www.apluscompsci.com</a:t>
            </a:r>
          </a:p>
        </p:txBody>
      </p:sp>
      <p:sp>
        <p:nvSpPr>
          <p:cNvPr id="100355" name="Rectangle 2">
            <a:extLst>
              <a:ext uri="{FF2B5EF4-FFF2-40B4-BE49-F238E27FC236}">
                <a16:creationId xmlns:a16="http://schemas.microsoft.com/office/drawing/2014/main" id="{FC13A82C-5FB9-4F4B-8D08-FCEF0B5E805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09800" y="1295400"/>
            <a:ext cx="5094288" cy="528638"/>
          </a:xfrm>
          <a:prstGeom prst="rect">
            <a:avLst/>
          </a:prstGeom>
          <a:noFill/>
          <a:ln w="9525">
            <a:solidFill>
              <a:srgbClr val="FF66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800" b="1">
                <a:solidFill>
                  <a:srgbClr val="FF6600"/>
                </a:solidFill>
                <a:latin typeface="Tahoma" panose="020B0604030504040204" pitchFamily="34" charset="0"/>
              </a:rPr>
              <a:t>current=current.getNext();</a:t>
            </a:r>
            <a:endParaRPr lang="en-US" altLang="en-US" sz="1800" b="1">
              <a:latin typeface="Courier New" panose="02070309020205020404" pitchFamily="49" charset="0"/>
            </a:endParaRPr>
          </a:p>
        </p:txBody>
      </p:sp>
      <p:sp>
        <p:nvSpPr>
          <p:cNvPr id="100357" name="Text Box 5">
            <a:extLst>
              <a:ext uri="{FF2B5EF4-FFF2-40B4-BE49-F238E27FC236}">
                <a16:creationId xmlns:a16="http://schemas.microsoft.com/office/drawing/2014/main" id="{1F85E173-0879-4BE6-B7EF-2C73C60E1B6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24000" y="5334000"/>
            <a:ext cx="5638800" cy="531813"/>
          </a:xfrm>
          <a:prstGeom prst="rect">
            <a:avLst/>
          </a:prstGeom>
          <a:noFill/>
          <a:ln w="12700">
            <a:solidFill>
              <a:srgbClr val="0000FF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en-US" altLang="en-US" sz="2800">
                <a:solidFill>
                  <a:schemeClr val="accent2"/>
                </a:solidFill>
                <a:latin typeface="Tahoma" panose="020B0604030504040204" pitchFamily="34" charset="0"/>
              </a:rPr>
              <a:t>current moves forward one node.</a:t>
            </a:r>
          </a:p>
        </p:txBody>
      </p:sp>
      <p:sp>
        <p:nvSpPr>
          <p:cNvPr id="197650" name="Text Box 18">
            <a:extLst>
              <a:ext uri="{FF2B5EF4-FFF2-40B4-BE49-F238E27FC236}">
                <a16:creationId xmlns:a16="http://schemas.microsoft.com/office/drawing/2014/main" id="{DBA361EF-150E-4318-9099-C96BA0EFE8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9952" y="3175467"/>
            <a:ext cx="13716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en-US" altLang="en-US" sz="2400" b="1" dirty="0">
                <a:latin typeface="Tahoma" panose="020B0604030504040204" pitchFamily="34" charset="0"/>
              </a:rPr>
              <a:t>current</a:t>
            </a:r>
          </a:p>
        </p:txBody>
      </p:sp>
      <p:sp>
        <p:nvSpPr>
          <p:cNvPr id="197656" name="Line 24">
            <a:extLst>
              <a:ext uri="{FF2B5EF4-FFF2-40B4-BE49-F238E27FC236}">
                <a16:creationId xmlns:a16="http://schemas.microsoft.com/office/drawing/2014/main" id="{DF00086E-5339-4599-904C-6F931978E9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ShapeType="1"/>
          </p:cNvSpPr>
          <p:nvPr/>
        </p:nvSpPr>
        <p:spPr bwMode="auto">
          <a:xfrm>
            <a:off x="1815352" y="3404067"/>
            <a:ext cx="533400" cy="0"/>
          </a:xfrm>
          <a:prstGeom prst="line">
            <a:avLst/>
          </a:prstGeom>
          <a:noFill/>
          <a:ln w="63500">
            <a:solidFill>
              <a:srgbClr val="FF0000"/>
            </a:solidFill>
            <a:round/>
            <a:headEnd type="none" w="sm" len="sm"/>
            <a:tailEnd type="triangl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97657" name="Text Box 25">
            <a:extLst>
              <a:ext uri="{FF2B5EF4-FFF2-40B4-BE49-F238E27FC236}">
                <a16:creationId xmlns:a16="http://schemas.microsoft.com/office/drawing/2014/main" id="{271A007F-6EB1-480D-A58E-76D33E572D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9952" y="3556467"/>
            <a:ext cx="990600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en-US" altLang="en-US" sz="1600" b="1" dirty="0">
                <a:solidFill>
                  <a:srgbClr val="0000CC"/>
                </a:solidFill>
                <a:latin typeface="Tahoma" panose="020B0604030504040204" pitchFamily="34" charset="0"/>
              </a:rPr>
              <a:t>0xF17</a:t>
            </a:r>
          </a:p>
        </p:txBody>
      </p:sp>
      <p:sp>
        <p:nvSpPr>
          <p:cNvPr id="197662" name="Text Box 30">
            <a:extLst>
              <a:ext uri="{FF2B5EF4-FFF2-40B4-BE49-F238E27FC236}">
                <a16:creationId xmlns:a16="http://schemas.microsoft.com/office/drawing/2014/main" id="{3F9BA7FB-4AE7-4763-9122-8B77BA7310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958352" y="3632667"/>
            <a:ext cx="13716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en-US" altLang="en-US" sz="2400" b="1" dirty="0">
                <a:latin typeface="Tahoma" panose="020B0604030504040204" pitchFamily="34" charset="0"/>
              </a:rPr>
              <a:t>current</a:t>
            </a:r>
          </a:p>
        </p:txBody>
      </p:sp>
      <p:sp>
        <p:nvSpPr>
          <p:cNvPr id="197663" name="Line 31">
            <a:extLst>
              <a:ext uri="{FF2B5EF4-FFF2-40B4-BE49-F238E27FC236}">
                <a16:creationId xmlns:a16="http://schemas.microsoft.com/office/drawing/2014/main" id="{9AF086C6-3B71-4551-8B84-F4D6267B97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4253752" y="3251667"/>
            <a:ext cx="304800" cy="609600"/>
          </a:xfrm>
          <a:prstGeom prst="line">
            <a:avLst/>
          </a:prstGeom>
          <a:noFill/>
          <a:ln w="63500">
            <a:solidFill>
              <a:srgbClr val="FF0000"/>
            </a:solidFill>
            <a:round/>
            <a:headEnd type="none" w="sm" len="sm"/>
            <a:tailEnd type="triangl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97664" name="Text Box 32">
            <a:extLst>
              <a:ext uri="{FF2B5EF4-FFF2-40B4-BE49-F238E27FC236}">
                <a16:creationId xmlns:a16="http://schemas.microsoft.com/office/drawing/2014/main" id="{9E9C6E9D-3B64-4401-9EB5-972F95704E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958352" y="4013667"/>
            <a:ext cx="990600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en-US" altLang="en-US" sz="1600" b="1" dirty="0">
                <a:solidFill>
                  <a:srgbClr val="0000CC"/>
                </a:solidFill>
                <a:latin typeface="Tahoma" panose="020B0604030504040204" pitchFamily="34" charset="0"/>
              </a:rPr>
              <a:t>0xF21</a:t>
            </a:r>
          </a:p>
        </p:txBody>
      </p:sp>
      <p:grpSp>
        <p:nvGrpSpPr>
          <p:cNvPr id="3" name="Group 2" descr="The linked list:&#10;front = current = previous = 0xF17&#10;0xF17 --&gt; pig, 0xF21&#10;0xF21 --&gt; dog, 0xFEA&#10;0xFEA --&gt; cat, null&#10;&#10;After running:&#10;current = current.getNext();&#10;current stores 0xF21, which is the memory location of the &quot;dog&quot; node:&#10;front = previous = 0xF17&#10;current = 0xF21 &#10;0xF17 --&gt; pig, 0xF21&#10;0xF21 --&gt; dog, 0xFEA&#10;0xFEA --&gt; cat, null">
            <a:extLst>
              <a:ext uri="{FF2B5EF4-FFF2-40B4-BE49-F238E27FC236}">
                <a16:creationId xmlns:a16="http://schemas.microsoft.com/office/drawing/2014/main" id="{E36D27BD-87DF-D2EF-D112-D4CDD72E1B32}"/>
              </a:ext>
            </a:extLst>
          </p:cNvPr>
          <p:cNvGrpSpPr/>
          <p:nvPr/>
        </p:nvGrpSpPr>
        <p:grpSpPr>
          <a:xfrm>
            <a:off x="519952" y="2337267"/>
            <a:ext cx="8305800" cy="2165350"/>
            <a:chOff x="519952" y="2337267"/>
            <a:chExt cx="8305800" cy="2165350"/>
          </a:xfrm>
        </p:grpSpPr>
        <p:sp>
          <p:nvSpPr>
            <p:cNvPr id="100356" name="Text Box 3">
              <a:extLst>
                <a:ext uri="{FF2B5EF4-FFF2-40B4-BE49-F238E27FC236}">
                  <a16:creationId xmlns:a16="http://schemas.microsoft.com/office/drawing/2014/main" id="{3983AFAF-A0EB-4C23-8317-B558382E61A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19952" y="3785067"/>
              <a:ext cx="1600200" cy="4572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 type="none" w="sm" len="sm"/>
                  <a:tailEnd type="none" w="sm" len="sm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2400" b="1">
                  <a:latin typeface="Tahoma" panose="020B0604030504040204" pitchFamily="34" charset="0"/>
                </a:rPr>
                <a:t>previous</a:t>
              </a:r>
            </a:p>
          </p:txBody>
        </p:sp>
        <p:sp>
          <p:nvSpPr>
            <p:cNvPr id="100358" name="Rectangle 6">
              <a:extLst>
                <a:ext uri="{FF2B5EF4-FFF2-40B4-BE49-F238E27FC236}">
                  <a16:creationId xmlns:a16="http://schemas.microsoft.com/office/drawing/2014/main" id="{493948EE-9CCA-4CBE-8E74-016B7771939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424952" y="2642067"/>
              <a:ext cx="1905000" cy="838200"/>
            </a:xfrm>
            <a:prstGeom prst="rect">
              <a:avLst/>
            </a:prstGeom>
            <a:solidFill>
              <a:srgbClr val="CCFFFF"/>
            </a:solidFill>
            <a:ln w="12700">
              <a:solidFill>
                <a:schemeClr val="tx1"/>
              </a:solidFill>
              <a:miter lim="800000"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US" altLang="en-US" sz="2000">
                <a:latin typeface="Tahoma" panose="020B0604030504040204" pitchFamily="34" charset="0"/>
              </a:endParaRPr>
            </a:p>
          </p:txBody>
        </p:sp>
        <p:sp>
          <p:nvSpPr>
            <p:cNvPr id="100359" name="Rectangle 7">
              <a:extLst>
                <a:ext uri="{FF2B5EF4-FFF2-40B4-BE49-F238E27FC236}">
                  <a16:creationId xmlns:a16="http://schemas.microsoft.com/office/drawing/2014/main" id="{D79E3DDA-805B-4D34-A31A-D1991AB776D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39352" y="2642067"/>
              <a:ext cx="990600" cy="838200"/>
            </a:xfrm>
            <a:prstGeom prst="rect">
              <a:avLst/>
            </a:prstGeom>
            <a:solidFill>
              <a:srgbClr val="CCFFCC"/>
            </a:solidFill>
            <a:ln w="12700">
              <a:solidFill>
                <a:schemeClr val="tx1"/>
              </a:solidFill>
              <a:miter lim="800000"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US" altLang="en-US" sz="2000">
                <a:latin typeface="Tahoma" panose="020B0604030504040204" pitchFamily="34" charset="0"/>
              </a:endParaRPr>
            </a:p>
          </p:txBody>
        </p:sp>
        <p:sp>
          <p:nvSpPr>
            <p:cNvPr id="100360" name="Rectangle 8">
              <a:extLst>
                <a:ext uri="{FF2B5EF4-FFF2-40B4-BE49-F238E27FC236}">
                  <a16:creationId xmlns:a16="http://schemas.microsoft.com/office/drawing/2014/main" id="{819EA5E3-1053-4EAC-8BF3-1DDAB6D3DD1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34752" y="2642067"/>
              <a:ext cx="1905000" cy="838200"/>
            </a:xfrm>
            <a:prstGeom prst="rect">
              <a:avLst/>
            </a:prstGeom>
            <a:solidFill>
              <a:srgbClr val="CCFFFF"/>
            </a:solidFill>
            <a:ln w="12700">
              <a:solidFill>
                <a:schemeClr val="tx1"/>
              </a:solidFill>
              <a:miter lim="800000"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US" altLang="en-US" sz="2000">
                <a:latin typeface="Tahoma" panose="020B0604030504040204" pitchFamily="34" charset="0"/>
              </a:endParaRPr>
            </a:p>
          </p:txBody>
        </p:sp>
        <p:sp>
          <p:nvSpPr>
            <p:cNvPr id="100361" name="Rectangle 9">
              <a:extLst>
                <a:ext uri="{FF2B5EF4-FFF2-40B4-BE49-F238E27FC236}">
                  <a16:creationId xmlns:a16="http://schemas.microsoft.com/office/drawing/2014/main" id="{699CC24C-D220-4EF9-9EF2-32D05FCC30B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49152" y="2642067"/>
              <a:ext cx="990600" cy="838200"/>
            </a:xfrm>
            <a:prstGeom prst="rect">
              <a:avLst/>
            </a:prstGeom>
            <a:solidFill>
              <a:srgbClr val="CCFFCC"/>
            </a:solidFill>
            <a:ln w="12700">
              <a:solidFill>
                <a:schemeClr val="tx1"/>
              </a:solidFill>
              <a:miter lim="800000"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US" altLang="en-US" sz="2000">
                <a:latin typeface="Tahoma" panose="020B0604030504040204" pitchFamily="34" charset="0"/>
              </a:endParaRPr>
            </a:p>
          </p:txBody>
        </p:sp>
        <p:sp>
          <p:nvSpPr>
            <p:cNvPr id="100362" name="Rectangle 10">
              <a:extLst>
                <a:ext uri="{FF2B5EF4-FFF2-40B4-BE49-F238E27FC236}">
                  <a16:creationId xmlns:a16="http://schemas.microsoft.com/office/drawing/2014/main" id="{FF99A942-AD27-4015-9ECE-6CFB6BB3788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844552" y="2642067"/>
              <a:ext cx="1905000" cy="838200"/>
            </a:xfrm>
            <a:prstGeom prst="rect">
              <a:avLst/>
            </a:prstGeom>
            <a:solidFill>
              <a:srgbClr val="CCFFFF"/>
            </a:solidFill>
            <a:ln w="12700">
              <a:solidFill>
                <a:schemeClr val="tx1"/>
              </a:solidFill>
              <a:miter lim="800000"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en-US" altLang="en-US" sz="2400">
                <a:latin typeface="Tahoma" panose="020B0604030504040204" pitchFamily="34" charset="0"/>
              </a:endParaRPr>
            </a:p>
          </p:txBody>
        </p:sp>
        <p:sp>
          <p:nvSpPr>
            <p:cNvPr id="100363" name="Rectangle 11">
              <a:extLst>
                <a:ext uri="{FF2B5EF4-FFF2-40B4-BE49-F238E27FC236}">
                  <a16:creationId xmlns:a16="http://schemas.microsoft.com/office/drawing/2014/main" id="{EF3B5AA5-FC51-4549-8799-45FD4ECD3FE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758952" y="2642067"/>
              <a:ext cx="990600" cy="838200"/>
            </a:xfrm>
            <a:prstGeom prst="rect">
              <a:avLst/>
            </a:prstGeom>
            <a:solidFill>
              <a:srgbClr val="CCFFCC"/>
            </a:solidFill>
            <a:ln w="12700">
              <a:solidFill>
                <a:schemeClr val="tx1"/>
              </a:solidFill>
              <a:miter lim="800000"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US" altLang="en-US" sz="2000">
                <a:latin typeface="Tahoma" panose="020B0604030504040204" pitchFamily="34" charset="0"/>
              </a:endParaRPr>
            </a:p>
          </p:txBody>
        </p:sp>
        <p:sp>
          <p:nvSpPr>
            <p:cNvPr id="100365" name="Text Box 13">
              <a:extLst>
                <a:ext uri="{FF2B5EF4-FFF2-40B4-BE49-F238E27FC236}">
                  <a16:creationId xmlns:a16="http://schemas.microsoft.com/office/drawing/2014/main" id="{C825EE01-9A7F-44EA-A288-2AC28AA67A7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920752" y="2851617"/>
              <a:ext cx="838200" cy="4572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 type="none" w="sm" len="sm"/>
                  <a:tailEnd type="none" w="sm" len="sm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2400" b="1">
                  <a:latin typeface="Tahoma" panose="020B0604030504040204" pitchFamily="34" charset="0"/>
                </a:rPr>
                <a:t>cat</a:t>
              </a:r>
            </a:p>
          </p:txBody>
        </p:sp>
        <p:sp>
          <p:nvSpPr>
            <p:cNvPr id="100366" name="Text Box 14">
              <a:extLst>
                <a:ext uri="{FF2B5EF4-FFF2-40B4-BE49-F238E27FC236}">
                  <a16:creationId xmlns:a16="http://schemas.microsoft.com/office/drawing/2014/main" id="{F1B59A3C-3344-41AF-A721-0D5378FC7CE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710952" y="2851617"/>
              <a:ext cx="838200" cy="4572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 type="none" w="sm" len="sm"/>
                  <a:tailEnd type="none" w="sm" len="sm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2400" b="1">
                  <a:latin typeface="Tahoma" panose="020B0604030504040204" pitchFamily="34" charset="0"/>
                </a:rPr>
                <a:t>dog</a:t>
              </a:r>
            </a:p>
          </p:txBody>
        </p:sp>
        <p:sp>
          <p:nvSpPr>
            <p:cNvPr id="100367" name="Text Box 15">
              <a:extLst>
                <a:ext uri="{FF2B5EF4-FFF2-40B4-BE49-F238E27FC236}">
                  <a16:creationId xmlns:a16="http://schemas.microsoft.com/office/drawing/2014/main" id="{ABD9EB8C-6BD5-46E9-A705-ED6A40644DC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501152" y="2851617"/>
              <a:ext cx="838200" cy="4572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 type="none" w="sm" len="sm"/>
                  <a:tailEnd type="none" w="sm" len="sm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2400" b="1">
                  <a:latin typeface="Tahoma" panose="020B0604030504040204" pitchFamily="34" charset="0"/>
                </a:rPr>
                <a:t>pig</a:t>
              </a:r>
            </a:p>
          </p:txBody>
        </p:sp>
        <p:sp>
          <p:nvSpPr>
            <p:cNvPr id="100368" name="Text Box 16">
              <a:extLst>
                <a:ext uri="{FF2B5EF4-FFF2-40B4-BE49-F238E27FC236}">
                  <a16:creationId xmlns:a16="http://schemas.microsoft.com/office/drawing/2014/main" id="{A08C3E4B-9B98-4AE3-89FA-CEA6EACE737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19952" y="2489667"/>
              <a:ext cx="1066800" cy="4572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 type="none" w="sm" len="sm"/>
                  <a:tailEnd type="none" w="sm" len="sm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2400" b="1">
                  <a:latin typeface="Tahoma" panose="020B0604030504040204" pitchFamily="34" charset="0"/>
                </a:rPr>
                <a:t>front</a:t>
              </a:r>
            </a:p>
          </p:txBody>
        </p:sp>
        <p:sp>
          <p:nvSpPr>
            <p:cNvPr id="100369" name="Text Box 17">
              <a:extLst>
                <a:ext uri="{FF2B5EF4-FFF2-40B4-BE49-F238E27FC236}">
                  <a16:creationId xmlns:a16="http://schemas.microsoft.com/office/drawing/2014/main" id="{17F32BB4-812E-4AEB-AF22-417EE379BC0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835152" y="2851617"/>
              <a:ext cx="990600" cy="4572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 type="none" w="sm" len="sm"/>
                  <a:tailEnd type="none" w="sm" len="sm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2400" b="1" dirty="0">
                  <a:latin typeface="Tahoma" panose="020B0604030504040204" pitchFamily="34" charset="0"/>
                </a:rPr>
                <a:t>null</a:t>
              </a:r>
            </a:p>
          </p:txBody>
        </p:sp>
        <p:sp>
          <p:nvSpPr>
            <p:cNvPr id="100371" name="Text Box 19">
              <a:extLst>
                <a:ext uri="{FF2B5EF4-FFF2-40B4-BE49-F238E27FC236}">
                  <a16:creationId xmlns:a16="http://schemas.microsoft.com/office/drawing/2014/main" id="{7815BA8A-85C6-42CF-A90C-5224D826CB3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19952" y="2870667"/>
              <a:ext cx="990600" cy="33655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 type="none" w="sm" len="sm"/>
                  <a:tailEnd type="none" w="sm" len="sm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1600" b="1">
                  <a:solidFill>
                    <a:srgbClr val="0000CC"/>
                  </a:solidFill>
                  <a:latin typeface="Tahoma" panose="020B0604030504040204" pitchFamily="34" charset="0"/>
                </a:rPr>
                <a:t>0xF17</a:t>
              </a:r>
            </a:p>
          </p:txBody>
        </p:sp>
        <p:sp>
          <p:nvSpPr>
            <p:cNvPr id="100372" name="Text Box 20">
              <a:extLst>
                <a:ext uri="{FF2B5EF4-FFF2-40B4-BE49-F238E27FC236}">
                  <a16:creationId xmlns:a16="http://schemas.microsoft.com/office/drawing/2014/main" id="{C310F85F-ADE9-408C-97D5-9591911872C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805952" y="2337267"/>
              <a:ext cx="990600" cy="33655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 type="none" w="sm" len="sm"/>
                  <a:tailEnd type="none" w="sm" len="sm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1600" b="1">
                  <a:solidFill>
                    <a:srgbClr val="0000CC"/>
                  </a:solidFill>
                  <a:latin typeface="Tahoma" panose="020B0604030504040204" pitchFamily="34" charset="0"/>
                </a:rPr>
                <a:t>0xF17</a:t>
              </a:r>
            </a:p>
          </p:txBody>
        </p:sp>
        <p:sp>
          <p:nvSpPr>
            <p:cNvPr id="100373" name="Line 23">
              <a:extLst>
                <a:ext uri="{FF2B5EF4-FFF2-40B4-BE49-F238E27FC236}">
                  <a16:creationId xmlns:a16="http://schemas.microsoft.com/office/drawing/2014/main" id="{D99B5334-6B4D-4BA5-A3B7-8CFFA1AEF37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586752" y="2794467"/>
              <a:ext cx="685800" cy="0"/>
            </a:xfrm>
            <a:prstGeom prst="line">
              <a:avLst/>
            </a:prstGeom>
            <a:noFill/>
            <a:ln w="63500">
              <a:solidFill>
                <a:srgbClr val="FF0000"/>
              </a:solidFill>
              <a:round/>
              <a:headEnd type="none" w="sm" len="sm"/>
              <a:tailEnd type="triangl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0376" name="Text Box 26">
              <a:extLst>
                <a:ext uri="{FF2B5EF4-FFF2-40B4-BE49-F238E27FC236}">
                  <a16:creationId xmlns:a16="http://schemas.microsoft.com/office/drawing/2014/main" id="{AEA07693-BC04-4A10-8795-DA70C4DCCFE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015752" y="2337267"/>
              <a:ext cx="990600" cy="33655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 type="none" w="sm" len="sm"/>
                  <a:tailEnd type="none" w="sm" len="sm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1600" b="1">
                  <a:solidFill>
                    <a:srgbClr val="0000CC"/>
                  </a:solidFill>
                  <a:latin typeface="Tahoma" panose="020B0604030504040204" pitchFamily="34" charset="0"/>
                </a:rPr>
                <a:t>0xF21</a:t>
              </a:r>
            </a:p>
          </p:txBody>
        </p:sp>
        <p:sp>
          <p:nvSpPr>
            <p:cNvPr id="100377" name="Text Box 27">
              <a:extLst>
                <a:ext uri="{FF2B5EF4-FFF2-40B4-BE49-F238E27FC236}">
                  <a16:creationId xmlns:a16="http://schemas.microsoft.com/office/drawing/2014/main" id="{55067567-F2B3-49A9-B366-8FB11A22166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301752" y="2337267"/>
              <a:ext cx="990600" cy="33655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 type="none" w="sm" len="sm"/>
                  <a:tailEnd type="none" w="sm" len="sm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1600" b="1">
                  <a:solidFill>
                    <a:srgbClr val="0000CC"/>
                  </a:solidFill>
                  <a:latin typeface="Tahoma" panose="020B0604030504040204" pitchFamily="34" charset="0"/>
                </a:rPr>
                <a:t>0xFEA</a:t>
              </a:r>
            </a:p>
          </p:txBody>
        </p:sp>
        <p:sp>
          <p:nvSpPr>
            <p:cNvPr id="100378" name="Text Box 28">
              <a:extLst>
                <a:ext uri="{FF2B5EF4-FFF2-40B4-BE49-F238E27FC236}">
                  <a16:creationId xmlns:a16="http://schemas.microsoft.com/office/drawing/2014/main" id="{619736FD-B7E7-4F62-8B8D-6727D77E645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19952" y="4166067"/>
              <a:ext cx="990600" cy="33655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 type="none" w="sm" len="sm"/>
                  <a:tailEnd type="none" w="sm" len="sm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1600" b="1" dirty="0">
                  <a:solidFill>
                    <a:srgbClr val="0000CC"/>
                  </a:solidFill>
                  <a:latin typeface="Tahoma" panose="020B0604030504040204" pitchFamily="34" charset="0"/>
                </a:rPr>
                <a:t>0xF17</a:t>
              </a:r>
            </a:p>
          </p:txBody>
        </p:sp>
        <p:sp>
          <p:nvSpPr>
            <p:cNvPr id="100379" name="Line 29">
              <a:extLst>
                <a:ext uri="{FF2B5EF4-FFF2-40B4-BE49-F238E27FC236}">
                  <a16:creationId xmlns:a16="http://schemas.microsoft.com/office/drawing/2014/main" id="{8CEDFD89-6752-437D-8015-FE3E446DCE7B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967752" y="3480267"/>
              <a:ext cx="381000" cy="457200"/>
            </a:xfrm>
            <a:prstGeom prst="line">
              <a:avLst/>
            </a:prstGeom>
            <a:noFill/>
            <a:ln w="63500">
              <a:solidFill>
                <a:srgbClr val="FF0000"/>
              </a:solidFill>
              <a:round/>
              <a:headEnd type="none" w="sm" len="sm"/>
              <a:tailEnd type="triangl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0383" name="Line 35">
              <a:extLst>
                <a:ext uri="{FF2B5EF4-FFF2-40B4-BE49-F238E27FC236}">
                  <a16:creationId xmlns:a16="http://schemas.microsoft.com/office/drawing/2014/main" id="{1C99046E-6B8E-4B65-B676-6E6487002DC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177552" y="3099267"/>
              <a:ext cx="381000" cy="0"/>
            </a:xfrm>
            <a:prstGeom prst="line">
              <a:avLst/>
            </a:prstGeom>
            <a:noFill/>
            <a:ln w="63500">
              <a:solidFill>
                <a:srgbClr val="FF0000"/>
              </a:solidFill>
              <a:round/>
              <a:headEnd type="none" w="sm" len="sm"/>
              <a:tailEnd type="triangl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0384" name="Text Box 36">
              <a:extLst>
                <a:ext uri="{FF2B5EF4-FFF2-40B4-BE49-F238E27FC236}">
                  <a16:creationId xmlns:a16="http://schemas.microsoft.com/office/drawing/2014/main" id="{91BDD617-74F3-4096-A167-8F542499F18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339352" y="2911942"/>
              <a:ext cx="990600" cy="33655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 type="none" w="sm" len="sm"/>
                  <a:tailEnd type="none" w="sm" len="sm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1600" b="1">
                  <a:solidFill>
                    <a:srgbClr val="0000CC"/>
                  </a:solidFill>
                  <a:latin typeface="Tahoma" panose="020B0604030504040204" pitchFamily="34" charset="0"/>
                </a:rPr>
                <a:t>0xF21</a:t>
              </a:r>
            </a:p>
          </p:txBody>
        </p:sp>
        <p:sp>
          <p:nvSpPr>
            <p:cNvPr id="100385" name="Line 37">
              <a:extLst>
                <a:ext uri="{FF2B5EF4-FFF2-40B4-BE49-F238E27FC236}">
                  <a16:creationId xmlns:a16="http://schemas.microsoft.com/office/drawing/2014/main" id="{31E64EB2-85BF-4EBE-AFFC-9F8F6FBD3A1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387352" y="3099267"/>
              <a:ext cx="381000" cy="0"/>
            </a:xfrm>
            <a:prstGeom prst="line">
              <a:avLst/>
            </a:prstGeom>
            <a:noFill/>
            <a:ln w="63500">
              <a:solidFill>
                <a:srgbClr val="FF0000"/>
              </a:solidFill>
              <a:round/>
              <a:headEnd type="none" w="sm" len="sm"/>
              <a:tailEnd type="triangl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0386" name="Text Box 38">
              <a:extLst>
                <a:ext uri="{FF2B5EF4-FFF2-40B4-BE49-F238E27FC236}">
                  <a16:creationId xmlns:a16="http://schemas.microsoft.com/office/drawing/2014/main" id="{F7EA282D-BA52-45DC-9C10-A3188B58476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549152" y="2911942"/>
              <a:ext cx="990600" cy="33655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 type="none" w="sm" len="sm"/>
                  <a:tailEnd type="none" w="sm" len="sm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1600" b="1">
                  <a:solidFill>
                    <a:srgbClr val="0000CC"/>
                  </a:solidFill>
                  <a:latin typeface="Tahoma" panose="020B0604030504040204" pitchFamily="34" charset="0"/>
                </a:rPr>
                <a:t>0xFEA</a:t>
              </a:r>
            </a:p>
          </p:txBody>
        </p:sp>
      </p:grpSp>
      <p:sp>
        <p:nvSpPr>
          <p:cNvPr id="100387" name="WordArt 39">
            <a:extLst>
              <a:ext uri="{FF2B5EF4-FFF2-40B4-BE49-F238E27FC236}">
                <a16:creationId xmlns:a16="http://schemas.microsoft.com/office/drawing/2014/main" id="{5AF16232-3213-4554-8D08-9E1F9DC66C42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2438400" y="228600"/>
            <a:ext cx="4114800" cy="5334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US" sz="3600" kern="10">
                <a:ln w="9525">
                  <a:solidFill>
                    <a:srgbClr val="FFFF00"/>
                  </a:solidFill>
                  <a:round/>
                  <a:headEnd type="none" w="sm" len="sm"/>
                  <a:tailEnd type="none" w="sm" len="sm"/>
                </a:ln>
                <a:solidFill>
                  <a:srgbClr val="0000FF"/>
                </a:solidFill>
                <a:effectLst>
                  <a:outerShdw dist="35921" dir="2700000" algn="ctr" rotWithShape="0">
                    <a:srgbClr val="C0C0C0">
                      <a:alpha val="79999"/>
                    </a:srgbClr>
                  </a:outerShdw>
                </a:effectLst>
                <a:latin typeface="Impact" panose="020B0806030902050204" pitchFamily="34" charset="0"/>
              </a:rPr>
              <a:t>Removing any node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xit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ox(in)">
                                      <p:cBhvr>
                                        <p:cTn id="6" dur="500"/>
                                        <p:tgtEl>
                                          <p:spTgt spid="1976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76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 nodeType="clickPar">
                      <p:stCondLst>
                        <p:cond delay="indefinite"/>
                      </p:stCondLst>
                      <p:childTnLst>
                        <p:par>
                          <p:cTn id="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" presetID="4" presetClass="exit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ox(in)">
                                      <p:cBhvr>
                                        <p:cTn id="11" dur="500"/>
                                        <p:tgtEl>
                                          <p:spTgt spid="19765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76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4" presetClass="exit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ox(in)">
                                      <p:cBhvr>
                                        <p:cTn id="16" dur="500"/>
                                        <p:tgtEl>
                                          <p:spTgt spid="19765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76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 nodeType="clickPar">
                      <p:stCondLst>
                        <p:cond delay="indefinite"/>
                      </p:stCondLst>
                      <p:childTnLst>
                        <p:par>
                          <p:cTn id="1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0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6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22" dur="500"/>
                                        <p:tgtEl>
                                          <p:spTgt spid="1976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6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27" dur="500"/>
                                        <p:tgtEl>
                                          <p:spTgt spid="1976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 nodeType="clickPar">
                      <p:stCondLst>
                        <p:cond delay="indefinite"/>
                      </p:stCondLst>
                      <p:childTnLst>
                        <p:par>
                          <p:cTn id="2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0" presetID="4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6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32" dur="500"/>
                                        <p:tgtEl>
                                          <p:spTgt spid="1976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7650" grpId="0"/>
      <p:bldP spid="197657" grpId="0"/>
      <p:bldP spid="197662" grpId="0"/>
      <p:bldP spid="197664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02" name="Footer Placeholder 3">
            <a:extLst>
              <a:ext uri="{FF2B5EF4-FFF2-40B4-BE49-F238E27FC236}">
                <a16:creationId xmlns:a16="http://schemas.microsoft.com/office/drawing/2014/main" id="{8CDB40C5-732C-4C3D-A12C-BC8457D56AD2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800" b="1"/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 b="1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800" b="1">
                <a:latin typeface="Tahoma" panose="020B0604030504040204" pitchFamily="34" charset="0"/>
              </a:rPr>
              <a:t>© A+ Computer Science  -  www.apluscompsci.com</a:t>
            </a:r>
          </a:p>
        </p:txBody>
      </p:sp>
      <p:sp>
        <p:nvSpPr>
          <p:cNvPr id="102403" name="Rectangle 2">
            <a:extLst>
              <a:ext uri="{FF2B5EF4-FFF2-40B4-BE49-F238E27FC236}">
                <a16:creationId xmlns:a16="http://schemas.microsoft.com/office/drawing/2014/main" id="{4017D3AD-27B4-4B5E-9DA8-744F9D83E46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95400" y="1066800"/>
            <a:ext cx="7086600" cy="528638"/>
          </a:xfrm>
          <a:prstGeom prst="rect">
            <a:avLst/>
          </a:prstGeom>
          <a:noFill/>
          <a:ln w="9525">
            <a:solidFill>
              <a:srgbClr val="FF66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2075" tIns="46038" rIns="92075" bIns="46038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800" b="1" dirty="0" err="1">
                <a:solidFill>
                  <a:srgbClr val="FF6600"/>
                </a:solidFill>
                <a:latin typeface="Tahoma" panose="020B0604030504040204" pitchFamily="34" charset="0"/>
              </a:rPr>
              <a:t>previous.setNext</a:t>
            </a:r>
            <a:r>
              <a:rPr lang="en-US" altLang="en-US" sz="2800" b="1" dirty="0">
                <a:solidFill>
                  <a:srgbClr val="FF6600"/>
                </a:solidFill>
                <a:latin typeface="Tahoma" panose="020B0604030504040204" pitchFamily="34" charset="0"/>
              </a:rPr>
              <a:t>(</a:t>
            </a:r>
            <a:r>
              <a:rPr lang="en-US" altLang="en-US" sz="2800" b="1" dirty="0" err="1">
                <a:solidFill>
                  <a:srgbClr val="FF6600"/>
                </a:solidFill>
                <a:latin typeface="Tahoma" panose="020B0604030504040204" pitchFamily="34" charset="0"/>
              </a:rPr>
              <a:t>current.getNext</a:t>
            </a:r>
            <a:r>
              <a:rPr lang="en-US" altLang="en-US" sz="2800" b="1" dirty="0">
                <a:solidFill>
                  <a:srgbClr val="FF6600"/>
                </a:solidFill>
                <a:latin typeface="Tahoma" panose="020B0604030504040204" pitchFamily="34" charset="0"/>
              </a:rPr>
              <a:t>());</a:t>
            </a:r>
            <a:r>
              <a:rPr lang="en-US" altLang="en-US" sz="1800" b="1" dirty="0">
                <a:latin typeface="Courier New" panose="02070309020205020404" pitchFamily="49" charset="0"/>
              </a:rPr>
              <a:t>     </a:t>
            </a:r>
          </a:p>
        </p:txBody>
      </p:sp>
      <p:sp>
        <p:nvSpPr>
          <p:cNvPr id="102404" name="Text Box 3">
            <a:extLst>
              <a:ext uri="{FF2B5EF4-FFF2-40B4-BE49-F238E27FC236}">
                <a16:creationId xmlns:a16="http://schemas.microsoft.com/office/drawing/2014/main" id="{892C43FB-566B-4262-8519-ECD1FBD2E03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6688" y="3733800"/>
            <a:ext cx="16002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en-US" altLang="en-US" sz="2400" b="1">
                <a:latin typeface="Tahoma" panose="020B0604030504040204" pitchFamily="34" charset="0"/>
              </a:rPr>
              <a:t>previous</a:t>
            </a:r>
          </a:p>
        </p:txBody>
      </p:sp>
      <p:sp>
        <p:nvSpPr>
          <p:cNvPr id="102405" name="Text Box 5">
            <a:extLst>
              <a:ext uri="{FF2B5EF4-FFF2-40B4-BE49-F238E27FC236}">
                <a16:creationId xmlns:a16="http://schemas.microsoft.com/office/drawing/2014/main" id="{160817D7-B4C3-4DE6-B5DF-3BF64F47B42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43000" y="5334000"/>
            <a:ext cx="6858000" cy="531813"/>
          </a:xfrm>
          <a:prstGeom prst="rect">
            <a:avLst/>
          </a:prstGeom>
          <a:noFill/>
          <a:ln w="12700">
            <a:solidFill>
              <a:srgbClr val="0000FF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en-US" altLang="en-US" sz="2800">
                <a:solidFill>
                  <a:schemeClr val="accent2"/>
                </a:solidFill>
                <a:latin typeface="Tahoma" panose="020B0604030504040204" pitchFamily="34" charset="0"/>
              </a:rPr>
              <a:t>Found dog.  Removed dog from the list.</a:t>
            </a:r>
          </a:p>
        </p:txBody>
      </p:sp>
      <p:sp>
        <p:nvSpPr>
          <p:cNvPr id="102406" name="Rectangle 6">
            <a:extLst>
              <a:ext uri="{FF2B5EF4-FFF2-40B4-BE49-F238E27FC236}">
                <a16:creationId xmlns:a16="http://schemas.microsoft.com/office/drawing/2014/main" id="{42F2A1AB-B0D7-4766-A891-35B8D57D811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01688" y="2590800"/>
            <a:ext cx="1905000" cy="838200"/>
          </a:xfrm>
          <a:prstGeom prst="rect">
            <a:avLst/>
          </a:prstGeom>
          <a:solidFill>
            <a:srgbClr val="CCFFFF"/>
          </a:solidFill>
          <a:ln w="12700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en-US" altLang="en-US" sz="2000">
              <a:latin typeface="Tahoma" panose="020B0604030504040204" pitchFamily="34" charset="0"/>
            </a:endParaRPr>
          </a:p>
        </p:txBody>
      </p:sp>
      <p:sp>
        <p:nvSpPr>
          <p:cNvPr id="102407" name="Rectangle 7">
            <a:extLst>
              <a:ext uri="{FF2B5EF4-FFF2-40B4-BE49-F238E27FC236}">
                <a16:creationId xmlns:a16="http://schemas.microsoft.com/office/drawing/2014/main" id="{296F1DDE-F92C-4935-ACD0-314A0E6FF7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16088" y="2590800"/>
            <a:ext cx="990600" cy="838200"/>
          </a:xfrm>
          <a:prstGeom prst="rect">
            <a:avLst/>
          </a:prstGeom>
          <a:solidFill>
            <a:srgbClr val="CCFFCC"/>
          </a:solidFill>
          <a:ln w="12700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en-US" altLang="en-US" sz="2000">
              <a:latin typeface="Tahoma" panose="020B0604030504040204" pitchFamily="34" charset="0"/>
            </a:endParaRPr>
          </a:p>
        </p:txBody>
      </p:sp>
      <p:sp>
        <p:nvSpPr>
          <p:cNvPr id="198664" name="Rectangle 8">
            <a:extLst>
              <a:ext uri="{FF2B5EF4-FFF2-40B4-BE49-F238E27FC236}">
                <a16:creationId xmlns:a16="http://schemas.microsoft.com/office/drawing/2014/main" id="{ECB37405-F7DA-4DA0-B333-CB98C2CF979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11488" y="2590800"/>
            <a:ext cx="1905000" cy="838200"/>
          </a:xfrm>
          <a:prstGeom prst="rect">
            <a:avLst/>
          </a:prstGeom>
          <a:solidFill>
            <a:srgbClr val="CCFFFF"/>
          </a:solidFill>
          <a:ln w="12700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en-US" altLang="en-US" sz="2000">
              <a:latin typeface="Tahoma" panose="020B0604030504040204" pitchFamily="34" charset="0"/>
            </a:endParaRPr>
          </a:p>
        </p:txBody>
      </p:sp>
      <p:sp>
        <p:nvSpPr>
          <p:cNvPr id="198665" name="Rectangle 9">
            <a:extLst>
              <a:ext uri="{FF2B5EF4-FFF2-40B4-BE49-F238E27FC236}">
                <a16:creationId xmlns:a16="http://schemas.microsoft.com/office/drawing/2014/main" id="{09608A9E-4E00-496C-BDD5-BFE3CD01186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25888" y="2590800"/>
            <a:ext cx="990600" cy="838200"/>
          </a:xfrm>
          <a:prstGeom prst="rect">
            <a:avLst/>
          </a:prstGeom>
          <a:solidFill>
            <a:srgbClr val="CCFFCC"/>
          </a:solidFill>
          <a:ln w="12700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en-US" altLang="en-US" sz="2000">
              <a:latin typeface="Tahoma" panose="020B0604030504040204" pitchFamily="34" charset="0"/>
            </a:endParaRPr>
          </a:p>
        </p:txBody>
      </p:sp>
      <p:sp>
        <p:nvSpPr>
          <p:cNvPr id="102410" name="Rectangle 10">
            <a:extLst>
              <a:ext uri="{FF2B5EF4-FFF2-40B4-BE49-F238E27FC236}">
                <a16:creationId xmlns:a16="http://schemas.microsoft.com/office/drawing/2014/main" id="{9FE93EB5-0FA7-4C4C-9BB0-7F7980A3539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21288" y="2590800"/>
            <a:ext cx="1905000" cy="838200"/>
          </a:xfrm>
          <a:prstGeom prst="rect">
            <a:avLst/>
          </a:prstGeom>
          <a:solidFill>
            <a:srgbClr val="CCFFFF"/>
          </a:solidFill>
          <a:ln w="12700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en-US" altLang="en-US" sz="2400">
              <a:latin typeface="Tahoma" panose="020B0604030504040204" pitchFamily="34" charset="0"/>
            </a:endParaRPr>
          </a:p>
        </p:txBody>
      </p:sp>
      <p:sp>
        <p:nvSpPr>
          <p:cNvPr id="102411" name="Rectangle 11">
            <a:extLst>
              <a:ext uri="{FF2B5EF4-FFF2-40B4-BE49-F238E27FC236}">
                <a16:creationId xmlns:a16="http://schemas.microsoft.com/office/drawing/2014/main" id="{577C8954-268C-4195-A40A-E9623599B5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35688" y="2590800"/>
            <a:ext cx="990600" cy="838200"/>
          </a:xfrm>
          <a:prstGeom prst="rect">
            <a:avLst/>
          </a:prstGeom>
          <a:solidFill>
            <a:srgbClr val="CCFFCC"/>
          </a:solidFill>
          <a:ln w="12700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en-US" altLang="en-US" sz="2000">
              <a:latin typeface="Tahoma" panose="020B0604030504040204" pitchFamily="34" charset="0"/>
            </a:endParaRPr>
          </a:p>
        </p:txBody>
      </p:sp>
      <p:sp>
        <p:nvSpPr>
          <p:cNvPr id="102413" name="Text Box 13">
            <a:extLst>
              <a:ext uri="{FF2B5EF4-FFF2-40B4-BE49-F238E27FC236}">
                <a16:creationId xmlns:a16="http://schemas.microsoft.com/office/drawing/2014/main" id="{91A281B3-0EAA-44CD-9CE9-DE18B7C9B0E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797488" y="2819400"/>
            <a:ext cx="8382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en-US" altLang="en-US" sz="2400" b="1">
                <a:latin typeface="Tahoma" panose="020B0604030504040204" pitchFamily="34" charset="0"/>
              </a:rPr>
              <a:t>cat</a:t>
            </a:r>
          </a:p>
        </p:txBody>
      </p:sp>
      <p:sp>
        <p:nvSpPr>
          <p:cNvPr id="198670" name="Text Box 14">
            <a:extLst>
              <a:ext uri="{FF2B5EF4-FFF2-40B4-BE49-F238E27FC236}">
                <a16:creationId xmlns:a16="http://schemas.microsoft.com/office/drawing/2014/main" id="{5EC4AE52-EB73-48CB-BA88-C94FDCC1CF3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87688" y="2819400"/>
            <a:ext cx="8382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en-US" altLang="en-US" sz="2400" b="1" dirty="0">
                <a:latin typeface="Tahoma" panose="020B0604030504040204" pitchFamily="34" charset="0"/>
              </a:rPr>
              <a:t>dog</a:t>
            </a:r>
          </a:p>
        </p:txBody>
      </p:sp>
      <p:sp>
        <p:nvSpPr>
          <p:cNvPr id="102415" name="Text Box 15">
            <a:extLst>
              <a:ext uri="{FF2B5EF4-FFF2-40B4-BE49-F238E27FC236}">
                <a16:creationId xmlns:a16="http://schemas.microsoft.com/office/drawing/2014/main" id="{3E5A93EA-3778-4E12-A801-C2EB0E0E9E5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77888" y="2819400"/>
            <a:ext cx="8382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en-US" altLang="en-US" sz="2400" b="1">
                <a:latin typeface="Tahoma" panose="020B0604030504040204" pitchFamily="34" charset="0"/>
              </a:rPr>
              <a:t>pig</a:t>
            </a:r>
          </a:p>
        </p:txBody>
      </p:sp>
      <p:sp>
        <p:nvSpPr>
          <p:cNvPr id="102416" name="Text Box 16">
            <a:extLst>
              <a:ext uri="{FF2B5EF4-FFF2-40B4-BE49-F238E27FC236}">
                <a16:creationId xmlns:a16="http://schemas.microsoft.com/office/drawing/2014/main" id="{B2E3F442-191F-4F31-AD75-185EC9D585F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6688" y="2438400"/>
            <a:ext cx="1066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en-US" altLang="en-US" sz="2400" b="1" dirty="0">
                <a:latin typeface="Tahoma" panose="020B0604030504040204" pitchFamily="34" charset="0"/>
              </a:rPr>
              <a:t>front</a:t>
            </a:r>
          </a:p>
        </p:txBody>
      </p:sp>
      <p:sp>
        <p:nvSpPr>
          <p:cNvPr id="102417" name="Text Box 17">
            <a:extLst>
              <a:ext uri="{FF2B5EF4-FFF2-40B4-BE49-F238E27FC236}">
                <a16:creationId xmlns:a16="http://schemas.microsoft.com/office/drawing/2014/main" id="{3647DC8D-7A56-420E-9A07-D5A06717931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88088" y="2805953"/>
            <a:ext cx="9906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en-US" altLang="en-US" sz="2400" b="1" dirty="0">
                <a:latin typeface="Tahoma" panose="020B0604030504040204" pitchFamily="34" charset="0"/>
              </a:rPr>
              <a:t>null</a:t>
            </a:r>
          </a:p>
        </p:txBody>
      </p:sp>
      <p:sp>
        <p:nvSpPr>
          <p:cNvPr id="102418" name="Text Box 19">
            <a:extLst>
              <a:ext uri="{FF2B5EF4-FFF2-40B4-BE49-F238E27FC236}">
                <a16:creationId xmlns:a16="http://schemas.microsoft.com/office/drawing/2014/main" id="{AB3A8319-32FD-4719-A887-48F27319A8E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6688" y="2819400"/>
            <a:ext cx="990600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en-US" altLang="en-US" sz="1600" b="1">
                <a:solidFill>
                  <a:srgbClr val="0000CC"/>
                </a:solidFill>
                <a:latin typeface="Tahoma" panose="020B0604030504040204" pitchFamily="34" charset="0"/>
              </a:rPr>
              <a:t>0xF17</a:t>
            </a:r>
          </a:p>
        </p:txBody>
      </p:sp>
      <p:sp>
        <p:nvSpPr>
          <p:cNvPr id="102419" name="Text Box 20">
            <a:extLst>
              <a:ext uri="{FF2B5EF4-FFF2-40B4-BE49-F238E27FC236}">
                <a16:creationId xmlns:a16="http://schemas.microsoft.com/office/drawing/2014/main" id="{FD52D3C1-969D-4B4D-9CD8-09574FED1B7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82688" y="2286000"/>
            <a:ext cx="990600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en-US" altLang="en-US" sz="1600" b="1">
                <a:solidFill>
                  <a:srgbClr val="0000CC"/>
                </a:solidFill>
                <a:latin typeface="Tahoma" panose="020B0604030504040204" pitchFamily="34" charset="0"/>
              </a:rPr>
              <a:t>0xF17</a:t>
            </a:r>
          </a:p>
        </p:txBody>
      </p:sp>
      <p:sp>
        <p:nvSpPr>
          <p:cNvPr id="102420" name="Line 23">
            <a:extLst>
              <a:ext uri="{FF2B5EF4-FFF2-40B4-BE49-F238E27FC236}">
                <a16:creationId xmlns:a16="http://schemas.microsoft.com/office/drawing/2014/main" id="{99BF4390-8D0A-47B0-B476-806683380728}"/>
              </a:ext>
            </a:extLst>
          </p:cNvPr>
          <p:cNvSpPr>
            <a:spLocks noChangeShapeType="1"/>
          </p:cNvSpPr>
          <p:nvPr/>
        </p:nvSpPr>
        <p:spPr bwMode="auto">
          <a:xfrm>
            <a:off x="1463488" y="2743200"/>
            <a:ext cx="685800" cy="0"/>
          </a:xfrm>
          <a:prstGeom prst="line">
            <a:avLst/>
          </a:prstGeom>
          <a:noFill/>
          <a:ln w="63500">
            <a:solidFill>
              <a:srgbClr val="FF0000"/>
            </a:solidFill>
            <a:round/>
            <a:headEnd type="none" w="sm" len="sm"/>
            <a:tailEnd type="triangl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98682" name="Text Box 26">
            <a:extLst>
              <a:ext uri="{FF2B5EF4-FFF2-40B4-BE49-F238E27FC236}">
                <a16:creationId xmlns:a16="http://schemas.microsoft.com/office/drawing/2014/main" id="{F6DBF4BC-B9C6-4AF6-B603-DF56AC718AE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92488" y="2286000"/>
            <a:ext cx="990600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en-US" altLang="en-US" sz="1600" b="1" dirty="0">
                <a:solidFill>
                  <a:srgbClr val="0000CC"/>
                </a:solidFill>
                <a:latin typeface="Tahoma" panose="020B0604030504040204" pitchFamily="34" charset="0"/>
              </a:rPr>
              <a:t>0xF21</a:t>
            </a:r>
          </a:p>
        </p:txBody>
      </p:sp>
      <p:sp>
        <p:nvSpPr>
          <p:cNvPr id="102422" name="Text Box 27">
            <a:extLst>
              <a:ext uri="{FF2B5EF4-FFF2-40B4-BE49-F238E27FC236}">
                <a16:creationId xmlns:a16="http://schemas.microsoft.com/office/drawing/2014/main" id="{2972F95D-5699-46C7-8F17-970701027BE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178488" y="2286000"/>
            <a:ext cx="990600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en-US" altLang="en-US" sz="1600" b="1">
                <a:solidFill>
                  <a:srgbClr val="0000CC"/>
                </a:solidFill>
                <a:latin typeface="Tahoma" panose="020B0604030504040204" pitchFamily="34" charset="0"/>
              </a:rPr>
              <a:t>0xFEA</a:t>
            </a:r>
          </a:p>
        </p:txBody>
      </p:sp>
      <p:sp>
        <p:nvSpPr>
          <p:cNvPr id="102423" name="Text Box 28">
            <a:extLst>
              <a:ext uri="{FF2B5EF4-FFF2-40B4-BE49-F238E27FC236}">
                <a16:creationId xmlns:a16="http://schemas.microsoft.com/office/drawing/2014/main" id="{79E3BFAA-5F8C-4D00-993F-4D3E44B5A04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6688" y="4114800"/>
            <a:ext cx="990600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en-US" altLang="en-US" sz="1600" b="1">
                <a:solidFill>
                  <a:srgbClr val="0000CC"/>
                </a:solidFill>
                <a:latin typeface="Tahoma" panose="020B0604030504040204" pitchFamily="34" charset="0"/>
              </a:rPr>
              <a:t>0xF17</a:t>
            </a:r>
          </a:p>
        </p:txBody>
      </p:sp>
      <p:sp>
        <p:nvSpPr>
          <p:cNvPr id="102424" name="Line 29">
            <a:extLst>
              <a:ext uri="{FF2B5EF4-FFF2-40B4-BE49-F238E27FC236}">
                <a16:creationId xmlns:a16="http://schemas.microsoft.com/office/drawing/2014/main" id="{030BB379-F0E7-4FE1-ACF5-976279C80258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1844488" y="3429000"/>
            <a:ext cx="381000" cy="457200"/>
          </a:xfrm>
          <a:prstGeom prst="line">
            <a:avLst/>
          </a:prstGeom>
          <a:noFill/>
          <a:ln w="63500">
            <a:solidFill>
              <a:srgbClr val="FF0000"/>
            </a:solidFill>
            <a:round/>
            <a:headEnd type="none" w="sm" len="sm"/>
            <a:tailEnd type="triangl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98686" name="Text Box 30">
            <a:extLst>
              <a:ext uri="{FF2B5EF4-FFF2-40B4-BE49-F238E27FC236}">
                <a16:creationId xmlns:a16="http://schemas.microsoft.com/office/drawing/2014/main" id="{A1A7D995-3E93-479C-9AA0-EB38281A002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35088" y="3581400"/>
            <a:ext cx="13716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en-US" altLang="en-US" sz="2400" b="1">
                <a:latin typeface="Tahoma" panose="020B0604030504040204" pitchFamily="34" charset="0"/>
              </a:rPr>
              <a:t>current</a:t>
            </a:r>
          </a:p>
        </p:txBody>
      </p:sp>
      <p:sp>
        <p:nvSpPr>
          <p:cNvPr id="198687" name="Line 31">
            <a:extLst>
              <a:ext uri="{FF2B5EF4-FFF2-40B4-BE49-F238E27FC236}">
                <a16:creationId xmlns:a16="http://schemas.microsoft.com/office/drawing/2014/main" id="{C80E4203-7999-454F-A9C3-2069FD64D2D7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4130488" y="3200400"/>
            <a:ext cx="304800" cy="609600"/>
          </a:xfrm>
          <a:prstGeom prst="line">
            <a:avLst/>
          </a:prstGeom>
          <a:noFill/>
          <a:ln w="63500">
            <a:solidFill>
              <a:srgbClr val="FF0000"/>
            </a:solidFill>
            <a:round/>
            <a:headEnd type="none" w="sm" len="sm"/>
            <a:tailEnd type="triangl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98689" name="Line 33">
            <a:extLst>
              <a:ext uri="{FF2B5EF4-FFF2-40B4-BE49-F238E27FC236}">
                <a16:creationId xmlns:a16="http://schemas.microsoft.com/office/drawing/2014/main" id="{1C870A6D-A359-4241-9D1F-F9D5EE636379}"/>
              </a:ext>
            </a:extLst>
          </p:cNvPr>
          <p:cNvSpPr>
            <a:spLocks noChangeShapeType="1"/>
          </p:cNvSpPr>
          <p:nvPr/>
        </p:nvSpPr>
        <p:spPr bwMode="auto">
          <a:xfrm>
            <a:off x="4130488" y="3048000"/>
            <a:ext cx="2514600" cy="0"/>
          </a:xfrm>
          <a:prstGeom prst="line">
            <a:avLst/>
          </a:prstGeom>
          <a:noFill/>
          <a:ln w="63500">
            <a:solidFill>
              <a:srgbClr val="FF0000"/>
            </a:solidFill>
            <a:round/>
            <a:headEnd type="none" w="sm" len="sm"/>
            <a:tailEnd type="triangl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98693" name="Line 37">
            <a:extLst>
              <a:ext uri="{FF2B5EF4-FFF2-40B4-BE49-F238E27FC236}">
                <a16:creationId xmlns:a16="http://schemas.microsoft.com/office/drawing/2014/main" id="{ACC2D808-E64E-4B7F-98E8-1DB45A0EA1BE}"/>
              </a:ext>
            </a:extLst>
          </p:cNvPr>
          <p:cNvSpPr>
            <a:spLocks noChangeShapeType="1"/>
          </p:cNvSpPr>
          <p:nvPr/>
        </p:nvSpPr>
        <p:spPr bwMode="auto">
          <a:xfrm>
            <a:off x="4054288" y="3048000"/>
            <a:ext cx="381000" cy="0"/>
          </a:xfrm>
          <a:prstGeom prst="line">
            <a:avLst/>
          </a:prstGeom>
          <a:noFill/>
          <a:ln w="63500">
            <a:solidFill>
              <a:srgbClr val="FF0000"/>
            </a:solidFill>
            <a:round/>
            <a:headEnd type="none" w="sm" len="sm"/>
            <a:tailEnd type="triangl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98694" name="Text Box 38">
            <a:extLst>
              <a:ext uri="{FF2B5EF4-FFF2-40B4-BE49-F238E27FC236}">
                <a16:creationId xmlns:a16="http://schemas.microsoft.com/office/drawing/2014/main" id="{A3D54502-C9D0-47C1-BE5A-B96859F64A7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16088" y="2895600"/>
            <a:ext cx="990600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en-US" altLang="en-US" sz="1600" b="1">
                <a:solidFill>
                  <a:srgbClr val="0000CC"/>
                </a:solidFill>
                <a:latin typeface="Tahoma" panose="020B0604030504040204" pitchFamily="34" charset="0"/>
              </a:rPr>
              <a:t>0xF21</a:t>
            </a:r>
          </a:p>
        </p:txBody>
      </p:sp>
      <p:sp>
        <p:nvSpPr>
          <p:cNvPr id="198695" name="Line 39">
            <a:extLst>
              <a:ext uri="{FF2B5EF4-FFF2-40B4-BE49-F238E27FC236}">
                <a16:creationId xmlns:a16="http://schemas.microsoft.com/office/drawing/2014/main" id="{D59A2167-F868-48EF-BAF5-82C3788DD026}"/>
              </a:ext>
            </a:extLst>
          </p:cNvPr>
          <p:cNvSpPr>
            <a:spLocks noChangeShapeType="1"/>
          </p:cNvSpPr>
          <p:nvPr/>
        </p:nvSpPr>
        <p:spPr bwMode="auto">
          <a:xfrm>
            <a:off x="6264088" y="3048000"/>
            <a:ext cx="381000" cy="0"/>
          </a:xfrm>
          <a:prstGeom prst="line">
            <a:avLst/>
          </a:prstGeom>
          <a:noFill/>
          <a:ln w="63500">
            <a:solidFill>
              <a:srgbClr val="FF0000"/>
            </a:solidFill>
            <a:round/>
            <a:headEnd type="none" w="sm" len="sm"/>
            <a:tailEnd type="triangl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98696" name="Text Box 40">
            <a:extLst>
              <a:ext uri="{FF2B5EF4-FFF2-40B4-BE49-F238E27FC236}">
                <a16:creationId xmlns:a16="http://schemas.microsoft.com/office/drawing/2014/main" id="{3C96B072-7177-4B51-BAB5-59B71BDA0BF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425888" y="2895600"/>
            <a:ext cx="990600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en-US" altLang="en-US" sz="1600" b="1" dirty="0">
                <a:solidFill>
                  <a:srgbClr val="0000CC"/>
                </a:solidFill>
                <a:latin typeface="Tahoma" panose="020B0604030504040204" pitchFamily="34" charset="0"/>
              </a:rPr>
              <a:t>0xFEA</a:t>
            </a:r>
          </a:p>
        </p:txBody>
      </p:sp>
      <p:sp>
        <p:nvSpPr>
          <p:cNvPr id="198697" name="Text Box 41">
            <a:extLst>
              <a:ext uri="{FF2B5EF4-FFF2-40B4-BE49-F238E27FC236}">
                <a16:creationId xmlns:a16="http://schemas.microsoft.com/office/drawing/2014/main" id="{CACD0597-9556-4E2B-A43B-CBC9EBAEB49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16088" y="2895600"/>
            <a:ext cx="990600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en-US" altLang="en-US" sz="1600" b="1">
                <a:solidFill>
                  <a:srgbClr val="0000CC"/>
                </a:solidFill>
                <a:latin typeface="Tahoma" panose="020B0604030504040204" pitchFamily="34" charset="0"/>
              </a:rPr>
              <a:t>0xFEA</a:t>
            </a:r>
          </a:p>
        </p:txBody>
      </p:sp>
      <p:sp>
        <p:nvSpPr>
          <p:cNvPr id="102433" name="WordArt 42">
            <a:extLst>
              <a:ext uri="{FF2B5EF4-FFF2-40B4-BE49-F238E27FC236}">
                <a16:creationId xmlns:a16="http://schemas.microsoft.com/office/drawing/2014/main" id="{BA3C25E1-16ED-492A-A51A-8234EF4FA9E5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2438400" y="228600"/>
            <a:ext cx="4114800" cy="5334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US" sz="3600" kern="10">
                <a:ln w="9525">
                  <a:solidFill>
                    <a:srgbClr val="FFFF00"/>
                  </a:solidFill>
                  <a:round/>
                  <a:headEnd type="none" w="sm" len="sm"/>
                  <a:tailEnd type="none" w="sm" len="sm"/>
                </a:ln>
                <a:solidFill>
                  <a:srgbClr val="0000FF"/>
                </a:solidFill>
                <a:effectLst>
                  <a:outerShdw dist="35921" dir="2700000" algn="ctr" rotWithShape="0">
                    <a:srgbClr val="C0C0C0">
                      <a:alpha val="79999"/>
                    </a:srgbClr>
                  </a:outerShdw>
                </a:effectLst>
                <a:latin typeface="Impact" panose="020B0806030902050204" pitchFamily="34" charset="0"/>
              </a:rPr>
              <a:t>Removing any node</a:t>
            </a:r>
          </a:p>
        </p:txBody>
      </p:sp>
      <p:sp>
        <p:nvSpPr>
          <p:cNvPr id="198699" name="Text Box 43">
            <a:extLst>
              <a:ext uri="{FF2B5EF4-FFF2-40B4-BE49-F238E27FC236}">
                <a16:creationId xmlns:a16="http://schemas.microsoft.com/office/drawing/2014/main" id="{5234D678-63A7-428B-B17D-9AB49205D95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35088" y="3962400"/>
            <a:ext cx="990600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en-US" altLang="en-US" sz="1600" b="1">
                <a:solidFill>
                  <a:srgbClr val="0000CC"/>
                </a:solidFill>
                <a:latin typeface="Tahoma" panose="020B0604030504040204" pitchFamily="34" charset="0"/>
              </a:rPr>
              <a:t>0xF21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xit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ox(in)">
                                      <p:cBhvr>
                                        <p:cTn id="6" dur="500"/>
                                        <p:tgtEl>
                                          <p:spTgt spid="19866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86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4" presetClass="exit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ox(in)">
                                      <p:cBhvr>
                                        <p:cTn id="9" dur="500"/>
                                        <p:tgtEl>
                                          <p:spTgt spid="19866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86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4" presetClass="exit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ox(in)">
                                      <p:cBhvr>
                                        <p:cTn id="12" dur="500"/>
                                        <p:tgtEl>
                                          <p:spTgt spid="19867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86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4" presetClass="exit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ox(in)">
                                      <p:cBhvr>
                                        <p:cTn id="15" dur="500"/>
                                        <p:tgtEl>
                                          <p:spTgt spid="1986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86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4" presetClass="exit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ox(in)">
                                      <p:cBhvr>
                                        <p:cTn id="18" dur="500"/>
                                        <p:tgtEl>
                                          <p:spTgt spid="19869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86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4" presetClass="exit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ox(in)">
                                      <p:cBhvr>
                                        <p:cTn id="21" dur="500"/>
                                        <p:tgtEl>
                                          <p:spTgt spid="19869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86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4" presetClass="exit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ox(in)">
                                      <p:cBhvr>
                                        <p:cTn id="24" dur="500"/>
                                        <p:tgtEl>
                                          <p:spTgt spid="19869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86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4" presetClass="exit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ox(in)">
                                      <p:cBhvr>
                                        <p:cTn id="27" dur="500"/>
                                        <p:tgtEl>
                                          <p:spTgt spid="19869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86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 nodeType="clickPar">
                      <p:stCondLst>
                        <p:cond delay="indefinite"/>
                      </p:stCondLst>
                      <p:childTnLst>
                        <p:par>
                          <p:cTn id="3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1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6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33" dur="500"/>
                                        <p:tgtEl>
                                          <p:spTgt spid="1986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 nodeType="clickPar">
                      <p:stCondLst>
                        <p:cond delay="indefinite"/>
                      </p:stCondLst>
                      <p:childTnLst>
                        <p:par>
                          <p:cTn id="35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6" presetID="4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6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38" dur="500"/>
                                        <p:tgtEl>
                                          <p:spTgt spid="1986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8664" grpId="0" animBg="1"/>
      <p:bldP spid="198665" grpId="0" animBg="1"/>
      <p:bldP spid="198670" grpId="0"/>
      <p:bldP spid="198682" grpId="0"/>
      <p:bldP spid="198694" grpId="0"/>
      <p:bldP spid="198696" grpId="0"/>
      <p:bldP spid="198697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450" name="Footer Placeholder 3">
            <a:extLst>
              <a:ext uri="{FF2B5EF4-FFF2-40B4-BE49-F238E27FC236}">
                <a16:creationId xmlns:a16="http://schemas.microsoft.com/office/drawing/2014/main" id="{C4D6C365-FB7D-4F5C-BB2B-7B0AD21FEFC5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800" b="1"/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 b="1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800" b="1">
                <a:latin typeface="Tahoma" panose="020B0604030504040204" pitchFamily="34" charset="0"/>
              </a:rPr>
              <a:t>© A+ Computer Science  -  www.apluscompsci.com</a:t>
            </a:r>
          </a:p>
        </p:txBody>
      </p:sp>
      <p:sp>
        <p:nvSpPr>
          <p:cNvPr id="104451" name="Rectangle 2">
            <a:extLst>
              <a:ext uri="{FF2B5EF4-FFF2-40B4-BE49-F238E27FC236}">
                <a16:creationId xmlns:a16="http://schemas.microsoft.com/office/drawing/2014/main" id="{3F3C90CA-B322-4B55-AB7E-407543CADACA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5800" y="1676400"/>
            <a:ext cx="7804150" cy="44227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>
            <a:lvl1pPr marL="457200" indent="-45720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914400" indent="-45720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371600" indent="-4572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828800" indent="-4572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286000" indent="-4572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743200" indent="-4572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3200400" indent="-4572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657600" indent="-4572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4114800" indent="-4572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b="1">
                <a:solidFill>
                  <a:srgbClr val="CC3300"/>
                </a:solidFill>
                <a:latin typeface="Tahoma" panose="020B0604030504040204" pitchFamily="34" charset="0"/>
              </a:rPr>
              <a:t>Some things you have to account for!</a:t>
            </a:r>
            <a:endParaRPr lang="en-US" altLang="en-US" sz="2800" b="1">
              <a:solidFill>
                <a:srgbClr val="CC3300"/>
              </a:solidFill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en-US" sz="2800" b="1">
              <a:solidFill>
                <a:srgbClr val="CC3300"/>
              </a:solidFill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AutoNum type="arabicPeriod"/>
            </a:pPr>
            <a:r>
              <a:rPr lang="en-US" altLang="en-US" sz="2800" b="1">
                <a:latin typeface="Tahoma" panose="020B0604030504040204" pitchFamily="34" charset="0"/>
              </a:rPr>
              <a:t> What if the linked list is null?</a:t>
            </a:r>
          </a:p>
          <a:p>
            <a:pPr eaLnBrk="1" hangingPunct="1">
              <a:spcBef>
                <a:spcPct val="0"/>
              </a:spcBef>
              <a:buFontTx/>
              <a:buAutoNum type="arabicPeriod"/>
            </a:pPr>
            <a:endParaRPr lang="en-US" altLang="en-US" sz="2800" b="1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2800" b="1">
                <a:latin typeface="Tahoma" panose="020B0604030504040204" pitchFamily="34" charset="0"/>
              </a:rPr>
              <a:t>2.  What if I need to remove the 1</a:t>
            </a:r>
            <a:r>
              <a:rPr lang="en-US" altLang="en-US" sz="2800" b="1" baseline="30000">
                <a:latin typeface="Tahoma" panose="020B0604030504040204" pitchFamily="34" charset="0"/>
              </a:rPr>
              <a:t>st</a:t>
            </a:r>
            <a:r>
              <a:rPr lang="en-US" altLang="en-US" sz="2800" b="1">
                <a:latin typeface="Tahoma" panose="020B0604030504040204" pitchFamily="34" charset="0"/>
              </a:rPr>
              <a:t> node?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en-US" sz="2800" b="1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2800" b="1">
                <a:latin typeface="Tahoma" panose="020B0604030504040204" pitchFamily="34" charset="0"/>
              </a:rPr>
              <a:t>3.  How do I process the remaining nodes?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en-US" sz="2800" b="1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2800" b="1">
                <a:latin typeface="Tahoma" panose="020B0604030504040204" pitchFamily="34" charset="0"/>
              </a:rPr>
              <a:t>4.  Do I remove more than 1 occurrence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2800" b="1">
                <a:latin typeface="Tahoma" panose="020B0604030504040204" pitchFamily="34" charset="0"/>
              </a:rPr>
              <a:t>       of the same value or just the 1</a:t>
            </a:r>
            <a:r>
              <a:rPr lang="en-US" altLang="en-US" sz="2800" b="1" baseline="30000">
                <a:latin typeface="Tahoma" panose="020B0604030504040204" pitchFamily="34" charset="0"/>
              </a:rPr>
              <a:t>st</a:t>
            </a:r>
            <a:r>
              <a:rPr lang="en-US" altLang="en-US" sz="2800" b="1">
                <a:latin typeface="Tahoma" panose="020B0604030504040204" pitchFamily="34" charset="0"/>
              </a:rPr>
              <a:t> one?</a:t>
            </a:r>
          </a:p>
        </p:txBody>
      </p:sp>
      <p:sp>
        <p:nvSpPr>
          <p:cNvPr id="104452" name="WordArt 22">
            <a:extLst>
              <a:ext uri="{FF2B5EF4-FFF2-40B4-BE49-F238E27FC236}">
                <a16:creationId xmlns:a16="http://schemas.microsoft.com/office/drawing/2014/main" id="{F182E012-6493-4733-851A-67899551F273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1295400" y="457200"/>
            <a:ext cx="6019800" cy="9906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US" sz="3600" kern="10">
                <a:ln w="9525">
                  <a:solidFill>
                    <a:srgbClr val="FFFF00"/>
                  </a:solidFill>
                  <a:round/>
                  <a:headEnd type="none" w="sm" len="sm"/>
                  <a:tailEnd type="none" w="sm" len="sm"/>
                </a:ln>
                <a:solidFill>
                  <a:srgbClr val="0000FF"/>
                </a:solidFill>
                <a:effectLst>
                  <a:outerShdw dist="35921" dir="2700000" algn="ctr" rotWithShape="0">
                    <a:srgbClr val="C0C0C0">
                      <a:alpha val="79999"/>
                    </a:srgbClr>
                  </a:outerShdw>
                </a:effectLst>
                <a:latin typeface="Impact" panose="020B0806030902050204" pitchFamily="34" charset="0"/>
              </a:rPr>
              <a:t>Removing any node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02" name="Footer Placeholder 3">
            <a:extLst>
              <a:ext uri="{FF2B5EF4-FFF2-40B4-BE49-F238E27FC236}">
                <a16:creationId xmlns:a16="http://schemas.microsoft.com/office/drawing/2014/main" id="{8CDB40C5-732C-4C3D-A12C-BC8457D56AD2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800" b="1"/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 b="1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800" b="1">
                <a:latin typeface="Tahoma" panose="020B0604030504040204" pitchFamily="34" charset="0"/>
              </a:rPr>
              <a:t>© A+ Computer Science  -  www.apluscompsci.com</a:t>
            </a:r>
          </a:p>
        </p:txBody>
      </p:sp>
      <p:sp>
        <p:nvSpPr>
          <p:cNvPr id="102403" name="Rectangle 2">
            <a:extLst>
              <a:ext uri="{FF2B5EF4-FFF2-40B4-BE49-F238E27FC236}">
                <a16:creationId xmlns:a16="http://schemas.microsoft.com/office/drawing/2014/main" id="{4017D3AD-27B4-4B5E-9DA8-744F9D83E46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95400" y="1066800"/>
            <a:ext cx="7086600" cy="528638"/>
          </a:xfrm>
          <a:prstGeom prst="rect">
            <a:avLst/>
          </a:prstGeom>
          <a:noFill/>
          <a:ln w="9525">
            <a:solidFill>
              <a:srgbClr val="FF66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2075" tIns="46038" rIns="92075" bIns="46038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800" b="1" dirty="0">
                <a:solidFill>
                  <a:srgbClr val="FF6600"/>
                </a:solidFill>
                <a:latin typeface="Tahoma" panose="020B0604030504040204" pitchFamily="34" charset="0"/>
              </a:rPr>
              <a:t>current = </a:t>
            </a:r>
            <a:r>
              <a:rPr lang="en-US" altLang="en-US" sz="2800" b="1" dirty="0" err="1">
                <a:solidFill>
                  <a:srgbClr val="FF6600"/>
                </a:solidFill>
                <a:latin typeface="Tahoma" panose="020B0604030504040204" pitchFamily="34" charset="0"/>
              </a:rPr>
              <a:t>previous.getNext</a:t>
            </a:r>
            <a:r>
              <a:rPr lang="en-US" altLang="en-US" sz="2800" b="1" dirty="0">
                <a:solidFill>
                  <a:srgbClr val="FF6600"/>
                </a:solidFill>
                <a:latin typeface="Tahoma" panose="020B0604030504040204" pitchFamily="34" charset="0"/>
              </a:rPr>
              <a:t>();</a:t>
            </a:r>
            <a:endParaRPr lang="en-US" altLang="en-US" sz="1800" b="1" dirty="0">
              <a:latin typeface="Courier New" panose="02070309020205020404" pitchFamily="49" charset="0"/>
            </a:endParaRPr>
          </a:p>
        </p:txBody>
      </p:sp>
      <p:sp>
        <p:nvSpPr>
          <p:cNvPr id="102404" name="Text Box 3">
            <a:extLst>
              <a:ext uri="{FF2B5EF4-FFF2-40B4-BE49-F238E27FC236}">
                <a16:creationId xmlns:a16="http://schemas.microsoft.com/office/drawing/2014/main" id="{892C43FB-566B-4262-8519-ECD1FBD2E03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63070" y="3733800"/>
            <a:ext cx="16002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en-US" altLang="en-US" sz="2400" b="1">
                <a:latin typeface="Tahoma" panose="020B0604030504040204" pitchFamily="34" charset="0"/>
              </a:rPr>
              <a:t>previous</a:t>
            </a:r>
          </a:p>
        </p:txBody>
      </p:sp>
      <p:sp>
        <p:nvSpPr>
          <p:cNvPr id="102405" name="Text Box 5">
            <a:extLst>
              <a:ext uri="{FF2B5EF4-FFF2-40B4-BE49-F238E27FC236}">
                <a16:creationId xmlns:a16="http://schemas.microsoft.com/office/drawing/2014/main" id="{160817D7-B4C3-4DE6-B5DF-3BF64F47B42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43000" y="5334000"/>
            <a:ext cx="6858000" cy="531813"/>
          </a:xfrm>
          <a:prstGeom prst="rect">
            <a:avLst/>
          </a:prstGeom>
          <a:noFill/>
          <a:ln w="12700">
            <a:solidFill>
              <a:srgbClr val="0000FF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en-US" altLang="en-US" sz="2800">
                <a:solidFill>
                  <a:schemeClr val="accent2"/>
                </a:solidFill>
                <a:latin typeface="Tahoma" panose="020B0604030504040204" pitchFamily="34" charset="0"/>
              </a:rPr>
              <a:t>Found dog.  Removed dog from the list.</a:t>
            </a:r>
          </a:p>
        </p:txBody>
      </p:sp>
      <p:sp>
        <p:nvSpPr>
          <p:cNvPr id="102406" name="Rectangle 6">
            <a:extLst>
              <a:ext uri="{FF2B5EF4-FFF2-40B4-BE49-F238E27FC236}">
                <a16:creationId xmlns:a16="http://schemas.microsoft.com/office/drawing/2014/main" id="{42F2A1AB-B0D7-4766-A891-35B8D57D811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68070" y="2590800"/>
            <a:ext cx="1905000" cy="838200"/>
          </a:xfrm>
          <a:prstGeom prst="rect">
            <a:avLst/>
          </a:prstGeom>
          <a:solidFill>
            <a:srgbClr val="CCFFFF"/>
          </a:solidFill>
          <a:ln w="12700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en-US" altLang="en-US" sz="2000">
              <a:latin typeface="Tahoma" panose="020B0604030504040204" pitchFamily="34" charset="0"/>
            </a:endParaRPr>
          </a:p>
        </p:txBody>
      </p:sp>
      <p:sp>
        <p:nvSpPr>
          <p:cNvPr id="102407" name="Rectangle 7">
            <a:extLst>
              <a:ext uri="{FF2B5EF4-FFF2-40B4-BE49-F238E27FC236}">
                <a16:creationId xmlns:a16="http://schemas.microsoft.com/office/drawing/2014/main" id="{296F1DDE-F92C-4935-ACD0-314A0E6FF7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82470" y="2590800"/>
            <a:ext cx="990600" cy="838200"/>
          </a:xfrm>
          <a:prstGeom prst="rect">
            <a:avLst/>
          </a:prstGeom>
          <a:solidFill>
            <a:srgbClr val="CCFFCC"/>
          </a:solidFill>
          <a:ln w="12700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en-US" altLang="en-US" sz="2000">
              <a:latin typeface="Tahoma" panose="020B0604030504040204" pitchFamily="34" charset="0"/>
            </a:endParaRPr>
          </a:p>
        </p:txBody>
      </p:sp>
      <p:sp>
        <p:nvSpPr>
          <p:cNvPr id="102410" name="Rectangle 10">
            <a:extLst>
              <a:ext uri="{FF2B5EF4-FFF2-40B4-BE49-F238E27FC236}">
                <a16:creationId xmlns:a16="http://schemas.microsoft.com/office/drawing/2014/main" id="{9FE93EB5-0FA7-4C4C-9BB0-7F7980A3539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87670" y="2590800"/>
            <a:ext cx="1905000" cy="838200"/>
          </a:xfrm>
          <a:prstGeom prst="rect">
            <a:avLst/>
          </a:prstGeom>
          <a:solidFill>
            <a:srgbClr val="CCFFFF"/>
          </a:solidFill>
          <a:ln w="12700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en-US" altLang="en-US" sz="2400">
              <a:latin typeface="Tahoma" panose="020B0604030504040204" pitchFamily="34" charset="0"/>
            </a:endParaRPr>
          </a:p>
        </p:txBody>
      </p:sp>
      <p:sp>
        <p:nvSpPr>
          <p:cNvPr id="102411" name="Rectangle 11">
            <a:extLst>
              <a:ext uri="{FF2B5EF4-FFF2-40B4-BE49-F238E27FC236}">
                <a16:creationId xmlns:a16="http://schemas.microsoft.com/office/drawing/2014/main" id="{577C8954-268C-4195-A40A-E9623599B5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02070" y="2590800"/>
            <a:ext cx="990600" cy="838200"/>
          </a:xfrm>
          <a:prstGeom prst="rect">
            <a:avLst/>
          </a:prstGeom>
          <a:solidFill>
            <a:srgbClr val="CCFFCC"/>
          </a:solidFill>
          <a:ln w="12700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en-US" altLang="en-US" sz="2000">
              <a:latin typeface="Tahoma" panose="020B0604030504040204" pitchFamily="34" charset="0"/>
            </a:endParaRPr>
          </a:p>
        </p:txBody>
      </p:sp>
      <p:sp>
        <p:nvSpPr>
          <p:cNvPr id="102413" name="Text Box 13">
            <a:extLst>
              <a:ext uri="{FF2B5EF4-FFF2-40B4-BE49-F238E27FC236}">
                <a16:creationId xmlns:a16="http://schemas.microsoft.com/office/drawing/2014/main" id="{91A281B3-0EAA-44CD-9CE9-DE18B7C9B0E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763870" y="2782700"/>
            <a:ext cx="8382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en-US" altLang="en-US" sz="2400" b="1" dirty="0">
                <a:latin typeface="Tahoma" panose="020B0604030504040204" pitchFamily="34" charset="0"/>
              </a:rPr>
              <a:t>cat</a:t>
            </a:r>
          </a:p>
        </p:txBody>
      </p:sp>
      <p:sp>
        <p:nvSpPr>
          <p:cNvPr id="102415" name="Text Box 15">
            <a:extLst>
              <a:ext uri="{FF2B5EF4-FFF2-40B4-BE49-F238E27FC236}">
                <a16:creationId xmlns:a16="http://schemas.microsoft.com/office/drawing/2014/main" id="{3E5A93EA-3778-4E12-A801-C2EB0E0E9E5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44270" y="2782700"/>
            <a:ext cx="8382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en-US" altLang="en-US" sz="2400" b="1" dirty="0">
                <a:latin typeface="Tahoma" panose="020B0604030504040204" pitchFamily="34" charset="0"/>
              </a:rPr>
              <a:t>pig</a:t>
            </a:r>
          </a:p>
        </p:txBody>
      </p:sp>
      <p:sp>
        <p:nvSpPr>
          <p:cNvPr id="102416" name="Text Box 16">
            <a:extLst>
              <a:ext uri="{FF2B5EF4-FFF2-40B4-BE49-F238E27FC236}">
                <a16:creationId xmlns:a16="http://schemas.microsoft.com/office/drawing/2014/main" id="{B2E3F442-191F-4F31-AD75-185EC9D585F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63070" y="2438400"/>
            <a:ext cx="1066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en-US" altLang="en-US" sz="2400" b="1">
                <a:latin typeface="Tahoma" panose="020B0604030504040204" pitchFamily="34" charset="0"/>
              </a:rPr>
              <a:t>front</a:t>
            </a:r>
          </a:p>
        </p:txBody>
      </p:sp>
      <p:sp>
        <p:nvSpPr>
          <p:cNvPr id="102417" name="Text Box 17">
            <a:extLst>
              <a:ext uri="{FF2B5EF4-FFF2-40B4-BE49-F238E27FC236}">
                <a16:creationId xmlns:a16="http://schemas.microsoft.com/office/drawing/2014/main" id="{3647DC8D-7A56-420E-9A07-D5A06717931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78270" y="2782700"/>
            <a:ext cx="9906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en-US" altLang="en-US" sz="2400" b="1" dirty="0">
                <a:latin typeface="Tahoma" panose="020B0604030504040204" pitchFamily="34" charset="0"/>
              </a:rPr>
              <a:t>null</a:t>
            </a:r>
          </a:p>
        </p:txBody>
      </p:sp>
      <p:sp>
        <p:nvSpPr>
          <p:cNvPr id="102418" name="Text Box 19">
            <a:extLst>
              <a:ext uri="{FF2B5EF4-FFF2-40B4-BE49-F238E27FC236}">
                <a16:creationId xmlns:a16="http://schemas.microsoft.com/office/drawing/2014/main" id="{AB3A8319-32FD-4719-A887-48F27319A8E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63070" y="2819400"/>
            <a:ext cx="990600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en-US" altLang="en-US" sz="1600" b="1">
                <a:solidFill>
                  <a:srgbClr val="0000CC"/>
                </a:solidFill>
                <a:latin typeface="Tahoma" panose="020B0604030504040204" pitchFamily="34" charset="0"/>
              </a:rPr>
              <a:t>0xF17</a:t>
            </a:r>
          </a:p>
        </p:txBody>
      </p:sp>
      <p:sp>
        <p:nvSpPr>
          <p:cNvPr id="102419" name="Text Box 20">
            <a:extLst>
              <a:ext uri="{FF2B5EF4-FFF2-40B4-BE49-F238E27FC236}">
                <a16:creationId xmlns:a16="http://schemas.microsoft.com/office/drawing/2014/main" id="{FD52D3C1-969D-4B4D-9CD8-09574FED1B7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49070" y="2286000"/>
            <a:ext cx="990600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en-US" altLang="en-US" sz="1600" b="1">
                <a:solidFill>
                  <a:srgbClr val="0000CC"/>
                </a:solidFill>
                <a:latin typeface="Tahoma" panose="020B0604030504040204" pitchFamily="34" charset="0"/>
              </a:rPr>
              <a:t>0xF17</a:t>
            </a:r>
          </a:p>
        </p:txBody>
      </p:sp>
      <p:sp>
        <p:nvSpPr>
          <p:cNvPr id="102420" name="Line 23">
            <a:extLst>
              <a:ext uri="{FF2B5EF4-FFF2-40B4-BE49-F238E27FC236}">
                <a16:creationId xmlns:a16="http://schemas.microsoft.com/office/drawing/2014/main" id="{99BF4390-8D0A-47B0-B476-806683380728}"/>
              </a:ext>
            </a:extLst>
          </p:cNvPr>
          <p:cNvSpPr>
            <a:spLocks noChangeShapeType="1"/>
          </p:cNvSpPr>
          <p:nvPr/>
        </p:nvSpPr>
        <p:spPr bwMode="auto">
          <a:xfrm>
            <a:off x="1429870" y="2743200"/>
            <a:ext cx="685800" cy="0"/>
          </a:xfrm>
          <a:prstGeom prst="line">
            <a:avLst/>
          </a:prstGeom>
          <a:noFill/>
          <a:ln w="63500">
            <a:solidFill>
              <a:srgbClr val="FF0000"/>
            </a:solidFill>
            <a:round/>
            <a:headEnd type="none" w="sm" len="sm"/>
            <a:tailEnd type="triangl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02422" name="Text Box 27">
            <a:extLst>
              <a:ext uri="{FF2B5EF4-FFF2-40B4-BE49-F238E27FC236}">
                <a16:creationId xmlns:a16="http://schemas.microsoft.com/office/drawing/2014/main" id="{2972F95D-5699-46C7-8F17-970701027BE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144870" y="2286000"/>
            <a:ext cx="990600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en-US" altLang="en-US" sz="1600" b="1">
                <a:solidFill>
                  <a:srgbClr val="0000CC"/>
                </a:solidFill>
                <a:latin typeface="Tahoma" panose="020B0604030504040204" pitchFamily="34" charset="0"/>
              </a:rPr>
              <a:t>0xFEA</a:t>
            </a:r>
          </a:p>
        </p:txBody>
      </p:sp>
      <p:sp>
        <p:nvSpPr>
          <p:cNvPr id="102423" name="Text Box 28">
            <a:extLst>
              <a:ext uri="{FF2B5EF4-FFF2-40B4-BE49-F238E27FC236}">
                <a16:creationId xmlns:a16="http://schemas.microsoft.com/office/drawing/2014/main" id="{79E3BFAA-5F8C-4D00-993F-4D3E44B5A04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63070" y="4114800"/>
            <a:ext cx="990600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en-US" altLang="en-US" sz="1600" b="1">
                <a:solidFill>
                  <a:srgbClr val="0000CC"/>
                </a:solidFill>
                <a:latin typeface="Tahoma" panose="020B0604030504040204" pitchFamily="34" charset="0"/>
              </a:rPr>
              <a:t>0xF17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1838BDD4-470D-83B8-859D-01E4482843D6}"/>
              </a:ext>
            </a:extLst>
          </p:cNvPr>
          <p:cNvGrpSpPr/>
          <p:nvPr/>
        </p:nvGrpSpPr>
        <p:grpSpPr>
          <a:xfrm>
            <a:off x="4554070" y="2286000"/>
            <a:ext cx="2057400" cy="1143000"/>
            <a:chOff x="4191000" y="2286000"/>
            <a:chExt cx="2057400" cy="1143000"/>
          </a:xfrm>
        </p:grpSpPr>
        <p:sp>
          <p:nvSpPr>
            <p:cNvPr id="4" name="Rectangle 32">
              <a:extLst>
                <a:ext uri="{FF2B5EF4-FFF2-40B4-BE49-F238E27FC236}">
                  <a16:creationId xmlns:a16="http://schemas.microsoft.com/office/drawing/2014/main" id="{D2E6D062-B426-F566-F361-17F9735BEDD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29200" y="2590800"/>
              <a:ext cx="990600" cy="838200"/>
            </a:xfrm>
            <a:prstGeom prst="rect">
              <a:avLst/>
            </a:prstGeom>
            <a:solidFill>
              <a:srgbClr val="CCFFCC"/>
            </a:solidFill>
            <a:ln w="12700">
              <a:solidFill>
                <a:schemeClr val="tx1"/>
              </a:solidFill>
              <a:miter lim="800000"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US" altLang="en-US" sz="2000">
                <a:latin typeface="Tahoma" panose="020B0604030504040204" pitchFamily="34" charset="0"/>
              </a:endParaRPr>
            </a:p>
          </p:txBody>
        </p:sp>
        <p:sp>
          <p:nvSpPr>
            <p:cNvPr id="5" name="Text Box 38">
              <a:extLst>
                <a:ext uri="{FF2B5EF4-FFF2-40B4-BE49-F238E27FC236}">
                  <a16:creationId xmlns:a16="http://schemas.microsoft.com/office/drawing/2014/main" id="{D40C13AD-9CC9-9365-DA78-31BF571B475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191000" y="2819400"/>
              <a:ext cx="838200" cy="4572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 type="none" w="sm" len="sm"/>
                  <a:tailEnd type="none" w="sm" len="sm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2400" b="1" dirty="0">
                  <a:latin typeface="Tahoma" panose="020B0604030504040204" pitchFamily="34" charset="0"/>
                </a:rPr>
                <a:t>dog</a:t>
              </a:r>
            </a:p>
          </p:txBody>
        </p:sp>
        <p:sp>
          <p:nvSpPr>
            <p:cNvPr id="6" name="Text Box 57">
              <a:extLst>
                <a:ext uri="{FF2B5EF4-FFF2-40B4-BE49-F238E27FC236}">
                  <a16:creationId xmlns:a16="http://schemas.microsoft.com/office/drawing/2014/main" id="{DA12AEE7-6857-F4F1-EF3D-B8A92B30BD4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495800" y="2286000"/>
              <a:ext cx="990600" cy="33655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 type="none" w="sm" len="sm"/>
                  <a:tailEnd type="none" w="sm" len="sm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1600" b="1" dirty="0">
                  <a:solidFill>
                    <a:srgbClr val="0000CC"/>
                  </a:solidFill>
                  <a:latin typeface="Tahoma" panose="020B0604030504040204" pitchFamily="34" charset="0"/>
                </a:rPr>
                <a:t>0xF21</a:t>
              </a:r>
            </a:p>
          </p:txBody>
        </p:sp>
        <p:sp>
          <p:nvSpPr>
            <p:cNvPr id="7" name="Line 59">
              <a:extLst>
                <a:ext uri="{FF2B5EF4-FFF2-40B4-BE49-F238E27FC236}">
                  <a16:creationId xmlns:a16="http://schemas.microsoft.com/office/drawing/2014/main" id="{6E571D2F-CF9E-06D6-E046-63FAD67745E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867400" y="3048000"/>
              <a:ext cx="381000" cy="0"/>
            </a:xfrm>
            <a:prstGeom prst="line">
              <a:avLst/>
            </a:prstGeom>
            <a:noFill/>
            <a:ln w="63500">
              <a:solidFill>
                <a:srgbClr val="FF0000"/>
              </a:solidFill>
              <a:round/>
              <a:headEnd type="none" w="sm" len="sm"/>
              <a:tailEnd type="triangl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 Box 62">
              <a:extLst>
                <a:ext uri="{FF2B5EF4-FFF2-40B4-BE49-F238E27FC236}">
                  <a16:creationId xmlns:a16="http://schemas.microsoft.com/office/drawing/2014/main" id="{3A3619A4-E1BA-7B56-591C-584070DDDEF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029200" y="2895600"/>
              <a:ext cx="990600" cy="33655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 type="none" w="sm" len="sm"/>
                  <a:tailEnd type="none" w="sm" len="sm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1600" b="1">
                  <a:solidFill>
                    <a:srgbClr val="0000CC"/>
                  </a:solidFill>
                  <a:latin typeface="Tahoma" panose="020B0604030504040204" pitchFamily="34" charset="0"/>
                </a:rPr>
                <a:t>0xFEA</a:t>
              </a:r>
            </a:p>
          </p:txBody>
        </p:sp>
      </p:grpSp>
      <p:sp>
        <p:nvSpPr>
          <p:cNvPr id="102424" name="Line 29">
            <a:extLst>
              <a:ext uri="{FF2B5EF4-FFF2-40B4-BE49-F238E27FC236}">
                <a16:creationId xmlns:a16="http://schemas.microsoft.com/office/drawing/2014/main" id="{030BB379-F0E7-4FE1-ACF5-976279C80258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1810870" y="3429000"/>
            <a:ext cx="381000" cy="457200"/>
          </a:xfrm>
          <a:prstGeom prst="line">
            <a:avLst/>
          </a:prstGeom>
          <a:noFill/>
          <a:ln w="63500">
            <a:solidFill>
              <a:srgbClr val="FF0000"/>
            </a:solidFill>
            <a:round/>
            <a:headEnd type="none" w="sm" len="sm"/>
            <a:tailEnd type="triangl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98689" name="Line 33">
            <a:extLst>
              <a:ext uri="{FF2B5EF4-FFF2-40B4-BE49-F238E27FC236}">
                <a16:creationId xmlns:a16="http://schemas.microsoft.com/office/drawing/2014/main" id="{1C870A6D-A359-4241-9D1F-F9D5EE636379}"/>
              </a:ext>
            </a:extLst>
          </p:cNvPr>
          <p:cNvSpPr>
            <a:spLocks noChangeShapeType="1"/>
          </p:cNvSpPr>
          <p:nvPr/>
        </p:nvSpPr>
        <p:spPr bwMode="auto">
          <a:xfrm>
            <a:off x="4096870" y="2906796"/>
            <a:ext cx="2514600" cy="0"/>
          </a:xfrm>
          <a:prstGeom prst="line">
            <a:avLst/>
          </a:prstGeom>
          <a:noFill/>
          <a:ln w="63500">
            <a:solidFill>
              <a:srgbClr val="FF0000"/>
            </a:solidFill>
            <a:round/>
            <a:headEnd type="none" w="sm" len="sm"/>
            <a:tailEnd type="triangl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98695" name="Line 39">
            <a:extLst>
              <a:ext uri="{FF2B5EF4-FFF2-40B4-BE49-F238E27FC236}">
                <a16:creationId xmlns:a16="http://schemas.microsoft.com/office/drawing/2014/main" id="{D59A2167-F868-48EF-BAF5-82C3788DD026}"/>
              </a:ext>
            </a:extLst>
          </p:cNvPr>
          <p:cNvSpPr>
            <a:spLocks noChangeShapeType="1"/>
          </p:cNvSpPr>
          <p:nvPr/>
        </p:nvSpPr>
        <p:spPr bwMode="auto">
          <a:xfrm>
            <a:off x="6230470" y="3048000"/>
            <a:ext cx="381000" cy="0"/>
          </a:xfrm>
          <a:prstGeom prst="line">
            <a:avLst/>
          </a:prstGeom>
          <a:noFill/>
          <a:ln w="63500">
            <a:solidFill>
              <a:srgbClr val="FF0000"/>
            </a:solidFill>
            <a:round/>
            <a:headEnd type="none" w="sm" len="sm"/>
            <a:tailEnd type="triangl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98697" name="Text Box 41">
            <a:extLst>
              <a:ext uri="{FF2B5EF4-FFF2-40B4-BE49-F238E27FC236}">
                <a16:creationId xmlns:a16="http://schemas.microsoft.com/office/drawing/2014/main" id="{CACD0597-9556-4E2B-A43B-CBC9EBAEB49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49710" y="2843025"/>
            <a:ext cx="990600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en-US" altLang="en-US" sz="1600" b="1" dirty="0">
                <a:solidFill>
                  <a:srgbClr val="0000CC"/>
                </a:solidFill>
                <a:latin typeface="Tahoma" panose="020B0604030504040204" pitchFamily="34" charset="0"/>
              </a:rPr>
              <a:t>0xFEA</a:t>
            </a:r>
          </a:p>
        </p:txBody>
      </p:sp>
      <p:sp>
        <p:nvSpPr>
          <p:cNvPr id="102433" name="WordArt 42">
            <a:extLst>
              <a:ext uri="{FF2B5EF4-FFF2-40B4-BE49-F238E27FC236}">
                <a16:creationId xmlns:a16="http://schemas.microsoft.com/office/drawing/2014/main" id="{BA3C25E1-16ED-492A-A51A-8234EF4FA9E5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2438400" y="228600"/>
            <a:ext cx="4114800" cy="5334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US" sz="3600" kern="10">
                <a:ln w="9525">
                  <a:solidFill>
                    <a:srgbClr val="FFFF00"/>
                  </a:solidFill>
                  <a:round/>
                  <a:headEnd type="none" w="sm" len="sm"/>
                  <a:tailEnd type="none" w="sm" len="sm"/>
                </a:ln>
                <a:solidFill>
                  <a:srgbClr val="0000FF"/>
                </a:solidFill>
                <a:effectLst>
                  <a:outerShdw dist="35921" dir="2700000" algn="ctr" rotWithShape="0">
                    <a:srgbClr val="C0C0C0">
                      <a:alpha val="79999"/>
                    </a:srgbClr>
                  </a:outerShdw>
                </a:effectLst>
                <a:latin typeface="Impact" panose="020B0806030902050204" pitchFamily="34" charset="0"/>
              </a:rPr>
              <a:t>Removing any node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60B73E76-7050-8563-2B3C-724C100221A7}"/>
              </a:ext>
            </a:extLst>
          </p:cNvPr>
          <p:cNvGrpSpPr/>
          <p:nvPr/>
        </p:nvGrpSpPr>
        <p:grpSpPr>
          <a:xfrm>
            <a:off x="5163670" y="3511550"/>
            <a:ext cx="1600200" cy="1098550"/>
            <a:chOff x="2438400" y="3200400"/>
            <a:chExt cx="1600200" cy="1098550"/>
          </a:xfrm>
        </p:grpSpPr>
        <p:sp>
          <p:nvSpPr>
            <p:cNvPr id="198686" name="Text Box 30">
              <a:extLst>
                <a:ext uri="{FF2B5EF4-FFF2-40B4-BE49-F238E27FC236}">
                  <a16:creationId xmlns:a16="http://schemas.microsoft.com/office/drawing/2014/main" id="{A1A7D995-3E93-479C-9AA0-EB38281A002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438400" y="3581400"/>
              <a:ext cx="1371600" cy="4572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 type="none" w="sm" len="sm"/>
                  <a:tailEnd type="none" w="sm" len="sm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2400" b="1" dirty="0">
                  <a:latin typeface="Tahoma" panose="020B0604030504040204" pitchFamily="34" charset="0"/>
                </a:rPr>
                <a:t>current</a:t>
              </a:r>
            </a:p>
          </p:txBody>
        </p:sp>
        <p:sp>
          <p:nvSpPr>
            <p:cNvPr id="198687" name="Line 31">
              <a:extLst>
                <a:ext uri="{FF2B5EF4-FFF2-40B4-BE49-F238E27FC236}">
                  <a16:creationId xmlns:a16="http://schemas.microsoft.com/office/drawing/2014/main" id="{C80E4203-7999-454F-A9C3-2069FD64D2D7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733800" y="3200400"/>
              <a:ext cx="304800" cy="609600"/>
            </a:xfrm>
            <a:prstGeom prst="line">
              <a:avLst/>
            </a:prstGeom>
            <a:noFill/>
            <a:ln w="63500">
              <a:solidFill>
                <a:srgbClr val="FF0000"/>
              </a:solidFill>
              <a:round/>
              <a:headEnd type="none" w="sm" len="sm"/>
              <a:tailEnd type="triangl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98699" name="Text Box 43">
              <a:extLst>
                <a:ext uri="{FF2B5EF4-FFF2-40B4-BE49-F238E27FC236}">
                  <a16:creationId xmlns:a16="http://schemas.microsoft.com/office/drawing/2014/main" id="{5234D678-63A7-428B-B17D-9AB49205D95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438400" y="3962400"/>
              <a:ext cx="990600" cy="33655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 type="none" w="sm" len="sm"/>
                  <a:tailEnd type="none" w="sm" len="sm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1600" b="1" dirty="0">
                  <a:solidFill>
                    <a:srgbClr val="0000CC"/>
                  </a:solidFill>
                  <a:latin typeface="Tahoma" panose="020B0604030504040204" pitchFamily="34" charset="0"/>
                </a:rPr>
                <a:t>0xF21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8022556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546" name="Footer Placeholder 3">
            <a:extLst>
              <a:ext uri="{FF2B5EF4-FFF2-40B4-BE49-F238E27FC236}">
                <a16:creationId xmlns:a16="http://schemas.microsoft.com/office/drawing/2014/main" id="{E41C86EE-B61D-41F4-A561-F926C84A7B09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800" b="1"/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 b="1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800" b="1">
                <a:latin typeface="Tahoma" panose="020B0604030504040204" pitchFamily="34" charset="0"/>
              </a:rPr>
              <a:t>© A+ Computer Science  -  www.apluscompsci.com</a:t>
            </a:r>
          </a:p>
        </p:txBody>
      </p:sp>
      <p:sp>
        <p:nvSpPr>
          <p:cNvPr id="108547" name="WordArt 2">
            <a:extLst>
              <a:ext uri="{FF2B5EF4-FFF2-40B4-BE49-F238E27FC236}">
                <a16:creationId xmlns:a16="http://schemas.microsoft.com/office/drawing/2014/main" id="{6512A43D-9672-4712-BBC1-BFE4CF11339E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762000" y="1447800"/>
            <a:ext cx="7391400" cy="35814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US" sz="3600" kern="10">
                <a:ln w="9525">
                  <a:solidFill>
                    <a:srgbClr val="FFFF00"/>
                  </a:solidFill>
                  <a:round/>
                  <a:headEnd type="none" w="sm" len="sm"/>
                  <a:tailEnd type="none" w="sm" len="sm"/>
                </a:ln>
                <a:solidFill>
                  <a:srgbClr val="0000FF"/>
                </a:solidFill>
                <a:effectLst>
                  <a:outerShdw dist="35921" dir="2700000" algn="ctr" rotWithShape="0">
                    <a:srgbClr val="C0C0C0">
                      <a:alpha val="79999"/>
                    </a:srgbClr>
                  </a:outerShdw>
                </a:effectLst>
                <a:latin typeface="Impact" panose="020B0806030902050204" pitchFamily="34" charset="0"/>
              </a:rPr>
              <a:t>Doubly</a:t>
            </a:r>
          </a:p>
          <a:p>
            <a:pPr algn="ctr"/>
            <a:r>
              <a:rPr lang="en-US" sz="3600" kern="10">
                <a:ln w="9525">
                  <a:solidFill>
                    <a:srgbClr val="FFFF00"/>
                  </a:solidFill>
                  <a:round/>
                  <a:headEnd type="none" w="sm" len="sm"/>
                  <a:tailEnd type="none" w="sm" len="sm"/>
                </a:ln>
                <a:solidFill>
                  <a:srgbClr val="0000FF"/>
                </a:solidFill>
                <a:effectLst>
                  <a:outerShdw dist="35921" dir="2700000" algn="ctr" rotWithShape="0">
                    <a:srgbClr val="C0C0C0">
                      <a:alpha val="79999"/>
                    </a:srgbClr>
                  </a:outerShdw>
                </a:effectLst>
                <a:latin typeface="Impact" panose="020B0806030902050204" pitchFamily="34" charset="0"/>
              </a:rPr>
              <a:t>Linked Lists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594" name="Footer Placeholder 3">
            <a:extLst>
              <a:ext uri="{FF2B5EF4-FFF2-40B4-BE49-F238E27FC236}">
                <a16:creationId xmlns:a16="http://schemas.microsoft.com/office/drawing/2014/main" id="{BE0654EC-C731-49CD-B395-DD9FD3E98060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800" b="1"/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 b="1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800" b="1">
                <a:latin typeface="Tahoma" panose="020B0604030504040204" pitchFamily="34" charset="0"/>
              </a:rPr>
              <a:t>© A+ Computer Science  -  www.apluscompsci.com</a:t>
            </a:r>
          </a:p>
        </p:txBody>
      </p:sp>
      <p:sp>
        <p:nvSpPr>
          <p:cNvPr id="110595" name="Rectangle 2">
            <a:extLst>
              <a:ext uri="{FF2B5EF4-FFF2-40B4-BE49-F238E27FC236}">
                <a16:creationId xmlns:a16="http://schemas.microsoft.com/office/drawing/2014/main" id="{1EB9AC81-A91F-484D-9C0E-E699FD9284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5800" y="1447800"/>
            <a:ext cx="8153400" cy="4968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2075" tIns="46038" rIns="92075" bIns="46038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2000" b="1">
                <a:latin typeface="Tahoma" panose="020B0604030504040204" pitchFamily="34" charset="0"/>
              </a:rPr>
              <a:t>class DoublyNode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2000" b="1">
                <a:latin typeface="Tahoma" panose="020B0604030504040204" pitchFamily="34" charset="0"/>
              </a:rPr>
              <a:t>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2000" b="1">
                <a:latin typeface="Tahoma" panose="020B0604030504040204" pitchFamily="34" charset="0"/>
              </a:rPr>
              <a:t>   private Comparable data;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2000" b="1">
                <a:latin typeface="Tahoma" panose="020B0604030504040204" pitchFamily="34" charset="0"/>
              </a:rPr>
              <a:t>   private DoublyNode next;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2000" b="1">
                <a:latin typeface="Tahoma" panose="020B0604030504040204" pitchFamily="34" charset="0"/>
              </a:rPr>
              <a:t>   private DoublyNode prev;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en-US" sz="2000" b="1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2000" b="1">
                <a:latin typeface="Tahoma" panose="020B0604030504040204" pitchFamily="34" charset="0"/>
              </a:rPr>
              <a:t>   public DoublyNode(Comparable dat, 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2000" b="1">
                <a:latin typeface="Tahoma" panose="020B0604030504040204" pitchFamily="34" charset="0"/>
              </a:rPr>
              <a:t>			DoublyNode prv, DoublyNode nxt)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2000" b="1">
                <a:latin typeface="Tahoma" panose="020B0604030504040204" pitchFamily="34" charset="0"/>
              </a:rPr>
              <a:t>  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2000" b="1">
                <a:latin typeface="Tahoma" panose="020B0604030504040204" pitchFamily="34" charset="0"/>
              </a:rPr>
              <a:t>      data=dat;	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2000" b="1">
                <a:latin typeface="Tahoma" panose="020B0604030504040204" pitchFamily="34" charset="0"/>
              </a:rPr>
              <a:t>      prev=prv;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2000" b="1">
                <a:latin typeface="Tahoma" panose="020B0604030504040204" pitchFamily="34" charset="0"/>
              </a:rPr>
              <a:t>      next=nxt;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2000" b="1">
                <a:latin typeface="Tahoma" panose="020B0604030504040204" pitchFamily="34" charset="0"/>
              </a:rPr>
              <a:t>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en-US" sz="2000" b="1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2000" b="1">
                <a:latin typeface="Tahoma" panose="020B0604030504040204" pitchFamily="34" charset="0"/>
              </a:rPr>
              <a:t>   //other methods not shown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2000" b="1">
                <a:latin typeface="Tahoma" panose="020B0604030504040204" pitchFamily="34" charset="0"/>
              </a:rPr>
              <a:t>}</a:t>
            </a:r>
          </a:p>
        </p:txBody>
      </p:sp>
      <p:sp>
        <p:nvSpPr>
          <p:cNvPr id="110596" name="WordArt 3">
            <a:extLst>
              <a:ext uri="{FF2B5EF4-FFF2-40B4-BE49-F238E27FC236}">
                <a16:creationId xmlns:a16="http://schemas.microsoft.com/office/drawing/2014/main" id="{CF942BDE-A535-4D88-8A70-15CC6954BB34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990600" y="381000"/>
            <a:ext cx="6553200" cy="6858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US" sz="3600" kern="10">
                <a:ln w="9525">
                  <a:solidFill>
                    <a:srgbClr val="FFFF00"/>
                  </a:solidFill>
                  <a:round/>
                  <a:headEnd type="none" w="sm" len="sm"/>
                  <a:tailEnd type="none" w="sm" len="sm"/>
                </a:ln>
                <a:solidFill>
                  <a:srgbClr val="0000FF"/>
                </a:solidFill>
                <a:effectLst>
                  <a:outerShdw dist="35921" dir="2700000" algn="ctr" rotWithShape="0">
                    <a:srgbClr val="C0C0C0"/>
                  </a:outerShdw>
                </a:effectLst>
                <a:latin typeface="Impact" panose="020B0806030902050204" pitchFamily="34" charset="0"/>
              </a:rPr>
              <a:t>DoublyNode Class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42" name="Footer Placeholder 3">
            <a:extLst>
              <a:ext uri="{FF2B5EF4-FFF2-40B4-BE49-F238E27FC236}">
                <a16:creationId xmlns:a16="http://schemas.microsoft.com/office/drawing/2014/main" id="{140E46CE-1E05-4B81-996B-455FA3F24D15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800" b="1"/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 b="1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800" b="1">
                <a:latin typeface="Tahoma" panose="020B0604030504040204" pitchFamily="34" charset="0"/>
              </a:rPr>
              <a:t>© A+ Computer Science  -  www.apluscompsci.com</a:t>
            </a:r>
          </a:p>
        </p:txBody>
      </p:sp>
      <p:sp>
        <p:nvSpPr>
          <p:cNvPr id="112643" name="Rectangle 2">
            <a:extLst>
              <a:ext uri="{FF2B5EF4-FFF2-40B4-BE49-F238E27FC236}">
                <a16:creationId xmlns:a16="http://schemas.microsoft.com/office/drawing/2014/main" id="{4D30E94D-A633-438B-929E-C5D03C27FC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6713" y="1508125"/>
            <a:ext cx="1841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2400">
              <a:latin typeface="MS LineDraw" charset="2"/>
            </a:endParaRPr>
          </a:p>
        </p:txBody>
      </p:sp>
      <p:sp>
        <p:nvSpPr>
          <p:cNvPr id="112646" name="WordArt 11">
            <a:extLst>
              <a:ext uri="{FF2B5EF4-FFF2-40B4-BE49-F238E27FC236}">
                <a16:creationId xmlns:a16="http://schemas.microsoft.com/office/drawing/2014/main" id="{278064F2-33BC-4736-9460-FFCDED79B38A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838200" y="762000"/>
            <a:ext cx="7543800" cy="10668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US" sz="3600" kern="10">
                <a:ln w="9525">
                  <a:solidFill>
                    <a:srgbClr val="FFFF00"/>
                  </a:solidFill>
                  <a:round/>
                  <a:headEnd type="none" w="sm" len="sm"/>
                  <a:tailEnd type="none" w="sm" len="sm"/>
                </a:ln>
                <a:solidFill>
                  <a:srgbClr val="0000FF"/>
                </a:solidFill>
                <a:effectLst>
                  <a:outerShdw dist="35921" dir="2700000" algn="ctr" rotWithShape="0">
                    <a:srgbClr val="C0C0C0">
                      <a:alpha val="79999"/>
                    </a:srgbClr>
                  </a:outerShdw>
                </a:effectLst>
                <a:latin typeface="Impact" panose="020B0806030902050204" pitchFamily="34" charset="0"/>
              </a:rPr>
              <a:t>A DoublyNode</a:t>
            </a:r>
          </a:p>
        </p:txBody>
      </p:sp>
      <p:sp>
        <p:nvSpPr>
          <p:cNvPr id="112647" name="Text Box 12">
            <a:extLst>
              <a:ext uri="{FF2B5EF4-FFF2-40B4-BE49-F238E27FC236}">
                <a16:creationId xmlns:a16="http://schemas.microsoft.com/office/drawing/2014/main" id="{EB242A70-EE72-4F3B-AC16-2DB8ECE8955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98513" y="4572000"/>
            <a:ext cx="7226300" cy="15541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b="1">
                <a:latin typeface="Tahoma" panose="020B0604030504040204" pitchFamily="34" charset="0"/>
              </a:rPr>
              <a:t>A doubly node typically has a data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b="1">
                <a:latin typeface="Tahoma" panose="020B0604030504040204" pitchFamily="34" charset="0"/>
              </a:rPr>
              <a:t>component and a reference to the 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b="1">
                <a:latin typeface="Tahoma" panose="020B0604030504040204" pitchFamily="34" charset="0"/>
              </a:rPr>
              <a:t>next node and the previous node.</a:t>
            </a:r>
          </a:p>
        </p:txBody>
      </p:sp>
      <p:grpSp>
        <p:nvGrpSpPr>
          <p:cNvPr id="8" name="Group 7" descr="A single node with a memory location of 0xF2. It has three parts: a reference to the previous node, the value, and a reference to the next node.&#10;This node stores: null, &quot;B&quot;, null">
            <a:extLst>
              <a:ext uri="{FF2B5EF4-FFF2-40B4-BE49-F238E27FC236}">
                <a16:creationId xmlns:a16="http://schemas.microsoft.com/office/drawing/2014/main" id="{9ECA5102-EB13-A6E1-E565-D407B87907A0}"/>
              </a:ext>
            </a:extLst>
          </p:cNvPr>
          <p:cNvGrpSpPr/>
          <p:nvPr/>
        </p:nvGrpSpPr>
        <p:grpSpPr>
          <a:xfrm>
            <a:off x="3003972" y="2209800"/>
            <a:ext cx="2502600" cy="1239310"/>
            <a:chOff x="3003972" y="2209800"/>
            <a:chExt cx="2502600" cy="1239310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A73D2F0A-FB9F-26F8-4738-83A02813D2B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003972" y="2638272"/>
              <a:ext cx="2487384" cy="810838"/>
            </a:xfrm>
            <a:prstGeom prst="rect">
              <a:avLst/>
            </a:prstGeom>
          </p:spPr>
        </p:pic>
        <p:grpSp>
          <p:nvGrpSpPr>
            <p:cNvPr id="2" name="Group 1" descr="A single node with a memory location of 0xF2. It has three parts: a reference to the previous node, the value, and a reference to the next node.&#10;This node stores: null, &quot;B&quot;, null">
              <a:extLst>
                <a:ext uri="{FF2B5EF4-FFF2-40B4-BE49-F238E27FC236}">
                  <a16:creationId xmlns:a16="http://schemas.microsoft.com/office/drawing/2014/main" id="{3DBA4920-5761-C138-576B-1903AEDDC8FA}"/>
                </a:ext>
              </a:extLst>
            </p:cNvPr>
            <p:cNvGrpSpPr/>
            <p:nvPr/>
          </p:nvGrpSpPr>
          <p:grpSpPr>
            <a:xfrm>
              <a:off x="3068172" y="2209800"/>
              <a:ext cx="2438400" cy="1040652"/>
              <a:chOff x="3068172" y="2209800"/>
              <a:chExt cx="2438400" cy="1040652"/>
            </a:xfrm>
          </p:grpSpPr>
          <p:sp>
            <p:nvSpPr>
              <p:cNvPr id="112645" name="Text Box 10">
                <a:extLst>
                  <a:ext uri="{FF2B5EF4-FFF2-40B4-BE49-F238E27FC236}">
                    <a16:creationId xmlns:a16="http://schemas.microsoft.com/office/drawing/2014/main" id="{D8E7BEC5-2413-4BB8-8D4C-34F6519BDF49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886200" y="2209800"/>
                <a:ext cx="990600" cy="336550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chemeClr val="tx1"/>
                    </a:solidFill>
                    <a:miter lim="800000"/>
                    <a:headEnd type="none" w="sm" len="sm"/>
                    <a:tailEnd type="none" w="sm" len="sm"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4pPr>
                <a:lvl5pPr marL="20574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•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•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•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•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9pPr>
              </a:lstStyle>
              <a:p>
                <a:pPr eaLnBrk="1" hangingPunct="1">
                  <a:spcBef>
                    <a:spcPct val="50000"/>
                  </a:spcBef>
                  <a:buFontTx/>
                  <a:buNone/>
                </a:pPr>
                <a:r>
                  <a:rPr lang="en-US" altLang="en-US" sz="1600" b="1" dirty="0">
                    <a:solidFill>
                      <a:srgbClr val="0000CC"/>
                    </a:solidFill>
                    <a:latin typeface="Tahoma" panose="020B0604030504040204" pitchFamily="34" charset="0"/>
                  </a:rPr>
                  <a:t>0xF2</a:t>
                </a:r>
              </a:p>
            </p:txBody>
          </p:sp>
          <p:sp>
            <p:nvSpPr>
              <p:cNvPr id="112644" name="Text Box 7">
                <a:extLst>
                  <a:ext uri="{FF2B5EF4-FFF2-40B4-BE49-F238E27FC236}">
                    <a16:creationId xmlns:a16="http://schemas.microsoft.com/office/drawing/2014/main" id="{9996665C-99D8-4705-B367-63E59CAC3A6B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4688544" y="2793252"/>
                <a:ext cx="818028" cy="457200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chemeClr val="tx1"/>
                    </a:solidFill>
                    <a:miter lim="800000"/>
                    <a:headEnd type="none" w="sm" len="sm"/>
                    <a:tailEnd type="none" w="sm" len="sm"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squar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4pPr>
                <a:lvl5pPr marL="20574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•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•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•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•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9pPr>
              </a:lstStyle>
              <a:p>
                <a:pPr eaLnBrk="1" hangingPunct="1">
                  <a:spcBef>
                    <a:spcPct val="50000"/>
                  </a:spcBef>
                  <a:buFontTx/>
                  <a:buNone/>
                </a:pPr>
                <a:r>
                  <a:rPr lang="en-US" altLang="en-US" sz="2400" b="1" dirty="0">
                    <a:latin typeface="Tahoma" panose="020B0604030504040204" pitchFamily="34" charset="0"/>
                  </a:rPr>
                  <a:t>null</a:t>
                </a:r>
              </a:p>
            </p:txBody>
          </p:sp>
          <p:sp>
            <p:nvSpPr>
              <p:cNvPr id="112648" name="Text Box 15">
                <a:extLst>
                  <a:ext uri="{FF2B5EF4-FFF2-40B4-BE49-F238E27FC236}">
                    <a16:creationId xmlns:a16="http://schemas.microsoft.com/office/drawing/2014/main" id="{FF2F9AC5-8BA6-4349-9429-53C43F6DE62E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068172" y="2768600"/>
                <a:ext cx="818028" cy="457200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chemeClr val="tx1"/>
                    </a:solidFill>
                    <a:miter lim="800000"/>
                    <a:headEnd type="none" w="sm" len="sm"/>
                    <a:tailEnd type="none" w="sm" len="sm"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squar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4pPr>
                <a:lvl5pPr marL="20574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•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•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•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•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9pPr>
              </a:lstStyle>
              <a:p>
                <a:pPr eaLnBrk="1" hangingPunct="1">
                  <a:spcBef>
                    <a:spcPct val="50000"/>
                  </a:spcBef>
                  <a:buFontTx/>
                  <a:buNone/>
                </a:pPr>
                <a:r>
                  <a:rPr lang="en-US" altLang="en-US" sz="2400" b="1" dirty="0">
                    <a:latin typeface="Tahoma" panose="020B0604030504040204" pitchFamily="34" charset="0"/>
                  </a:rPr>
                  <a:t>null</a:t>
                </a:r>
              </a:p>
            </p:txBody>
          </p:sp>
        </p:grpSp>
      </p:grp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690" name="Footer Placeholder 3">
            <a:extLst>
              <a:ext uri="{FF2B5EF4-FFF2-40B4-BE49-F238E27FC236}">
                <a16:creationId xmlns:a16="http://schemas.microsoft.com/office/drawing/2014/main" id="{9AB6CD3A-F3B4-4791-928F-13BE7B2D5DAB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800" b="1"/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 b="1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800" b="1">
                <a:latin typeface="Tahoma" panose="020B0604030504040204" pitchFamily="34" charset="0"/>
              </a:rPr>
              <a:t>© A+ Computer Science  -  www.apluscompsci.com</a:t>
            </a:r>
          </a:p>
        </p:txBody>
      </p:sp>
      <p:sp>
        <p:nvSpPr>
          <p:cNvPr id="114691" name="Rectangle 2">
            <a:extLst>
              <a:ext uri="{FF2B5EF4-FFF2-40B4-BE49-F238E27FC236}">
                <a16:creationId xmlns:a16="http://schemas.microsoft.com/office/drawing/2014/main" id="{9D77A4D5-538F-4944-B217-CEB21B6B73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6713" y="1508125"/>
            <a:ext cx="1841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2400">
              <a:latin typeface="MS LineDraw" charset="2"/>
            </a:endParaRPr>
          </a:p>
        </p:txBody>
      </p:sp>
      <p:sp>
        <p:nvSpPr>
          <p:cNvPr id="114693" name="WordArt 7">
            <a:extLst>
              <a:ext uri="{FF2B5EF4-FFF2-40B4-BE49-F238E27FC236}">
                <a16:creationId xmlns:a16="http://schemas.microsoft.com/office/drawing/2014/main" id="{D8BA58D4-C866-4AC3-8CB1-7E732DC130B2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838200" y="762000"/>
            <a:ext cx="7543800" cy="10668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US" sz="3600" kern="10">
                <a:ln w="9525">
                  <a:solidFill>
                    <a:srgbClr val="FFFF00"/>
                  </a:solidFill>
                  <a:round/>
                  <a:headEnd type="none" w="sm" len="sm"/>
                  <a:tailEnd type="none" w="sm" len="sm"/>
                </a:ln>
                <a:solidFill>
                  <a:srgbClr val="0000FF"/>
                </a:solidFill>
                <a:effectLst>
                  <a:outerShdw dist="35921" dir="2700000" algn="ctr" rotWithShape="0">
                    <a:srgbClr val="C0C0C0">
                      <a:alpha val="79999"/>
                    </a:srgbClr>
                  </a:outerShdw>
                </a:effectLst>
                <a:latin typeface="Impact" panose="020B0806030902050204" pitchFamily="34" charset="0"/>
              </a:rPr>
              <a:t>A DoublyNode</a:t>
            </a:r>
          </a:p>
        </p:txBody>
      </p:sp>
      <p:graphicFrame>
        <p:nvGraphicFramePr>
          <p:cNvPr id="229386" name="Group 10">
            <a:extLst>
              <a:ext uri="{FF2B5EF4-FFF2-40B4-BE49-F238E27FC236}">
                <a16:creationId xmlns:a16="http://schemas.microsoft.com/office/drawing/2014/main" id="{F0C0C9C8-5DE9-4FF3-AF27-D999621838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4309540"/>
              </p:ext>
            </p:extLst>
          </p:nvPr>
        </p:nvGraphicFramePr>
        <p:xfrm>
          <a:off x="6002591" y="2819400"/>
          <a:ext cx="2438400" cy="736600"/>
        </p:xfrm>
        <a:graphic>
          <a:graphicData uri="http://schemas.openxmlformats.org/drawingml/2006/table">
            <a:tbl>
              <a:tblPr/>
              <a:tblGrid>
                <a:gridCol w="81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36600"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en-US" sz="2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cs typeface="Tahoma" pitchFamily="34" charset="0"/>
                        </a:rPr>
                        <a:t>C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en-US" sz="2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29401" name="Group 25">
            <a:extLst>
              <a:ext uri="{FF2B5EF4-FFF2-40B4-BE49-F238E27FC236}">
                <a16:creationId xmlns:a16="http://schemas.microsoft.com/office/drawing/2014/main" id="{0A8DCB6F-F444-479C-B5BF-29225661BE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80497477"/>
              </p:ext>
            </p:extLst>
          </p:nvPr>
        </p:nvGraphicFramePr>
        <p:xfrm>
          <a:off x="481783" y="2819400"/>
          <a:ext cx="2438400" cy="736600"/>
        </p:xfrm>
        <a:graphic>
          <a:graphicData uri="http://schemas.openxmlformats.org/drawingml/2006/table">
            <a:tbl>
              <a:tblPr/>
              <a:tblGrid>
                <a:gridCol w="81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36600"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en-US" sz="2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cs typeface="Tahoma" pitchFamily="34" charset="0"/>
                        </a:rPr>
                        <a:t>A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en-US" sz="2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14715" name="Text Box 37">
            <a:extLst>
              <a:ext uri="{FF2B5EF4-FFF2-40B4-BE49-F238E27FC236}">
                <a16:creationId xmlns:a16="http://schemas.microsoft.com/office/drawing/2014/main" id="{6EDD1316-2239-4B45-8047-0D614093C44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98513" y="4572000"/>
            <a:ext cx="7500937" cy="15541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b="1">
                <a:latin typeface="Tahoma" panose="020B0604030504040204" pitchFamily="34" charset="0"/>
              </a:rPr>
              <a:t>Doubly nodes can be used to make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b="1">
                <a:latin typeface="Tahoma" panose="020B0604030504040204" pitchFamily="34" charset="0"/>
              </a:rPr>
              <a:t>a circular linked list where the front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b="1">
                <a:latin typeface="Tahoma" panose="020B0604030504040204" pitchFamily="34" charset="0"/>
              </a:rPr>
              <a:t>points at the back and vice versa.</a:t>
            </a:r>
          </a:p>
        </p:txBody>
      </p:sp>
      <p:grpSp>
        <p:nvGrpSpPr>
          <p:cNvPr id="7" name="Group 6" descr="Three double nodes stored at memory locations 0xF2, 0xF3, and 0xF4.&#10;First node stores: 0xF4, &quot;A&quot;, 0xF3&#10;so the 2nd node is after the 1st node and the last node is before it.&#10;Second node: 0xF2, &quot;B&quot;, 0xF4&#10;Third node: 0xF3, &quot;C&quot;, 0xF2&#10;so the 2nd node is before the 3rd node and the first node is after it">
            <a:extLst>
              <a:ext uri="{FF2B5EF4-FFF2-40B4-BE49-F238E27FC236}">
                <a16:creationId xmlns:a16="http://schemas.microsoft.com/office/drawing/2014/main" id="{2BB51D4A-E2C4-DE32-4247-1903170C6BA2}"/>
              </a:ext>
            </a:extLst>
          </p:cNvPr>
          <p:cNvGrpSpPr/>
          <p:nvPr/>
        </p:nvGrpSpPr>
        <p:grpSpPr>
          <a:xfrm>
            <a:off x="481783" y="2362200"/>
            <a:ext cx="8187808" cy="946150"/>
            <a:chOff x="481783" y="2362200"/>
            <a:chExt cx="8187808" cy="946150"/>
          </a:xfrm>
        </p:grpSpPr>
        <p:sp>
          <p:nvSpPr>
            <p:cNvPr id="114692" name="Text Box 6">
              <a:extLst>
                <a:ext uri="{FF2B5EF4-FFF2-40B4-BE49-F238E27FC236}">
                  <a16:creationId xmlns:a16="http://schemas.microsoft.com/office/drawing/2014/main" id="{0F57AB58-A323-48BB-8968-98739F527C3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840791" y="2362200"/>
              <a:ext cx="990600" cy="33655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 type="none" w="sm" len="sm"/>
                  <a:tailEnd type="none" w="sm" len="sm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1600" b="1">
                  <a:solidFill>
                    <a:srgbClr val="0000CC"/>
                  </a:solidFill>
                  <a:latin typeface="Tahoma" panose="020B0604030504040204" pitchFamily="34" charset="0"/>
                </a:rPr>
                <a:t>0xF4</a:t>
              </a:r>
            </a:p>
          </p:txBody>
        </p:sp>
        <p:sp>
          <p:nvSpPr>
            <p:cNvPr id="114704" name="Text Box 23">
              <a:extLst>
                <a:ext uri="{FF2B5EF4-FFF2-40B4-BE49-F238E27FC236}">
                  <a16:creationId xmlns:a16="http://schemas.microsoft.com/office/drawing/2014/main" id="{D5BD602D-0BF8-4D6E-8C99-46DB40D100A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319983" y="2362200"/>
              <a:ext cx="990600" cy="33655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 type="none" w="sm" len="sm"/>
                  <a:tailEnd type="none" w="sm" len="sm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1600" b="1" dirty="0">
                  <a:solidFill>
                    <a:srgbClr val="0000CC"/>
                  </a:solidFill>
                  <a:latin typeface="Tahoma" panose="020B0604030504040204" pitchFamily="34" charset="0"/>
                </a:rPr>
                <a:t>0xF2</a:t>
              </a:r>
            </a:p>
          </p:txBody>
        </p:sp>
        <p:sp>
          <p:nvSpPr>
            <p:cNvPr id="114716" name="Text Box 38">
              <a:extLst>
                <a:ext uri="{FF2B5EF4-FFF2-40B4-BE49-F238E27FC236}">
                  <a16:creationId xmlns:a16="http://schemas.microsoft.com/office/drawing/2014/main" id="{B46AE38E-099A-4120-9E7C-D185F730594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002591" y="2971800"/>
              <a:ext cx="990600" cy="33655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 type="none" w="sm" len="sm"/>
                  <a:tailEnd type="none" w="sm" len="sm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1600" b="1" dirty="0">
                  <a:solidFill>
                    <a:srgbClr val="0000CC"/>
                  </a:solidFill>
                  <a:latin typeface="Tahoma" panose="020B0604030504040204" pitchFamily="34" charset="0"/>
                </a:rPr>
                <a:t>0xF3</a:t>
              </a:r>
            </a:p>
          </p:txBody>
        </p:sp>
        <p:sp>
          <p:nvSpPr>
            <p:cNvPr id="114717" name="Text Box 39">
              <a:extLst>
                <a:ext uri="{FF2B5EF4-FFF2-40B4-BE49-F238E27FC236}">
                  <a16:creationId xmlns:a16="http://schemas.microsoft.com/office/drawing/2014/main" id="{94E21E80-384A-4B73-9B27-0B9FB2A6B55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678991" y="2971800"/>
              <a:ext cx="990600" cy="33655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 type="none" w="sm" len="sm"/>
                  <a:tailEnd type="none" w="sm" len="sm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1600" b="1">
                  <a:solidFill>
                    <a:srgbClr val="0000CC"/>
                  </a:solidFill>
                  <a:latin typeface="Tahoma" panose="020B0604030504040204" pitchFamily="34" charset="0"/>
                </a:rPr>
                <a:t>0xF2</a:t>
              </a:r>
            </a:p>
          </p:txBody>
        </p:sp>
        <p:sp>
          <p:nvSpPr>
            <p:cNvPr id="114718" name="Text Box 40">
              <a:extLst>
                <a:ext uri="{FF2B5EF4-FFF2-40B4-BE49-F238E27FC236}">
                  <a16:creationId xmlns:a16="http://schemas.microsoft.com/office/drawing/2014/main" id="{34ABFBC6-DA01-4077-8990-63FAEBC21DE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207344" y="2971800"/>
              <a:ext cx="712839" cy="33655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 type="none" w="sm" len="sm"/>
                  <a:tailEnd type="none" w="sm" len="sm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1600" b="1" dirty="0">
                  <a:solidFill>
                    <a:srgbClr val="0000CC"/>
                  </a:solidFill>
                  <a:latin typeface="Tahoma" panose="020B0604030504040204" pitchFamily="34" charset="0"/>
                </a:rPr>
                <a:t>0xF3</a:t>
              </a:r>
            </a:p>
          </p:txBody>
        </p:sp>
        <p:sp>
          <p:nvSpPr>
            <p:cNvPr id="114719" name="Text Box 41">
              <a:extLst>
                <a:ext uri="{FF2B5EF4-FFF2-40B4-BE49-F238E27FC236}">
                  <a16:creationId xmlns:a16="http://schemas.microsoft.com/office/drawing/2014/main" id="{0C0DA64D-FFA2-4BAA-881D-0DD9447AABC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81783" y="2971800"/>
              <a:ext cx="990600" cy="33655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 type="none" w="sm" len="sm"/>
                  <a:tailEnd type="none" w="sm" len="sm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1600" b="1">
                  <a:solidFill>
                    <a:srgbClr val="0000CC"/>
                  </a:solidFill>
                  <a:latin typeface="Tahoma" panose="020B0604030504040204" pitchFamily="34" charset="0"/>
                </a:rPr>
                <a:t>0xF4</a:t>
              </a:r>
            </a:p>
          </p:txBody>
        </p:sp>
      </p:grpSp>
      <p:graphicFrame>
        <p:nvGraphicFramePr>
          <p:cNvPr id="3" name="Group 25">
            <a:extLst>
              <a:ext uri="{FF2B5EF4-FFF2-40B4-BE49-F238E27FC236}">
                <a16:creationId xmlns:a16="http://schemas.microsoft.com/office/drawing/2014/main" id="{667ABF50-2FFD-A97D-AC77-78EB3B46AA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2096985"/>
              </p:ext>
            </p:extLst>
          </p:nvPr>
        </p:nvGraphicFramePr>
        <p:xfrm>
          <a:off x="3261855" y="2813051"/>
          <a:ext cx="2438400" cy="736600"/>
        </p:xfrm>
        <a:graphic>
          <a:graphicData uri="http://schemas.openxmlformats.org/drawingml/2006/table">
            <a:tbl>
              <a:tblPr/>
              <a:tblGrid>
                <a:gridCol w="81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36600"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en-US" sz="2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  <a:cs typeface="Tahoma" pitchFamily="34" charset="0"/>
                        </a:rPr>
                        <a:t>B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3pPr>
                      <a:lvl4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4pPr>
                      <a:lvl5pPr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Times New Roman" pitchFamily="18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en-US" sz="2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4" name="Text Box 23">
            <a:extLst>
              <a:ext uri="{FF2B5EF4-FFF2-40B4-BE49-F238E27FC236}">
                <a16:creationId xmlns:a16="http://schemas.microsoft.com/office/drawing/2014/main" id="{7E0AA1F6-9A36-7710-94D4-F1640C111A1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100055" y="2355851"/>
            <a:ext cx="990600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en-US" altLang="en-US" sz="1600" b="1" dirty="0">
                <a:solidFill>
                  <a:srgbClr val="0000CC"/>
                </a:solidFill>
                <a:latin typeface="Tahoma" panose="020B0604030504040204" pitchFamily="34" charset="0"/>
              </a:rPr>
              <a:t>0xF3</a:t>
            </a:r>
          </a:p>
        </p:txBody>
      </p:sp>
      <p:sp>
        <p:nvSpPr>
          <p:cNvPr id="5" name="Text Box 40">
            <a:extLst>
              <a:ext uri="{FF2B5EF4-FFF2-40B4-BE49-F238E27FC236}">
                <a16:creationId xmlns:a16="http://schemas.microsoft.com/office/drawing/2014/main" id="{6C30E119-163D-DEDE-6166-83FC74418EB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938255" y="2965451"/>
            <a:ext cx="990600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en-US" altLang="en-US" sz="1600" b="1">
                <a:solidFill>
                  <a:srgbClr val="0000CC"/>
                </a:solidFill>
                <a:latin typeface="Tahoma" panose="020B0604030504040204" pitchFamily="34" charset="0"/>
              </a:rPr>
              <a:t>0xF4</a:t>
            </a:r>
          </a:p>
        </p:txBody>
      </p:sp>
      <p:sp>
        <p:nvSpPr>
          <p:cNvPr id="6" name="Text Box 41">
            <a:extLst>
              <a:ext uri="{FF2B5EF4-FFF2-40B4-BE49-F238E27FC236}">
                <a16:creationId xmlns:a16="http://schemas.microsoft.com/office/drawing/2014/main" id="{5E6BE5DC-BF9B-A54C-7E27-EABAD0C240E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61855" y="2965451"/>
            <a:ext cx="990600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en-US" altLang="en-US" sz="1600" b="1" dirty="0">
                <a:solidFill>
                  <a:srgbClr val="0000CC"/>
                </a:solidFill>
                <a:latin typeface="Tahoma" panose="020B0604030504040204" pitchFamily="34" charset="0"/>
              </a:rPr>
              <a:t>0xF2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26" name="Footer Placeholder 3">
            <a:extLst>
              <a:ext uri="{FF2B5EF4-FFF2-40B4-BE49-F238E27FC236}">
                <a16:creationId xmlns:a16="http://schemas.microsoft.com/office/drawing/2014/main" id="{171E6A50-B66C-443B-9BE0-44005876F696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800"/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 b="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800">
                <a:latin typeface="Tahoma" panose="020B0604030504040204" pitchFamily="34" charset="0"/>
              </a:rPr>
              <a:t>© A+ Computer Science  -  www.apluscompsci.com</a:t>
            </a:r>
          </a:p>
        </p:txBody>
      </p:sp>
      <p:sp>
        <p:nvSpPr>
          <p:cNvPr id="52227" name="WordArt 2">
            <a:extLst>
              <a:ext uri="{FF2B5EF4-FFF2-40B4-BE49-F238E27FC236}">
                <a16:creationId xmlns:a16="http://schemas.microsoft.com/office/drawing/2014/main" id="{AB7FE620-1FE0-462A-96A8-B130306E1825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685800" y="762000"/>
            <a:ext cx="7696200" cy="43434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US" sz="3600" kern="10" dirty="0">
                <a:ln w="9525">
                  <a:solidFill>
                    <a:srgbClr val="FFFF00"/>
                  </a:solidFill>
                  <a:round/>
                  <a:headEnd type="none" w="sm" len="sm"/>
                  <a:tailEnd type="none" w="sm" len="sm"/>
                </a:ln>
                <a:solidFill>
                  <a:srgbClr val="0000FF"/>
                </a:solidFill>
                <a:effectLst>
                  <a:outerShdw dist="35921" dir="2700000" algn="ctr" rotWithShape="0">
                    <a:srgbClr val="C0C0C0"/>
                  </a:outerShdw>
                </a:effectLst>
                <a:latin typeface="Impact" panose="020B0806030902050204" pitchFamily="34" charset="0"/>
              </a:rPr>
              <a:t>Comparing Runtimes</a:t>
            </a:r>
          </a:p>
          <a:p>
            <a:pPr algn="ctr"/>
            <a:r>
              <a:rPr lang="en-US" sz="3600" kern="10" dirty="0">
                <a:ln w="9525">
                  <a:solidFill>
                    <a:srgbClr val="FFFF00"/>
                  </a:solidFill>
                  <a:round/>
                  <a:headEnd type="none" w="sm" len="sm"/>
                  <a:tailEnd type="none" w="sm" len="sm"/>
                </a:ln>
                <a:solidFill>
                  <a:srgbClr val="0000FF"/>
                </a:solidFill>
                <a:effectLst>
                  <a:outerShdw dist="35921" dir="2700000" algn="ctr" rotWithShape="0">
                    <a:srgbClr val="C0C0C0"/>
                  </a:outerShdw>
                </a:effectLst>
                <a:latin typeface="Impact" panose="020B0806030902050204" pitchFamily="34" charset="0"/>
              </a:rPr>
              <a:t>of Arrays &amp; Lists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786" name="Footer Placeholder 3">
            <a:extLst>
              <a:ext uri="{FF2B5EF4-FFF2-40B4-BE49-F238E27FC236}">
                <a16:creationId xmlns:a16="http://schemas.microsoft.com/office/drawing/2014/main" id="{13AFF788-CBD6-490D-B937-3560309DB51F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800" b="1"/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 b="1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800" b="1">
                <a:latin typeface="Tahoma" panose="020B0604030504040204" pitchFamily="34" charset="0"/>
              </a:rPr>
              <a:t>© A+ Computer Science  -  www.apluscompsci.com</a:t>
            </a:r>
          </a:p>
        </p:txBody>
      </p:sp>
      <p:sp>
        <p:nvSpPr>
          <p:cNvPr id="118787" name="Rectangle 2">
            <a:extLst>
              <a:ext uri="{FF2B5EF4-FFF2-40B4-BE49-F238E27FC236}">
                <a16:creationId xmlns:a16="http://schemas.microsoft.com/office/drawing/2014/main" id="{910F2859-A980-40DE-ACF8-09B8D6220F9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1600" y="1447800"/>
            <a:ext cx="6138863" cy="43624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800">
                <a:latin typeface="Tahoma" panose="020B0604030504040204" pitchFamily="34" charset="0"/>
              </a:rPr>
              <a:t>Big-O notation is an assessment of an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>
                <a:latin typeface="Tahoma" panose="020B0604030504040204" pitchFamily="34" charset="0"/>
              </a:rPr>
              <a:t>algorithm’s efficiency.  Big-O notation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>
                <a:latin typeface="Tahoma" panose="020B0604030504040204" pitchFamily="34" charset="0"/>
              </a:rPr>
              <a:t>helps gauge the amount of work that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>
                <a:latin typeface="Tahoma" panose="020B0604030504040204" pitchFamily="34" charset="0"/>
              </a:rPr>
              <a:t>is taking place.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altLang="en-US" sz="2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>
                <a:latin typeface="Tahoma" panose="020B0604030504040204" pitchFamily="34" charset="0"/>
              </a:rPr>
              <a:t>Common Big O Notations :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 b="1">
                <a:latin typeface="Tahoma" panose="020B0604030504040204" pitchFamily="34" charset="0"/>
              </a:rPr>
              <a:t>O(1)				O(Log</a:t>
            </a:r>
            <a:r>
              <a:rPr lang="en-US" altLang="en-US" sz="2800" b="1" baseline="-25000">
                <a:latin typeface="Tahoma" panose="020B0604030504040204" pitchFamily="34" charset="0"/>
              </a:rPr>
              <a:t>2</a:t>
            </a:r>
            <a:r>
              <a:rPr lang="en-US" altLang="en-US" sz="2800" b="1">
                <a:latin typeface="Tahoma" panose="020B0604030504040204" pitchFamily="34" charset="0"/>
              </a:rPr>
              <a:t>N)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 b="1">
                <a:latin typeface="Tahoma" panose="020B0604030504040204" pitchFamily="34" charset="0"/>
              </a:rPr>
              <a:t>O(2</a:t>
            </a:r>
            <a:r>
              <a:rPr lang="en-US" altLang="en-US" sz="2800" b="1" baseline="30000">
                <a:latin typeface="Tahoma" panose="020B0604030504040204" pitchFamily="34" charset="0"/>
              </a:rPr>
              <a:t>N</a:t>
            </a:r>
            <a:r>
              <a:rPr lang="en-US" altLang="en-US" sz="2800" b="1">
                <a:latin typeface="Tahoma" panose="020B0604030504040204" pitchFamily="34" charset="0"/>
              </a:rPr>
              <a:t>)   			O(N</a:t>
            </a:r>
            <a:r>
              <a:rPr lang="en-US" altLang="en-US" sz="2800" b="1" baseline="30000">
                <a:latin typeface="Tahoma" panose="020B0604030504040204" pitchFamily="34" charset="0"/>
              </a:rPr>
              <a:t>2</a:t>
            </a:r>
            <a:r>
              <a:rPr lang="en-US" altLang="en-US" sz="2800" b="1">
                <a:latin typeface="Tahoma" panose="020B0604030504040204" pitchFamily="34" charset="0"/>
              </a:rPr>
              <a:t>)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 b="1">
                <a:latin typeface="Tahoma" panose="020B0604030504040204" pitchFamily="34" charset="0"/>
              </a:rPr>
              <a:t>O(N Log</a:t>
            </a:r>
            <a:r>
              <a:rPr lang="en-US" altLang="en-US" sz="2800" b="1" baseline="-25000">
                <a:latin typeface="Tahoma" panose="020B0604030504040204" pitchFamily="34" charset="0"/>
              </a:rPr>
              <a:t>2</a:t>
            </a:r>
            <a:r>
              <a:rPr lang="en-US" altLang="en-US" sz="2800" b="1">
                <a:latin typeface="Tahoma" panose="020B0604030504040204" pitchFamily="34" charset="0"/>
              </a:rPr>
              <a:t>N)		O(N)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 b="1">
                <a:latin typeface="Tahoma" panose="020B0604030504040204" pitchFamily="34" charset="0"/>
              </a:rPr>
              <a:t>O(Log</a:t>
            </a:r>
            <a:r>
              <a:rPr lang="en-US" altLang="en-US" sz="2800" b="1" baseline="-25000">
                <a:latin typeface="Tahoma" panose="020B0604030504040204" pitchFamily="34" charset="0"/>
              </a:rPr>
              <a:t>2</a:t>
            </a:r>
            <a:r>
              <a:rPr lang="en-US" altLang="en-US" sz="2800" b="1">
                <a:latin typeface="Tahoma" panose="020B0604030504040204" pitchFamily="34" charset="0"/>
              </a:rPr>
              <a:t>N)</a:t>
            </a:r>
            <a:r>
              <a:rPr lang="en-US" altLang="en-US" sz="2400">
                <a:latin typeface="Arial" panose="020B0604020202020204" pitchFamily="34" charset="0"/>
              </a:rPr>
              <a:t> 			</a:t>
            </a:r>
            <a:r>
              <a:rPr lang="en-US" altLang="en-US" sz="2800" b="1">
                <a:latin typeface="Tahoma" panose="020B0604030504040204" pitchFamily="34" charset="0"/>
              </a:rPr>
              <a:t>O(N</a:t>
            </a:r>
            <a:r>
              <a:rPr lang="en-US" altLang="en-US" sz="2800" b="1" baseline="30000">
                <a:latin typeface="Tahoma" panose="020B0604030504040204" pitchFamily="34" charset="0"/>
              </a:rPr>
              <a:t>3</a:t>
            </a:r>
            <a:r>
              <a:rPr lang="en-US" altLang="en-US" sz="2800" b="1">
                <a:latin typeface="Tahoma" panose="020B0604030504040204" pitchFamily="34" charset="0"/>
              </a:rPr>
              <a:t>)</a:t>
            </a:r>
          </a:p>
        </p:txBody>
      </p:sp>
      <p:sp>
        <p:nvSpPr>
          <p:cNvPr id="118788" name="WordArt 3">
            <a:extLst>
              <a:ext uri="{FF2B5EF4-FFF2-40B4-BE49-F238E27FC236}">
                <a16:creationId xmlns:a16="http://schemas.microsoft.com/office/drawing/2014/main" id="{714E076A-87AF-49DC-AC79-5C2BA70B2313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1524000" y="381000"/>
            <a:ext cx="6096000" cy="7620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US" sz="3600" kern="10">
                <a:ln w="9525">
                  <a:solidFill>
                    <a:srgbClr val="FFFF00"/>
                  </a:solidFill>
                  <a:round/>
                  <a:headEnd type="none" w="sm" len="sm"/>
                  <a:tailEnd type="none" w="sm" len="sm"/>
                </a:ln>
                <a:solidFill>
                  <a:srgbClr val="0000FF"/>
                </a:solidFill>
                <a:effectLst>
                  <a:outerShdw dist="35921" dir="2700000" algn="ctr" rotWithShape="0">
                    <a:srgbClr val="C0C0C0"/>
                  </a:outerShdw>
                </a:effectLst>
                <a:latin typeface="Impact" panose="020B0806030902050204" pitchFamily="34" charset="0"/>
              </a:rPr>
              <a:t>Big-O  Notation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5" name="WordArt 2">
            <a:extLst>
              <a:ext uri="{FF2B5EF4-FFF2-40B4-BE49-F238E27FC236}">
                <a16:creationId xmlns:a16="http://schemas.microsoft.com/office/drawing/2014/main" id="{831A9488-A952-4BB2-8B4E-3597EF1957E7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3695700" y="304800"/>
            <a:ext cx="1447800" cy="3810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US" sz="3600" kern="10" dirty="0">
                <a:ln w="9525">
                  <a:solidFill>
                    <a:srgbClr val="FFFF00"/>
                  </a:solidFill>
                  <a:round/>
                  <a:headEnd type="none" w="sm" len="sm"/>
                  <a:tailEnd type="none" w="sm" len="sm"/>
                </a:ln>
                <a:solidFill>
                  <a:srgbClr val="0000FF"/>
                </a:solidFill>
                <a:effectLst>
                  <a:outerShdw dist="35921" dir="2700000" algn="ctr" rotWithShape="0">
                    <a:srgbClr val="C0C0C0"/>
                  </a:outerShdw>
                </a:effectLst>
                <a:latin typeface="Impact" panose="020B0806030902050204" pitchFamily="34" charset="0"/>
              </a:rPr>
              <a:t>Arrays</a:t>
            </a:r>
          </a:p>
        </p:txBody>
      </p:sp>
      <p:sp>
        <p:nvSpPr>
          <p:cNvPr id="54276" name="Text Box 3">
            <a:extLst>
              <a:ext uri="{FF2B5EF4-FFF2-40B4-BE49-F238E27FC236}">
                <a16:creationId xmlns:a16="http://schemas.microsoft.com/office/drawing/2014/main" id="{B57599FA-AC1D-4C57-9022-45EBBEF370A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42900" y="940996"/>
            <a:ext cx="8153400" cy="406265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en-US" altLang="en-US" sz="2400" b="1" dirty="0">
                <a:latin typeface="Tahoma" panose="020B0604030504040204" pitchFamily="34" charset="0"/>
              </a:rPr>
              <a:t>traverse all spots			O(N)</a:t>
            </a:r>
          </a:p>
          <a:p>
            <a:pPr eaLnBrk="1" hangingPunct="1">
              <a:spcBef>
                <a:spcPct val="50000"/>
              </a:spcBef>
              <a:buFontTx/>
              <a:buNone/>
            </a:pPr>
            <a:r>
              <a:rPr lang="en-US" altLang="en-US" sz="2400" b="1" dirty="0">
                <a:latin typeface="Tahoma" panose="020B0604030504040204" pitchFamily="34" charset="0"/>
              </a:rPr>
              <a:t>search for an item		O(N) or O(Log</a:t>
            </a:r>
            <a:r>
              <a:rPr lang="en-US" altLang="en-US" sz="2400" b="1" baseline="-25000" dirty="0">
                <a:latin typeface="Tahoma" panose="020B0604030504040204" pitchFamily="34" charset="0"/>
              </a:rPr>
              <a:t>2</a:t>
            </a:r>
            <a:r>
              <a:rPr lang="en-US" altLang="en-US" sz="2400" b="1" dirty="0">
                <a:latin typeface="Tahoma" panose="020B0604030504040204" pitchFamily="34" charset="0"/>
              </a:rPr>
              <a:t>N)</a:t>
            </a:r>
          </a:p>
          <a:p>
            <a:pPr eaLnBrk="1" hangingPunct="1">
              <a:spcBef>
                <a:spcPct val="50000"/>
              </a:spcBef>
              <a:buFontTx/>
              <a:buNone/>
            </a:pPr>
            <a:r>
              <a:rPr lang="en-US" altLang="en-US" sz="2400" b="1" dirty="0">
                <a:latin typeface="Tahoma" panose="020B0604030504040204" pitchFamily="34" charset="0"/>
              </a:rPr>
              <a:t>remove any item			O(N)	</a:t>
            </a:r>
            <a:br>
              <a:rPr lang="en-US" altLang="en-US" sz="2400" b="1" dirty="0">
                <a:latin typeface="Tahoma" panose="020B0604030504040204" pitchFamily="34" charset="0"/>
              </a:rPr>
            </a:br>
            <a:r>
              <a:rPr lang="en-US" altLang="en-US" sz="2400" b="1" dirty="0">
                <a:latin typeface="Tahoma" panose="020B0604030504040204" pitchFamily="34" charset="0"/>
              </a:rPr>
              <a:t>   location unknown</a:t>
            </a:r>
          </a:p>
          <a:p>
            <a:pPr eaLnBrk="1" hangingPunct="1">
              <a:spcBef>
                <a:spcPct val="50000"/>
              </a:spcBef>
              <a:buFontTx/>
              <a:buNone/>
            </a:pPr>
            <a:r>
              <a:rPr lang="en-US" altLang="en-US" sz="2400" b="1" dirty="0">
                <a:latin typeface="Tahoma" panose="020B0604030504040204" pitchFamily="34" charset="0"/>
              </a:rPr>
              <a:t>get any item			O(1)	</a:t>
            </a:r>
            <a:br>
              <a:rPr lang="en-US" altLang="en-US" sz="2400" b="1" dirty="0">
                <a:latin typeface="Tahoma" panose="020B0604030504040204" pitchFamily="34" charset="0"/>
              </a:rPr>
            </a:br>
            <a:r>
              <a:rPr lang="en-US" altLang="en-US" sz="2400" b="1" dirty="0">
                <a:latin typeface="Tahoma" panose="020B0604030504040204" pitchFamily="34" charset="0"/>
              </a:rPr>
              <a:t>   location known</a:t>
            </a:r>
          </a:p>
          <a:p>
            <a:pPr eaLnBrk="1" hangingPunct="1">
              <a:spcBef>
                <a:spcPct val="50000"/>
              </a:spcBef>
              <a:buFontTx/>
              <a:buNone/>
            </a:pPr>
            <a:r>
              <a:rPr lang="en-US" altLang="en-US" sz="2400" b="1" dirty="0">
                <a:latin typeface="Tahoma" panose="020B0604030504040204" pitchFamily="34" charset="0"/>
              </a:rPr>
              <a:t>add item at the end		O(1)	</a:t>
            </a:r>
          </a:p>
          <a:p>
            <a:pPr eaLnBrk="1" hangingPunct="1">
              <a:spcBef>
                <a:spcPct val="50000"/>
              </a:spcBef>
              <a:buFontTx/>
              <a:buNone/>
            </a:pPr>
            <a:r>
              <a:rPr lang="en-US" altLang="en-US" sz="2400" b="1" dirty="0">
                <a:latin typeface="Tahoma" panose="020B0604030504040204" pitchFamily="34" charset="0"/>
              </a:rPr>
              <a:t>add item at the front		O(N)</a:t>
            </a:r>
            <a:r>
              <a:rPr lang="en-US" altLang="en-US" sz="2800" b="1" dirty="0">
                <a:latin typeface="Tahoma" panose="020B0604030504040204" pitchFamily="34" charset="0"/>
              </a:rPr>
              <a:t>	</a:t>
            </a:r>
          </a:p>
        </p:txBody>
      </p:sp>
      <p:graphicFrame>
        <p:nvGraphicFramePr>
          <p:cNvPr id="88088" name="Group 24">
            <a:extLst>
              <a:ext uri="{FF2B5EF4-FFF2-40B4-BE49-F238E27FC236}">
                <a16:creationId xmlns:a16="http://schemas.microsoft.com/office/drawing/2014/main" id="{9148F77D-69A0-4AE3-920E-0FD4A5BA5279}"/>
              </a:ext>
            </a:extLst>
          </p:cNvPr>
          <p:cNvGraphicFramePr>
            <a:graphicFrameLocks noGrp="1"/>
          </p:cNvGraphicFramePr>
          <p:nvPr/>
        </p:nvGraphicFramePr>
        <p:xfrm>
          <a:off x="1676400" y="5883110"/>
          <a:ext cx="5486400" cy="517690"/>
        </p:xfrm>
        <a:graphic>
          <a:graphicData uri="http://schemas.openxmlformats.org/drawingml/2006/table">
            <a:tbl>
              <a:tblPr/>
              <a:tblGrid>
                <a:gridCol w="10969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696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85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696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9696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1752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800" b="1" i="0" u="none" strike="noStrike" cap="none" normalizeH="0" baseline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</a:rPr>
                        <a:t>1</a:t>
                      </a:r>
                    </a:p>
                  </a:txBody>
                  <a:tcPr marT="45485" marB="45485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800" b="1" i="0" u="none" strike="noStrike" cap="none" normalizeH="0" baseline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</a:rPr>
                        <a:t>5</a:t>
                      </a:r>
                    </a:p>
                  </a:txBody>
                  <a:tcPr marT="45485" marB="45485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800" b="1" i="0" u="none" strike="noStrike" cap="none" normalizeH="0" baseline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</a:rPr>
                        <a:t>8</a:t>
                      </a:r>
                    </a:p>
                  </a:txBody>
                  <a:tcPr marT="45485" marB="45485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800" b="1" i="0" u="none" strike="noStrike" cap="none" normalizeH="0" baseline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</a:rPr>
                        <a:t>9</a:t>
                      </a:r>
                    </a:p>
                  </a:txBody>
                  <a:tcPr marT="45485" marB="45485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800" b="1" i="0" u="none" strike="noStrike" cap="none" normalizeH="0" baseline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</a:rPr>
                        <a:t>11</a:t>
                      </a:r>
                    </a:p>
                  </a:txBody>
                  <a:tcPr marT="45485" marB="45485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54291" name="Text Box 21">
            <a:extLst>
              <a:ext uri="{FF2B5EF4-FFF2-40B4-BE49-F238E27FC236}">
                <a16:creationId xmlns:a16="http://schemas.microsoft.com/office/drawing/2014/main" id="{9E1AC24A-6153-4585-9D31-6A3EDAC81C9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52600" y="5349710"/>
            <a:ext cx="5392738" cy="7016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en-US" altLang="en-US" sz="2000" b="1">
                <a:solidFill>
                  <a:schemeClr val="accent2"/>
                </a:solidFill>
                <a:latin typeface="Tahoma" panose="020B0604030504040204" pitchFamily="34" charset="0"/>
              </a:rPr>
              <a:t>An array is a collection of like variables.</a:t>
            </a:r>
            <a:r>
              <a:rPr lang="en-US" altLang="en-US" sz="2000" b="1">
                <a:latin typeface="Tahoma" panose="020B0604030504040204" pitchFamily="34" charset="0"/>
              </a:rPr>
              <a:t>  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en-US" sz="2000">
              <a:latin typeface="Tahoma" panose="020B0604030504040204" pitchFamily="34" charset="0"/>
            </a:endParaRPr>
          </a:p>
        </p:txBody>
      </p:sp>
      <p:sp>
        <p:nvSpPr>
          <p:cNvPr id="8" name="Text Box 7">
            <a:extLst>
              <a:ext uri="{FF2B5EF4-FFF2-40B4-BE49-F238E27FC236}">
                <a16:creationId xmlns:a16="http://schemas.microsoft.com/office/drawing/2014/main" id="{EE937482-27D0-4A7E-A538-D0C6B7CCA67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58000" y="2425005"/>
            <a:ext cx="2133600" cy="1384995"/>
          </a:xfrm>
          <a:prstGeom prst="rect">
            <a:avLst/>
          </a:prstGeom>
          <a:noFill/>
          <a:ln w="12700">
            <a:solidFill>
              <a:srgbClr val="0000FF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2800" dirty="0">
                <a:solidFill>
                  <a:schemeClr val="accent2"/>
                </a:solidFill>
                <a:latin typeface="Tahoma" panose="020B0604030504040204" pitchFamily="34" charset="0"/>
              </a:rPr>
              <a:t>If sorted, use binary search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E59F2F7E-734D-4D36-9CF6-EB1245A9F79D}"/>
              </a:ext>
            </a:extLst>
          </p:cNvPr>
          <p:cNvCxnSpPr/>
          <p:nvPr/>
        </p:nvCxnSpPr>
        <p:spPr bwMode="auto">
          <a:xfrm flipH="1" flipV="1">
            <a:off x="7162800" y="2044005"/>
            <a:ext cx="381000" cy="381000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rgbClr val="5252D4"/>
            </a:solidFill>
            <a:prstDash val="solid"/>
            <a:round/>
            <a:headEnd type="none" w="sm" len="sm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6" name="Text Box 5">
            <a:extLst>
              <a:ext uri="{FF2B5EF4-FFF2-40B4-BE49-F238E27FC236}">
                <a16:creationId xmlns:a16="http://schemas.microsoft.com/office/drawing/2014/main" id="{CE5BA70A-C047-4AB3-9C0D-CA303D74549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3400" y="1447800"/>
            <a:ext cx="8458200" cy="49981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  <a:tabLst>
                <a:tab pos="4572000" algn="l"/>
              </a:tabLst>
            </a:pPr>
            <a:r>
              <a:rPr lang="en-US" altLang="en-US" sz="2400" b="1" dirty="0">
                <a:latin typeface="Tahoma" panose="020B0604030504040204" pitchFamily="34" charset="0"/>
              </a:rPr>
              <a:t>traverse all spots	O(N)</a:t>
            </a:r>
          </a:p>
          <a:p>
            <a:pPr eaLnBrk="1" hangingPunct="1">
              <a:spcBef>
                <a:spcPct val="50000"/>
              </a:spcBef>
              <a:buFontTx/>
              <a:buNone/>
              <a:tabLst>
                <a:tab pos="4572000" algn="l"/>
              </a:tabLst>
            </a:pPr>
            <a:r>
              <a:rPr lang="en-US" altLang="en-US" sz="2400" b="1" dirty="0">
                <a:latin typeface="Tahoma" panose="020B0604030504040204" pitchFamily="34" charset="0"/>
              </a:rPr>
              <a:t>search for an item	O(N) or O(Log</a:t>
            </a:r>
            <a:r>
              <a:rPr lang="en-US" altLang="en-US" sz="2400" b="1" baseline="-25000" dirty="0">
                <a:latin typeface="Tahoma" panose="020B0604030504040204" pitchFamily="34" charset="0"/>
              </a:rPr>
              <a:t>2</a:t>
            </a:r>
            <a:r>
              <a:rPr lang="en-US" altLang="en-US" sz="2400" b="1" dirty="0">
                <a:latin typeface="Tahoma" panose="020B0604030504040204" pitchFamily="34" charset="0"/>
              </a:rPr>
              <a:t>N)</a:t>
            </a:r>
          </a:p>
          <a:p>
            <a:pPr eaLnBrk="1" hangingPunct="1">
              <a:spcBef>
                <a:spcPct val="50000"/>
              </a:spcBef>
              <a:buFontTx/>
              <a:buNone/>
              <a:tabLst>
                <a:tab pos="4572000" algn="l"/>
              </a:tabLst>
            </a:pPr>
            <a:r>
              <a:rPr lang="en-US" altLang="en-US" sz="2400" b="1" dirty="0">
                <a:latin typeface="Tahoma" panose="020B0604030504040204" pitchFamily="34" charset="0"/>
              </a:rPr>
              <a:t>remove any item	O(N)	</a:t>
            </a:r>
            <a:br>
              <a:rPr lang="en-US" altLang="en-US" sz="2400" b="1" dirty="0">
                <a:latin typeface="Tahoma" panose="020B0604030504040204" pitchFamily="34" charset="0"/>
              </a:rPr>
            </a:br>
            <a:r>
              <a:rPr lang="en-US" altLang="en-US" sz="2400" b="1" dirty="0">
                <a:latin typeface="Tahoma" panose="020B0604030504040204" pitchFamily="34" charset="0"/>
              </a:rPr>
              <a:t>   location unknown</a:t>
            </a:r>
          </a:p>
          <a:p>
            <a:pPr eaLnBrk="1" hangingPunct="1">
              <a:spcBef>
                <a:spcPct val="50000"/>
              </a:spcBef>
              <a:buFontTx/>
              <a:buNone/>
              <a:tabLst>
                <a:tab pos="4572000" algn="l"/>
              </a:tabLst>
            </a:pPr>
            <a:r>
              <a:rPr lang="en-US" altLang="en-US" sz="2400" b="1" dirty="0">
                <a:latin typeface="Tahoma" panose="020B0604030504040204" pitchFamily="34" charset="0"/>
              </a:rPr>
              <a:t>get any item	O(1)	</a:t>
            </a:r>
            <a:br>
              <a:rPr lang="en-US" altLang="en-US" sz="2400" b="1" dirty="0">
                <a:latin typeface="Tahoma" panose="020B0604030504040204" pitchFamily="34" charset="0"/>
              </a:rPr>
            </a:br>
            <a:r>
              <a:rPr lang="en-US" altLang="en-US" sz="2400" b="1" dirty="0">
                <a:latin typeface="Tahoma" panose="020B0604030504040204" pitchFamily="34" charset="0"/>
              </a:rPr>
              <a:t>   location known</a:t>
            </a:r>
          </a:p>
          <a:p>
            <a:pPr eaLnBrk="1" hangingPunct="1">
              <a:spcBef>
                <a:spcPct val="50000"/>
              </a:spcBef>
              <a:buFontTx/>
              <a:buNone/>
              <a:tabLst>
                <a:tab pos="4572000" algn="l"/>
              </a:tabLst>
            </a:pPr>
            <a:r>
              <a:rPr lang="en-US" altLang="en-US" sz="2400" b="1" dirty="0">
                <a:latin typeface="Tahoma" panose="020B0604030504040204" pitchFamily="34" charset="0"/>
              </a:rPr>
              <a:t>add item at the end	O(1)	</a:t>
            </a:r>
          </a:p>
          <a:p>
            <a:pPr eaLnBrk="1" hangingPunct="1">
              <a:spcBef>
                <a:spcPct val="50000"/>
              </a:spcBef>
              <a:buFontTx/>
              <a:buNone/>
              <a:tabLst>
                <a:tab pos="4572000" algn="l"/>
              </a:tabLst>
            </a:pPr>
            <a:r>
              <a:rPr lang="en-US" altLang="en-US" sz="2400" b="1" dirty="0">
                <a:latin typeface="Tahoma" panose="020B0604030504040204" pitchFamily="34" charset="0"/>
              </a:rPr>
              <a:t>add item at the front	O(N)</a:t>
            </a:r>
            <a:r>
              <a:rPr lang="en-US" altLang="en-US" sz="2800" b="1" dirty="0">
                <a:latin typeface="Tahoma" panose="020B0604030504040204" pitchFamily="34" charset="0"/>
              </a:rPr>
              <a:t>	</a:t>
            </a:r>
          </a:p>
          <a:p>
            <a:pPr eaLnBrk="1" hangingPunct="1">
              <a:lnSpc>
                <a:spcPct val="200000"/>
              </a:lnSpc>
              <a:spcBef>
                <a:spcPct val="50000"/>
              </a:spcBef>
              <a:buFontTx/>
              <a:buNone/>
            </a:pPr>
            <a:r>
              <a:rPr lang="en-US" altLang="en-US" sz="2800" b="1" dirty="0" err="1">
                <a:solidFill>
                  <a:srgbClr val="3333CC"/>
                </a:solidFill>
                <a:latin typeface="Tahoma" panose="020B0604030504040204" pitchFamily="34" charset="0"/>
              </a:rPr>
              <a:t>ArrayList</a:t>
            </a:r>
            <a:r>
              <a:rPr lang="en-US" altLang="en-US" sz="2800" b="1" dirty="0">
                <a:solidFill>
                  <a:srgbClr val="3333CC"/>
                </a:solidFill>
                <a:latin typeface="Tahoma" panose="020B0604030504040204" pitchFamily="34" charset="0"/>
              </a:rPr>
              <a:t> is implemented with an array.</a:t>
            </a:r>
            <a:endParaRPr lang="en-US" altLang="en-US" sz="2800" b="1" dirty="0">
              <a:latin typeface="Tahoma" panose="020B0604030504040204" pitchFamily="34" charset="0"/>
            </a:endParaRPr>
          </a:p>
        </p:txBody>
      </p:sp>
      <p:sp>
        <p:nvSpPr>
          <p:cNvPr id="64517" name="Text Box 7">
            <a:extLst>
              <a:ext uri="{FF2B5EF4-FFF2-40B4-BE49-F238E27FC236}">
                <a16:creationId xmlns:a16="http://schemas.microsoft.com/office/drawing/2014/main" id="{BA515BDA-884F-46BD-95A7-F815F65F883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58000" y="2895600"/>
            <a:ext cx="2133600" cy="1384995"/>
          </a:xfrm>
          <a:prstGeom prst="rect">
            <a:avLst/>
          </a:prstGeom>
          <a:noFill/>
          <a:ln w="12700">
            <a:solidFill>
              <a:srgbClr val="0000FF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2800" dirty="0">
                <a:solidFill>
                  <a:schemeClr val="accent2"/>
                </a:solidFill>
                <a:latin typeface="Tahoma" panose="020B0604030504040204" pitchFamily="34" charset="0"/>
              </a:rPr>
              <a:t>If sorted, use binary search</a:t>
            </a:r>
          </a:p>
        </p:txBody>
      </p:sp>
      <p:sp>
        <p:nvSpPr>
          <p:cNvPr id="6" name="WordArt 2">
            <a:extLst>
              <a:ext uri="{FF2B5EF4-FFF2-40B4-BE49-F238E27FC236}">
                <a16:creationId xmlns:a16="http://schemas.microsoft.com/office/drawing/2014/main" id="{7BDC5A4D-ADB8-4077-A3B3-544DE8ACBAFD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533400" y="436047"/>
            <a:ext cx="8229600" cy="714375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US" sz="3600" kern="10" dirty="0">
                <a:ln w="12700">
                  <a:solidFill>
                    <a:srgbClr val="EAEAEA"/>
                  </a:solidFill>
                  <a:round/>
                  <a:headEnd type="none" w="sm" len="sm"/>
                  <a:tailEnd type="none" w="sm" len="sm"/>
                </a:ln>
                <a:gradFill rotWithShape="1">
                  <a:gsLst>
                    <a:gs pos="0">
                      <a:srgbClr val="A603AB"/>
                    </a:gs>
                    <a:gs pos="12000">
                      <a:srgbClr val="E81766"/>
                    </a:gs>
                    <a:gs pos="27000">
                      <a:srgbClr val="EE3F17"/>
                    </a:gs>
                    <a:gs pos="48000">
                      <a:srgbClr val="FFFF00"/>
                    </a:gs>
                    <a:gs pos="64999">
                      <a:srgbClr val="1A8D48"/>
                    </a:gs>
                    <a:gs pos="78999">
                      <a:srgbClr val="0819FB"/>
                    </a:gs>
                    <a:gs pos="100000">
                      <a:srgbClr val="A603AB"/>
                    </a:gs>
                  </a:gsLst>
                  <a:lin ang="0" scaled="1"/>
                </a:gradFill>
                <a:effectLst>
                  <a:outerShdw dist="35921" dir="2700000" sy="50000" kx="2115830" algn="bl" rotWithShape="0">
                    <a:srgbClr val="C0C0C0">
                      <a:alpha val="79999"/>
                    </a:srgbClr>
                  </a:outerShdw>
                </a:effectLst>
                <a:latin typeface="Arial Black" panose="020B0A04020102020204" pitchFamily="34" charset="0"/>
              </a:rPr>
              <a:t>Java Collections – </a:t>
            </a:r>
            <a:r>
              <a:rPr lang="en-US" sz="3600" kern="10" dirty="0" err="1">
                <a:ln w="12700">
                  <a:solidFill>
                    <a:srgbClr val="EAEAEA"/>
                  </a:solidFill>
                  <a:round/>
                  <a:headEnd type="none" w="sm" len="sm"/>
                  <a:tailEnd type="none" w="sm" len="sm"/>
                </a:ln>
                <a:gradFill rotWithShape="1">
                  <a:gsLst>
                    <a:gs pos="0">
                      <a:srgbClr val="A603AB"/>
                    </a:gs>
                    <a:gs pos="12000">
                      <a:srgbClr val="E81766"/>
                    </a:gs>
                    <a:gs pos="27000">
                      <a:srgbClr val="EE3F17"/>
                    </a:gs>
                    <a:gs pos="48000">
                      <a:srgbClr val="FFFF00"/>
                    </a:gs>
                    <a:gs pos="64999">
                      <a:srgbClr val="1A8D48"/>
                    </a:gs>
                    <a:gs pos="78999">
                      <a:srgbClr val="0819FB"/>
                    </a:gs>
                    <a:gs pos="100000">
                      <a:srgbClr val="A603AB"/>
                    </a:gs>
                  </a:gsLst>
                  <a:lin ang="0" scaled="1"/>
                </a:gradFill>
                <a:effectLst>
                  <a:outerShdw dist="35921" dir="2700000" sy="50000" kx="2115830" algn="bl" rotWithShape="0">
                    <a:srgbClr val="C0C0C0">
                      <a:alpha val="79999"/>
                    </a:srgbClr>
                  </a:outerShdw>
                </a:effectLst>
                <a:latin typeface="Arial Black" panose="020B0A04020102020204" pitchFamily="34" charset="0"/>
              </a:rPr>
              <a:t>ArrayList</a:t>
            </a:r>
            <a:endParaRPr lang="en-US" sz="3600" kern="10" dirty="0">
              <a:ln w="12700">
                <a:solidFill>
                  <a:srgbClr val="EAEAEA"/>
                </a:solidFill>
                <a:round/>
                <a:headEnd type="none" w="sm" len="sm"/>
                <a:tailEnd type="none" w="sm" len="sm"/>
              </a:ln>
              <a:gradFill rotWithShape="1">
                <a:gsLst>
                  <a:gs pos="0">
                    <a:srgbClr val="A603AB"/>
                  </a:gs>
                  <a:gs pos="12000">
                    <a:srgbClr val="E81766"/>
                  </a:gs>
                  <a:gs pos="27000">
                    <a:srgbClr val="EE3F17"/>
                  </a:gs>
                  <a:gs pos="48000">
                    <a:srgbClr val="FFFF00"/>
                  </a:gs>
                  <a:gs pos="64999">
                    <a:srgbClr val="1A8D48"/>
                  </a:gs>
                  <a:gs pos="78999">
                    <a:srgbClr val="0819FB"/>
                  </a:gs>
                  <a:gs pos="100000">
                    <a:srgbClr val="A603AB"/>
                  </a:gs>
                </a:gsLst>
                <a:lin ang="0" scaled="1"/>
              </a:gradFill>
              <a:effectLst>
                <a:outerShdw dist="35921" dir="2700000" sy="50000" kx="2115830" algn="bl" rotWithShape="0">
                  <a:srgbClr val="C0C0C0">
                    <a:alpha val="79999"/>
                  </a:srgbClr>
                </a:outerShdw>
              </a:effectLst>
              <a:latin typeface="Arial Black" panose="020B0A04020102020204" pitchFamily="34" charset="0"/>
            </a:endParaRP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5FDE6141-FC0E-4433-A464-D7520FC1F7FE}"/>
              </a:ext>
            </a:extLst>
          </p:cNvPr>
          <p:cNvCxnSpPr/>
          <p:nvPr/>
        </p:nvCxnSpPr>
        <p:spPr bwMode="auto">
          <a:xfrm flipH="1" flipV="1">
            <a:off x="7162800" y="2514600"/>
            <a:ext cx="381000" cy="381000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rgbClr val="5252D4"/>
            </a:solidFill>
            <a:prstDash val="solid"/>
            <a:round/>
            <a:headEnd type="none" w="sm" len="sm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3" name="WordArt 2">
            <a:extLst>
              <a:ext uri="{FF2B5EF4-FFF2-40B4-BE49-F238E27FC236}">
                <a16:creationId xmlns:a16="http://schemas.microsoft.com/office/drawing/2014/main" id="{BD1120AA-DA3E-4937-BCFA-4A060142B3BF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1446213" y="163606"/>
            <a:ext cx="6019800" cy="8382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US" sz="3600" kern="10" dirty="0">
                <a:ln w="9525">
                  <a:solidFill>
                    <a:srgbClr val="FFFF00"/>
                  </a:solidFill>
                  <a:round/>
                  <a:headEnd type="none" w="sm" len="sm"/>
                  <a:tailEnd type="none" w="sm" len="sm"/>
                </a:ln>
                <a:solidFill>
                  <a:srgbClr val="0000FF"/>
                </a:solidFill>
                <a:effectLst>
                  <a:outerShdw dist="35921" dir="2700000" algn="ctr" rotWithShape="0">
                    <a:srgbClr val="C0C0C0"/>
                  </a:outerShdw>
                </a:effectLst>
                <a:latin typeface="Impact" panose="020B0806030902050204" pitchFamily="34" charset="0"/>
              </a:rPr>
              <a:t>Single Linked Lists</a:t>
            </a:r>
          </a:p>
        </p:txBody>
      </p:sp>
      <p:sp>
        <p:nvSpPr>
          <p:cNvPr id="56324" name="Text Box 3">
            <a:extLst>
              <a:ext uri="{FF2B5EF4-FFF2-40B4-BE49-F238E27FC236}">
                <a16:creationId xmlns:a16="http://schemas.microsoft.com/office/drawing/2014/main" id="{91F4BB0F-B533-4A41-BC3F-60F75A207DC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4800" y="1239371"/>
            <a:ext cx="8534400" cy="58015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en-US" altLang="en-US" sz="2400" b="1" dirty="0">
                <a:latin typeface="Tahoma" panose="020B0604030504040204" pitchFamily="34" charset="0"/>
              </a:rPr>
              <a:t>traverse all nodes			O(N)</a:t>
            </a:r>
          </a:p>
          <a:p>
            <a:pPr eaLnBrk="1" hangingPunct="1">
              <a:spcBef>
                <a:spcPct val="50000"/>
              </a:spcBef>
              <a:buFontTx/>
              <a:buNone/>
            </a:pPr>
            <a:r>
              <a:rPr lang="en-US" altLang="en-US" sz="2400" b="1" dirty="0">
                <a:latin typeface="Tahoma" panose="020B0604030504040204" pitchFamily="34" charset="0"/>
              </a:rPr>
              <a:t>search for an item		O(N)</a:t>
            </a:r>
          </a:p>
          <a:p>
            <a:pPr eaLnBrk="1" hangingPunct="1">
              <a:spcBef>
                <a:spcPct val="50000"/>
              </a:spcBef>
              <a:buFontTx/>
              <a:buNone/>
            </a:pPr>
            <a:r>
              <a:rPr lang="en-US" altLang="en-US" sz="2400" b="1" dirty="0">
                <a:latin typeface="Tahoma" panose="020B0604030504040204" pitchFamily="34" charset="0"/>
              </a:rPr>
              <a:t>remove any item			O(N)	</a:t>
            </a:r>
            <a:br>
              <a:rPr lang="en-US" altLang="en-US" sz="2400" b="1" dirty="0">
                <a:latin typeface="Tahoma" panose="020B0604030504040204" pitchFamily="34" charset="0"/>
              </a:rPr>
            </a:br>
            <a:r>
              <a:rPr lang="en-US" altLang="en-US" sz="2400" b="1" dirty="0">
                <a:latin typeface="Tahoma" panose="020B0604030504040204" pitchFamily="34" charset="0"/>
              </a:rPr>
              <a:t>   location unknown</a:t>
            </a:r>
          </a:p>
          <a:p>
            <a:pPr eaLnBrk="1" hangingPunct="1">
              <a:spcBef>
                <a:spcPct val="50000"/>
              </a:spcBef>
              <a:buFontTx/>
              <a:buNone/>
            </a:pPr>
            <a:r>
              <a:rPr lang="en-US" altLang="en-US" sz="2400" b="1" dirty="0">
                <a:latin typeface="Tahoma" panose="020B0604030504040204" pitchFamily="34" charset="0"/>
              </a:rPr>
              <a:t>get any item			O(N)	</a:t>
            </a:r>
            <a:br>
              <a:rPr lang="en-US" altLang="en-US" sz="2400" b="1" dirty="0">
                <a:latin typeface="Tahoma" panose="020B0604030504040204" pitchFamily="34" charset="0"/>
              </a:rPr>
            </a:br>
            <a:r>
              <a:rPr lang="en-US" altLang="en-US" sz="2400" b="1" dirty="0">
                <a:latin typeface="Tahoma" panose="020B0604030504040204" pitchFamily="34" charset="0"/>
              </a:rPr>
              <a:t>   location unknown</a:t>
            </a:r>
          </a:p>
          <a:p>
            <a:pPr eaLnBrk="1" hangingPunct="1">
              <a:spcBef>
                <a:spcPct val="50000"/>
              </a:spcBef>
              <a:buFontTx/>
              <a:buNone/>
            </a:pPr>
            <a:r>
              <a:rPr lang="en-US" altLang="en-US" sz="2400" b="1" dirty="0">
                <a:latin typeface="Tahoma" panose="020B0604030504040204" pitchFamily="34" charset="0"/>
              </a:rPr>
              <a:t>add item at the end		O(1) (if tail is stored)</a:t>
            </a:r>
          </a:p>
          <a:p>
            <a:pPr eaLnBrk="1" hangingPunct="1">
              <a:spcBef>
                <a:spcPts val="0"/>
              </a:spcBef>
              <a:buFontTx/>
              <a:buNone/>
            </a:pPr>
            <a:r>
              <a:rPr lang="en-US" altLang="en-US" sz="2400" b="1" dirty="0">
                <a:latin typeface="Tahoma" panose="020B0604030504040204" pitchFamily="34" charset="0"/>
              </a:rPr>
              <a:t>					</a:t>
            </a:r>
            <a:r>
              <a:rPr lang="en-US" altLang="en-US" sz="2400" b="1" dirty="0">
                <a:solidFill>
                  <a:srgbClr val="FF0000"/>
                </a:solidFill>
                <a:latin typeface="Tahoma" panose="020B0604030504040204" pitchFamily="34" charset="0"/>
              </a:rPr>
              <a:t>O(N) (if no link to tail)</a:t>
            </a:r>
          </a:p>
          <a:p>
            <a:pPr eaLnBrk="1" hangingPunct="1">
              <a:spcBef>
                <a:spcPct val="50000"/>
              </a:spcBef>
              <a:buFontTx/>
              <a:buNone/>
            </a:pPr>
            <a:r>
              <a:rPr lang="en-US" altLang="en-US" sz="2400" b="1" dirty="0">
                <a:latin typeface="Tahoma" panose="020B0604030504040204" pitchFamily="34" charset="0"/>
              </a:rPr>
              <a:t>add item at the front		O(1)</a:t>
            </a:r>
            <a:r>
              <a:rPr lang="en-US" altLang="en-US" sz="2800" b="1" dirty="0">
                <a:latin typeface="Tahoma" panose="020B0604030504040204" pitchFamily="34" charset="0"/>
              </a:rPr>
              <a:t> </a:t>
            </a:r>
            <a:r>
              <a:rPr lang="en-US" altLang="en-US" sz="2400" b="1" dirty="0">
                <a:latin typeface="Tahoma" panose="020B0604030504040204" pitchFamily="34" charset="0"/>
              </a:rPr>
              <a:t>	</a:t>
            </a:r>
          </a:p>
          <a:p>
            <a:pPr eaLnBrk="1" hangingPunct="1">
              <a:lnSpc>
                <a:spcPct val="200000"/>
              </a:lnSpc>
              <a:spcBef>
                <a:spcPct val="50000"/>
              </a:spcBef>
              <a:buFontTx/>
              <a:buNone/>
            </a:pPr>
            <a:r>
              <a:rPr lang="en-US" altLang="en-US" sz="2200" b="1" dirty="0">
                <a:solidFill>
                  <a:srgbClr val="3333CC"/>
                </a:solidFill>
                <a:latin typeface="Tahoma" panose="020B0604030504040204" pitchFamily="34" charset="0"/>
              </a:rPr>
              <a:t>A single linked node has a reference to the next node only.</a:t>
            </a:r>
          </a:p>
          <a:p>
            <a:pPr eaLnBrk="1" hangingPunct="1">
              <a:spcBef>
                <a:spcPts val="0"/>
              </a:spcBef>
              <a:buFontTx/>
              <a:buNone/>
            </a:pPr>
            <a:r>
              <a:rPr lang="en-US" altLang="en-US" sz="2200" b="1" dirty="0">
                <a:solidFill>
                  <a:srgbClr val="3333CC"/>
                </a:solidFill>
                <a:latin typeface="Tahoma" panose="020B0604030504040204" pitchFamily="34" charset="0"/>
              </a:rPr>
              <a:t>A single linked node has no reference to the previous node.</a:t>
            </a:r>
          </a:p>
        </p:txBody>
      </p:sp>
      <p:sp>
        <p:nvSpPr>
          <p:cNvPr id="27708" name="Rectangle 60">
            <a:extLst>
              <a:ext uri="{FF2B5EF4-FFF2-40B4-BE49-F238E27FC236}">
                <a16:creationId xmlns:a16="http://schemas.microsoft.com/office/drawing/2014/main" id="{28002378-5BF4-43C6-B8BE-B8477E0358C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19900" y="1828800"/>
            <a:ext cx="1295400" cy="533400"/>
          </a:xfrm>
          <a:prstGeom prst="rect">
            <a:avLst/>
          </a:prstGeom>
          <a:solidFill>
            <a:srgbClr val="CCFFFF"/>
          </a:solidFill>
          <a:ln w="12700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en-US" altLang="en-US" sz="2400">
              <a:latin typeface="Tahoma" panose="020B0604030504040204" pitchFamily="34" charset="0"/>
            </a:endParaRPr>
          </a:p>
        </p:txBody>
      </p:sp>
      <p:sp>
        <p:nvSpPr>
          <p:cNvPr id="27709" name="Rectangle 61">
            <a:extLst>
              <a:ext uri="{FF2B5EF4-FFF2-40B4-BE49-F238E27FC236}">
                <a16:creationId xmlns:a16="http://schemas.microsoft.com/office/drawing/2014/main" id="{20E17C24-D368-48BB-A34F-64576F396F57}"/>
              </a:ext>
            </a:extLst>
          </p:cNvPr>
          <p:cNvSpPr>
            <a:spLocks noChangeArrowheads="1"/>
          </p:cNvSpPr>
          <p:nvPr/>
        </p:nvSpPr>
        <p:spPr bwMode="auto">
          <a:xfrm>
            <a:off x="7734300" y="1828800"/>
            <a:ext cx="673100" cy="533400"/>
          </a:xfrm>
          <a:prstGeom prst="rect">
            <a:avLst/>
          </a:prstGeom>
          <a:solidFill>
            <a:srgbClr val="CCFFCC"/>
          </a:solidFill>
          <a:ln w="12700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en-US" altLang="en-US" sz="2800">
              <a:latin typeface="Tahoma" panose="020B0604030504040204" pitchFamily="34" charset="0"/>
            </a:endParaRPr>
          </a:p>
        </p:txBody>
      </p:sp>
      <p:sp>
        <p:nvSpPr>
          <p:cNvPr id="27711" name="Text Box 63">
            <a:extLst>
              <a:ext uri="{FF2B5EF4-FFF2-40B4-BE49-F238E27FC236}">
                <a16:creationId xmlns:a16="http://schemas.microsoft.com/office/drawing/2014/main" id="{2A138D11-BA85-4C28-9910-43FB43E0467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96100" y="1919287"/>
            <a:ext cx="569913" cy="396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en-US" altLang="en-US" sz="2000" b="1">
                <a:latin typeface="Tahoma" panose="020B0604030504040204" pitchFamily="34" charset="0"/>
              </a:rPr>
              <a:t>10</a:t>
            </a:r>
          </a:p>
        </p:txBody>
      </p:sp>
      <p:sp>
        <p:nvSpPr>
          <p:cNvPr id="2" name="Text Box 15">
            <a:extLst>
              <a:ext uri="{FF2B5EF4-FFF2-40B4-BE49-F238E27FC236}">
                <a16:creationId xmlns:a16="http://schemas.microsoft.com/office/drawing/2014/main" id="{9B893A22-0430-B14B-42AC-814EFA5CD19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68172" y="2768600"/>
            <a:ext cx="818028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en-US" altLang="en-US" sz="2400" b="1" dirty="0">
                <a:latin typeface="Tahoma" panose="020B0604030504040204" pitchFamily="34" charset="0"/>
              </a:rPr>
              <a:t>null</a:t>
            </a:r>
          </a:p>
        </p:txBody>
      </p:sp>
      <p:sp>
        <p:nvSpPr>
          <p:cNvPr id="3" name="Text Box 15">
            <a:extLst>
              <a:ext uri="{FF2B5EF4-FFF2-40B4-BE49-F238E27FC236}">
                <a16:creationId xmlns:a16="http://schemas.microsoft.com/office/drawing/2014/main" id="{3791537F-B49E-A4F7-979D-2FCA25F187B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54472" y="1902764"/>
            <a:ext cx="6731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Tahoma" panose="020B0604030504040204" pitchFamily="34" charset="0"/>
              </a:rPr>
              <a:t>null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71" name="WordArt 2">
            <a:extLst>
              <a:ext uri="{FF2B5EF4-FFF2-40B4-BE49-F238E27FC236}">
                <a16:creationId xmlns:a16="http://schemas.microsoft.com/office/drawing/2014/main" id="{E8CF4223-EC93-4AA1-BDDA-B3B744CD3057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1749631" y="321622"/>
            <a:ext cx="5105400" cy="685799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US" sz="3600" kern="10" dirty="0">
                <a:ln w="9525">
                  <a:solidFill>
                    <a:srgbClr val="FFFF00"/>
                  </a:solidFill>
                  <a:round/>
                  <a:headEnd type="none" w="sm" len="sm"/>
                  <a:tailEnd type="none" w="sm" len="sm"/>
                </a:ln>
                <a:solidFill>
                  <a:srgbClr val="0000FF"/>
                </a:solidFill>
                <a:effectLst>
                  <a:outerShdw dist="35921" dir="2700000" algn="ctr" rotWithShape="0">
                    <a:srgbClr val="C0C0C0"/>
                  </a:outerShdw>
                </a:effectLst>
                <a:latin typeface="Impact" panose="020B0806030902050204" pitchFamily="34" charset="0"/>
              </a:rPr>
              <a:t>Double Linked Lists</a:t>
            </a:r>
          </a:p>
        </p:txBody>
      </p:sp>
      <p:sp>
        <p:nvSpPr>
          <p:cNvPr id="58372" name="Text Box 3">
            <a:extLst>
              <a:ext uri="{FF2B5EF4-FFF2-40B4-BE49-F238E27FC236}">
                <a16:creationId xmlns:a16="http://schemas.microsoft.com/office/drawing/2014/main" id="{5F847F85-EF15-4560-A925-1D1465D2B3B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1447800"/>
            <a:ext cx="8686800" cy="464742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None/>
            </a:pPr>
            <a:r>
              <a:rPr lang="en-US" altLang="en-US" sz="2400" b="1" dirty="0">
                <a:solidFill>
                  <a:schemeClr val="accent2"/>
                </a:solidFill>
                <a:latin typeface="Tahoma" panose="020B0604030504040204" pitchFamily="34" charset="0"/>
              </a:rPr>
              <a:t>Java’s LinkedList class is a doubly-linked list.</a:t>
            </a:r>
            <a:endParaRPr lang="en-US" altLang="en-US" sz="1600" b="1" dirty="0">
              <a:latin typeface="Tahoma" panose="020B0604030504040204" pitchFamily="34" charset="0"/>
            </a:endParaRPr>
          </a:p>
          <a:p>
            <a:pPr eaLnBrk="1" hangingPunct="1">
              <a:spcBef>
                <a:spcPts val="2400"/>
              </a:spcBef>
              <a:buFontTx/>
              <a:buNone/>
            </a:pPr>
            <a:r>
              <a:rPr lang="en-US" altLang="en-US" sz="2400" b="1" dirty="0">
                <a:latin typeface="Tahoma" panose="020B0604030504040204" pitchFamily="34" charset="0"/>
              </a:rPr>
              <a:t>traverse all nodes			O(N)</a:t>
            </a:r>
          </a:p>
          <a:p>
            <a:pPr eaLnBrk="1" hangingPunct="1">
              <a:spcBef>
                <a:spcPct val="50000"/>
              </a:spcBef>
              <a:buFontTx/>
              <a:buNone/>
            </a:pPr>
            <a:r>
              <a:rPr lang="en-US" altLang="en-US" sz="2400" b="1" dirty="0">
                <a:latin typeface="Tahoma" panose="020B0604030504040204" pitchFamily="34" charset="0"/>
              </a:rPr>
              <a:t>search for an item		O(N)</a:t>
            </a:r>
          </a:p>
          <a:p>
            <a:pPr eaLnBrk="1" hangingPunct="1">
              <a:spcBef>
                <a:spcPct val="50000"/>
              </a:spcBef>
              <a:buFontTx/>
              <a:buNone/>
            </a:pPr>
            <a:r>
              <a:rPr lang="en-US" altLang="en-US" sz="2400" b="1" dirty="0">
                <a:latin typeface="Tahoma" panose="020B0604030504040204" pitchFamily="34" charset="0"/>
              </a:rPr>
              <a:t>remove any item			O(N)	</a:t>
            </a:r>
            <a:br>
              <a:rPr lang="en-US" altLang="en-US" sz="2400" b="1" dirty="0">
                <a:latin typeface="Tahoma" panose="020B0604030504040204" pitchFamily="34" charset="0"/>
              </a:rPr>
            </a:br>
            <a:r>
              <a:rPr lang="en-US" altLang="en-US" sz="2400" b="1" dirty="0">
                <a:latin typeface="Tahoma" panose="020B0604030504040204" pitchFamily="34" charset="0"/>
              </a:rPr>
              <a:t>   location unknown</a:t>
            </a:r>
          </a:p>
          <a:p>
            <a:pPr eaLnBrk="1" hangingPunct="1">
              <a:spcBef>
                <a:spcPct val="50000"/>
              </a:spcBef>
              <a:buFontTx/>
              <a:buNone/>
            </a:pPr>
            <a:r>
              <a:rPr lang="en-US" altLang="en-US" sz="2400" b="1" dirty="0">
                <a:latin typeface="Tahoma" panose="020B0604030504040204" pitchFamily="34" charset="0"/>
              </a:rPr>
              <a:t>get any item			O(N)	</a:t>
            </a:r>
            <a:br>
              <a:rPr lang="en-US" altLang="en-US" sz="2400" b="1" dirty="0">
                <a:latin typeface="Tahoma" panose="020B0604030504040204" pitchFamily="34" charset="0"/>
              </a:rPr>
            </a:br>
            <a:r>
              <a:rPr lang="en-US" altLang="en-US" sz="2400" b="1" dirty="0">
                <a:latin typeface="Tahoma" panose="020B0604030504040204" pitchFamily="34" charset="0"/>
              </a:rPr>
              <a:t>   location unknown</a:t>
            </a:r>
          </a:p>
          <a:p>
            <a:pPr eaLnBrk="1" hangingPunct="1">
              <a:spcBef>
                <a:spcPct val="50000"/>
              </a:spcBef>
              <a:buFontTx/>
              <a:buNone/>
            </a:pPr>
            <a:r>
              <a:rPr lang="en-US" altLang="en-US" sz="2400" b="1" dirty="0">
                <a:latin typeface="Tahoma" panose="020B0604030504040204" pitchFamily="34" charset="0"/>
              </a:rPr>
              <a:t>add item at the end		O(1)	</a:t>
            </a:r>
          </a:p>
          <a:p>
            <a:pPr eaLnBrk="1" hangingPunct="1">
              <a:spcBef>
                <a:spcPct val="50000"/>
              </a:spcBef>
              <a:buFontTx/>
              <a:buNone/>
            </a:pPr>
            <a:r>
              <a:rPr lang="en-US" altLang="en-US" sz="2400" b="1" dirty="0">
                <a:latin typeface="Tahoma" panose="020B0604030504040204" pitchFamily="34" charset="0"/>
              </a:rPr>
              <a:t>add item at the front		O(1)</a:t>
            </a:r>
            <a:endParaRPr lang="en-US" altLang="en-US" sz="2800" b="1" dirty="0">
              <a:latin typeface="Tahoma" panose="020B0604030504040204" pitchFamily="34" charset="0"/>
            </a:endParaRPr>
          </a:p>
        </p:txBody>
      </p:sp>
      <p:sp>
        <p:nvSpPr>
          <p:cNvPr id="86021" name="Rectangle 5">
            <a:extLst>
              <a:ext uri="{FF2B5EF4-FFF2-40B4-BE49-F238E27FC236}">
                <a16:creationId xmlns:a16="http://schemas.microsoft.com/office/drawing/2014/main" id="{EC87CE93-1E62-4BF5-9BE2-1F2EFBA66F9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81800" y="4572000"/>
            <a:ext cx="1295400" cy="533400"/>
          </a:xfrm>
          <a:prstGeom prst="rect">
            <a:avLst/>
          </a:prstGeom>
          <a:solidFill>
            <a:srgbClr val="CCFFFF"/>
          </a:solidFill>
          <a:ln w="12700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en-US" altLang="en-US" sz="2400">
              <a:latin typeface="Tahoma" panose="020B0604030504040204" pitchFamily="34" charset="0"/>
            </a:endParaRPr>
          </a:p>
        </p:txBody>
      </p:sp>
      <p:sp>
        <p:nvSpPr>
          <p:cNvPr id="86022" name="Rectangle 6">
            <a:extLst>
              <a:ext uri="{FF2B5EF4-FFF2-40B4-BE49-F238E27FC236}">
                <a16:creationId xmlns:a16="http://schemas.microsoft.com/office/drawing/2014/main" id="{764004CD-0984-45B7-9908-5E41CAD2A166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48600" y="4572000"/>
            <a:ext cx="520700" cy="533400"/>
          </a:xfrm>
          <a:prstGeom prst="rect">
            <a:avLst/>
          </a:prstGeom>
          <a:solidFill>
            <a:srgbClr val="CCFFCC"/>
          </a:solidFill>
          <a:ln w="12700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en-US" altLang="en-US" sz="2800">
              <a:latin typeface="Tahoma" panose="020B0604030504040204" pitchFamily="34" charset="0"/>
            </a:endParaRPr>
          </a:p>
        </p:txBody>
      </p:sp>
      <p:sp>
        <p:nvSpPr>
          <p:cNvPr id="86024" name="Text Box 8">
            <a:extLst>
              <a:ext uri="{FF2B5EF4-FFF2-40B4-BE49-F238E27FC236}">
                <a16:creationId xmlns:a16="http://schemas.microsoft.com/office/drawing/2014/main" id="{6331EAE8-6DDC-4754-B5E4-B08705726FA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15200" y="4648200"/>
            <a:ext cx="609600" cy="396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en-US" altLang="en-US" sz="2000" b="1">
                <a:latin typeface="Tahoma" panose="020B0604030504040204" pitchFamily="34" charset="0"/>
              </a:rPr>
              <a:t>10</a:t>
            </a:r>
          </a:p>
        </p:txBody>
      </p:sp>
      <p:sp>
        <p:nvSpPr>
          <p:cNvPr id="58377" name="Rectangle 9">
            <a:extLst>
              <a:ext uri="{FF2B5EF4-FFF2-40B4-BE49-F238E27FC236}">
                <a16:creationId xmlns:a16="http://schemas.microsoft.com/office/drawing/2014/main" id="{576C1B39-E1CD-4B84-9CC8-7FA128BBEBC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81800" y="4572000"/>
            <a:ext cx="457200" cy="533400"/>
          </a:xfrm>
          <a:prstGeom prst="rect">
            <a:avLst/>
          </a:prstGeom>
          <a:solidFill>
            <a:srgbClr val="FFFF99"/>
          </a:solidFill>
          <a:ln w="12700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en-US" altLang="en-US" sz="2800">
              <a:latin typeface="Tahoma" panose="020B0604030504040204" pitchFamily="34" charset="0"/>
            </a:endParaRPr>
          </a:p>
        </p:txBody>
      </p:sp>
      <p:sp>
        <p:nvSpPr>
          <p:cNvPr id="2" name="Text Box 15">
            <a:extLst>
              <a:ext uri="{FF2B5EF4-FFF2-40B4-BE49-F238E27FC236}">
                <a16:creationId xmlns:a16="http://schemas.microsoft.com/office/drawing/2014/main" id="{3FD83581-C423-62D5-A60E-F8CBB5194B0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747435" y="4648200"/>
            <a:ext cx="609600" cy="338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en-US" altLang="en-US" sz="1600" b="1" dirty="0">
                <a:latin typeface="Tahoma" panose="020B0604030504040204" pitchFamily="34" charset="0"/>
              </a:rPr>
              <a:t>null</a:t>
            </a:r>
          </a:p>
        </p:txBody>
      </p:sp>
      <p:sp>
        <p:nvSpPr>
          <p:cNvPr id="3" name="Text Box 15">
            <a:extLst>
              <a:ext uri="{FF2B5EF4-FFF2-40B4-BE49-F238E27FC236}">
                <a16:creationId xmlns:a16="http://schemas.microsoft.com/office/drawing/2014/main" id="{AC84A02D-D39F-FFD7-6015-A0963E42A21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825441" y="4650282"/>
            <a:ext cx="609600" cy="338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en-US" altLang="en-US" sz="1600" b="1" dirty="0">
                <a:latin typeface="Tahoma" panose="020B0604030504040204" pitchFamily="34" charset="0"/>
              </a:rPr>
              <a:t>null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62" name="Footer Placeholder 3">
            <a:extLst>
              <a:ext uri="{FF2B5EF4-FFF2-40B4-BE49-F238E27FC236}">
                <a16:creationId xmlns:a16="http://schemas.microsoft.com/office/drawing/2014/main" id="{1F7B54EA-B864-42B3-97CD-95D619EF9141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800"/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 b="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800">
                <a:latin typeface="Tahoma" panose="020B0604030504040204" pitchFamily="34" charset="0"/>
              </a:rPr>
              <a:t>© A+ Computer Science  -  www.apluscompsci.com</a:t>
            </a:r>
          </a:p>
        </p:txBody>
      </p:sp>
      <p:sp>
        <p:nvSpPr>
          <p:cNvPr id="66563" name="WordArt 2">
            <a:extLst>
              <a:ext uri="{FF2B5EF4-FFF2-40B4-BE49-F238E27FC236}">
                <a16:creationId xmlns:a16="http://schemas.microsoft.com/office/drawing/2014/main" id="{EFF04108-5A20-4143-AD6B-BF7AAB0C4F29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381989" y="828675"/>
            <a:ext cx="8534400" cy="6858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US" sz="3600" kern="10" dirty="0">
                <a:ln w="12700">
                  <a:solidFill>
                    <a:srgbClr val="EAEAEA"/>
                  </a:solidFill>
                  <a:round/>
                  <a:headEnd type="none" w="sm" len="sm"/>
                  <a:tailEnd type="none" w="sm" len="sm"/>
                </a:ln>
                <a:gradFill rotWithShape="1">
                  <a:gsLst>
                    <a:gs pos="0">
                      <a:srgbClr val="A603AB"/>
                    </a:gs>
                    <a:gs pos="12000">
                      <a:srgbClr val="E81766"/>
                    </a:gs>
                    <a:gs pos="27000">
                      <a:srgbClr val="EE3F17"/>
                    </a:gs>
                    <a:gs pos="48000">
                      <a:srgbClr val="FFFF00"/>
                    </a:gs>
                    <a:gs pos="64999">
                      <a:srgbClr val="1A8D48"/>
                    </a:gs>
                    <a:gs pos="78999">
                      <a:srgbClr val="0819FB"/>
                    </a:gs>
                    <a:gs pos="100000">
                      <a:srgbClr val="A603AB"/>
                    </a:gs>
                  </a:gsLst>
                  <a:lin ang="0" scaled="1"/>
                </a:gradFill>
                <a:effectLst>
                  <a:outerShdw dist="35921" dir="2700000" sy="50000" kx="2115830" algn="bl" rotWithShape="0">
                    <a:srgbClr val="C0C0C0">
                      <a:alpha val="79999"/>
                    </a:srgbClr>
                  </a:outerShdw>
                </a:effectLst>
                <a:latin typeface="Arial Black" panose="020B0A04020102020204" pitchFamily="34" charset="0"/>
              </a:rPr>
              <a:t>Java Collections – LinkedList</a:t>
            </a:r>
          </a:p>
        </p:txBody>
      </p:sp>
      <p:sp>
        <p:nvSpPr>
          <p:cNvPr id="66564" name="Text Box 3">
            <a:extLst>
              <a:ext uri="{FF2B5EF4-FFF2-40B4-BE49-F238E27FC236}">
                <a16:creationId xmlns:a16="http://schemas.microsoft.com/office/drawing/2014/main" id="{C7C68E4C-7803-4F2E-995A-59E5BE8F8A4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5378" y="1514475"/>
            <a:ext cx="8227622" cy="298543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  <a:tabLst>
                <a:tab pos="5083175" algn="l"/>
              </a:tabLst>
            </a:pPr>
            <a:r>
              <a:rPr lang="en-US" altLang="en-US" sz="4400" b="1" dirty="0">
                <a:latin typeface="Tahoma" panose="020B0604030504040204" pitchFamily="34" charset="0"/>
              </a:rPr>
              <a:t>	</a:t>
            </a:r>
          </a:p>
          <a:p>
            <a:pPr algn="ctr" eaLnBrk="1" hangingPunct="1">
              <a:spcBef>
                <a:spcPts val="0"/>
              </a:spcBef>
              <a:buFontTx/>
              <a:buNone/>
            </a:pPr>
            <a:br>
              <a:rPr lang="en-US" altLang="en-US" sz="4800" b="1" dirty="0">
                <a:solidFill>
                  <a:schemeClr val="accent2"/>
                </a:solidFill>
                <a:latin typeface="Tahoma" panose="020B0604030504040204" pitchFamily="34" charset="0"/>
              </a:rPr>
            </a:br>
            <a:r>
              <a:rPr lang="en-US" altLang="en-US" sz="4800" b="1" dirty="0">
                <a:solidFill>
                  <a:schemeClr val="accent2"/>
                </a:solidFill>
                <a:latin typeface="Tahoma" panose="020B0604030504040204" pitchFamily="34" charset="0"/>
              </a:rPr>
              <a:t>Java’s LinkedList class is a doubly linked list.</a:t>
            </a:r>
          </a:p>
        </p:txBody>
      </p:sp>
    </p:spTree>
  </p:cSld>
  <p:clrMapOvr>
    <a:masterClrMapping/>
  </p:clrMapOvr>
</p:sld>
</file>

<file path=ppt/theme/_rels/them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Blank Presentation">
  <a:themeElements>
    <a:clrScheme name="Blank Presentation 1">
      <a:dk1>
        <a:srgbClr val="000000"/>
      </a:dk1>
      <a:lt1>
        <a:srgbClr val="FFFFFF"/>
      </a:lt1>
      <a:dk2>
        <a:srgbClr val="000000"/>
      </a:dk2>
      <a:lt2>
        <a:srgbClr val="969696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Blank Presentation">
      <a:majorFont>
        <a:latin typeface="Times New Roman"/>
        <a:ea typeface=""/>
        <a:cs typeface=""/>
      </a:majorFont>
      <a:minorFont>
        <a:latin typeface="Times New Roman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sm" len="sm"/>
          <a:tailEnd type="none" w="sm" len="sm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altLang="en-US" sz="20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ahoma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sm" len="sm"/>
          <a:tailEnd type="none" w="sm" len="sm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altLang="en-US" sz="20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ahoma" pitchFamily="34" charset="0"/>
          </a:defRPr>
        </a:defPPr>
      </a:lstStyle>
    </a:lnDef>
  </a:objectDefaults>
  <a:extraClrSchemeLst>
    <a:extraClrScheme>
      <a:clrScheme name="Blank Presentation 1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33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ank Presentation 3">
        <a:dk1>
          <a:srgbClr val="000000"/>
        </a:dk1>
        <a:lt1>
          <a:srgbClr val="FFFFCC"/>
        </a:lt1>
        <a:dk2>
          <a:srgbClr val="999933"/>
        </a:dk2>
        <a:lt2>
          <a:srgbClr val="808000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4">
        <a:dk1>
          <a:srgbClr val="000000"/>
        </a:dk1>
        <a:lt1>
          <a:srgbClr val="FFFFFF"/>
        </a:lt1>
        <a:dk2>
          <a:srgbClr val="000000"/>
        </a:dk2>
        <a:lt2>
          <a:srgbClr val="393939"/>
        </a:lt2>
        <a:accent1>
          <a:srgbClr val="CBCBCB"/>
        </a:accent1>
        <a:accent2>
          <a:srgbClr val="868686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797979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5">
        <a:dk1>
          <a:srgbClr val="000000"/>
        </a:dk1>
        <a:lt1>
          <a:srgbClr val="FFFFFF"/>
        </a:lt1>
        <a:dk2>
          <a:srgbClr val="000000"/>
        </a:dk2>
        <a:lt2>
          <a:srgbClr val="9F9F9F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6">
        <a:dk1>
          <a:srgbClr val="000000"/>
        </a:dk1>
        <a:lt1>
          <a:srgbClr val="FFFFFF"/>
        </a:lt1>
        <a:dk2>
          <a:srgbClr val="000000"/>
        </a:dk2>
        <a:lt2>
          <a:srgbClr val="868686"/>
        </a:lt2>
        <a:accent1>
          <a:srgbClr val="CBCBCB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005CE7"/>
        </a:accent6>
        <a:hlink>
          <a:srgbClr val="FF0033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7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cse143-13wi">
  <a:themeElements>
    <a:clrScheme name="Custom 1">
      <a:dk1>
        <a:sysClr val="windowText" lastClr="000000"/>
      </a:dk1>
      <a:lt1>
        <a:sysClr val="window" lastClr="FFFFFF"/>
      </a:lt1>
      <a:dk2>
        <a:srgbClr val="242852"/>
      </a:dk2>
      <a:lt2>
        <a:srgbClr val="6C7E9C"/>
      </a:lt2>
      <a:accent1>
        <a:srgbClr val="629DD1"/>
      </a:accent1>
      <a:accent2>
        <a:srgbClr val="297FD5"/>
      </a:accent2>
      <a:accent3>
        <a:srgbClr val="7F8FA9"/>
      </a:accent3>
      <a:accent4>
        <a:srgbClr val="4A66AC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Aspect">
      <a:majorFont>
        <a:latin typeface="Verdana"/>
        <a:ea typeface=""/>
        <a:cs typeface=""/>
        <a:font script="Jpan" typeface="ＭＳ ゴシック"/>
        <a:font script="Hang" typeface="굴림"/>
        <a:font script="Hans" typeface="微软雅黑"/>
        <a:font script="Hant" typeface="微軟正黑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</a:majorFont>
      <a:minorFont>
        <a:latin typeface="Verdana"/>
        <a:ea typeface=""/>
        <a:cs typeface=""/>
        <a:font script="Jpan" typeface="ＭＳ ゴシック"/>
        <a:font script="Hang" typeface="굴림"/>
        <a:font script="Hans" typeface="微软雅黑"/>
        <a:font script="Hant" typeface="微軟正黑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</a:minorFont>
    </a:fontScheme>
    <a:fmtScheme name="Flow">
      <a:fillStyleLst>
        <a:solidFill>
          <a:schemeClr val="phClr"/>
        </a:solidFill>
        <a:gradFill rotWithShape="1">
          <a:gsLst>
            <a:gs pos="0">
              <a:schemeClr val="phClr">
                <a:tint val="70000"/>
                <a:satMod val="130000"/>
              </a:schemeClr>
            </a:gs>
            <a:gs pos="43000">
              <a:schemeClr val="phClr">
                <a:tint val="44000"/>
                <a:satMod val="165000"/>
              </a:schemeClr>
            </a:gs>
            <a:gs pos="93000">
              <a:schemeClr val="phClr">
                <a:tint val="15000"/>
                <a:satMod val="165000"/>
              </a:schemeClr>
            </a:gs>
            <a:gs pos="100000">
              <a:schemeClr val="phClr">
                <a:tint val="5000"/>
                <a:satMod val="250000"/>
              </a:schemeClr>
            </a:gs>
          </a:gsLst>
          <a:path path="circle">
            <a:fillToRect l="50000" t="130000" r="50000" b="-30000"/>
          </a:path>
        </a:gradFill>
        <a:gradFill rotWithShape="1">
          <a:gsLst>
            <a:gs pos="0">
              <a:schemeClr val="phClr">
                <a:tint val="98000"/>
                <a:shade val="25000"/>
                <a:satMod val="250000"/>
              </a:schemeClr>
            </a:gs>
            <a:gs pos="68000">
              <a:schemeClr val="phClr">
                <a:tint val="86000"/>
                <a:satMod val="115000"/>
              </a:schemeClr>
            </a:gs>
            <a:gs pos="100000">
              <a:schemeClr val="phClr">
                <a:tint val="50000"/>
                <a:satMod val="150000"/>
              </a:schemeClr>
            </a:gs>
          </a:gsLst>
          <a:path path="circle">
            <a:fillToRect l="50000" t="130000" r="50000" b="-30000"/>
          </a:path>
        </a:gradFill>
      </a:fillStyleLst>
      <a:lnStyleLst>
        <a:ln w="9525" cap="flat" cmpd="sng" algn="ctr">
          <a:solidFill>
            <a:schemeClr val="phClr">
              <a:shade val="50000"/>
              <a:satMod val="103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7150" dist="38100" dir="5400000" algn="ctr" rotWithShape="0">
              <a:schemeClr val="phClr">
                <a:shade val="9000"/>
                <a:satMod val="105000"/>
                <a:alpha val="48000"/>
              </a:schemeClr>
            </a:outerShdw>
          </a:effectLst>
        </a:effectStyle>
        <a:effectStyle>
          <a:effectLst>
            <a:outerShdw blurRad="57150" dist="38100" dir="5400000" algn="ctr" rotWithShape="0">
              <a:schemeClr val="phClr">
                <a:shade val="9000"/>
                <a:satMod val="105000"/>
                <a:alpha val="48000"/>
              </a:schemeClr>
            </a:outerShdw>
          </a:effectLst>
        </a:effectStyle>
        <a:effectStyle>
          <a:effectLst>
            <a:outerShdw blurRad="57150" dist="38100" dir="5400000" algn="ctr" rotWithShape="0">
              <a:schemeClr val="phClr">
                <a:shade val="9000"/>
                <a:satMod val="105000"/>
                <a:alpha val="48000"/>
              </a:schemeClr>
            </a:outerShdw>
          </a:effectLst>
          <a:scene3d>
            <a:camera prst="orthographicFront" fov="0">
              <a:rot lat="0" lon="0" rev="0"/>
            </a:camera>
            <a:lightRig rig="glow" dir="tl">
              <a:rot lat="0" lon="0" rev="900000"/>
            </a:lightRig>
          </a:scene3d>
          <a:sp3d prstMaterial="powder">
            <a:bevelT w="25400" h="381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400000"/>
              </a:schemeClr>
            </a:gs>
            <a:gs pos="25000">
              <a:schemeClr val="phClr">
                <a:tint val="83000"/>
                <a:satMod val="320000"/>
              </a:schemeClr>
            </a:gs>
            <a:gs pos="100000">
              <a:schemeClr val="phClr">
                <a:shade val="15000"/>
                <a:satMod val="320000"/>
              </a:schemeClr>
            </a:gs>
          </a:gsLst>
          <a:path path="circle">
            <a:fillToRect l="10000" t="110000" r="10000" b="100000"/>
          </a:path>
        </a:gradFill>
        <a:blipFill>
          <a:blip xmlns:r="http://schemas.openxmlformats.org/officeDocument/2006/relationships" r:embed="rId1">
            <a:duotone>
              <a:schemeClr val="phClr">
                <a:shade val="90000"/>
                <a:satMod val="150000"/>
              </a:schemeClr>
              <a:schemeClr val="phClr">
                <a:tint val="88000"/>
                <a:satMod val="150000"/>
              </a:schemeClr>
            </a:duotone>
          </a:blip>
          <a:tile tx="0" ty="0" sx="65000" sy="65000" flip="none" algn="tl"/>
        </a:blip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C:\MSOffice\Templates\Blank Presentation.pot</Template>
  <TotalTime>2501</TotalTime>
  <Words>3445</Words>
  <Application>Microsoft Office PowerPoint</Application>
  <PresentationFormat>On-screen Show (4:3)</PresentationFormat>
  <Paragraphs>789</Paragraphs>
  <Slides>60</Slides>
  <Notes>54</Notes>
  <HiddenSlides>0</HiddenSlides>
  <MMClips>0</MMClips>
  <ScaleCrop>false</ScaleCrop>
  <HeadingPairs>
    <vt:vector size="6" baseType="variant">
      <vt:variant>
        <vt:lpstr>Fonts Used</vt:lpstr>
      </vt:variant>
      <vt:variant>
        <vt:i4>14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60</vt:i4>
      </vt:variant>
    </vt:vector>
  </HeadingPairs>
  <TitlesOfParts>
    <vt:vector size="76" baseType="lpstr">
      <vt:lpstr>ＭＳ Ｐゴシック</vt:lpstr>
      <vt:lpstr>Andale Mono</vt:lpstr>
      <vt:lpstr>Arial</vt:lpstr>
      <vt:lpstr>Arial Black</vt:lpstr>
      <vt:lpstr>Arial Unicode MS</vt:lpstr>
      <vt:lpstr>Courier New</vt:lpstr>
      <vt:lpstr>Impact</vt:lpstr>
      <vt:lpstr>MS LineDraw</vt:lpstr>
      <vt:lpstr>Tahoma</vt:lpstr>
      <vt:lpstr>Times New Roman</vt:lpstr>
      <vt:lpstr>Trebuchet MS</vt:lpstr>
      <vt:lpstr>Verdana</vt:lpstr>
      <vt:lpstr>Wingdings</vt:lpstr>
      <vt:lpstr>Wingdings 2</vt:lpstr>
      <vt:lpstr>Blank Presentation</vt:lpstr>
      <vt:lpstr>cse143-13wi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Typical Linked List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>www.apluscompsci.com</Manager>
  <Company>A+ Computer Science</Company>
  <LinksUpToDate>false</LinksUpToDate>
  <SharedDoc>false</SharedDoc>
  <HyperlinkBase>www.apluscompsci.com</HyperlinkBase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linkedlists</dc:title>
  <dc:subject>Linked Lists</dc:subject>
  <dc:creator>A+ Computer Science</dc:creator>
  <cp:keywords>www.apluscompsci.com</cp:keywords>
  <dc:description>Linked Lists_x000d_
©A+ Computer Science_x000d_
www.apluscompsci.com</dc:description>
  <cp:lastModifiedBy>Weldon Jasik</cp:lastModifiedBy>
  <cp:revision>474</cp:revision>
  <cp:lastPrinted>2000-10-05T14:12:58Z</cp:lastPrinted>
  <dcterms:created xsi:type="dcterms:W3CDTF">1995-06-17T23:31:02Z</dcterms:created>
  <dcterms:modified xsi:type="dcterms:W3CDTF">2025-01-07T17:17:16Z</dcterms:modified>
  <cp:category>www.apluscompsci.com</cp:category>
</cp:coreProperties>
</file>